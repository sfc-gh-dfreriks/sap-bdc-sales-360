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7" r:id="rId5"/>
  </p:sldMasterIdLst>
  <p:notesMasterIdLst>
    <p:notesMasterId r:id="rId6"/>
  </p:notesMasterIdLst>
  <p:sldIdLst>
    <p:sldId id="256" r:id="rId8"/>
    <p:sldId id="257" r:id="rId23"/>
    <p:sldId id="258" r:id="rId26"/>
    <p:sldId id="259" r:id="rId25"/>
    <p:sldId id="260" r:id="rId11"/>
    <p:sldId id="261" r:id="rId33"/>
    <p:sldId id="262" r:id="rId28"/>
    <p:sldId id="263" r:id="rId22"/>
    <p:sldId id="264" r:id="rId21"/>
    <p:sldId id="265" r:id="rId61"/>
    <p:sldId id="266" r:id="rId27"/>
    <p:sldId id="267" r:id="rId36"/>
    <p:sldId id="268" r:id="rId62"/>
    <p:sldId id="269" r:id="rId24"/>
    <p:sldId id="270" r:id="rId49"/>
  </p:sldIdLst>
  <p:sldSz cy="5143500" cx="9144000"/>
  <p:notesSz cx="6858000" cy="9144000"/>
  <p:embeddedFontLst>
    <p:embeddedFont>
      <p:font typeface="Lato"/>
      <p:regular r:id="rId50"/>
      <p:bold r:id="rId51"/>
      <p:italic r:id="rId52"/>
      <p:boldItalic r:id="rId53"/>
    </p:embeddedFont>
    <p:embeddedFont>
      <p:font typeface="Montserrat"/>
      <p:regular r:id="rId54"/>
      <p:bold r:id="rId55"/>
      <p:italic r:id="rId56"/>
      <p:boldItalic r:id="rId57"/>
    </p:embeddedFont>
    <p:embeddedFont>
      <p:font typeface="Gothic A1"/>
      <p:regular r:id="rId58"/>
      <p:bold r:id="rId59"/>
    </p:embeddedFont>
    <p:embeddedFont>
      <p:font typeface="Arial Black"/>
      <p:regular r:id="rId6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5FD589D-4301-4D35-9AC2-B360D4EBEC4F}">
  <a:tblStyle styleId="{B5FD589D-4301-4D35-9AC2-B360D4EBEC4F}" styleName="Table_0">
    <a:wholeTbl>
      <a:tcTxStyle b="off" i="off">
        <a:font>
          <a:latin typeface="Arial"/>
          <a:ea typeface="Arial"/>
          <a:cs typeface="Arial"/>
        </a:font>
        <a:srgbClr val="262626"/>
      </a:tcTxStyle>
      <a:tcStyle>
        <a:tcBdr>
          <a:left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7F2FB"/>
          </a:solidFill>
        </a:fill>
      </a:tcStyle>
    </a:wholeTbl>
    <a:band1H>
      <a:tcTxStyle/>
      <a:tcStyle>
        <a:fill>
          <a:solidFill>
            <a:srgbClr val="CBE5F6"/>
          </a:solidFill>
        </a:fill>
      </a:tcStyle>
    </a:band1H>
    <a:band2H>
      <a:tcTxStyle/>
    </a:band2H>
    <a:band1V>
      <a:tcTxStyle/>
      <a:tcStyle>
        <a:fill>
          <a:solidFill>
            <a:srgbClr val="CBE5F6"/>
          </a:solidFill>
        </a:fill>
      </a:tcStyle>
    </a:band1V>
    <a:band2V>
      <a:tcTxStyle/>
    </a:band2V>
    <a:lastCol>
      <a:tcTxStyle b="on" i="off">
        <a:font>
          <a:latin typeface="Arial"/>
          <a:ea typeface="Arial"/>
          <a:cs typeface="Arial"/>
        </a:font>
        <a:srgbClr val="FFFFFF"/>
      </a:tcTxStyle>
      <a:tcStyle>
        <a:fill>
          <a:solidFill>
            <a:srgbClr val="29B5E8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rgbClr val="FFFFFF"/>
      </a:tcTxStyle>
      <a:tcStyle>
        <a:fill>
          <a:solidFill>
            <a:srgbClr val="29B5E8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top>
            <a:ln cap="flat" cmpd="sng" w="381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rgbClr val="29B5E8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bottom>
            <a:ln cap="flat" cmpd="sng" w="381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rgbClr val="29B5E8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11" Type="http://schemas.openxmlformats.org/officeDocument/2006/relationships/slide" Target="slides/slide5.xml"/><Relationship Id="rId21" Type="http://schemas.openxmlformats.org/officeDocument/2006/relationships/slide" Target="slides/slide9.xml"/><Relationship Id="rId22" Type="http://schemas.openxmlformats.org/officeDocument/2006/relationships/slide" Target="slides/slide8.xml"/><Relationship Id="rId23" Type="http://schemas.openxmlformats.org/officeDocument/2006/relationships/slide" Target="slides/slide2.xml"/><Relationship Id="rId24" Type="http://schemas.openxmlformats.org/officeDocument/2006/relationships/slide" Target="slides/slide14.xml"/><Relationship Id="rId25" Type="http://schemas.openxmlformats.org/officeDocument/2006/relationships/slide" Target="slides/slide4.xml"/><Relationship Id="rId26" Type="http://schemas.openxmlformats.org/officeDocument/2006/relationships/slide" Target="slides/slide3.xml"/><Relationship Id="rId27" Type="http://schemas.openxmlformats.org/officeDocument/2006/relationships/slide" Target="slides/slide11.xml"/><Relationship Id="rId28" Type="http://schemas.openxmlformats.org/officeDocument/2006/relationships/slide" Target="slides/slide7.xml"/><Relationship Id="rId33" Type="http://schemas.openxmlformats.org/officeDocument/2006/relationships/slide" Target="slides/slide6.xml"/><Relationship Id="rId36" Type="http://schemas.openxmlformats.org/officeDocument/2006/relationships/slide" Target="slides/slide12.xml"/><Relationship Id="rId49" Type="http://schemas.openxmlformats.org/officeDocument/2006/relationships/slide" Target="slides/slide15.xml"/><Relationship Id="rId50" Type="http://schemas.openxmlformats.org/officeDocument/2006/relationships/font" Target="fonts/Lato-regular.fntdata"/><Relationship Id="rId51" Type="http://schemas.openxmlformats.org/officeDocument/2006/relationships/font" Target="fonts/Lato-bold.fntdata"/><Relationship Id="rId52" Type="http://schemas.openxmlformats.org/officeDocument/2006/relationships/font" Target="fonts/Lato-italic.fntdata"/><Relationship Id="rId53" Type="http://schemas.openxmlformats.org/officeDocument/2006/relationships/font" Target="fonts/Lato-boldItalic.fntdata"/><Relationship Id="rId54" Type="http://schemas.openxmlformats.org/officeDocument/2006/relationships/font" Target="fonts/Montserrat-regular.fntdata"/><Relationship Id="rId55" Type="http://schemas.openxmlformats.org/officeDocument/2006/relationships/font" Target="fonts/Montserrat-bold.fntdata"/><Relationship Id="rId56" Type="http://schemas.openxmlformats.org/officeDocument/2006/relationships/font" Target="fonts/Montserrat-italic.fntdata"/><Relationship Id="rId57" Type="http://schemas.openxmlformats.org/officeDocument/2006/relationships/font" Target="fonts/Montserrat-boldItalic.fntdata"/><Relationship Id="rId58" Type="http://schemas.openxmlformats.org/officeDocument/2006/relationships/font" Target="fonts/GothicA1-regular.fntdata"/><Relationship Id="rId59" Type="http://schemas.openxmlformats.org/officeDocument/2006/relationships/font" Target="fonts/GothicA1-bold.fntdata"/><Relationship Id="rId60" Type="http://schemas.openxmlformats.org/officeDocument/2006/relationships/font" Target="fonts/ArialBlack-regular.fntdata"/><Relationship Id="rId61" Type="http://schemas.openxmlformats.org/officeDocument/2006/relationships/slide" Target="slides/slide10.xml"/><Relationship Id="rId62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1ed82e8067d_0_28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3" name="Google Shape;273;g1ed82e8067d_0_28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Welcome. Today I'm showing SAP Sales 360 - a Snowflake Native App built entirely on SAP Business Data Cloud sales and CRM data. The goal: show how the Snowflake + SAP BDC partnership turns locked-up SAP sales data into a live, AI-powered app in minutes. Demo first, then takeaways.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1ed82e8067d_0_30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" name="Google Shape;298;g1ed82e8067d_0_30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Transition. 'Let me show you the actual app - a 10-minute flow you could run yourself.'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Coaching for the presenter. Biggest DO: ask the SAP_SALES_360_AGENT live. Biggest DON'T: drowning the audience in architecture or SQL. Outcome-led and fast.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Zoom out to the partnership value. These four pillars are the 'why Snowflake + BDC' summary - hit each in one sentence. The slide executives remember.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g1ed82e8067d_0_30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8" name="Google Shape;358;g1ed82e8067d_0_30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Reinforce verbally while the app is on screen. Repeat the three anchors: no ETL, SAP business context preserved (revenue, pipeline, quota), AI-ready and governed. Close on distribution - one click, any region.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g1ed82e8067d_0_30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6" name="Google Shape;366;g1ed82e8067d_0_30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The highlight. Type a question live into the SAP_SALES_360_AGENT - do NOT pre-load it. Watch the answer appear, then expand the generated SQL to prove it's governed and explainable. Invite a question from the audience.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g1ed82e8067d_0_30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5" name="Google Shape;375;g1ed82e8067d_0_30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Set up the problem. SAP holds the sales and CRM system of record, but getting data out has meant brittle ETL and lost context. BDC shares governed sales/CRM data products into Snowflake with zero copy; Snowflake adds AI, apps and global reach. Two platforms, one governed foundation.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g1ed82e8067d_0_31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6" name="Google Shape;386;g1ed82e8067d_0_3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Close with a clear ask per audience. Internal: install from the internal marketplace and rehearse. Customers: identify their first BDC sales/CRM data product and AI use case. Partners: co-build on BDC data.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g1ed82e8067d_0_31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6" name="Google Shape;396;g1ed82e8067d_0_3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Walk the three steps left to right. Key phrase: zero-copy in, business semantics preserved (revenue, pipeline, quota, forecast), packaged as a one-click app. Don't linger - the live demo proves it.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g1ed82e8067d_0_31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9" name="Google Shape;409;g1ed82e8067d_0_3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Tell them what they're about to see: a real React web app, a chat page powered by the SAP_SALES_360_AGENT, all inside Snowflake on container services. Emphasize self-contained - data and semantic model travel with the app.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g1ed82e8067d_0_31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5" name="Google Shape;425;g1ed82e8067d_0_31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Make it concrete: zero pipelines, three regions live today, one self-contained app, 300+ BDC data products to compose next. Real, not a concept.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g1ed82e8067d_0_31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0" name="Google Shape;440;g1ed82e8067d_0_31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Open the app and click through these areas. Narrate the sales outcome - 'here's a stalled deal,' 'here's a rep beating quota,' 'here's a churn-risk account.' Finish on forecast.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g1ed82e8067d_0_32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0" name="Google Shape;490;g1ed82e8067d_0_32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Roadmap for the live demo - don't read aloud. Keep pace; aim for ~10 minutes, spending the most time on the funnel and the chat agent.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g31be1e5eed4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0" name="Google Shape;530;g31be1e5eed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Proof of scale: same app live in US, EMEA and APAC. Each region is its own governed install - no data crossed borders, exactly what compliance and data-residency teams want to hear.</a:t>
            </a: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5" name="Shape 2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6" name="Google Shape;2556;g1ed82e8067d_0_534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Thank the audience. Offer the listing locator (ORGDATACLOUD$INTERNAL$SALES_360_ORG) so they can install SAP Sales 360 in their own region.</a:t>
            </a:r>
          </a:p>
        </p:txBody>
      </p:sp>
      <p:sp>
        <p:nvSpPr>
          <p:cNvPr id="2557" name="Google Shape;2557;g1ed82e8067d_0_534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8.png"/><Relationship Id="rId4" Type="http://schemas.openxmlformats.org/officeDocument/2006/relationships/image" Target="../media/image12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8.png"/><Relationship Id="rId4" Type="http://schemas.openxmlformats.org/officeDocument/2006/relationships/image" Target="../media/image12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2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8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11.png"/><Relationship Id="rId4" Type="http://schemas.openxmlformats.org/officeDocument/2006/relationships/image" Target="../media/image22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1.png"/><Relationship Id="rId3" Type="http://schemas.openxmlformats.org/officeDocument/2006/relationships/image" Target="../media/image33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11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7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11.png"/><Relationship Id="rId4" Type="http://schemas.openxmlformats.org/officeDocument/2006/relationships/image" Target="../media/image22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1.png"/><Relationship Id="rId3" Type="http://schemas.openxmlformats.org/officeDocument/2006/relationships/image" Target="../media/image33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4.png"/><Relationship Id="rId3" Type="http://schemas.openxmlformats.org/officeDocument/2006/relationships/image" Target="../media/image27.png"/><Relationship Id="rId4" Type="http://schemas.openxmlformats.org/officeDocument/2006/relationships/image" Target="../media/image25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ulti-use layout">
  <p:cSld name="Multi-use layout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/>
          <p:nvPr>
            <p:ph idx="12" type="sldNum"/>
          </p:nvPr>
        </p:nvSpPr>
        <p:spPr>
          <a:xfrm>
            <a:off x="8229600" y="4866905"/>
            <a:ext cx="473700" cy="9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indent="0" lvl="0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1pPr>
            <a:lvl2pPr indent="0" lvl="1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2pPr>
            <a:lvl3pPr indent="0" lvl="2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3pPr>
            <a:lvl4pPr indent="0" lvl="3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4pPr>
            <a:lvl5pPr indent="0" lvl="4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5pPr>
            <a:lvl6pPr indent="0" lvl="5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6pPr>
            <a:lvl7pPr indent="0" lvl="6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7pPr>
            <a:lvl8pPr indent="0" lvl="7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8pPr>
            <a:lvl9pPr indent="0" lvl="8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457195" y="4846320"/>
            <a:ext cx="135250" cy="128588"/>
          </a:xfrm>
          <a:custGeom>
            <a:rect b="b" l="l" r="r" t="t"/>
            <a:pathLst>
              <a:path extrusionOk="0" h="5143500" w="5409981">
                <a:moveTo>
                  <a:pt x="4983153" y="2221521"/>
                </a:moveTo>
                <a:lnTo>
                  <a:pt x="4374172" y="2572015"/>
                </a:lnTo>
                <a:lnTo>
                  <a:pt x="4983153" y="2921450"/>
                </a:lnTo>
                <a:cubicBezTo>
                  <a:pt x="5136954" y="3010067"/>
                  <a:pt x="5189546" y="3205051"/>
                  <a:pt x="5100656" y="3358310"/>
                </a:cubicBezTo>
                <a:cubicBezTo>
                  <a:pt x="5011767" y="3511568"/>
                  <a:pt x="4815574" y="3562963"/>
                  <a:pt x="4662302" y="3474876"/>
                </a:cubicBezTo>
                <a:lnTo>
                  <a:pt x="3571781" y="2848198"/>
                </a:lnTo>
                <a:cubicBezTo>
                  <a:pt x="3499053" y="2805943"/>
                  <a:pt x="3448581" y="2739977"/>
                  <a:pt x="3426193" y="2665798"/>
                </a:cubicBezTo>
                <a:cubicBezTo>
                  <a:pt x="3407864" y="2607519"/>
                  <a:pt x="3406806" y="2545180"/>
                  <a:pt x="3423146" y="2486312"/>
                </a:cubicBezTo>
                <a:cubicBezTo>
                  <a:pt x="3445647" y="2405409"/>
                  <a:pt x="3499023" y="2336577"/>
                  <a:pt x="3571781" y="2294640"/>
                </a:cubicBezTo>
                <a:lnTo>
                  <a:pt x="4662302" y="1668359"/>
                </a:lnTo>
                <a:cubicBezTo>
                  <a:pt x="4815574" y="1580272"/>
                  <a:pt x="5011899" y="1632594"/>
                  <a:pt x="5100656" y="1785456"/>
                </a:cubicBezTo>
                <a:cubicBezTo>
                  <a:pt x="5189414" y="1938317"/>
                  <a:pt x="5136954" y="2133168"/>
                  <a:pt x="4983153" y="2221521"/>
                </a:cubicBezTo>
                <a:close/>
                <a:moveTo>
                  <a:pt x="4406628" y="3920213"/>
                </a:moveTo>
                <a:lnTo>
                  <a:pt x="3316240" y="3294330"/>
                </a:lnTo>
                <a:cubicBezTo>
                  <a:pt x="3260045" y="3261658"/>
                  <a:pt x="3195149" y="3247089"/>
                  <a:pt x="3130380" y="3252605"/>
                </a:cubicBezTo>
                <a:cubicBezTo>
                  <a:pt x="2964126" y="3264526"/>
                  <a:pt x="2833507" y="3402684"/>
                  <a:pt x="2833507" y="3570911"/>
                </a:cubicBezTo>
                <a:lnTo>
                  <a:pt x="2833507" y="4823869"/>
                </a:lnTo>
                <a:cubicBezTo>
                  <a:pt x="2833507" y="5000441"/>
                  <a:pt x="2976578" y="5143500"/>
                  <a:pt x="3154225" y="5143500"/>
                </a:cubicBezTo>
                <a:cubicBezTo>
                  <a:pt x="3331872" y="5143500"/>
                  <a:pt x="3475473" y="5000441"/>
                  <a:pt x="3475473" y="4823869"/>
                </a:cubicBezTo>
                <a:lnTo>
                  <a:pt x="3475473" y="4123013"/>
                </a:lnTo>
                <a:lnTo>
                  <a:pt x="4086043" y="4473772"/>
                </a:lnTo>
                <a:cubicBezTo>
                  <a:pt x="4239447" y="4562389"/>
                  <a:pt x="4435640" y="4509934"/>
                  <a:pt x="4524132" y="4357471"/>
                </a:cubicBezTo>
                <a:cubicBezTo>
                  <a:pt x="4612625" y="4205007"/>
                  <a:pt x="4560298" y="4008566"/>
                  <a:pt x="4406628" y="3920213"/>
                </a:cubicBezTo>
                <a:close/>
                <a:moveTo>
                  <a:pt x="3148529" y="2694410"/>
                </a:moveTo>
                <a:lnTo>
                  <a:pt x="2695205" y="3144913"/>
                </a:lnTo>
                <a:cubicBezTo>
                  <a:pt x="2682222" y="3158159"/>
                  <a:pt x="2657185" y="3169021"/>
                  <a:pt x="2638374" y="3169021"/>
                </a:cubicBezTo>
                <a:lnTo>
                  <a:pt x="2504973" y="3169021"/>
                </a:lnTo>
                <a:cubicBezTo>
                  <a:pt x="2486692" y="3169021"/>
                  <a:pt x="2461257" y="3158159"/>
                  <a:pt x="2448142" y="3144913"/>
                </a:cubicBezTo>
                <a:lnTo>
                  <a:pt x="1995083" y="2694410"/>
                </a:lnTo>
                <a:cubicBezTo>
                  <a:pt x="1982100" y="2681694"/>
                  <a:pt x="1971635" y="2656261"/>
                  <a:pt x="1971635" y="2638246"/>
                </a:cubicBezTo>
                <a:lnTo>
                  <a:pt x="1971635" y="2505387"/>
                </a:lnTo>
                <a:cubicBezTo>
                  <a:pt x="1971635" y="2486974"/>
                  <a:pt x="1982100" y="2461409"/>
                  <a:pt x="1995083" y="2448560"/>
                </a:cubicBezTo>
                <a:lnTo>
                  <a:pt x="2448142" y="1998057"/>
                </a:lnTo>
                <a:cubicBezTo>
                  <a:pt x="2461257" y="1984811"/>
                  <a:pt x="2486692" y="1974346"/>
                  <a:pt x="2504973" y="1974346"/>
                </a:cubicBezTo>
                <a:lnTo>
                  <a:pt x="2638374" y="1974346"/>
                </a:lnTo>
                <a:cubicBezTo>
                  <a:pt x="2656787" y="1974346"/>
                  <a:pt x="2682222" y="1984811"/>
                  <a:pt x="2695205" y="1998057"/>
                </a:cubicBezTo>
                <a:lnTo>
                  <a:pt x="3148529" y="2448560"/>
                </a:lnTo>
                <a:cubicBezTo>
                  <a:pt x="3161379" y="2461409"/>
                  <a:pt x="3171844" y="2486974"/>
                  <a:pt x="3171844" y="2505387"/>
                </a:cubicBezTo>
                <a:lnTo>
                  <a:pt x="3171844" y="2638246"/>
                </a:lnTo>
                <a:cubicBezTo>
                  <a:pt x="3171844" y="2656261"/>
                  <a:pt x="3161379" y="2681694"/>
                  <a:pt x="3148529" y="2694410"/>
                </a:cubicBezTo>
                <a:close/>
                <a:moveTo>
                  <a:pt x="2786214" y="2569366"/>
                </a:moveTo>
                <a:cubicBezTo>
                  <a:pt x="2786214" y="2551086"/>
                  <a:pt x="2775086" y="2525786"/>
                  <a:pt x="2762236" y="2512275"/>
                </a:cubicBezTo>
                <a:lnTo>
                  <a:pt x="2630955" y="2382329"/>
                </a:lnTo>
                <a:cubicBezTo>
                  <a:pt x="2617973" y="2369481"/>
                  <a:pt x="2592538" y="2358751"/>
                  <a:pt x="2574257" y="2358751"/>
                </a:cubicBezTo>
                <a:lnTo>
                  <a:pt x="2569090" y="2358751"/>
                </a:lnTo>
                <a:cubicBezTo>
                  <a:pt x="2550809" y="2358751"/>
                  <a:pt x="2525374" y="2369481"/>
                  <a:pt x="2512656" y="2382329"/>
                </a:cubicBezTo>
                <a:lnTo>
                  <a:pt x="2381375" y="2512275"/>
                </a:lnTo>
                <a:cubicBezTo>
                  <a:pt x="2368260" y="2525786"/>
                  <a:pt x="2358192" y="2551086"/>
                  <a:pt x="2358192" y="2569366"/>
                </a:cubicBezTo>
                <a:lnTo>
                  <a:pt x="2358192" y="2574399"/>
                </a:lnTo>
                <a:cubicBezTo>
                  <a:pt x="2358192" y="2592414"/>
                  <a:pt x="2368260" y="2617582"/>
                  <a:pt x="2381375" y="2630696"/>
                </a:cubicBezTo>
                <a:lnTo>
                  <a:pt x="2512656" y="2761038"/>
                </a:lnTo>
                <a:cubicBezTo>
                  <a:pt x="2525506" y="2773887"/>
                  <a:pt x="2550809" y="2784617"/>
                  <a:pt x="2569090" y="2784617"/>
                </a:cubicBezTo>
                <a:lnTo>
                  <a:pt x="2574257" y="2784617"/>
                </a:lnTo>
                <a:cubicBezTo>
                  <a:pt x="2592538" y="2784617"/>
                  <a:pt x="2617973" y="2773887"/>
                  <a:pt x="2630955" y="2761038"/>
                </a:cubicBezTo>
                <a:lnTo>
                  <a:pt x="2762236" y="2630696"/>
                </a:lnTo>
                <a:cubicBezTo>
                  <a:pt x="2775086" y="2617582"/>
                  <a:pt x="2786214" y="2592414"/>
                  <a:pt x="2786214" y="2574399"/>
                </a:cubicBezTo>
                <a:close/>
                <a:moveTo>
                  <a:pt x="736718" y="1222757"/>
                </a:moveTo>
                <a:lnTo>
                  <a:pt x="1827239" y="1849170"/>
                </a:lnTo>
                <a:cubicBezTo>
                  <a:pt x="1883672" y="1881603"/>
                  <a:pt x="1948619" y="1896152"/>
                  <a:pt x="2013497" y="1890895"/>
                </a:cubicBezTo>
                <a:cubicBezTo>
                  <a:pt x="2179486" y="1878709"/>
                  <a:pt x="2310502" y="1740286"/>
                  <a:pt x="2310502" y="1572324"/>
                </a:cubicBezTo>
                <a:lnTo>
                  <a:pt x="2310502" y="319233"/>
                </a:lnTo>
                <a:cubicBezTo>
                  <a:pt x="2310502" y="143059"/>
                  <a:pt x="2166503" y="0"/>
                  <a:pt x="1989651" y="0"/>
                </a:cubicBezTo>
                <a:cubicBezTo>
                  <a:pt x="1812799" y="0"/>
                  <a:pt x="1668536" y="143059"/>
                  <a:pt x="1668536" y="319233"/>
                </a:cubicBezTo>
                <a:lnTo>
                  <a:pt x="1668536" y="1020355"/>
                </a:lnTo>
                <a:lnTo>
                  <a:pt x="1057436" y="669198"/>
                </a:lnTo>
                <a:cubicBezTo>
                  <a:pt x="904297" y="580978"/>
                  <a:pt x="708369" y="633301"/>
                  <a:pt x="619347" y="785897"/>
                </a:cubicBezTo>
                <a:cubicBezTo>
                  <a:pt x="530985" y="938468"/>
                  <a:pt x="583048" y="1133777"/>
                  <a:pt x="735632" y="1222131"/>
                </a:cubicBezTo>
                <a:cubicBezTo>
                  <a:pt x="735994" y="1222340"/>
                  <a:pt x="736356" y="1222549"/>
                  <a:pt x="736718" y="1222757"/>
                </a:cubicBezTo>
                <a:close/>
                <a:moveTo>
                  <a:pt x="3130380" y="1890895"/>
                </a:moveTo>
                <a:cubicBezTo>
                  <a:pt x="3195131" y="1896154"/>
                  <a:pt x="3259952" y="1881602"/>
                  <a:pt x="3316240" y="1849170"/>
                </a:cubicBezTo>
                <a:lnTo>
                  <a:pt x="4406628" y="1222757"/>
                </a:lnTo>
                <a:cubicBezTo>
                  <a:pt x="4559590" y="1135057"/>
                  <a:pt x="4612489" y="939974"/>
                  <a:pt x="4524782" y="787025"/>
                </a:cubicBezTo>
                <a:cubicBezTo>
                  <a:pt x="4524567" y="786649"/>
                  <a:pt x="4524350" y="786273"/>
                  <a:pt x="4524132" y="785897"/>
                </a:cubicBezTo>
                <a:cubicBezTo>
                  <a:pt x="4435640" y="633301"/>
                  <a:pt x="4239447" y="580978"/>
                  <a:pt x="4086043" y="669198"/>
                </a:cubicBezTo>
                <a:lnTo>
                  <a:pt x="3475473" y="1020355"/>
                </a:lnTo>
                <a:lnTo>
                  <a:pt x="3475473" y="319233"/>
                </a:lnTo>
                <a:cubicBezTo>
                  <a:pt x="3475473" y="143059"/>
                  <a:pt x="3331872" y="0"/>
                  <a:pt x="3154225" y="0"/>
                </a:cubicBezTo>
                <a:cubicBezTo>
                  <a:pt x="2976578" y="0"/>
                  <a:pt x="2833507" y="143059"/>
                  <a:pt x="2833507" y="319233"/>
                </a:cubicBezTo>
                <a:lnTo>
                  <a:pt x="2833507" y="1572324"/>
                </a:lnTo>
                <a:cubicBezTo>
                  <a:pt x="2833507" y="1740286"/>
                  <a:pt x="2964126" y="1878709"/>
                  <a:pt x="3130380" y="1890895"/>
                </a:cubicBezTo>
                <a:close/>
                <a:moveTo>
                  <a:pt x="2013497" y="3252605"/>
                </a:moveTo>
                <a:cubicBezTo>
                  <a:pt x="1948600" y="3247084"/>
                  <a:pt x="1883576" y="3261651"/>
                  <a:pt x="1827239" y="3294330"/>
                </a:cubicBezTo>
                <a:lnTo>
                  <a:pt x="736718" y="3920213"/>
                </a:lnTo>
                <a:cubicBezTo>
                  <a:pt x="583314" y="4008566"/>
                  <a:pt x="530854" y="4204477"/>
                  <a:pt x="619347" y="4357471"/>
                </a:cubicBezTo>
                <a:cubicBezTo>
                  <a:pt x="707839" y="4510464"/>
                  <a:pt x="904297" y="4562389"/>
                  <a:pt x="1057436" y="4473772"/>
                </a:cubicBezTo>
                <a:lnTo>
                  <a:pt x="1668536" y="4123013"/>
                </a:lnTo>
                <a:lnTo>
                  <a:pt x="1668536" y="4823869"/>
                </a:lnTo>
                <a:cubicBezTo>
                  <a:pt x="1668536" y="5000441"/>
                  <a:pt x="1812137" y="5143500"/>
                  <a:pt x="1989651" y="5143500"/>
                </a:cubicBezTo>
                <a:cubicBezTo>
                  <a:pt x="2167166" y="5143500"/>
                  <a:pt x="2310502" y="5000441"/>
                  <a:pt x="2310502" y="4823869"/>
                </a:cubicBezTo>
                <a:lnTo>
                  <a:pt x="2310502" y="3570911"/>
                </a:lnTo>
                <a:cubicBezTo>
                  <a:pt x="2310502" y="3402684"/>
                  <a:pt x="2179486" y="3264526"/>
                  <a:pt x="2013497" y="3252605"/>
                </a:cubicBezTo>
                <a:close/>
                <a:moveTo>
                  <a:pt x="1717816" y="2665798"/>
                </a:moveTo>
                <a:cubicBezTo>
                  <a:pt x="1728394" y="2632182"/>
                  <a:pt x="1733318" y="2597044"/>
                  <a:pt x="1732388" y="2561815"/>
                </a:cubicBezTo>
                <a:cubicBezTo>
                  <a:pt x="1731063" y="2536648"/>
                  <a:pt x="1727884" y="2511480"/>
                  <a:pt x="1720730" y="2486312"/>
                </a:cubicBezTo>
                <a:cubicBezTo>
                  <a:pt x="1699137" y="2408292"/>
                  <a:pt x="1648002" y="2338617"/>
                  <a:pt x="1571300" y="2294640"/>
                </a:cubicBezTo>
                <a:lnTo>
                  <a:pt x="481574" y="1668359"/>
                </a:lnTo>
                <a:cubicBezTo>
                  <a:pt x="327773" y="1580272"/>
                  <a:pt x="131580" y="1632594"/>
                  <a:pt x="43352" y="1785456"/>
                </a:cubicBezTo>
                <a:cubicBezTo>
                  <a:pt x="-44875" y="1938317"/>
                  <a:pt x="6790" y="2133168"/>
                  <a:pt x="160591" y="2221521"/>
                </a:cubicBezTo>
                <a:lnTo>
                  <a:pt x="769571" y="2572015"/>
                </a:lnTo>
                <a:lnTo>
                  <a:pt x="160591" y="2921450"/>
                </a:lnTo>
                <a:cubicBezTo>
                  <a:pt x="6790" y="3010067"/>
                  <a:pt x="-45670" y="3205051"/>
                  <a:pt x="43352" y="3358310"/>
                </a:cubicBezTo>
                <a:cubicBezTo>
                  <a:pt x="132374" y="3511568"/>
                  <a:pt x="327773" y="3562963"/>
                  <a:pt x="481574" y="3474876"/>
                </a:cubicBezTo>
                <a:lnTo>
                  <a:pt x="1571300" y="2848198"/>
                </a:lnTo>
                <a:cubicBezTo>
                  <a:pt x="1641515" y="2808189"/>
                  <a:pt x="1693892" y="2742984"/>
                  <a:pt x="1717816" y="2665798"/>
                </a:cubicBezTo>
                <a:close/>
                <a:moveTo>
                  <a:pt x="5160799" y="588131"/>
                </a:moveTo>
                <a:lnTo>
                  <a:pt x="5112049" y="588131"/>
                </a:lnTo>
                <a:lnTo>
                  <a:pt x="5112049" y="648137"/>
                </a:lnTo>
                <a:lnTo>
                  <a:pt x="5160799" y="648137"/>
                </a:lnTo>
                <a:cubicBezTo>
                  <a:pt x="5183452" y="648137"/>
                  <a:pt x="5198157" y="637937"/>
                  <a:pt x="5198157" y="618730"/>
                </a:cubicBezTo>
                <a:cubicBezTo>
                  <a:pt x="5198157" y="599523"/>
                  <a:pt x="5184512" y="588131"/>
                  <a:pt x="5160799" y="588131"/>
                </a:cubicBezTo>
                <a:close/>
                <a:moveTo>
                  <a:pt x="5052039" y="532630"/>
                </a:moveTo>
                <a:lnTo>
                  <a:pt x="5161859" y="532630"/>
                </a:lnTo>
                <a:cubicBezTo>
                  <a:pt x="5222002" y="532630"/>
                  <a:pt x="5261612" y="565480"/>
                  <a:pt x="5261612" y="616346"/>
                </a:cubicBezTo>
                <a:cubicBezTo>
                  <a:pt x="5261612" y="648137"/>
                  <a:pt x="5245715" y="671847"/>
                  <a:pt x="5222002" y="686683"/>
                </a:cubicBezTo>
                <a:lnTo>
                  <a:pt x="5265056" y="748940"/>
                </a:lnTo>
                <a:lnTo>
                  <a:pt x="5265056" y="761392"/>
                </a:lnTo>
                <a:lnTo>
                  <a:pt x="5202661" y="761392"/>
                </a:lnTo>
                <a:lnTo>
                  <a:pt x="5160799" y="701386"/>
                </a:lnTo>
                <a:lnTo>
                  <a:pt x="5112049" y="701386"/>
                </a:lnTo>
                <a:lnTo>
                  <a:pt x="5112049" y="761392"/>
                </a:lnTo>
                <a:lnTo>
                  <a:pt x="5052039" y="761392"/>
                </a:lnTo>
                <a:close/>
                <a:moveTo>
                  <a:pt x="5358979" y="651581"/>
                </a:moveTo>
                <a:cubicBezTo>
                  <a:pt x="5358979" y="529186"/>
                  <a:pt x="5277508" y="436330"/>
                  <a:pt x="5152851" y="436330"/>
                </a:cubicBezTo>
                <a:cubicBezTo>
                  <a:pt x="5030445" y="436330"/>
                  <a:pt x="4948842" y="524682"/>
                  <a:pt x="4948842" y="651581"/>
                </a:cubicBezTo>
                <a:cubicBezTo>
                  <a:pt x="4948842" y="772783"/>
                  <a:pt x="5030445" y="866699"/>
                  <a:pt x="5152851" y="866699"/>
                </a:cubicBezTo>
                <a:cubicBezTo>
                  <a:pt x="5277508" y="866699"/>
                  <a:pt x="5358979" y="773843"/>
                  <a:pt x="5358979" y="651581"/>
                </a:cubicBezTo>
                <a:close/>
                <a:moveTo>
                  <a:pt x="5409982" y="651581"/>
                </a:moveTo>
                <a:cubicBezTo>
                  <a:pt x="5409982" y="795434"/>
                  <a:pt x="5313674" y="915445"/>
                  <a:pt x="5152851" y="915445"/>
                </a:cubicBezTo>
                <a:cubicBezTo>
                  <a:pt x="4992028" y="915445"/>
                  <a:pt x="4897972" y="794242"/>
                  <a:pt x="4897972" y="651581"/>
                </a:cubicBezTo>
                <a:cubicBezTo>
                  <a:pt x="4897972" y="508919"/>
                  <a:pt x="4993088" y="387584"/>
                  <a:pt x="5152851" y="387584"/>
                </a:cubicBezTo>
                <a:cubicBezTo>
                  <a:pt x="5312614" y="387584"/>
                  <a:pt x="5409982" y="507594"/>
                  <a:pt x="5409982" y="65158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65760" y="655285"/>
            <a:ext cx="83448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1800"/>
              <a:buNone/>
              <a:defRPr>
                <a:solidFill>
                  <a:srgbClr val="5B5B5B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800"/>
              <a:buNone/>
              <a:defRPr>
                <a:solidFill>
                  <a:srgbClr val="5B5B5B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3pPr>
            <a:lvl4pPr lvl="3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4pPr>
            <a:lvl5pPr lvl="4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5pPr>
            <a:lvl6pPr lvl="5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6pPr>
            <a:lvl7pPr lvl="6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7pPr>
            <a:lvl8pPr lvl="7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8pPr>
            <a:lvl9pPr lvl="8" rtl="0">
              <a:spcBef>
                <a:spcPts val="1000"/>
              </a:spcBef>
              <a:spcAft>
                <a:spcPts val="100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/>
        </p:nvSpPr>
        <p:spPr>
          <a:xfrm>
            <a:off x="2883200" y="1953900"/>
            <a:ext cx="2668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" name="Google Shape;15;p2"/>
          <p:cNvSpPr/>
          <p:nvPr/>
        </p:nvSpPr>
        <p:spPr>
          <a:xfrm>
            <a:off x="660651" y="4866916"/>
            <a:ext cx="16812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600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 xml:space="preserve">© </a:t>
            </a:r>
            <a:r>
              <a:rPr lang="en" sz="600">
                <a:solidFill>
                  <a:srgbClr val="929292"/>
                </a:solidFill>
              </a:rPr>
              <a:t>2026</a:t>
            </a:r>
            <a:r>
              <a:rPr b="0" i="0" lang="en" sz="600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 xml:space="preserve"> Snowflake Inc. All Rights Reserved</a:t>
            </a:r>
            <a:endParaRPr sz="600">
              <a:solidFill>
                <a:srgbClr val="92929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16;p2"/>
          <p:cNvSpPr/>
          <p:nvPr/>
        </p:nvSpPr>
        <p:spPr>
          <a:xfrm>
            <a:off x="0" y="343500"/>
            <a:ext cx="137100" cy="36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2"/>
          <p:cNvSpPr txBox="1"/>
          <p:nvPr>
            <p:ph type="title"/>
          </p:nvPr>
        </p:nvSpPr>
        <p:spPr>
          <a:xfrm>
            <a:off x="365750" y="274323"/>
            <a:ext cx="83448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85000"/>
              </a:lnSpc>
              <a:spcBef>
                <a:spcPts val="1000"/>
              </a:spcBef>
              <a:spcAft>
                <a:spcPts val="10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ulti-use layout w/ 2-Line Title">
  <p:cSld name="Multi-use layout_2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229600" y="4866905"/>
            <a:ext cx="473700" cy="9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indent="0" lvl="0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1pPr>
            <a:lvl2pPr indent="0" lvl="1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2pPr>
            <a:lvl3pPr indent="0" lvl="2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3pPr>
            <a:lvl4pPr indent="0" lvl="3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4pPr>
            <a:lvl5pPr indent="0" lvl="4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5pPr>
            <a:lvl6pPr indent="0" lvl="5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6pPr>
            <a:lvl7pPr indent="0" lvl="6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7pPr>
            <a:lvl8pPr indent="0" lvl="7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8pPr>
            <a:lvl9pPr indent="0" lvl="8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" name="Google Shape;20;p3"/>
          <p:cNvSpPr/>
          <p:nvPr/>
        </p:nvSpPr>
        <p:spPr>
          <a:xfrm>
            <a:off x="457195" y="4846320"/>
            <a:ext cx="135250" cy="128588"/>
          </a:xfrm>
          <a:custGeom>
            <a:rect b="b" l="l" r="r" t="t"/>
            <a:pathLst>
              <a:path extrusionOk="0" h="5143500" w="5409981">
                <a:moveTo>
                  <a:pt x="4983153" y="2221521"/>
                </a:moveTo>
                <a:lnTo>
                  <a:pt x="4374172" y="2572015"/>
                </a:lnTo>
                <a:lnTo>
                  <a:pt x="4983153" y="2921450"/>
                </a:lnTo>
                <a:cubicBezTo>
                  <a:pt x="5136954" y="3010067"/>
                  <a:pt x="5189546" y="3205051"/>
                  <a:pt x="5100656" y="3358310"/>
                </a:cubicBezTo>
                <a:cubicBezTo>
                  <a:pt x="5011767" y="3511568"/>
                  <a:pt x="4815574" y="3562963"/>
                  <a:pt x="4662302" y="3474876"/>
                </a:cubicBezTo>
                <a:lnTo>
                  <a:pt x="3571781" y="2848198"/>
                </a:lnTo>
                <a:cubicBezTo>
                  <a:pt x="3499053" y="2805943"/>
                  <a:pt x="3448581" y="2739977"/>
                  <a:pt x="3426193" y="2665798"/>
                </a:cubicBezTo>
                <a:cubicBezTo>
                  <a:pt x="3407864" y="2607519"/>
                  <a:pt x="3406806" y="2545180"/>
                  <a:pt x="3423146" y="2486312"/>
                </a:cubicBezTo>
                <a:cubicBezTo>
                  <a:pt x="3445647" y="2405409"/>
                  <a:pt x="3499023" y="2336577"/>
                  <a:pt x="3571781" y="2294640"/>
                </a:cubicBezTo>
                <a:lnTo>
                  <a:pt x="4662302" y="1668359"/>
                </a:lnTo>
                <a:cubicBezTo>
                  <a:pt x="4815574" y="1580272"/>
                  <a:pt x="5011899" y="1632594"/>
                  <a:pt x="5100656" y="1785456"/>
                </a:cubicBezTo>
                <a:cubicBezTo>
                  <a:pt x="5189414" y="1938317"/>
                  <a:pt x="5136954" y="2133168"/>
                  <a:pt x="4983153" y="2221521"/>
                </a:cubicBezTo>
                <a:close/>
                <a:moveTo>
                  <a:pt x="4406628" y="3920213"/>
                </a:moveTo>
                <a:lnTo>
                  <a:pt x="3316240" y="3294330"/>
                </a:lnTo>
                <a:cubicBezTo>
                  <a:pt x="3260045" y="3261658"/>
                  <a:pt x="3195149" y="3247089"/>
                  <a:pt x="3130380" y="3252605"/>
                </a:cubicBezTo>
                <a:cubicBezTo>
                  <a:pt x="2964126" y="3264526"/>
                  <a:pt x="2833507" y="3402684"/>
                  <a:pt x="2833507" y="3570911"/>
                </a:cubicBezTo>
                <a:lnTo>
                  <a:pt x="2833507" y="4823869"/>
                </a:lnTo>
                <a:cubicBezTo>
                  <a:pt x="2833507" y="5000441"/>
                  <a:pt x="2976578" y="5143500"/>
                  <a:pt x="3154225" y="5143500"/>
                </a:cubicBezTo>
                <a:cubicBezTo>
                  <a:pt x="3331872" y="5143500"/>
                  <a:pt x="3475473" y="5000441"/>
                  <a:pt x="3475473" y="4823869"/>
                </a:cubicBezTo>
                <a:lnTo>
                  <a:pt x="3475473" y="4123013"/>
                </a:lnTo>
                <a:lnTo>
                  <a:pt x="4086043" y="4473772"/>
                </a:lnTo>
                <a:cubicBezTo>
                  <a:pt x="4239447" y="4562389"/>
                  <a:pt x="4435640" y="4509934"/>
                  <a:pt x="4524132" y="4357471"/>
                </a:cubicBezTo>
                <a:cubicBezTo>
                  <a:pt x="4612625" y="4205007"/>
                  <a:pt x="4560298" y="4008566"/>
                  <a:pt x="4406628" y="3920213"/>
                </a:cubicBezTo>
                <a:close/>
                <a:moveTo>
                  <a:pt x="3148529" y="2694410"/>
                </a:moveTo>
                <a:lnTo>
                  <a:pt x="2695205" y="3144913"/>
                </a:lnTo>
                <a:cubicBezTo>
                  <a:pt x="2682222" y="3158159"/>
                  <a:pt x="2657185" y="3169021"/>
                  <a:pt x="2638374" y="3169021"/>
                </a:cubicBezTo>
                <a:lnTo>
                  <a:pt x="2504973" y="3169021"/>
                </a:lnTo>
                <a:cubicBezTo>
                  <a:pt x="2486692" y="3169021"/>
                  <a:pt x="2461257" y="3158159"/>
                  <a:pt x="2448142" y="3144913"/>
                </a:cubicBezTo>
                <a:lnTo>
                  <a:pt x="1995083" y="2694410"/>
                </a:lnTo>
                <a:cubicBezTo>
                  <a:pt x="1982100" y="2681694"/>
                  <a:pt x="1971635" y="2656261"/>
                  <a:pt x="1971635" y="2638246"/>
                </a:cubicBezTo>
                <a:lnTo>
                  <a:pt x="1971635" y="2505387"/>
                </a:lnTo>
                <a:cubicBezTo>
                  <a:pt x="1971635" y="2486974"/>
                  <a:pt x="1982100" y="2461409"/>
                  <a:pt x="1995083" y="2448560"/>
                </a:cubicBezTo>
                <a:lnTo>
                  <a:pt x="2448142" y="1998057"/>
                </a:lnTo>
                <a:cubicBezTo>
                  <a:pt x="2461257" y="1984811"/>
                  <a:pt x="2486692" y="1974346"/>
                  <a:pt x="2504973" y="1974346"/>
                </a:cubicBezTo>
                <a:lnTo>
                  <a:pt x="2638374" y="1974346"/>
                </a:lnTo>
                <a:cubicBezTo>
                  <a:pt x="2656787" y="1974346"/>
                  <a:pt x="2682222" y="1984811"/>
                  <a:pt x="2695205" y="1998057"/>
                </a:cubicBezTo>
                <a:lnTo>
                  <a:pt x="3148529" y="2448560"/>
                </a:lnTo>
                <a:cubicBezTo>
                  <a:pt x="3161379" y="2461409"/>
                  <a:pt x="3171844" y="2486974"/>
                  <a:pt x="3171844" y="2505387"/>
                </a:cubicBezTo>
                <a:lnTo>
                  <a:pt x="3171844" y="2638246"/>
                </a:lnTo>
                <a:cubicBezTo>
                  <a:pt x="3171844" y="2656261"/>
                  <a:pt x="3161379" y="2681694"/>
                  <a:pt x="3148529" y="2694410"/>
                </a:cubicBezTo>
                <a:close/>
                <a:moveTo>
                  <a:pt x="2786214" y="2569366"/>
                </a:moveTo>
                <a:cubicBezTo>
                  <a:pt x="2786214" y="2551086"/>
                  <a:pt x="2775086" y="2525786"/>
                  <a:pt x="2762236" y="2512275"/>
                </a:cubicBezTo>
                <a:lnTo>
                  <a:pt x="2630955" y="2382329"/>
                </a:lnTo>
                <a:cubicBezTo>
                  <a:pt x="2617973" y="2369481"/>
                  <a:pt x="2592538" y="2358751"/>
                  <a:pt x="2574257" y="2358751"/>
                </a:cubicBezTo>
                <a:lnTo>
                  <a:pt x="2569090" y="2358751"/>
                </a:lnTo>
                <a:cubicBezTo>
                  <a:pt x="2550809" y="2358751"/>
                  <a:pt x="2525374" y="2369481"/>
                  <a:pt x="2512656" y="2382329"/>
                </a:cubicBezTo>
                <a:lnTo>
                  <a:pt x="2381375" y="2512275"/>
                </a:lnTo>
                <a:cubicBezTo>
                  <a:pt x="2368260" y="2525786"/>
                  <a:pt x="2358192" y="2551086"/>
                  <a:pt x="2358192" y="2569366"/>
                </a:cubicBezTo>
                <a:lnTo>
                  <a:pt x="2358192" y="2574399"/>
                </a:lnTo>
                <a:cubicBezTo>
                  <a:pt x="2358192" y="2592414"/>
                  <a:pt x="2368260" y="2617582"/>
                  <a:pt x="2381375" y="2630696"/>
                </a:cubicBezTo>
                <a:lnTo>
                  <a:pt x="2512656" y="2761038"/>
                </a:lnTo>
                <a:cubicBezTo>
                  <a:pt x="2525506" y="2773887"/>
                  <a:pt x="2550809" y="2784617"/>
                  <a:pt x="2569090" y="2784617"/>
                </a:cubicBezTo>
                <a:lnTo>
                  <a:pt x="2574257" y="2784617"/>
                </a:lnTo>
                <a:cubicBezTo>
                  <a:pt x="2592538" y="2784617"/>
                  <a:pt x="2617973" y="2773887"/>
                  <a:pt x="2630955" y="2761038"/>
                </a:cubicBezTo>
                <a:lnTo>
                  <a:pt x="2762236" y="2630696"/>
                </a:lnTo>
                <a:cubicBezTo>
                  <a:pt x="2775086" y="2617582"/>
                  <a:pt x="2786214" y="2592414"/>
                  <a:pt x="2786214" y="2574399"/>
                </a:cubicBezTo>
                <a:close/>
                <a:moveTo>
                  <a:pt x="736718" y="1222757"/>
                </a:moveTo>
                <a:lnTo>
                  <a:pt x="1827239" y="1849170"/>
                </a:lnTo>
                <a:cubicBezTo>
                  <a:pt x="1883672" y="1881603"/>
                  <a:pt x="1948619" y="1896152"/>
                  <a:pt x="2013497" y="1890895"/>
                </a:cubicBezTo>
                <a:cubicBezTo>
                  <a:pt x="2179486" y="1878709"/>
                  <a:pt x="2310502" y="1740286"/>
                  <a:pt x="2310502" y="1572324"/>
                </a:cubicBezTo>
                <a:lnTo>
                  <a:pt x="2310502" y="319233"/>
                </a:lnTo>
                <a:cubicBezTo>
                  <a:pt x="2310502" y="143059"/>
                  <a:pt x="2166503" y="0"/>
                  <a:pt x="1989651" y="0"/>
                </a:cubicBezTo>
                <a:cubicBezTo>
                  <a:pt x="1812799" y="0"/>
                  <a:pt x="1668536" y="143059"/>
                  <a:pt x="1668536" y="319233"/>
                </a:cubicBezTo>
                <a:lnTo>
                  <a:pt x="1668536" y="1020355"/>
                </a:lnTo>
                <a:lnTo>
                  <a:pt x="1057436" y="669198"/>
                </a:lnTo>
                <a:cubicBezTo>
                  <a:pt x="904297" y="580978"/>
                  <a:pt x="708369" y="633301"/>
                  <a:pt x="619347" y="785897"/>
                </a:cubicBezTo>
                <a:cubicBezTo>
                  <a:pt x="530985" y="938468"/>
                  <a:pt x="583048" y="1133777"/>
                  <a:pt x="735632" y="1222131"/>
                </a:cubicBezTo>
                <a:cubicBezTo>
                  <a:pt x="735994" y="1222340"/>
                  <a:pt x="736356" y="1222549"/>
                  <a:pt x="736718" y="1222757"/>
                </a:cubicBezTo>
                <a:close/>
                <a:moveTo>
                  <a:pt x="3130380" y="1890895"/>
                </a:moveTo>
                <a:cubicBezTo>
                  <a:pt x="3195131" y="1896154"/>
                  <a:pt x="3259952" y="1881602"/>
                  <a:pt x="3316240" y="1849170"/>
                </a:cubicBezTo>
                <a:lnTo>
                  <a:pt x="4406628" y="1222757"/>
                </a:lnTo>
                <a:cubicBezTo>
                  <a:pt x="4559590" y="1135057"/>
                  <a:pt x="4612489" y="939974"/>
                  <a:pt x="4524782" y="787025"/>
                </a:cubicBezTo>
                <a:cubicBezTo>
                  <a:pt x="4524567" y="786649"/>
                  <a:pt x="4524350" y="786273"/>
                  <a:pt x="4524132" y="785897"/>
                </a:cubicBezTo>
                <a:cubicBezTo>
                  <a:pt x="4435640" y="633301"/>
                  <a:pt x="4239447" y="580978"/>
                  <a:pt x="4086043" y="669198"/>
                </a:cubicBezTo>
                <a:lnTo>
                  <a:pt x="3475473" y="1020355"/>
                </a:lnTo>
                <a:lnTo>
                  <a:pt x="3475473" y="319233"/>
                </a:lnTo>
                <a:cubicBezTo>
                  <a:pt x="3475473" y="143059"/>
                  <a:pt x="3331872" y="0"/>
                  <a:pt x="3154225" y="0"/>
                </a:cubicBezTo>
                <a:cubicBezTo>
                  <a:pt x="2976578" y="0"/>
                  <a:pt x="2833507" y="143059"/>
                  <a:pt x="2833507" y="319233"/>
                </a:cubicBezTo>
                <a:lnTo>
                  <a:pt x="2833507" y="1572324"/>
                </a:lnTo>
                <a:cubicBezTo>
                  <a:pt x="2833507" y="1740286"/>
                  <a:pt x="2964126" y="1878709"/>
                  <a:pt x="3130380" y="1890895"/>
                </a:cubicBezTo>
                <a:close/>
                <a:moveTo>
                  <a:pt x="2013497" y="3252605"/>
                </a:moveTo>
                <a:cubicBezTo>
                  <a:pt x="1948600" y="3247084"/>
                  <a:pt x="1883576" y="3261651"/>
                  <a:pt x="1827239" y="3294330"/>
                </a:cubicBezTo>
                <a:lnTo>
                  <a:pt x="736718" y="3920213"/>
                </a:lnTo>
                <a:cubicBezTo>
                  <a:pt x="583314" y="4008566"/>
                  <a:pt x="530854" y="4204477"/>
                  <a:pt x="619347" y="4357471"/>
                </a:cubicBezTo>
                <a:cubicBezTo>
                  <a:pt x="707839" y="4510464"/>
                  <a:pt x="904297" y="4562389"/>
                  <a:pt x="1057436" y="4473772"/>
                </a:cubicBezTo>
                <a:lnTo>
                  <a:pt x="1668536" y="4123013"/>
                </a:lnTo>
                <a:lnTo>
                  <a:pt x="1668536" y="4823869"/>
                </a:lnTo>
                <a:cubicBezTo>
                  <a:pt x="1668536" y="5000441"/>
                  <a:pt x="1812137" y="5143500"/>
                  <a:pt x="1989651" y="5143500"/>
                </a:cubicBezTo>
                <a:cubicBezTo>
                  <a:pt x="2167166" y="5143500"/>
                  <a:pt x="2310502" y="5000441"/>
                  <a:pt x="2310502" y="4823869"/>
                </a:cubicBezTo>
                <a:lnTo>
                  <a:pt x="2310502" y="3570911"/>
                </a:lnTo>
                <a:cubicBezTo>
                  <a:pt x="2310502" y="3402684"/>
                  <a:pt x="2179486" y="3264526"/>
                  <a:pt x="2013497" y="3252605"/>
                </a:cubicBezTo>
                <a:close/>
                <a:moveTo>
                  <a:pt x="1717816" y="2665798"/>
                </a:moveTo>
                <a:cubicBezTo>
                  <a:pt x="1728394" y="2632182"/>
                  <a:pt x="1733318" y="2597044"/>
                  <a:pt x="1732388" y="2561815"/>
                </a:cubicBezTo>
                <a:cubicBezTo>
                  <a:pt x="1731063" y="2536648"/>
                  <a:pt x="1727884" y="2511480"/>
                  <a:pt x="1720730" y="2486312"/>
                </a:cubicBezTo>
                <a:cubicBezTo>
                  <a:pt x="1699137" y="2408292"/>
                  <a:pt x="1648002" y="2338617"/>
                  <a:pt x="1571300" y="2294640"/>
                </a:cubicBezTo>
                <a:lnTo>
                  <a:pt x="481574" y="1668359"/>
                </a:lnTo>
                <a:cubicBezTo>
                  <a:pt x="327773" y="1580272"/>
                  <a:pt x="131580" y="1632594"/>
                  <a:pt x="43352" y="1785456"/>
                </a:cubicBezTo>
                <a:cubicBezTo>
                  <a:pt x="-44875" y="1938317"/>
                  <a:pt x="6790" y="2133168"/>
                  <a:pt x="160591" y="2221521"/>
                </a:cubicBezTo>
                <a:lnTo>
                  <a:pt x="769571" y="2572015"/>
                </a:lnTo>
                <a:lnTo>
                  <a:pt x="160591" y="2921450"/>
                </a:lnTo>
                <a:cubicBezTo>
                  <a:pt x="6790" y="3010067"/>
                  <a:pt x="-45670" y="3205051"/>
                  <a:pt x="43352" y="3358310"/>
                </a:cubicBezTo>
                <a:cubicBezTo>
                  <a:pt x="132374" y="3511568"/>
                  <a:pt x="327773" y="3562963"/>
                  <a:pt x="481574" y="3474876"/>
                </a:cubicBezTo>
                <a:lnTo>
                  <a:pt x="1571300" y="2848198"/>
                </a:lnTo>
                <a:cubicBezTo>
                  <a:pt x="1641515" y="2808189"/>
                  <a:pt x="1693892" y="2742984"/>
                  <a:pt x="1717816" y="2665798"/>
                </a:cubicBezTo>
                <a:close/>
                <a:moveTo>
                  <a:pt x="5160799" y="588131"/>
                </a:moveTo>
                <a:lnTo>
                  <a:pt x="5112049" y="588131"/>
                </a:lnTo>
                <a:lnTo>
                  <a:pt x="5112049" y="648137"/>
                </a:lnTo>
                <a:lnTo>
                  <a:pt x="5160799" y="648137"/>
                </a:lnTo>
                <a:cubicBezTo>
                  <a:pt x="5183452" y="648137"/>
                  <a:pt x="5198157" y="637937"/>
                  <a:pt x="5198157" y="618730"/>
                </a:cubicBezTo>
                <a:cubicBezTo>
                  <a:pt x="5198157" y="599523"/>
                  <a:pt x="5184512" y="588131"/>
                  <a:pt x="5160799" y="588131"/>
                </a:cubicBezTo>
                <a:close/>
                <a:moveTo>
                  <a:pt x="5052039" y="532630"/>
                </a:moveTo>
                <a:lnTo>
                  <a:pt x="5161859" y="532630"/>
                </a:lnTo>
                <a:cubicBezTo>
                  <a:pt x="5222002" y="532630"/>
                  <a:pt x="5261612" y="565480"/>
                  <a:pt x="5261612" y="616346"/>
                </a:cubicBezTo>
                <a:cubicBezTo>
                  <a:pt x="5261612" y="648137"/>
                  <a:pt x="5245715" y="671847"/>
                  <a:pt x="5222002" y="686683"/>
                </a:cubicBezTo>
                <a:lnTo>
                  <a:pt x="5265056" y="748940"/>
                </a:lnTo>
                <a:lnTo>
                  <a:pt x="5265056" y="761392"/>
                </a:lnTo>
                <a:lnTo>
                  <a:pt x="5202661" y="761392"/>
                </a:lnTo>
                <a:lnTo>
                  <a:pt x="5160799" y="701386"/>
                </a:lnTo>
                <a:lnTo>
                  <a:pt x="5112049" y="701386"/>
                </a:lnTo>
                <a:lnTo>
                  <a:pt x="5112049" y="761392"/>
                </a:lnTo>
                <a:lnTo>
                  <a:pt x="5052039" y="761392"/>
                </a:lnTo>
                <a:close/>
                <a:moveTo>
                  <a:pt x="5358979" y="651581"/>
                </a:moveTo>
                <a:cubicBezTo>
                  <a:pt x="5358979" y="529186"/>
                  <a:pt x="5277508" y="436330"/>
                  <a:pt x="5152851" y="436330"/>
                </a:cubicBezTo>
                <a:cubicBezTo>
                  <a:pt x="5030445" y="436330"/>
                  <a:pt x="4948842" y="524682"/>
                  <a:pt x="4948842" y="651581"/>
                </a:cubicBezTo>
                <a:cubicBezTo>
                  <a:pt x="4948842" y="772783"/>
                  <a:pt x="5030445" y="866699"/>
                  <a:pt x="5152851" y="866699"/>
                </a:cubicBezTo>
                <a:cubicBezTo>
                  <a:pt x="5277508" y="866699"/>
                  <a:pt x="5358979" y="773843"/>
                  <a:pt x="5358979" y="651581"/>
                </a:cubicBezTo>
                <a:close/>
                <a:moveTo>
                  <a:pt x="5409982" y="651581"/>
                </a:moveTo>
                <a:cubicBezTo>
                  <a:pt x="5409982" y="795434"/>
                  <a:pt x="5313674" y="915445"/>
                  <a:pt x="5152851" y="915445"/>
                </a:cubicBezTo>
                <a:cubicBezTo>
                  <a:pt x="4992028" y="915445"/>
                  <a:pt x="4897972" y="794242"/>
                  <a:pt x="4897972" y="651581"/>
                </a:cubicBezTo>
                <a:cubicBezTo>
                  <a:pt x="4897972" y="508919"/>
                  <a:pt x="4993088" y="387584"/>
                  <a:pt x="5152851" y="387584"/>
                </a:cubicBezTo>
                <a:cubicBezTo>
                  <a:pt x="5312614" y="387584"/>
                  <a:pt x="5409982" y="507594"/>
                  <a:pt x="5409982" y="65158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p3"/>
          <p:cNvSpPr txBox="1"/>
          <p:nvPr>
            <p:ph type="title"/>
          </p:nvPr>
        </p:nvSpPr>
        <p:spPr>
          <a:xfrm>
            <a:off x="367900" y="274323"/>
            <a:ext cx="83448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000"/>
              </a:spcBef>
              <a:spcAft>
                <a:spcPts val="100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" type="subTitle"/>
          </p:nvPr>
        </p:nvSpPr>
        <p:spPr>
          <a:xfrm>
            <a:off x="365760" y="1122367"/>
            <a:ext cx="83448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1800"/>
              <a:buNone/>
              <a:defRPr>
                <a:solidFill>
                  <a:srgbClr val="5B5B5B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800"/>
              <a:buNone/>
              <a:defRPr>
                <a:solidFill>
                  <a:srgbClr val="5B5B5B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3pPr>
            <a:lvl4pPr lvl="3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4pPr>
            <a:lvl5pPr lvl="4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5pPr>
            <a:lvl6pPr lvl="5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6pPr>
            <a:lvl7pPr lvl="6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7pPr>
            <a:lvl8pPr lvl="7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8pPr>
            <a:lvl9pPr lvl="8" rtl="0">
              <a:spcBef>
                <a:spcPts val="1000"/>
              </a:spcBef>
              <a:spcAft>
                <a:spcPts val="100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9pPr>
          </a:lstStyle>
          <a:p/>
        </p:txBody>
      </p:sp>
      <p:sp>
        <p:nvSpPr>
          <p:cNvPr id="23" name="Google Shape;23;p3"/>
          <p:cNvSpPr txBox="1"/>
          <p:nvPr/>
        </p:nvSpPr>
        <p:spPr>
          <a:xfrm>
            <a:off x="2883200" y="1953900"/>
            <a:ext cx="2668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3"/>
          <p:cNvSpPr/>
          <p:nvPr/>
        </p:nvSpPr>
        <p:spPr>
          <a:xfrm>
            <a:off x="660651" y="4866916"/>
            <a:ext cx="16812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600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 xml:space="preserve">© </a:t>
            </a:r>
            <a:r>
              <a:rPr lang="en" sz="600">
                <a:solidFill>
                  <a:srgbClr val="929292"/>
                </a:solidFill>
              </a:rPr>
              <a:t>2026</a:t>
            </a:r>
            <a:r>
              <a:rPr b="0" i="0" lang="en" sz="600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 xml:space="preserve"> Snowflake Inc. All Rights Reserved</a:t>
            </a:r>
            <a:endParaRPr sz="600">
              <a:solidFill>
                <a:srgbClr val="92929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25;p3"/>
          <p:cNvSpPr/>
          <p:nvPr/>
        </p:nvSpPr>
        <p:spPr>
          <a:xfrm>
            <a:off x="0" y="343500"/>
            <a:ext cx="137100" cy="731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ulti-use layout w/ Dotted Lines 01">
  <p:cSld name="Multi-use layout_1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oogle Shape;27;p4"/>
          <p:cNvGrpSpPr/>
          <p:nvPr/>
        </p:nvGrpSpPr>
        <p:grpSpPr>
          <a:xfrm>
            <a:off x="3" y="3761952"/>
            <a:ext cx="9143997" cy="1371564"/>
            <a:chOff x="-10" y="3735321"/>
            <a:chExt cx="9139427" cy="1408177"/>
          </a:xfrm>
        </p:grpSpPr>
        <p:pic>
          <p:nvPicPr>
            <p:cNvPr id="28" name="Google Shape;28;p4"/>
            <p:cNvPicPr preferRelativeResize="0"/>
            <p:nvPr/>
          </p:nvPicPr>
          <p:blipFill rotWithShape="1">
            <a:blip r:embed="rId2">
              <a:alphaModFix amt="29000"/>
            </a:blip>
            <a:srcRect b="140" l="0" r="0" t="140"/>
            <a:stretch/>
          </p:blipFill>
          <p:spPr>
            <a:xfrm>
              <a:off x="-10" y="3735321"/>
              <a:ext cx="3044952" cy="140817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" name="Google Shape;29;p4"/>
            <p:cNvPicPr preferRelativeResize="0"/>
            <p:nvPr/>
          </p:nvPicPr>
          <p:blipFill rotWithShape="1">
            <a:blip r:embed="rId3">
              <a:alphaModFix amt="29000"/>
            </a:blip>
            <a:srcRect b="140" l="0" r="0" t="140"/>
            <a:stretch/>
          </p:blipFill>
          <p:spPr>
            <a:xfrm>
              <a:off x="3049515" y="3735321"/>
              <a:ext cx="3044952" cy="140817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" name="Google Shape;30;p4"/>
            <p:cNvPicPr preferRelativeResize="0"/>
            <p:nvPr/>
          </p:nvPicPr>
          <p:blipFill rotWithShape="1">
            <a:blip r:embed="rId4">
              <a:alphaModFix amt="29000"/>
            </a:blip>
            <a:srcRect b="140" l="0" r="0" t="140"/>
            <a:stretch/>
          </p:blipFill>
          <p:spPr>
            <a:xfrm>
              <a:off x="6094465" y="3735321"/>
              <a:ext cx="3044952" cy="140817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1" name="Google Shape;31;p4"/>
          <p:cNvSpPr txBox="1"/>
          <p:nvPr>
            <p:ph idx="12" type="sldNum"/>
          </p:nvPr>
        </p:nvSpPr>
        <p:spPr>
          <a:xfrm>
            <a:off x="8229600" y="4866905"/>
            <a:ext cx="473700" cy="9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indent="0" lvl="0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1pPr>
            <a:lvl2pPr indent="0" lvl="1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2pPr>
            <a:lvl3pPr indent="0" lvl="2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3pPr>
            <a:lvl4pPr indent="0" lvl="3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4pPr>
            <a:lvl5pPr indent="0" lvl="4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5pPr>
            <a:lvl6pPr indent="0" lvl="5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6pPr>
            <a:lvl7pPr indent="0" lvl="6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7pPr>
            <a:lvl8pPr indent="0" lvl="7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8pPr>
            <a:lvl9pPr indent="0" lvl="8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2" name="Google Shape;32;p4"/>
          <p:cNvSpPr/>
          <p:nvPr/>
        </p:nvSpPr>
        <p:spPr>
          <a:xfrm>
            <a:off x="457195" y="4846320"/>
            <a:ext cx="135250" cy="128588"/>
          </a:xfrm>
          <a:custGeom>
            <a:rect b="b" l="l" r="r" t="t"/>
            <a:pathLst>
              <a:path extrusionOk="0" h="5143500" w="5409981">
                <a:moveTo>
                  <a:pt x="4983153" y="2221521"/>
                </a:moveTo>
                <a:lnTo>
                  <a:pt x="4374172" y="2572015"/>
                </a:lnTo>
                <a:lnTo>
                  <a:pt x="4983153" y="2921450"/>
                </a:lnTo>
                <a:cubicBezTo>
                  <a:pt x="5136954" y="3010067"/>
                  <a:pt x="5189546" y="3205051"/>
                  <a:pt x="5100656" y="3358310"/>
                </a:cubicBezTo>
                <a:cubicBezTo>
                  <a:pt x="5011767" y="3511568"/>
                  <a:pt x="4815574" y="3562963"/>
                  <a:pt x="4662302" y="3474876"/>
                </a:cubicBezTo>
                <a:lnTo>
                  <a:pt x="3571781" y="2848198"/>
                </a:lnTo>
                <a:cubicBezTo>
                  <a:pt x="3499053" y="2805943"/>
                  <a:pt x="3448581" y="2739977"/>
                  <a:pt x="3426193" y="2665798"/>
                </a:cubicBezTo>
                <a:cubicBezTo>
                  <a:pt x="3407864" y="2607519"/>
                  <a:pt x="3406806" y="2545180"/>
                  <a:pt x="3423146" y="2486312"/>
                </a:cubicBezTo>
                <a:cubicBezTo>
                  <a:pt x="3445647" y="2405409"/>
                  <a:pt x="3499023" y="2336577"/>
                  <a:pt x="3571781" y="2294640"/>
                </a:cubicBezTo>
                <a:lnTo>
                  <a:pt x="4662302" y="1668359"/>
                </a:lnTo>
                <a:cubicBezTo>
                  <a:pt x="4815574" y="1580272"/>
                  <a:pt x="5011899" y="1632594"/>
                  <a:pt x="5100656" y="1785456"/>
                </a:cubicBezTo>
                <a:cubicBezTo>
                  <a:pt x="5189414" y="1938317"/>
                  <a:pt x="5136954" y="2133168"/>
                  <a:pt x="4983153" y="2221521"/>
                </a:cubicBezTo>
                <a:close/>
                <a:moveTo>
                  <a:pt x="4406628" y="3920213"/>
                </a:moveTo>
                <a:lnTo>
                  <a:pt x="3316240" y="3294330"/>
                </a:lnTo>
                <a:cubicBezTo>
                  <a:pt x="3260045" y="3261658"/>
                  <a:pt x="3195149" y="3247089"/>
                  <a:pt x="3130380" y="3252605"/>
                </a:cubicBezTo>
                <a:cubicBezTo>
                  <a:pt x="2964126" y="3264526"/>
                  <a:pt x="2833507" y="3402684"/>
                  <a:pt x="2833507" y="3570911"/>
                </a:cubicBezTo>
                <a:lnTo>
                  <a:pt x="2833507" y="4823869"/>
                </a:lnTo>
                <a:cubicBezTo>
                  <a:pt x="2833507" y="5000441"/>
                  <a:pt x="2976578" y="5143500"/>
                  <a:pt x="3154225" y="5143500"/>
                </a:cubicBezTo>
                <a:cubicBezTo>
                  <a:pt x="3331872" y="5143500"/>
                  <a:pt x="3475473" y="5000441"/>
                  <a:pt x="3475473" y="4823869"/>
                </a:cubicBezTo>
                <a:lnTo>
                  <a:pt x="3475473" y="4123013"/>
                </a:lnTo>
                <a:lnTo>
                  <a:pt x="4086043" y="4473772"/>
                </a:lnTo>
                <a:cubicBezTo>
                  <a:pt x="4239447" y="4562389"/>
                  <a:pt x="4435640" y="4509934"/>
                  <a:pt x="4524132" y="4357471"/>
                </a:cubicBezTo>
                <a:cubicBezTo>
                  <a:pt x="4612625" y="4205007"/>
                  <a:pt x="4560298" y="4008566"/>
                  <a:pt x="4406628" y="3920213"/>
                </a:cubicBezTo>
                <a:close/>
                <a:moveTo>
                  <a:pt x="3148529" y="2694410"/>
                </a:moveTo>
                <a:lnTo>
                  <a:pt x="2695205" y="3144913"/>
                </a:lnTo>
                <a:cubicBezTo>
                  <a:pt x="2682222" y="3158159"/>
                  <a:pt x="2657185" y="3169021"/>
                  <a:pt x="2638374" y="3169021"/>
                </a:cubicBezTo>
                <a:lnTo>
                  <a:pt x="2504973" y="3169021"/>
                </a:lnTo>
                <a:cubicBezTo>
                  <a:pt x="2486692" y="3169021"/>
                  <a:pt x="2461257" y="3158159"/>
                  <a:pt x="2448142" y="3144913"/>
                </a:cubicBezTo>
                <a:lnTo>
                  <a:pt x="1995083" y="2694410"/>
                </a:lnTo>
                <a:cubicBezTo>
                  <a:pt x="1982100" y="2681694"/>
                  <a:pt x="1971635" y="2656261"/>
                  <a:pt x="1971635" y="2638246"/>
                </a:cubicBezTo>
                <a:lnTo>
                  <a:pt x="1971635" y="2505387"/>
                </a:lnTo>
                <a:cubicBezTo>
                  <a:pt x="1971635" y="2486974"/>
                  <a:pt x="1982100" y="2461409"/>
                  <a:pt x="1995083" y="2448560"/>
                </a:cubicBezTo>
                <a:lnTo>
                  <a:pt x="2448142" y="1998057"/>
                </a:lnTo>
                <a:cubicBezTo>
                  <a:pt x="2461257" y="1984811"/>
                  <a:pt x="2486692" y="1974346"/>
                  <a:pt x="2504973" y="1974346"/>
                </a:cubicBezTo>
                <a:lnTo>
                  <a:pt x="2638374" y="1974346"/>
                </a:lnTo>
                <a:cubicBezTo>
                  <a:pt x="2656787" y="1974346"/>
                  <a:pt x="2682222" y="1984811"/>
                  <a:pt x="2695205" y="1998057"/>
                </a:cubicBezTo>
                <a:lnTo>
                  <a:pt x="3148529" y="2448560"/>
                </a:lnTo>
                <a:cubicBezTo>
                  <a:pt x="3161379" y="2461409"/>
                  <a:pt x="3171844" y="2486974"/>
                  <a:pt x="3171844" y="2505387"/>
                </a:cubicBezTo>
                <a:lnTo>
                  <a:pt x="3171844" y="2638246"/>
                </a:lnTo>
                <a:cubicBezTo>
                  <a:pt x="3171844" y="2656261"/>
                  <a:pt x="3161379" y="2681694"/>
                  <a:pt x="3148529" y="2694410"/>
                </a:cubicBezTo>
                <a:close/>
                <a:moveTo>
                  <a:pt x="2786214" y="2569366"/>
                </a:moveTo>
                <a:cubicBezTo>
                  <a:pt x="2786214" y="2551086"/>
                  <a:pt x="2775086" y="2525786"/>
                  <a:pt x="2762236" y="2512275"/>
                </a:cubicBezTo>
                <a:lnTo>
                  <a:pt x="2630955" y="2382329"/>
                </a:lnTo>
                <a:cubicBezTo>
                  <a:pt x="2617973" y="2369481"/>
                  <a:pt x="2592538" y="2358751"/>
                  <a:pt x="2574257" y="2358751"/>
                </a:cubicBezTo>
                <a:lnTo>
                  <a:pt x="2569090" y="2358751"/>
                </a:lnTo>
                <a:cubicBezTo>
                  <a:pt x="2550809" y="2358751"/>
                  <a:pt x="2525374" y="2369481"/>
                  <a:pt x="2512656" y="2382329"/>
                </a:cubicBezTo>
                <a:lnTo>
                  <a:pt x="2381375" y="2512275"/>
                </a:lnTo>
                <a:cubicBezTo>
                  <a:pt x="2368260" y="2525786"/>
                  <a:pt x="2358192" y="2551086"/>
                  <a:pt x="2358192" y="2569366"/>
                </a:cubicBezTo>
                <a:lnTo>
                  <a:pt x="2358192" y="2574399"/>
                </a:lnTo>
                <a:cubicBezTo>
                  <a:pt x="2358192" y="2592414"/>
                  <a:pt x="2368260" y="2617582"/>
                  <a:pt x="2381375" y="2630696"/>
                </a:cubicBezTo>
                <a:lnTo>
                  <a:pt x="2512656" y="2761038"/>
                </a:lnTo>
                <a:cubicBezTo>
                  <a:pt x="2525506" y="2773887"/>
                  <a:pt x="2550809" y="2784617"/>
                  <a:pt x="2569090" y="2784617"/>
                </a:cubicBezTo>
                <a:lnTo>
                  <a:pt x="2574257" y="2784617"/>
                </a:lnTo>
                <a:cubicBezTo>
                  <a:pt x="2592538" y="2784617"/>
                  <a:pt x="2617973" y="2773887"/>
                  <a:pt x="2630955" y="2761038"/>
                </a:cubicBezTo>
                <a:lnTo>
                  <a:pt x="2762236" y="2630696"/>
                </a:lnTo>
                <a:cubicBezTo>
                  <a:pt x="2775086" y="2617582"/>
                  <a:pt x="2786214" y="2592414"/>
                  <a:pt x="2786214" y="2574399"/>
                </a:cubicBezTo>
                <a:close/>
                <a:moveTo>
                  <a:pt x="736718" y="1222757"/>
                </a:moveTo>
                <a:lnTo>
                  <a:pt x="1827239" y="1849170"/>
                </a:lnTo>
                <a:cubicBezTo>
                  <a:pt x="1883672" y="1881603"/>
                  <a:pt x="1948619" y="1896152"/>
                  <a:pt x="2013497" y="1890895"/>
                </a:cubicBezTo>
                <a:cubicBezTo>
                  <a:pt x="2179486" y="1878709"/>
                  <a:pt x="2310502" y="1740286"/>
                  <a:pt x="2310502" y="1572324"/>
                </a:cubicBezTo>
                <a:lnTo>
                  <a:pt x="2310502" y="319233"/>
                </a:lnTo>
                <a:cubicBezTo>
                  <a:pt x="2310502" y="143059"/>
                  <a:pt x="2166503" y="0"/>
                  <a:pt x="1989651" y="0"/>
                </a:cubicBezTo>
                <a:cubicBezTo>
                  <a:pt x="1812799" y="0"/>
                  <a:pt x="1668536" y="143059"/>
                  <a:pt x="1668536" y="319233"/>
                </a:cubicBezTo>
                <a:lnTo>
                  <a:pt x="1668536" y="1020355"/>
                </a:lnTo>
                <a:lnTo>
                  <a:pt x="1057436" y="669198"/>
                </a:lnTo>
                <a:cubicBezTo>
                  <a:pt x="904297" y="580978"/>
                  <a:pt x="708369" y="633301"/>
                  <a:pt x="619347" y="785897"/>
                </a:cubicBezTo>
                <a:cubicBezTo>
                  <a:pt x="530985" y="938468"/>
                  <a:pt x="583048" y="1133777"/>
                  <a:pt x="735632" y="1222131"/>
                </a:cubicBezTo>
                <a:cubicBezTo>
                  <a:pt x="735994" y="1222340"/>
                  <a:pt x="736356" y="1222549"/>
                  <a:pt x="736718" y="1222757"/>
                </a:cubicBezTo>
                <a:close/>
                <a:moveTo>
                  <a:pt x="3130380" y="1890895"/>
                </a:moveTo>
                <a:cubicBezTo>
                  <a:pt x="3195131" y="1896154"/>
                  <a:pt x="3259952" y="1881602"/>
                  <a:pt x="3316240" y="1849170"/>
                </a:cubicBezTo>
                <a:lnTo>
                  <a:pt x="4406628" y="1222757"/>
                </a:lnTo>
                <a:cubicBezTo>
                  <a:pt x="4559590" y="1135057"/>
                  <a:pt x="4612489" y="939974"/>
                  <a:pt x="4524782" y="787025"/>
                </a:cubicBezTo>
                <a:cubicBezTo>
                  <a:pt x="4524567" y="786649"/>
                  <a:pt x="4524350" y="786273"/>
                  <a:pt x="4524132" y="785897"/>
                </a:cubicBezTo>
                <a:cubicBezTo>
                  <a:pt x="4435640" y="633301"/>
                  <a:pt x="4239447" y="580978"/>
                  <a:pt x="4086043" y="669198"/>
                </a:cubicBezTo>
                <a:lnTo>
                  <a:pt x="3475473" y="1020355"/>
                </a:lnTo>
                <a:lnTo>
                  <a:pt x="3475473" y="319233"/>
                </a:lnTo>
                <a:cubicBezTo>
                  <a:pt x="3475473" y="143059"/>
                  <a:pt x="3331872" y="0"/>
                  <a:pt x="3154225" y="0"/>
                </a:cubicBezTo>
                <a:cubicBezTo>
                  <a:pt x="2976578" y="0"/>
                  <a:pt x="2833507" y="143059"/>
                  <a:pt x="2833507" y="319233"/>
                </a:cubicBezTo>
                <a:lnTo>
                  <a:pt x="2833507" y="1572324"/>
                </a:lnTo>
                <a:cubicBezTo>
                  <a:pt x="2833507" y="1740286"/>
                  <a:pt x="2964126" y="1878709"/>
                  <a:pt x="3130380" y="1890895"/>
                </a:cubicBezTo>
                <a:close/>
                <a:moveTo>
                  <a:pt x="2013497" y="3252605"/>
                </a:moveTo>
                <a:cubicBezTo>
                  <a:pt x="1948600" y="3247084"/>
                  <a:pt x="1883576" y="3261651"/>
                  <a:pt x="1827239" y="3294330"/>
                </a:cubicBezTo>
                <a:lnTo>
                  <a:pt x="736718" y="3920213"/>
                </a:lnTo>
                <a:cubicBezTo>
                  <a:pt x="583314" y="4008566"/>
                  <a:pt x="530854" y="4204477"/>
                  <a:pt x="619347" y="4357471"/>
                </a:cubicBezTo>
                <a:cubicBezTo>
                  <a:pt x="707839" y="4510464"/>
                  <a:pt x="904297" y="4562389"/>
                  <a:pt x="1057436" y="4473772"/>
                </a:cubicBezTo>
                <a:lnTo>
                  <a:pt x="1668536" y="4123013"/>
                </a:lnTo>
                <a:lnTo>
                  <a:pt x="1668536" y="4823869"/>
                </a:lnTo>
                <a:cubicBezTo>
                  <a:pt x="1668536" y="5000441"/>
                  <a:pt x="1812137" y="5143500"/>
                  <a:pt x="1989651" y="5143500"/>
                </a:cubicBezTo>
                <a:cubicBezTo>
                  <a:pt x="2167166" y="5143500"/>
                  <a:pt x="2310502" y="5000441"/>
                  <a:pt x="2310502" y="4823869"/>
                </a:cubicBezTo>
                <a:lnTo>
                  <a:pt x="2310502" y="3570911"/>
                </a:lnTo>
                <a:cubicBezTo>
                  <a:pt x="2310502" y="3402684"/>
                  <a:pt x="2179486" y="3264526"/>
                  <a:pt x="2013497" y="3252605"/>
                </a:cubicBezTo>
                <a:close/>
                <a:moveTo>
                  <a:pt x="1717816" y="2665798"/>
                </a:moveTo>
                <a:cubicBezTo>
                  <a:pt x="1728394" y="2632182"/>
                  <a:pt x="1733318" y="2597044"/>
                  <a:pt x="1732388" y="2561815"/>
                </a:cubicBezTo>
                <a:cubicBezTo>
                  <a:pt x="1731063" y="2536648"/>
                  <a:pt x="1727884" y="2511480"/>
                  <a:pt x="1720730" y="2486312"/>
                </a:cubicBezTo>
                <a:cubicBezTo>
                  <a:pt x="1699137" y="2408292"/>
                  <a:pt x="1648002" y="2338617"/>
                  <a:pt x="1571300" y="2294640"/>
                </a:cubicBezTo>
                <a:lnTo>
                  <a:pt x="481574" y="1668359"/>
                </a:lnTo>
                <a:cubicBezTo>
                  <a:pt x="327773" y="1580272"/>
                  <a:pt x="131580" y="1632594"/>
                  <a:pt x="43352" y="1785456"/>
                </a:cubicBezTo>
                <a:cubicBezTo>
                  <a:pt x="-44875" y="1938317"/>
                  <a:pt x="6790" y="2133168"/>
                  <a:pt x="160591" y="2221521"/>
                </a:cubicBezTo>
                <a:lnTo>
                  <a:pt x="769571" y="2572015"/>
                </a:lnTo>
                <a:lnTo>
                  <a:pt x="160591" y="2921450"/>
                </a:lnTo>
                <a:cubicBezTo>
                  <a:pt x="6790" y="3010067"/>
                  <a:pt x="-45670" y="3205051"/>
                  <a:pt x="43352" y="3358310"/>
                </a:cubicBezTo>
                <a:cubicBezTo>
                  <a:pt x="132374" y="3511568"/>
                  <a:pt x="327773" y="3562963"/>
                  <a:pt x="481574" y="3474876"/>
                </a:cubicBezTo>
                <a:lnTo>
                  <a:pt x="1571300" y="2848198"/>
                </a:lnTo>
                <a:cubicBezTo>
                  <a:pt x="1641515" y="2808189"/>
                  <a:pt x="1693892" y="2742984"/>
                  <a:pt x="1717816" y="2665798"/>
                </a:cubicBezTo>
                <a:close/>
                <a:moveTo>
                  <a:pt x="5160799" y="588131"/>
                </a:moveTo>
                <a:lnTo>
                  <a:pt x="5112049" y="588131"/>
                </a:lnTo>
                <a:lnTo>
                  <a:pt x="5112049" y="648137"/>
                </a:lnTo>
                <a:lnTo>
                  <a:pt x="5160799" y="648137"/>
                </a:lnTo>
                <a:cubicBezTo>
                  <a:pt x="5183452" y="648137"/>
                  <a:pt x="5198157" y="637937"/>
                  <a:pt x="5198157" y="618730"/>
                </a:cubicBezTo>
                <a:cubicBezTo>
                  <a:pt x="5198157" y="599523"/>
                  <a:pt x="5184512" y="588131"/>
                  <a:pt x="5160799" y="588131"/>
                </a:cubicBezTo>
                <a:close/>
                <a:moveTo>
                  <a:pt x="5052039" y="532630"/>
                </a:moveTo>
                <a:lnTo>
                  <a:pt x="5161859" y="532630"/>
                </a:lnTo>
                <a:cubicBezTo>
                  <a:pt x="5222002" y="532630"/>
                  <a:pt x="5261612" y="565480"/>
                  <a:pt x="5261612" y="616346"/>
                </a:cubicBezTo>
                <a:cubicBezTo>
                  <a:pt x="5261612" y="648137"/>
                  <a:pt x="5245715" y="671847"/>
                  <a:pt x="5222002" y="686683"/>
                </a:cubicBezTo>
                <a:lnTo>
                  <a:pt x="5265056" y="748940"/>
                </a:lnTo>
                <a:lnTo>
                  <a:pt x="5265056" y="761392"/>
                </a:lnTo>
                <a:lnTo>
                  <a:pt x="5202661" y="761392"/>
                </a:lnTo>
                <a:lnTo>
                  <a:pt x="5160799" y="701386"/>
                </a:lnTo>
                <a:lnTo>
                  <a:pt x="5112049" y="701386"/>
                </a:lnTo>
                <a:lnTo>
                  <a:pt x="5112049" y="761392"/>
                </a:lnTo>
                <a:lnTo>
                  <a:pt x="5052039" y="761392"/>
                </a:lnTo>
                <a:close/>
                <a:moveTo>
                  <a:pt x="5358979" y="651581"/>
                </a:moveTo>
                <a:cubicBezTo>
                  <a:pt x="5358979" y="529186"/>
                  <a:pt x="5277508" y="436330"/>
                  <a:pt x="5152851" y="436330"/>
                </a:cubicBezTo>
                <a:cubicBezTo>
                  <a:pt x="5030445" y="436330"/>
                  <a:pt x="4948842" y="524682"/>
                  <a:pt x="4948842" y="651581"/>
                </a:cubicBezTo>
                <a:cubicBezTo>
                  <a:pt x="4948842" y="772783"/>
                  <a:pt x="5030445" y="866699"/>
                  <a:pt x="5152851" y="866699"/>
                </a:cubicBezTo>
                <a:cubicBezTo>
                  <a:pt x="5277508" y="866699"/>
                  <a:pt x="5358979" y="773843"/>
                  <a:pt x="5358979" y="651581"/>
                </a:cubicBezTo>
                <a:close/>
                <a:moveTo>
                  <a:pt x="5409982" y="651581"/>
                </a:moveTo>
                <a:cubicBezTo>
                  <a:pt x="5409982" y="795434"/>
                  <a:pt x="5313674" y="915445"/>
                  <a:pt x="5152851" y="915445"/>
                </a:cubicBezTo>
                <a:cubicBezTo>
                  <a:pt x="4992028" y="915445"/>
                  <a:pt x="4897972" y="794242"/>
                  <a:pt x="4897972" y="651581"/>
                </a:cubicBezTo>
                <a:cubicBezTo>
                  <a:pt x="4897972" y="508919"/>
                  <a:pt x="4993088" y="387584"/>
                  <a:pt x="5152851" y="387584"/>
                </a:cubicBezTo>
                <a:cubicBezTo>
                  <a:pt x="5312614" y="387584"/>
                  <a:pt x="5409982" y="507594"/>
                  <a:pt x="5409982" y="65158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4"/>
          <p:cNvSpPr txBox="1"/>
          <p:nvPr>
            <p:ph type="title"/>
          </p:nvPr>
        </p:nvSpPr>
        <p:spPr>
          <a:xfrm>
            <a:off x="367900" y="274323"/>
            <a:ext cx="83448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000"/>
              </a:spcBef>
              <a:spcAft>
                <a:spcPts val="100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idx="1" type="subTitle"/>
          </p:nvPr>
        </p:nvSpPr>
        <p:spPr>
          <a:xfrm>
            <a:off x="365760" y="655285"/>
            <a:ext cx="83448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1800"/>
              <a:buNone/>
              <a:defRPr>
                <a:solidFill>
                  <a:srgbClr val="5B5B5B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800"/>
              <a:buNone/>
              <a:defRPr>
                <a:solidFill>
                  <a:srgbClr val="5B5B5B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3pPr>
            <a:lvl4pPr lvl="3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4pPr>
            <a:lvl5pPr lvl="4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5pPr>
            <a:lvl6pPr lvl="5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6pPr>
            <a:lvl7pPr lvl="6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7pPr>
            <a:lvl8pPr lvl="7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8pPr>
            <a:lvl9pPr lvl="8" rtl="0">
              <a:spcBef>
                <a:spcPts val="1000"/>
              </a:spcBef>
              <a:spcAft>
                <a:spcPts val="100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9pPr>
          </a:lstStyle>
          <a:p/>
        </p:txBody>
      </p:sp>
      <p:sp>
        <p:nvSpPr>
          <p:cNvPr id="35" name="Google Shape;35;p4"/>
          <p:cNvSpPr txBox="1"/>
          <p:nvPr/>
        </p:nvSpPr>
        <p:spPr>
          <a:xfrm>
            <a:off x="2883200" y="1953900"/>
            <a:ext cx="2668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4"/>
          <p:cNvSpPr/>
          <p:nvPr/>
        </p:nvSpPr>
        <p:spPr>
          <a:xfrm>
            <a:off x="660651" y="4866916"/>
            <a:ext cx="16812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600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 xml:space="preserve">© </a:t>
            </a:r>
            <a:r>
              <a:rPr lang="en" sz="600">
                <a:solidFill>
                  <a:srgbClr val="929292"/>
                </a:solidFill>
              </a:rPr>
              <a:t>2026</a:t>
            </a:r>
            <a:r>
              <a:rPr b="0" i="0" lang="en" sz="600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 xml:space="preserve"> Snowflake Inc. All Rights Reserved</a:t>
            </a:r>
            <a:endParaRPr sz="600">
              <a:solidFill>
                <a:srgbClr val="92929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4"/>
          <p:cNvSpPr/>
          <p:nvPr/>
        </p:nvSpPr>
        <p:spPr>
          <a:xfrm>
            <a:off x="0" y="343500"/>
            <a:ext cx="137100" cy="36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ulti-use layout w/ Dotted Lines 02">
  <p:cSld name="Multi-use layout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oogle Shape;39;p5"/>
          <p:cNvGrpSpPr/>
          <p:nvPr/>
        </p:nvGrpSpPr>
        <p:grpSpPr>
          <a:xfrm>
            <a:off x="0" y="4370576"/>
            <a:ext cx="9144001" cy="772925"/>
            <a:chOff x="0" y="4370576"/>
            <a:chExt cx="9144001" cy="772925"/>
          </a:xfrm>
        </p:grpSpPr>
        <p:pic>
          <p:nvPicPr>
            <p:cNvPr id="40" name="Google Shape;40;p5"/>
            <p:cNvPicPr preferRelativeResize="0"/>
            <p:nvPr/>
          </p:nvPicPr>
          <p:blipFill rotWithShape="1">
            <a:blip r:embed="rId2">
              <a:alphaModFix amt="29000"/>
            </a:blip>
            <a:srcRect b="43664" l="0" r="0" t="140"/>
            <a:stretch/>
          </p:blipFill>
          <p:spPr>
            <a:xfrm>
              <a:off x="0" y="4370576"/>
              <a:ext cx="3046476" cy="7729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1" name="Google Shape;41;p5"/>
            <p:cNvPicPr preferRelativeResize="0"/>
            <p:nvPr/>
          </p:nvPicPr>
          <p:blipFill rotWithShape="1">
            <a:blip r:embed="rId3">
              <a:alphaModFix amt="29000"/>
            </a:blip>
            <a:srcRect b="43664" l="0" r="0" t="140"/>
            <a:stretch/>
          </p:blipFill>
          <p:spPr>
            <a:xfrm>
              <a:off x="3051050" y="4370576"/>
              <a:ext cx="3046476" cy="7729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2" name="Google Shape;42;p5"/>
            <p:cNvPicPr preferRelativeResize="0"/>
            <p:nvPr/>
          </p:nvPicPr>
          <p:blipFill rotWithShape="1">
            <a:blip r:embed="rId4">
              <a:alphaModFix amt="29000"/>
            </a:blip>
            <a:srcRect b="43664" l="0" r="0" t="140"/>
            <a:stretch/>
          </p:blipFill>
          <p:spPr>
            <a:xfrm>
              <a:off x="6097525" y="4370576"/>
              <a:ext cx="3046476" cy="77292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3" name="Google Shape;43;p5"/>
          <p:cNvSpPr txBox="1"/>
          <p:nvPr>
            <p:ph idx="12" type="sldNum"/>
          </p:nvPr>
        </p:nvSpPr>
        <p:spPr>
          <a:xfrm>
            <a:off x="8229600" y="4866905"/>
            <a:ext cx="473700" cy="9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indent="0" lvl="0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1pPr>
            <a:lvl2pPr indent="0" lvl="1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2pPr>
            <a:lvl3pPr indent="0" lvl="2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3pPr>
            <a:lvl4pPr indent="0" lvl="3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4pPr>
            <a:lvl5pPr indent="0" lvl="4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5pPr>
            <a:lvl6pPr indent="0" lvl="5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6pPr>
            <a:lvl7pPr indent="0" lvl="6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7pPr>
            <a:lvl8pPr indent="0" lvl="7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8pPr>
            <a:lvl9pPr indent="0" lvl="8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4" name="Google Shape;44;p5"/>
          <p:cNvSpPr/>
          <p:nvPr/>
        </p:nvSpPr>
        <p:spPr>
          <a:xfrm>
            <a:off x="457195" y="4846320"/>
            <a:ext cx="135250" cy="128588"/>
          </a:xfrm>
          <a:custGeom>
            <a:rect b="b" l="l" r="r" t="t"/>
            <a:pathLst>
              <a:path extrusionOk="0" h="5143500" w="5409981">
                <a:moveTo>
                  <a:pt x="4983153" y="2221521"/>
                </a:moveTo>
                <a:lnTo>
                  <a:pt x="4374172" y="2572015"/>
                </a:lnTo>
                <a:lnTo>
                  <a:pt x="4983153" y="2921450"/>
                </a:lnTo>
                <a:cubicBezTo>
                  <a:pt x="5136954" y="3010067"/>
                  <a:pt x="5189546" y="3205051"/>
                  <a:pt x="5100656" y="3358310"/>
                </a:cubicBezTo>
                <a:cubicBezTo>
                  <a:pt x="5011767" y="3511568"/>
                  <a:pt x="4815574" y="3562963"/>
                  <a:pt x="4662302" y="3474876"/>
                </a:cubicBezTo>
                <a:lnTo>
                  <a:pt x="3571781" y="2848198"/>
                </a:lnTo>
                <a:cubicBezTo>
                  <a:pt x="3499053" y="2805943"/>
                  <a:pt x="3448581" y="2739977"/>
                  <a:pt x="3426193" y="2665798"/>
                </a:cubicBezTo>
                <a:cubicBezTo>
                  <a:pt x="3407864" y="2607519"/>
                  <a:pt x="3406806" y="2545180"/>
                  <a:pt x="3423146" y="2486312"/>
                </a:cubicBezTo>
                <a:cubicBezTo>
                  <a:pt x="3445647" y="2405409"/>
                  <a:pt x="3499023" y="2336577"/>
                  <a:pt x="3571781" y="2294640"/>
                </a:cubicBezTo>
                <a:lnTo>
                  <a:pt x="4662302" y="1668359"/>
                </a:lnTo>
                <a:cubicBezTo>
                  <a:pt x="4815574" y="1580272"/>
                  <a:pt x="5011899" y="1632594"/>
                  <a:pt x="5100656" y="1785456"/>
                </a:cubicBezTo>
                <a:cubicBezTo>
                  <a:pt x="5189414" y="1938317"/>
                  <a:pt x="5136954" y="2133168"/>
                  <a:pt x="4983153" y="2221521"/>
                </a:cubicBezTo>
                <a:close/>
                <a:moveTo>
                  <a:pt x="4406628" y="3920213"/>
                </a:moveTo>
                <a:lnTo>
                  <a:pt x="3316240" y="3294330"/>
                </a:lnTo>
                <a:cubicBezTo>
                  <a:pt x="3260045" y="3261658"/>
                  <a:pt x="3195149" y="3247089"/>
                  <a:pt x="3130380" y="3252605"/>
                </a:cubicBezTo>
                <a:cubicBezTo>
                  <a:pt x="2964126" y="3264526"/>
                  <a:pt x="2833507" y="3402684"/>
                  <a:pt x="2833507" y="3570911"/>
                </a:cubicBezTo>
                <a:lnTo>
                  <a:pt x="2833507" y="4823869"/>
                </a:lnTo>
                <a:cubicBezTo>
                  <a:pt x="2833507" y="5000441"/>
                  <a:pt x="2976578" y="5143500"/>
                  <a:pt x="3154225" y="5143500"/>
                </a:cubicBezTo>
                <a:cubicBezTo>
                  <a:pt x="3331872" y="5143500"/>
                  <a:pt x="3475473" y="5000441"/>
                  <a:pt x="3475473" y="4823869"/>
                </a:cubicBezTo>
                <a:lnTo>
                  <a:pt x="3475473" y="4123013"/>
                </a:lnTo>
                <a:lnTo>
                  <a:pt x="4086043" y="4473772"/>
                </a:lnTo>
                <a:cubicBezTo>
                  <a:pt x="4239447" y="4562389"/>
                  <a:pt x="4435640" y="4509934"/>
                  <a:pt x="4524132" y="4357471"/>
                </a:cubicBezTo>
                <a:cubicBezTo>
                  <a:pt x="4612625" y="4205007"/>
                  <a:pt x="4560298" y="4008566"/>
                  <a:pt x="4406628" y="3920213"/>
                </a:cubicBezTo>
                <a:close/>
                <a:moveTo>
                  <a:pt x="3148529" y="2694410"/>
                </a:moveTo>
                <a:lnTo>
                  <a:pt x="2695205" y="3144913"/>
                </a:lnTo>
                <a:cubicBezTo>
                  <a:pt x="2682222" y="3158159"/>
                  <a:pt x="2657185" y="3169021"/>
                  <a:pt x="2638374" y="3169021"/>
                </a:cubicBezTo>
                <a:lnTo>
                  <a:pt x="2504973" y="3169021"/>
                </a:lnTo>
                <a:cubicBezTo>
                  <a:pt x="2486692" y="3169021"/>
                  <a:pt x="2461257" y="3158159"/>
                  <a:pt x="2448142" y="3144913"/>
                </a:cubicBezTo>
                <a:lnTo>
                  <a:pt x="1995083" y="2694410"/>
                </a:lnTo>
                <a:cubicBezTo>
                  <a:pt x="1982100" y="2681694"/>
                  <a:pt x="1971635" y="2656261"/>
                  <a:pt x="1971635" y="2638246"/>
                </a:cubicBezTo>
                <a:lnTo>
                  <a:pt x="1971635" y="2505387"/>
                </a:lnTo>
                <a:cubicBezTo>
                  <a:pt x="1971635" y="2486974"/>
                  <a:pt x="1982100" y="2461409"/>
                  <a:pt x="1995083" y="2448560"/>
                </a:cubicBezTo>
                <a:lnTo>
                  <a:pt x="2448142" y="1998057"/>
                </a:lnTo>
                <a:cubicBezTo>
                  <a:pt x="2461257" y="1984811"/>
                  <a:pt x="2486692" y="1974346"/>
                  <a:pt x="2504973" y="1974346"/>
                </a:cubicBezTo>
                <a:lnTo>
                  <a:pt x="2638374" y="1974346"/>
                </a:lnTo>
                <a:cubicBezTo>
                  <a:pt x="2656787" y="1974346"/>
                  <a:pt x="2682222" y="1984811"/>
                  <a:pt x="2695205" y="1998057"/>
                </a:cubicBezTo>
                <a:lnTo>
                  <a:pt x="3148529" y="2448560"/>
                </a:lnTo>
                <a:cubicBezTo>
                  <a:pt x="3161379" y="2461409"/>
                  <a:pt x="3171844" y="2486974"/>
                  <a:pt x="3171844" y="2505387"/>
                </a:cubicBezTo>
                <a:lnTo>
                  <a:pt x="3171844" y="2638246"/>
                </a:lnTo>
                <a:cubicBezTo>
                  <a:pt x="3171844" y="2656261"/>
                  <a:pt x="3161379" y="2681694"/>
                  <a:pt x="3148529" y="2694410"/>
                </a:cubicBezTo>
                <a:close/>
                <a:moveTo>
                  <a:pt x="2786214" y="2569366"/>
                </a:moveTo>
                <a:cubicBezTo>
                  <a:pt x="2786214" y="2551086"/>
                  <a:pt x="2775086" y="2525786"/>
                  <a:pt x="2762236" y="2512275"/>
                </a:cubicBezTo>
                <a:lnTo>
                  <a:pt x="2630955" y="2382329"/>
                </a:lnTo>
                <a:cubicBezTo>
                  <a:pt x="2617973" y="2369481"/>
                  <a:pt x="2592538" y="2358751"/>
                  <a:pt x="2574257" y="2358751"/>
                </a:cubicBezTo>
                <a:lnTo>
                  <a:pt x="2569090" y="2358751"/>
                </a:lnTo>
                <a:cubicBezTo>
                  <a:pt x="2550809" y="2358751"/>
                  <a:pt x="2525374" y="2369481"/>
                  <a:pt x="2512656" y="2382329"/>
                </a:cubicBezTo>
                <a:lnTo>
                  <a:pt x="2381375" y="2512275"/>
                </a:lnTo>
                <a:cubicBezTo>
                  <a:pt x="2368260" y="2525786"/>
                  <a:pt x="2358192" y="2551086"/>
                  <a:pt x="2358192" y="2569366"/>
                </a:cubicBezTo>
                <a:lnTo>
                  <a:pt x="2358192" y="2574399"/>
                </a:lnTo>
                <a:cubicBezTo>
                  <a:pt x="2358192" y="2592414"/>
                  <a:pt x="2368260" y="2617582"/>
                  <a:pt x="2381375" y="2630696"/>
                </a:cubicBezTo>
                <a:lnTo>
                  <a:pt x="2512656" y="2761038"/>
                </a:lnTo>
                <a:cubicBezTo>
                  <a:pt x="2525506" y="2773887"/>
                  <a:pt x="2550809" y="2784617"/>
                  <a:pt x="2569090" y="2784617"/>
                </a:cubicBezTo>
                <a:lnTo>
                  <a:pt x="2574257" y="2784617"/>
                </a:lnTo>
                <a:cubicBezTo>
                  <a:pt x="2592538" y="2784617"/>
                  <a:pt x="2617973" y="2773887"/>
                  <a:pt x="2630955" y="2761038"/>
                </a:cubicBezTo>
                <a:lnTo>
                  <a:pt x="2762236" y="2630696"/>
                </a:lnTo>
                <a:cubicBezTo>
                  <a:pt x="2775086" y="2617582"/>
                  <a:pt x="2786214" y="2592414"/>
                  <a:pt x="2786214" y="2574399"/>
                </a:cubicBezTo>
                <a:close/>
                <a:moveTo>
                  <a:pt x="736718" y="1222757"/>
                </a:moveTo>
                <a:lnTo>
                  <a:pt x="1827239" y="1849170"/>
                </a:lnTo>
                <a:cubicBezTo>
                  <a:pt x="1883672" y="1881603"/>
                  <a:pt x="1948619" y="1896152"/>
                  <a:pt x="2013497" y="1890895"/>
                </a:cubicBezTo>
                <a:cubicBezTo>
                  <a:pt x="2179486" y="1878709"/>
                  <a:pt x="2310502" y="1740286"/>
                  <a:pt x="2310502" y="1572324"/>
                </a:cubicBezTo>
                <a:lnTo>
                  <a:pt x="2310502" y="319233"/>
                </a:lnTo>
                <a:cubicBezTo>
                  <a:pt x="2310502" y="143059"/>
                  <a:pt x="2166503" y="0"/>
                  <a:pt x="1989651" y="0"/>
                </a:cubicBezTo>
                <a:cubicBezTo>
                  <a:pt x="1812799" y="0"/>
                  <a:pt x="1668536" y="143059"/>
                  <a:pt x="1668536" y="319233"/>
                </a:cubicBezTo>
                <a:lnTo>
                  <a:pt x="1668536" y="1020355"/>
                </a:lnTo>
                <a:lnTo>
                  <a:pt x="1057436" y="669198"/>
                </a:lnTo>
                <a:cubicBezTo>
                  <a:pt x="904297" y="580978"/>
                  <a:pt x="708369" y="633301"/>
                  <a:pt x="619347" y="785897"/>
                </a:cubicBezTo>
                <a:cubicBezTo>
                  <a:pt x="530985" y="938468"/>
                  <a:pt x="583048" y="1133777"/>
                  <a:pt x="735632" y="1222131"/>
                </a:cubicBezTo>
                <a:cubicBezTo>
                  <a:pt x="735994" y="1222340"/>
                  <a:pt x="736356" y="1222549"/>
                  <a:pt x="736718" y="1222757"/>
                </a:cubicBezTo>
                <a:close/>
                <a:moveTo>
                  <a:pt x="3130380" y="1890895"/>
                </a:moveTo>
                <a:cubicBezTo>
                  <a:pt x="3195131" y="1896154"/>
                  <a:pt x="3259952" y="1881602"/>
                  <a:pt x="3316240" y="1849170"/>
                </a:cubicBezTo>
                <a:lnTo>
                  <a:pt x="4406628" y="1222757"/>
                </a:lnTo>
                <a:cubicBezTo>
                  <a:pt x="4559590" y="1135057"/>
                  <a:pt x="4612489" y="939974"/>
                  <a:pt x="4524782" y="787025"/>
                </a:cubicBezTo>
                <a:cubicBezTo>
                  <a:pt x="4524567" y="786649"/>
                  <a:pt x="4524350" y="786273"/>
                  <a:pt x="4524132" y="785897"/>
                </a:cubicBezTo>
                <a:cubicBezTo>
                  <a:pt x="4435640" y="633301"/>
                  <a:pt x="4239447" y="580978"/>
                  <a:pt x="4086043" y="669198"/>
                </a:cubicBezTo>
                <a:lnTo>
                  <a:pt x="3475473" y="1020355"/>
                </a:lnTo>
                <a:lnTo>
                  <a:pt x="3475473" y="319233"/>
                </a:lnTo>
                <a:cubicBezTo>
                  <a:pt x="3475473" y="143059"/>
                  <a:pt x="3331872" y="0"/>
                  <a:pt x="3154225" y="0"/>
                </a:cubicBezTo>
                <a:cubicBezTo>
                  <a:pt x="2976578" y="0"/>
                  <a:pt x="2833507" y="143059"/>
                  <a:pt x="2833507" y="319233"/>
                </a:cubicBezTo>
                <a:lnTo>
                  <a:pt x="2833507" y="1572324"/>
                </a:lnTo>
                <a:cubicBezTo>
                  <a:pt x="2833507" y="1740286"/>
                  <a:pt x="2964126" y="1878709"/>
                  <a:pt x="3130380" y="1890895"/>
                </a:cubicBezTo>
                <a:close/>
                <a:moveTo>
                  <a:pt x="2013497" y="3252605"/>
                </a:moveTo>
                <a:cubicBezTo>
                  <a:pt x="1948600" y="3247084"/>
                  <a:pt x="1883576" y="3261651"/>
                  <a:pt x="1827239" y="3294330"/>
                </a:cubicBezTo>
                <a:lnTo>
                  <a:pt x="736718" y="3920213"/>
                </a:lnTo>
                <a:cubicBezTo>
                  <a:pt x="583314" y="4008566"/>
                  <a:pt x="530854" y="4204477"/>
                  <a:pt x="619347" y="4357471"/>
                </a:cubicBezTo>
                <a:cubicBezTo>
                  <a:pt x="707839" y="4510464"/>
                  <a:pt x="904297" y="4562389"/>
                  <a:pt x="1057436" y="4473772"/>
                </a:cubicBezTo>
                <a:lnTo>
                  <a:pt x="1668536" y="4123013"/>
                </a:lnTo>
                <a:lnTo>
                  <a:pt x="1668536" y="4823869"/>
                </a:lnTo>
                <a:cubicBezTo>
                  <a:pt x="1668536" y="5000441"/>
                  <a:pt x="1812137" y="5143500"/>
                  <a:pt x="1989651" y="5143500"/>
                </a:cubicBezTo>
                <a:cubicBezTo>
                  <a:pt x="2167166" y="5143500"/>
                  <a:pt x="2310502" y="5000441"/>
                  <a:pt x="2310502" y="4823869"/>
                </a:cubicBezTo>
                <a:lnTo>
                  <a:pt x="2310502" y="3570911"/>
                </a:lnTo>
                <a:cubicBezTo>
                  <a:pt x="2310502" y="3402684"/>
                  <a:pt x="2179486" y="3264526"/>
                  <a:pt x="2013497" y="3252605"/>
                </a:cubicBezTo>
                <a:close/>
                <a:moveTo>
                  <a:pt x="1717816" y="2665798"/>
                </a:moveTo>
                <a:cubicBezTo>
                  <a:pt x="1728394" y="2632182"/>
                  <a:pt x="1733318" y="2597044"/>
                  <a:pt x="1732388" y="2561815"/>
                </a:cubicBezTo>
                <a:cubicBezTo>
                  <a:pt x="1731063" y="2536648"/>
                  <a:pt x="1727884" y="2511480"/>
                  <a:pt x="1720730" y="2486312"/>
                </a:cubicBezTo>
                <a:cubicBezTo>
                  <a:pt x="1699137" y="2408292"/>
                  <a:pt x="1648002" y="2338617"/>
                  <a:pt x="1571300" y="2294640"/>
                </a:cubicBezTo>
                <a:lnTo>
                  <a:pt x="481574" y="1668359"/>
                </a:lnTo>
                <a:cubicBezTo>
                  <a:pt x="327773" y="1580272"/>
                  <a:pt x="131580" y="1632594"/>
                  <a:pt x="43352" y="1785456"/>
                </a:cubicBezTo>
                <a:cubicBezTo>
                  <a:pt x="-44875" y="1938317"/>
                  <a:pt x="6790" y="2133168"/>
                  <a:pt x="160591" y="2221521"/>
                </a:cubicBezTo>
                <a:lnTo>
                  <a:pt x="769571" y="2572015"/>
                </a:lnTo>
                <a:lnTo>
                  <a:pt x="160591" y="2921450"/>
                </a:lnTo>
                <a:cubicBezTo>
                  <a:pt x="6790" y="3010067"/>
                  <a:pt x="-45670" y="3205051"/>
                  <a:pt x="43352" y="3358310"/>
                </a:cubicBezTo>
                <a:cubicBezTo>
                  <a:pt x="132374" y="3511568"/>
                  <a:pt x="327773" y="3562963"/>
                  <a:pt x="481574" y="3474876"/>
                </a:cubicBezTo>
                <a:lnTo>
                  <a:pt x="1571300" y="2848198"/>
                </a:lnTo>
                <a:cubicBezTo>
                  <a:pt x="1641515" y="2808189"/>
                  <a:pt x="1693892" y="2742984"/>
                  <a:pt x="1717816" y="2665798"/>
                </a:cubicBezTo>
                <a:close/>
                <a:moveTo>
                  <a:pt x="5160799" y="588131"/>
                </a:moveTo>
                <a:lnTo>
                  <a:pt x="5112049" y="588131"/>
                </a:lnTo>
                <a:lnTo>
                  <a:pt x="5112049" y="648137"/>
                </a:lnTo>
                <a:lnTo>
                  <a:pt x="5160799" y="648137"/>
                </a:lnTo>
                <a:cubicBezTo>
                  <a:pt x="5183452" y="648137"/>
                  <a:pt x="5198157" y="637937"/>
                  <a:pt x="5198157" y="618730"/>
                </a:cubicBezTo>
                <a:cubicBezTo>
                  <a:pt x="5198157" y="599523"/>
                  <a:pt x="5184512" y="588131"/>
                  <a:pt x="5160799" y="588131"/>
                </a:cubicBezTo>
                <a:close/>
                <a:moveTo>
                  <a:pt x="5052039" y="532630"/>
                </a:moveTo>
                <a:lnTo>
                  <a:pt x="5161859" y="532630"/>
                </a:lnTo>
                <a:cubicBezTo>
                  <a:pt x="5222002" y="532630"/>
                  <a:pt x="5261612" y="565480"/>
                  <a:pt x="5261612" y="616346"/>
                </a:cubicBezTo>
                <a:cubicBezTo>
                  <a:pt x="5261612" y="648137"/>
                  <a:pt x="5245715" y="671847"/>
                  <a:pt x="5222002" y="686683"/>
                </a:cubicBezTo>
                <a:lnTo>
                  <a:pt x="5265056" y="748940"/>
                </a:lnTo>
                <a:lnTo>
                  <a:pt x="5265056" y="761392"/>
                </a:lnTo>
                <a:lnTo>
                  <a:pt x="5202661" y="761392"/>
                </a:lnTo>
                <a:lnTo>
                  <a:pt x="5160799" y="701386"/>
                </a:lnTo>
                <a:lnTo>
                  <a:pt x="5112049" y="701386"/>
                </a:lnTo>
                <a:lnTo>
                  <a:pt x="5112049" y="761392"/>
                </a:lnTo>
                <a:lnTo>
                  <a:pt x="5052039" y="761392"/>
                </a:lnTo>
                <a:close/>
                <a:moveTo>
                  <a:pt x="5358979" y="651581"/>
                </a:moveTo>
                <a:cubicBezTo>
                  <a:pt x="5358979" y="529186"/>
                  <a:pt x="5277508" y="436330"/>
                  <a:pt x="5152851" y="436330"/>
                </a:cubicBezTo>
                <a:cubicBezTo>
                  <a:pt x="5030445" y="436330"/>
                  <a:pt x="4948842" y="524682"/>
                  <a:pt x="4948842" y="651581"/>
                </a:cubicBezTo>
                <a:cubicBezTo>
                  <a:pt x="4948842" y="772783"/>
                  <a:pt x="5030445" y="866699"/>
                  <a:pt x="5152851" y="866699"/>
                </a:cubicBezTo>
                <a:cubicBezTo>
                  <a:pt x="5277508" y="866699"/>
                  <a:pt x="5358979" y="773843"/>
                  <a:pt x="5358979" y="651581"/>
                </a:cubicBezTo>
                <a:close/>
                <a:moveTo>
                  <a:pt x="5409982" y="651581"/>
                </a:moveTo>
                <a:cubicBezTo>
                  <a:pt x="5409982" y="795434"/>
                  <a:pt x="5313674" y="915445"/>
                  <a:pt x="5152851" y="915445"/>
                </a:cubicBezTo>
                <a:cubicBezTo>
                  <a:pt x="4992028" y="915445"/>
                  <a:pt x="4897972" y="794242"/>
                  <a:pt x="4897972" y="651581"/>
                </a:cubicBezTo>
                <a:cubicBezTo>
                  <a:pt x="4897972" y="508919"/>
                  <a:pt x="4993088" y="387584"/>
                  <a:pt x="5152851" y="387584"/>
                </a:cubicBezTo>
                <a:cubicBezTo>
                  <a:pt x="5312614" y="387584"/>
                  <a:pt x="5409982" y="507594"/>
                  <a:pt x="5409982" y="65158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5"/>
          <p:cNvSpPr txBox="1"/>
          <p:nvPr>
            <p:ph type="title"/>
          </p:nvPr>
        </p:nvSpPr>
        <p:spPr>
          <a:xfrm>
            <a:off x="367900" y="274323"/>
            <a:ext cx="83448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000"/>
              </a:spcBef>
              <a:spcAft>
                <a:spcPts val="100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5"/>
          <p:cNvSpPr txBox="1"/>
          <p:nvPr>
            <p:ph idx="1" type="subTitle"/>
          </p:nvPr>
        </p:nvSpPr>
        <p:spPr>
          <a:xfrm>
            <a:off x="365760" y="655285"/>
            <a:ext cx="83448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1800"/>
              <a:buNone/>
              <a:defRPr>
                <a:solidFill>
                  <a:srgbClr val="5B5B5B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800"/>
              <a:buNone/>
              <a:defRPr>
                <a:solidFill>
                  <a:srgbClr val="5B5B5B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3pPr>
            <a:lvl4pPr lvl="3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4pPr>
            <a:lvl5pPr lvl="4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5pPr>
            <a:lvl6pPr lvl="5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6pPr>
            <a:lvl7pPr lvl="6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7pPr>
            <a:lvl8pPr lvl="7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8pPr>
            <a:lvl9pPr lvl="8" rtl="0">
              <a:spcBef>
                <a:spcPts val="1000"/>
              </a:spcBef>
              <a:spcAft>
                <a:spcPts val="100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9pPr>
          </a:lstStyle>
          <a:p/>
        </p:txBody>
      </p:sp>
      <p:sp>
        <p:nvSpPr>
          <p:cNvPr id="47" name="Google Shape;47;p5"/>
          <p:cNvSpPr txBox="1"/>
          <p:nvPr/>
        </p:nvSpPr>
        <p:spPr>
          <a:xfrm>
            <a:off x="2883200" y="1953900"/>
            <a:ext cx="2668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5"/>
          <p:cNvSpPr/>
          <p:nvPr/>
        </p:nvSpPr>
        <p:spPr>
          <a:xfrm>
            <a:off x="660651" y="4866916"/>
            <a:ext cx="16812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600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 xml:space="preserve">© </a:t>
            </a:r>
            <a:r>
              <a:rPr lang="en" sz="600">
                <a:solidFill>
                  <a:srgbClr val="929292"/>
                </a:solidFill>
              </a:rPr>
              <a:t>2026</a:t>
            </a:r>
            <a:r>
              <a:rPr b="0" i="0" lang="en" sz="600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 xml:space="preserve"> Snowflake Inc. All Rights Reserved</a:t>
            </a:r>
            <a:endParaRPr sz="600">
              <a:solidFill>
                <a:srgbClr val="92929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p5"/>
          <p:cNvSpPr/>
          <p:nvPr/>
        </p:nvSpPr>
        <p:spPr>
          <a:xfrm>
            <a:off x="0" y="343500"/>
            <a:ext cx="137100" cy="36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ulti-use layout w/ Dotted Arrows">
  <p:cSld name="Multi-use layout_1_1_1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Google Shape;51;p6"/>
          <p:cNvPicPr preferRelativeResize="0"/>
          <p:nvPr/>
        </p:nvPicPr>
        <p:blipFill rotWithShape="1">
          <a:blip r:embed="rId2">
            <a:alphaModFix/>
          </a:blip>
          <a:srcRect b="0" l="22840" r="0" t="0"/>
          <a:stretch/>
        </p:blipFill>
        <p:spPr>
          <a:xfrm flipH="1">
            <a:off x="7782375" y="2935675"/>
            <a:ext cx="1368150" cy="1931223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6"/>
          <p:cNvSpPr txBox="1"/>
          <p:nvPr>
            <p:ph idx="12" type="sldNum"/>
          </p:nvPr>
        </p:nvSpPr>
        <p:spPr>
          <a:xfrm>
            <a:off x="8229600" y="4866905"/>
            <a:ext cx="473700" cy="9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indent="0" lvl="0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1pPr>
            <a:lvl2pPr indent="0" lvl="1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2pPr>
            <a:lvl3pPr indent="0" lvl="2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3pPr>
            <a:lvl4pPr indent="0" lvl="3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4pPr>
            <a:lvl5pPr indent="0" lvl="4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5pPr>
            <a:lvl6pPr indent="0" lvl="5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6pPr>
            <a:lvl7pPr indent="0" lvl="6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7pPr>
            <a:lvl8pPr indent="0" lvl="7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8pPr>
            <a:lvl9pPr indent="0" lvl="8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3" name="Google Shape;53;p6"/>
          <p:cNvSpPr/>
          <p:nvPr/>
        </p:nvSpPr>
        <p:spPr>
          <a:xfrm>
            <a:off x="457195" y="4846320"/>
            <a:ext cx="135250" cy="128588"/>
          </a:xfrm>
          <a:custGeom>
            <a:rect b="b" l="l" r="r" t="t"/>
            <a:pathLst>
              <a:path extrusionOk="0" h="5143500" w="5409981">
                <a:moveTo>
                  <a:pt x="4983153" y="2221521"/>
                </a:moveTo>
                <a:lnTo>
                  <a:pt x="4374172" y="2572015"/>
                </a:lnTo>
                <a:lnTo>
                  <a:pt x="4983153" y="2921450"/>
                </a:lnTo>
                <a:cubicBezTo>
                  <a:pt x="5136954" y="3010067"/>
                  <a:pt x="5189546" y="3205051"/>
                  <a:pt x="5100656" y="3358310"/>
                </a:cubicBezTo>
                <a:cubicBezTo>
                  <a:pt x="5011767" y="3511568"/>
                  <a:pt x="4815574" y="3562963"/>
                  <a:pt x="4662302" y="3474876"/>
                </a:cubicBezTo>
                <a:lnTo>
                  <a:pt x="3571781" y="2848198"/>
                </a:lnTo>
                <a:cubicBezTo>
                  <a:pt x="3499053" y="2805943"/>
                  <a:pt x="3448581" y="2739977"/>
                  <a:pt x="3426193" y="2665798"/>
                </a:cubicBezTo>
                <a:cubicBezTo>
                  <a:pt x="3407864" y="2607519"/>
                  <a:pt x="3406806" y="2545180"/>
                  <a:pt x="3423146" y="2486312"/>
                </a:cubicBezTo>
                <a:cubicBezTo>
                  <a:pt x="3445647" y="2405409"/>
                  <a:pt x="3499023" y="2336577"/>
                  <a:pt x="3571781" y="2294640"/>
                </a:cubicBezTo>
                <a:lnTo>
                  <a:pt x="4662302" y="1668359"/>
                </a:lnTo>
                <a:cubicBezTo>
                  <a:pt x="4815574" y="1580272"/>
                  <a:pt x="5011899" y="1632594"/>
                  <a:pt x="5100656" y="1785456"/>
                </a:cubicBezTo>
                <a:cubicBezTo>
                  <a:pt x="5189414" y="1938317"/>
                  <a:pt x="5136954" y="2133168"/>
                  <a:pt x="4983153" y="2221521"/>
                </a:cubicBezTo>
                <a:close/>
                <a:moveTo>
                  <a:pt x="4406628" y="3920213"/>
                </a:moveTo>
                <a:lnTo>
                  <a:pt x="3316240" y="3294330"/>
                </a:lnTo>
                <a:cubicBezTo>
                  <a:pt x="3260045" y="3261658"/>
                  <a:pt x="3195149" y="3247089"/>
                  <a:pt x="3130380" y="3252605"/>
                </a:cubicBezTo>
                <a:cubicBezTo>
                  <a:pt x="2964126" y="3264526"/>
                  <a:pt x="2833507" y="3402684"/>
                  <a:pt x="2833507" y="3570911"/>
                </a:cubicBezTo>
                <a:lnTo>
                  <a:pt x="2833507" y="4823869"/>
                </a:lnTo>
                <a:cubicBezTo>
                  <a:pt x="2833507" y="5000441"/>
                  <a:pt x="2976578" y="5143500"/>
                  <a:pt x="3154225" y="5143500"/>
                </a:cubicBezTo>
                <a:cubicBezTo>
                  <a:pt x="3331872" y="5143500"/>
                  <a:pt x="3475473" y="5000441"/>
                  <a:pt x="3475473" y="4823869"/>
                </a:cubicBezTo>
                <a:lnTo>
                  <a:pt x="3475473" y="4123013"/>
                </a:lnTo>
                <a:lnTo>
                  <a:pt x="4086043" y="4473772"/>
                </a:lnTo>
                <a:cubicBezTo>
                  <a:pt x="4239447" y="4562389"/>
                  <a:pt x="4435640" y="4509934"/>
                  <a:pt x="4524132" y="4357471"/>
                </a:cubicBezTo>
                <a:cubicBezTo>
                  <a:pt x="4612625" y="4205007"/>
                  <a:pt x="4560298" y="4008566"/>
                  <a:pt x="4406628" y="3920213"/>
                </a:cubicBezTo>
                <a:close/>
                <a:moveTo>
                  <a:pt x="3148529" y="2694410"/>
                </a:moveTo>
                <a:lnTo>
                  <a:pt x="2695205" y="3144913"/>
                </a:lnTo>
                <a:cubicBezTo>
                  <a:pt x="2682222" y="3158159"/>
                  <a:pt x="2657185" y="3169021"/>
                  <a:pt x="2638374" y="3169021"/>
                </a:cubicBezTo>
                <a:lnTo>
                  <a:pt x="2504973" y="3169021"/>
                </a:lnTo>
                <a:cubicBezTo>
                  <a:pt x="2486692" y="3169021"/>
                  <a:pt x="2461257" y="3158159"/>
                  <a:pt x="2448142" y="3144913"/>
                </a:cubicBezTo>
                <a:lnTo>
                  <a:pt x="1995083" y="2694410"/>
                </a:lnTo>
                <a:cubicBezTo>
                  <a:pt x="1982100" y="2681694"/>
                  <a:pt x="1971635" y="2656261"/>
                  <a:pt x="1971635" y="2638246"/>
                </a:cubicBezTo>
                <a:lnTo>
                  <a:pt x="1971635" y="2505387"/>
                </a:lnTo>
                <a:cubicBezTo>
                  <a:pt x="1971635" y="2486974"/>
                  <a:pt x="1982100" y="2461409"/>
                  <a:pt x="1995083" y="2448560"/>
                </a:cubicBezTo>
                <a:lnTo>
                  <a:pt x="2448142" y="1998057"/>
                </a:lnTo>
                <a:cubicBezTo>
                  <a:pt x="2461257" y="1984811"/>
                  <a:pt x="2486692" y="1974346"/>
                  <a:pt x="2504973" y="1974346"/>
                </a:cubicBezTo>
                <a:lnTo>
                  <a:pt x="2638374" y="1974346"/>
                </a:lnTo>
                <a:cubicBezTo>
                  <a:pt x="2656787" y="1974346"/>
                  <a:pt x="2682222" y="1984811"/>
                  <a:pt x="2695205" y="1998057"/>
                </a:cubicBezTo>
                <a:lnTo>
                  <a:pt x="3148529" y="2448560"/>
                </a:lnTo>
                <a:cubicBezTo>
                  <a:pt x="3161379" y="2461409"/>
                  <a:pt x="3171844" y="2486974"/>
                  <a:pt x="3171844" y="2505387"/>
                </a:cubicBezTo>
                <a:lnTo>
                  <a:pt x="3171844" y="2638246"/>
                </a:lnTo>
                <a:cubicBezTo>
                  <a:pt x="3171844" y="2656261"/>
                  <a:pt x="3161379" y="2681694"/>
                  <a:pt x="3148529" y="2694410"/>
                </a:cubicBezTo>
                <a:close/>
                <a:moveTo>
                  <a:pt x="2786214" y="2569366"/>
                </a:moveTo>
                <a:cubicBezTo>
                  <a:pt x="2786214" y="2551086"/>
                  <a:pt x="2775086" y="2525786"/>
                  <a:pt x="2762236" y="2512275"/>
                </a:cubicBezTo>
                <a:lnTo>
                  <a:pt x="2630955" y="2382329"/>
                </a:lnTo>
                <a:cubicBezTo>
                  <a:pt x="2617973" y="2369481"/>
                  <a:pt x="2592538" y="2358751"/>
                  <a:pt x="2574257" y="2358751"/>
                </a:cubicBezTo>
                <a:lnTo>
                  <a:pt x="2569090" y="2358751"/>
                </a:lnTo>
                <a:cubicBezTo>
                  <a:pt x="2550809" y="2358751"/>
                  <a:pt x="2525374" y="2369481"/>
                  <a:pt x="2512656" y="2382329"/>
                </a:cubicBezTo>
                <a:lnTo>
                  <a:pt x="2381375" y="2512275"/>
                </a:lnTo>
                <a:cubicBezTo>
                  <a:pt x="2368260" y="2525786"/>
                  <a:pt x="2358192" y="2551086"/>
                  <a:pt x="2358192" y="2569366"/>
                </a:cubicBezTo>
                <a:lnTo>
                  <a:pt x="2358192" y="2574399"/>
                </a:lnTo>
                <a:cubicBezTo>
                  <a:pt x="2358192" y="2592414"/>
                  <a:pt x="2368260" y="2617582"/>
                  <a:pt x="2381375" y="2630696"/>
                </a:cubicBezTo>
                <a:lnTo>
                  <a:pt x="2512656" y="2761038"/>
                </a:lnTo>
                <a:cubicBezTo>
                  <a:pt x="2525506" y="2773887"/>
                  <a:pt x="2550809" y="2784617"/>
                  <a:pt x="2569090" y="2784617"/>
                </a:cubicBezTo>
                <a:lnTo>
                  <a:pt x="2574257" y="2784617"/>
                </a:lnTo>
                <a:cubicBezTo>
                  <a:pt x="2592538" y="2784617"/>
                  <a:pt x="2617973" y="2773887"/>
                  <a:pt x="2630955" y="2761038"/>
                </a:cubicBezTo>
                <a:lnTo>
                  <a:pt x="2762236" y="2630696"/>
                </a:lnTo>
                <a:cubicBezTo>
                  <a:pt x="2775086" y="2617582"/>
                  <a:pt x="2786214" y="2592414"/>
                  <a:pt x="2786214" y="2574399"/>
                </a:cubicBezTo>
                <a:close/>
                <a:moveTo>
                  <a:pt x="736718" y="1222757"/>
                </a:moveTo>
                <a:lnTo>
                  <a:pt x="1827239" y="1849170"/>
                </a:lnTo>
                <a:cubicBezTo>
                  <a:pt x="1883672" y="1881603"/>
                  <a:pt x="1948619" y="1896152"/>
                  <a:pt x="2013497" y="1890895"/>
                </a:cubicBezTo>
                <a:cubicBezTo>
                  <a:pt x="2179486" y="1878709"/>
                  <a:pt x="2310502" y="1740286"/>
                  <a:pt x="2310502" y="1572324"/>
                </a:cubicBezTo>
                <a:lnTo>
                  <a:pt x="2310502" y="319233"/>
                </a:lnTo>
                <a:cubicBezTo>
                  <a:pt x="2310502" y="143059"/>
                  <a:pt x="2166503" y="0"/>
                  <a:pt x="1989651" y="0"/>
                </a:cubicBezTo>
                <a:cubicBezTo>
                  <a:pt x="1812799" y="0"/>
                  <a:pt x="1668536" y="143059"/>
                  <a:pt x="1668536" y="319233"/>
                </a:cubicBezTo>
                <a:lnTo>
                  <a:pt x="1668536" y="1020355"/>
                </a:lnTo>
                <a:lnTo>
                  <a:pt x="1057436" y="669198"/>
                </a:lnTo>
                <a:cubicBezTo>
                  <a:pt x="904297" y="580978"/>
                  <a:pt x="708369" y="633301"/>
                  <a:pt x="619347" y="785897"/>
                </a:cubicBezTo>
                <a:cubicBezTo>
                  <a:pt x="530985" y="938468"/>
                  <a:pt x="583048" y="1133777"/>
                  <a:pt x="735632" y="1222131"/>
                </a:cubicBezTo>
                <a:cubicBezTo>
                  <a:pt x="735994" y="1222340"/>
                  <a:pt x="736356" y="1222549"/>
                  <a:pt x="736718" y="1222757"/>
                </a:cubicBezTo>
                <a:close/>
                <a:moveTo>
                  <a:pt x="3130380" y="1890895"/>
                </a:moveTo>
                <a:cubicBezTo>
                  <a:pt x="3195131" y="1896154"/>
                  <a:pt x="3259952" y="1881602"/>
                  <a:pt x="3316240" y="1849170"/>
                </a:cubicBezTo>
                <a:lnTo>
                  <a:pt x="4406628" y="1222757"/>
                </a:lnTo>
                <a:cubicBezTo>
                  <a:pt x="4559590" y="1135057"/>
                  <a:pt x="4612489" y="939974"/>
                  <a:pt x="4524782" y="787025"/>
                </a:cubicBezTo>
                <a:cubicBezTo>
                  <a:pt x="4524567" y="786649"/>
                  <a:pt x="4524350" y="786273"/>
                  <a:pt x="4524132" y="785897"/>
                </a:cubicBezTo>
                <a:cubicBezTo>
                  <a:pt x="4435640" y="633301"/>
                  <a:pt x="4239447" y="580978"/>
                  <a:pt x="4086043" y="669198"/>
                </a:cubicBezTo>
                <a:lnTo>
                  <a:pt x="3475473" y="1020355"/>
                </a:lnTo>
                <a:lnTo>
                  <a:pt x="3475473" y="319233"/>
                </a:lnTo>
                <a:cubicBezTo>
                  <a:pt x="3475473" y="143059"/>
                  <a:pt x="3331872" y="0"/>
                  <a:pt x="3154225" y="0"/>
                </a:cubicBezTo>
                <a:cubicBezTo>
                  <a:pt x="2976578" y="0"/>
                  <a:pt x="2833507" y="143059"/>
                  <a:pt x="2833507" y="319233"/>
                </a:cubicBezTo>
                <a:lnTo>
                  <a:pt x="2833507" y="1572324"/>
                </a:lnTo>
                <a:cubicBezTo>
                  <a:pt x="2833507" y="1740286"/>
                  <a:pt x="2964126" y="1878709"/>
                  <a:pt x="3130380" y="1890895"/>
                </a:cubicBezTo>
                <a:close/>
                <a:moveTo>
                  <a:pt x="2013497" y="3252605"/>
                </a:moveTo>
                <a:cubicBezTo>
                  <a:pt x="1948600" y="3247084"/>
                  <a:pt x="1883576" y="3261651"/>
                  <a:pt x="1827239" y="3294330"/>
                </a:cubicBezTo>
                <a:lnTo>
                  <a:pt x="736718" y="3920213"/>
                </a:lnTo>
                <a:cubicBezTo>
                  <a:pt x="583314" y="4008566"/>
                  <a:pt x="530854" y="4204477"/>
                  <a:pt x="619347" y="4357471"/>
                </a:cubicBezTo>
                <a:cubicBezTo>
                  <a:pt x="707839" y="4510464"/>
                  <a:pt x="904297" y="4562389"/>
                  <a:pt x="1057436" y="4473772"/>
                </a:cubicBezTo>
                <a:lnTo>
                  <a:pt x="1668536" y="4123013"/>
                </a:lnTo>
                <a:lnTo>
                  <a:pt x="1668536" y="4823869"/>
                </a:lnTo>
                <a:cubicBezTo>
                  <a:pt x="1668536" y="5000441"/>
                  <a:pt x="1812137" y="5143500"/>
                  <a:pt x="1989651" y="5143500"/>
                </a:cubicBezTo>
                <a:cubicBezTo>
                  <a:pt x="2167166" y="5143500"/>
                  <a:pt x="2310502" y="5000441"/>
                  <a:pt x="2310502" y="4823869"/>
                </a:cubicBezTo>
                <a:lnTo>
                  <a:pt x="2310502" y="3570911"/>
                </a:lnTo>
                <a:cubicBezTo>
                  <a:pt x="2310502" y="3402684"/>
                  <a:pt x="2179486" y="3264526"/>
                  <a:pt x="2013497" y="3252605"/>
                </a:cubicBezTo>
                <a:close/>
                <a:moveTo>
                  <a:pt x="1717816" y="2665798"/>
                </a:moveTo>
                <a:cubicBezTo>
                  <a:pt x="1728394" y="2632182"/>
                  <a:pt x="1733318" y="2597044"/>
                  <a:pt x="1732388" y="2561815"/>
                </a:cubicBezTo>
                <a:cubicBezTo>
                  <a:pt x="1731063" y="2536648"/>
                  <a:pt x="1727884" y="2511480"/>
                  <a:pt x="1720730" y="2486312"/>
                </a:cubicBezTo>
                <a:cubicBezTo>
                  <a:pt x="1699137" y="2408292"/>
                  <a:pt x="1648002" y="2338617"/>
                  <a:pt x="1571300" y="2294640"/>
                </a:cubicBezTo>
                <a:lnTo>
                  <a:pt x="481574" y="1668359"/>
                </a:lnTo>
                <a:cubicBezTo>
                  <a:pt x="327773" y="1580272"/>
                  <a:pt x="131580" y="1632594"/>
                  <a:pt x="43352" y="1785456"/>
                </a:cubicBezTo>
                <a:cubicBezTo>
                  <a:pt x="-44875" y="1938317"/>
                  <a:pt x="6790" y="2133168"/>
                  <a:pt x="160591" y="2221521"/>
                </a:cubicBezTo>
                <a:lnTo>
                  <a:pt x="769571" y="2572015"/>
                </a:lnTo>
                <a:lnTo>
                  <a:pt x="160591" y="2921450"/>
                </a:lnTo>
                <a:cubicBezTo>
                  <a:pt x="6790" y="3010067"/>
                  <a:pt x="-45670" y="3205051"/>
                  <a:pt x="43352" y="3358310"/>
                </a:cubicBezTo>
                <a:cubicBezTo>
                  <a:pt x="132374" y="3511568"/>
                  <a:pt x="327773" y="3562963"/>
                  <a:pt x="481574" y="3474876"/>
                </a:cubicBezTo>
                <a:lnTo>
                  <a:pt x="1571300" y="2848198"/>
                </a:lnTo>
                <a:cubicBezTo>
                  <a:pt x="1641515" y="2808189"/>
                  <a:pt x="1693892" y="2742984"/>
                  <a:pt x="1717816" y="2665798"/>
                </a:cubicBezTo>
                <a:close/>
                <a:moveTo>
                  <a:pt x="5160799" y="588131"/>
                </a:moveTo>
                <a:lnTo>
                  <a:pt x="5112049" y="588131"/>
                </a:lnTo>
                <a:lnTo>
                  <a:pt x="5112049" y="648137"/>
                </a:lnTo>
                <a:lnTo>
                  <a:pt x="5160799" y="648137"/>
                </a:lnTo>
                <a:cubicBezTo>
                  <a:pt x="5183452" y="648137"/>
                  <a:pt x="5198157" y="637937"/>
                  <a:pt x="5198157" y="618730"/>
                </a:cubicBezTo>
                <a:cubicBezTo>
                  <a:pt x="5198157" y="599523"/>
                  <a:pt x="5184512" y="588131"/>
                  <a:pt x="5160799" y="588131"/>
                </a:cubicBezTo>
                <a:close/>
                <a:moveTo>
                  <a:pt x="5052039" y="532630"/>
                </a:moveTo>
                <a:lnTo>
                  <a:pt x="5161859" y="532630"/>
                </a:lnTo>
                <a:cubicBezTo>
                  <a:pt x="5222002" y="532630"/>
                  <a:pt x="5261612" y="565480"/>
                  <a:pt x="5261612" y="616346"/>
                </a:cubicBezTo>
                <a:cubicBezTo>
                  <a:pt x="5261612" y="648137"/>
                  <a:pt x="5245715" y="671847"/>
                  <a:pt x="5222002" y="686683"/>
                </a:cubicBezTo>
                <a:lnTo>
                  <a:pt x="5265056" y="748940"/>
                </a:lnTo>
                <a:lnTo>
                  <a:pt x="5265056" y="761392"/>
                </a:lnTo>
                <a:lnTo>
                  <a:pt x="5202661" y="761392"/>
                </a:lnTo>
                <a:lnTo>
                  <a:pt x="5160799" y="701386"/>
                </a:lnTo>
                <a:lnTo>
                  <a:pt x="5112049" y="701386"/>
                </a:lnTo>
                <a:lnTo>
                  <a:pt x="5112049" y="761392"/>
                </a:lnTo>
                <a:lnTo>
                  <a:pt x="5052039" y="761392"/>
                </a:lnTo>
                <a:close/>
                <a:moveTo>
                  <a:pt x="5358979" y="651581"/>
                </a:moveTo>
                <a:cubicBezTo>
                  <a:pt x="5358979" y="529186"/>
                  <a:pt x="5277508" y="436330"/>
                  <a:pt x="5152851" y="436330"/>
                </a:cubicBezTo>
                <a:cubicBezTo>
                  <a:pt x="5030445" y="436330"/>
                  <a:pt x="4948842" y="524682"/>
                  <a:pt x="4948842" y="651581"/>
                </a:cubicBezTo>
                <a:cubicBezTo>
                  <a:pt x="4948842" y="772783"/>
                  <a:pt x="5030445" y="866699"/>
                  <a:pt x="5152851" y="866699"/>
                </a:cubicBezTo>
                <a:cubicBezTo>
                  <a:pt x="5277508" y="866699"/>
                  <a:pt x="5358979" y="773843"/>
                  <a:pt x="5358979" y="651581"/>
                </a:cubicBezTo>
                <a:close/>
                <a:moveTo>
                  <a:pt x="5409982" y="651581"/>
                </a:moveTo>
                <a:cubicBezTo>
                  <a:pt x="5409982" y="795434"/>
                  <a:pt x="5313674" y="915445"/>
                  <a:pt x="5152851" y="915445"/>
                </a:cubicBezTo>
                <a:cubicBezTo>
                  <a:pt x="4992028" y="915445"/>
                  <a:pt x="4897972" y="794242"/>
                  <a:pt x="4897972" y="651581"/>
                </a:cubicBezTo>
                <a:cubicBezTo>
                  <a:pt x="4897972" y="508919"/>
                  <a:pt x="4993088" y="387584"/>
                  <a:pt x="5152851" y="387584"/>
                </a:cubicBezTo>
                <a:cubicBezTo>
                  <a:pt x="5312614" y="387584"/>
                  <a:pt x="5409982" y="507594"/>
                  <a:pt x="5409982" y="65158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6"/>
          <p:cNvSpPr txBox="1"/>
          <p:nvPr>
            <p:ph type="title"/>
          </p:nvPr>
        </p:nvSpPr>
        <p:spPr>
          <a:xfrm>
            <a:off x="367900" y="274323"/>
            <a:ext cx="83448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000"/>
              </a:spcBef>
              <a:spcAft>
                <a:spcPts val="100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6"/>
          <p:cNvSpPr txBox="1"/>
          <p:nvPr>
            <p:ph idx="1" type="subTitle"/>
          </p:nvPr>
        </p:nvSpPr>
        <p:spPr>
          <a:xfrm>
            <a:off x="365760" y="655285"/>
            <a:ext cx="83448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1800"/>
              <a:buNone/>
              <a:defRPr>
                <a:solidFill>
                  <a:srgbClr val="5B5B5B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800"/>
              <a:buNone/>
              <a:defRPr>
                <a:solidFill>
                  <a:srgbClr val="5B5B5B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3pPr>
            <a:lvl4pPr lvl="3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4pPr>
            <a:lvl5pPr lvl="4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5pPr>
            <a:lvl6pPr lvl="5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6pPr>
            <a:lvl7pPr lvl="6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7pPr>
            <a:lvl8pPr lvl="7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8pPr>
            <a:lvl9pPr lvl="8" rtl="0">
              <a:spcBef>
                <a:spcPts val="1000"/>
              </a:spcBef>
              <a:spcAft>
                <a:spcPts val="100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9pPr>
          </a:lstStyle>
          <a:p/>
        </p:txBody>
      </p:sp>
      <p:sp>
        <p:nvSpPr>
          <p:cNvPr id="56" name="Google Shape;56;p6"/>
          <p:cNvSpPr txBox="1"/>
          <p:nvPr/>
        </p:nvSpPr>
        <p:spPr>
          <a:xfrm>
            <a:off x="2883200" y="1953900"/>
            <a:ext cx="2668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6"/>
          <p:cNvSpPr/>
          <p:nvPr/>
        </p:nvSpPr>
        <p:spPr>
          <a:xfrm>
            <a:off x="660651" y="4866916"/>
            <a:ext cx="16812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600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 xml:space="preserve">© </a:t>
            </a:r>
            <a:r>
              <a:rPr lang="en" sz="600">
                <a:solidFill>
                  <a:srgbClr val="929292"/>
                </a:solidFill>
              </a:rPr>
              <a:t>2026</a:t>
            </a:r>
            <a:r>
              <a:rPr b="0" i="0" lang="en" sz="600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 xml:space="preserve"> Snowflake Inc. All Rights Reserved</a:t>
            </a:r>
            <a:endParaRPr sz="600">
              <a:solidFill>
                <a:srgbClr val="92929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6"/>
          <p:cNvSpPr/>
          <p:nvPr/>
        </p:nvSpPr>
        <p:spPr>
          <a:xfrm>
            <a:off x="0" y="343500"/>
            <a:ext cx="137100" cy="36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Layout">
  <p:cSld name="One Column Layout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7"/>
          <p:cNvSpPr txBox="1"/>
          <p:nvPr>
            <p:ph idx="1" type="body"/>
          </p:nvPr>
        </p:nvSpPr>
        <p:spPr>
          <a:xfrm>
            <a:off x="365750" y="1371600"/>
            <a:ext cx="6261300" cy="331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indent="-342900" lvl="1" marL="9144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2pPr>
            <a:lvl3pPr indent="-317500" lvl="2" marL="13716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•"/>
              <a:defRPr/>
            </a:lvl3pPr>
            <a:lvl4pPr indent="-317500" lvl="3" marL="18288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•"/>
              <a:defRPr/>
            </a:lvl4pPr>
            <a:lvl5pPr indent="-317500" lvl="4" marL="22860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•"/>
              <a:defRPr/>
            </a:lvl5pPr>
            <a:lvl6pPr indent="-317500" lvl="5" marL="2743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61" name="Google Shape;61;p7"/>
          <p:cNvSpPr txBox="1"/>
          <p:nvPr>
            <p:ph type="title"/>
          </p:nvPr>
        </p:nvSpPr>
        <p:spPr>
          <a:xfrm>
            <a:off x="365750" y="274323"/>
            <a:ext cx="83211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000"/>
              </a:spcBef>
              <a:spcAft>
                <a:spcPts val="100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7"/>
          <p:cNvSpPr txBox="1"/>
          <p:nvPr>
            <p:ph idx="12" type="sldNum"/>
          </p:nvPr>
        </p:nvSpPr>
        <p:spPr>
          <a:xfrm>
            <a:off x="8229600" y="4866905"/>
            <a:ext cx="473700" cy="9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indent="0" lvl="0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1pPr>
            <a:lvl2pPr indent="0" lvl="1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2pPr>
            <a:lvl3pPr indent="0" lvl="2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3pPr>
            <a:lvl4pPr indent="0" lvl="3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4pPr>
            <a:lvl5pPr indent="0" lvl="4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5pPr>
            <a:lvl6pPr indent="0" lvl="5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6pPr>
            <a:lvl7pPr indent="0" lvl="6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7pPr>
            <a:lvl8pPr indent="0" lvl="7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8pPr>
            <a:lvl9pPr indent="0" lvl="8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3" name="Google Shape;63;p7"/>
          <p:cNvSpPr/>
          <p:nvPr/>
        </p:nvSpPr>
        <p:spPr>
          <a:xfrm>
            <a:off x="457195" y="4846320"/>
            <a:ext cx="135250" cy="128588"/>
          </a:xfrm>
          <a:custGeom>
            <a:rect b="b" l="l" r="r" t="t"/>
            <a:pathLst>
              <a:path extrusionOk="0" h="5143500" w="5409981">
                <a:moveTo>
                  <a:pt x="4983153" y="2221521"/>
                </a:moveTo>
                <a:lnTo>
                  <a:pt x="4374172" y="2572015"/>
                </a:lnTo>
                <a:lnTo>
                  <a:pt x="4983153" y="2921450"/>
                </a:lnTo>
                <a:cubicBezTo>
                  <a:pt x="5136954" y="3010067"/>
                  <a:pt x="5189546" y="3205051"/>
                  <a:pt x="5100656" y="3358310"/>
                </a:cubicBezTo>
                <a:cubicBezTo>
                  <a:pt x="5011767" y="3511568"/>
                  <a:pt x="4815574" y="3562963"/>
                  <a:pt x="4662302" y="3474876"/>
                </a:cubicBezTo>
                <a:lnTo>
                  <a:pt x="3571781" y="2848198"/>
                </a:lnTo>
                <a:cubicBezTo>
                  <a:pt x="3499053" y="2805943"/>
                  <a:pt x="3448581" y="2739977"/>
                  <a:pt x="3426193" y="2665798"/>
                </a:cubicBezTo>
                <a:cubicBezTo>
                  <a:pt x="3407864" y="2607519"/>
                  <a:pt x="3406806" y="2545180"/>
                  <a:pt x="3423146" y="2486312"/>
                </a:cubicBezTo>
                <a:cubicBezTo>
                  <a:pt x="3445647" y="2405409"/>
                  <a:pt x="3499023" y="2336577"/>
                  <a:pt x="3571781" y="2294640"/>
                </a:cubicBezTo>
                <a:lnTo>
                  <a:pt x="4662302" y="1668359"/>
                </a:lnTo>
                <a:cubicBezTo>
                  <a:pt x="4815574" y="1580272"/>
                  <a:pt x="5011899" y="1632594"/>
                  <a:pt x="5100656" y="1785456"/>
                </a:cubicBezTo>
                <a:cubicBezTo>
                  <a:pt x="5189414" y="1938317"/>
                  <a:pt x="5136954" y="2133168"/>
                  <a:pt x="4983153" y="2221521"/>
                </a:cubicBezTo>
                <a:close/>
                <a:moveTo>
                  <a:pt x="4406628" y="3920213"/>
                </a:moveTo>
                <a:lnTo>
                  <a:pt x="3316240" y="3294330"/>
                </a:lnTo>
                <a:cubicBezTo>
                  <a:pt x="3260045" y="3261658"/>
                  <a:pt x="3195149" y="3247089"/>
                  <a:pt x="3130380" y="3252605"/>
                </a:cubicBezTo>
                <a:cubicBezTo>
                  <a:pt x="2964126" y="3264526"/>
                  <a:pt x="2833507" y="3402684"/>
                  <a:pt x="2833507" y="3570911"/>
                </a:cubicBezTo>
                <a:lnTo>
                  <a:pt x="2833507" y="4823869"/>
                </a:lnTo>
                <a:cubicBezTo>
                  <a:pt x="2833507" y="5000441"/>
                  <a:pt x="2976578" y="5143500"/>
                  <a:pt x="3154225" y="5143500"/>
                </a:cubicBezTo>
                <a:cubicBezTo>
                  <a:pt x="3331872" y="5143500"/>
                  <a:pt x="3475473" y="5000441"/>
                  <a:pt x="3475473" y="4823869"/>
                </a:cubicBezTo>
                <a:lnTo>
                  <a:pt x="3475473" y="4123013"/>
                </a:lnTo>
                <a:lnTo>
                  <a:pt x="4086043" y="4473772"/>
                </a:lnTo>
                <a:cubicBezTo>
                  <a:pt x="4239447" y="4562389"/>
                  <a:pt x="4435640" y="4509934"/>
                  <a:pt x="4524132" y="4357471"/>
                </a:cubicBezTo>
                <a:cubicBezTo>
                  <a:pt x="4612625" y="4205007"/>
                  <a:pt x="4560298" y="4008566"/>
                  <a:pt x="4406628" y="3920213"/>
                </a:cubicBezTo>
                <a:close/>
                <a:moveTo>
                  <a:pt x="3148529" y="2694410"/>
                </a:moveTo>
                <a:lnTo>
                  <a:pt x="2695205" y="3144913"/>
                </a:lnTo>
                <a:cubicBezTo>
                  <a:pt x="2682222" y="3158159"/>
                  <a:pt x="2657185" y="3169021"/>
                  <a:pt x="2638374" y="3169021"/>
                </a:cubicBezTo>
                <a:lnTo>
                  <a:pt x="2504973" y="3169021"/>
                </a:lnTo>
                <a:cubicBezTo>
                  <a:pt x="2486692" y="3169021"/>
                  <a:pt x="2461257" y="3158159"/>
                  <a:pt x="2448142" y="3144913"/>
                </a:cubicBezTo>
                <a:lnTo>
                  <a:pt x="1995083" y="2694410"/>
                </a:lnTo>
                <a:cubicBezTo>
                  <a:pt x="1982100" y="2681694"/>
                  <a:pt x="1971635" y="2656261"/>
                  <a:pt x="1971635" y="2638246"/>
                </a:cubicBezTo>
                <a:lnTo>
                  <a:pt x="1971635" y="2505387"/>
                </a:lnTo>
                <a:cubicBezTo>
                  <a:pt x="1971635" y="2486974"/>
                  <a:pt x="1982100" y="2461409"/>
                  <a:pt x="1995083" y="2448560"/>
                </a:cubicBezTo>
                <a:lnTo>
                  <a:pt x="2448142" y="1998057"/>
                </a:lnTo>
                <a:cubicBezTo>
                  <a:pt x="2461257" y="1984811"/>
                  <a:pt x="2486692" y="1974346"/>
                  <a:pt x="2504973" y="1974346"/>
                </a:cubicBezTo>
                <a:lnTo>
                  <a:pt x="2638374" y="1974346"/>
                </a:lnTo>
                <a:cubicBezTo>
                  <a:pt x="2656787" y="1974346"/>
                  <a:pt x="2682222" y="1984811"/>
                  <a:pt x="2695205" y="1998057"/>
                </a:cubicBezTo>
                <a:lnTo>
                  <a:pt x="3148529" y="2448560"/>
                </a:lnTo>
                <a:cubicBezTo>
                  <a:pt x="3161379" y="2461409"/>
                  <a:pt x="3171844" y="2486974"/>
                  <a:pt x="3171844" y="2505387"/>
                </a:cubicBezTo>
                <a:lnTo>
                  <a:pt x="3171844" y="2638246"/>
                </a:lnTo>
                <a:cubicBezTo>
                  <a:pt x="3171844" y="2656261"/>
                  <a:pt x="3161379" y="2681694"/>
                  <a:pt x="3148529" y="2694410"/>
                </a:cubicBezTo>
                <a:close/>
                <a:moveTo>
                  <a:pt x="2786214" y="2569366"/>
                </a:moveTo>
                <a:cubicBezTo>
                  <a:pt x="2786214" y="2551086"/>
                  <a:pt x="2775086" y="2525786"/>
                  <a:pt x="2762236" y="2512275"/>
                </a:cubicBezTo>
                <a:lnTo>
                  <a:pt x="2630955" y="2382329"/>
                </a:lnTo>
                <a:cubicBezTo>
                  <a:pt x="2617973" y="2369481"/>
                  <a:pt x="2592538" y="2358751"/>
                  <a:pt x="2574257" y="2358751"/>
                </a:cubicBezTo>
                <a:lnTo>
                  <a:pt x="2569090" y="2358751"/>
                </a:lnTo>
                <a:cubicBezTo>
                  <a:pt x="2550809" y="2358751"/>
                  <a:pt x="2525374" y="2369481"/>
                  <a:pt x="2512656" y="2382329"/>
                </a:cubicBezTo>
                <a:lnTo>
                  <a:pt x="2381375" y="2512275"/>
                </a:lnTo>
                <a:cubicBezTo>
                  <a:pt x="2368260" y="2525786"/>
                  <a:pt x="2358192" y="2551086"/>
                  <a:pt x="2358192" y="2569366"/>
                </a:cubicBezTo>
                <a:lnTo>
                  <a:pt x="2358192" y="2574399"/>
                </a:lnTo>
                <a:cubicBezTo>
                  <a:pt x="2358192" y="2592414"/>
                  <a:pt x="2368260" y="2617582"/>
                  <a:pt x="2381375" y="2630696"/>
                </a:cubicBezTo>
                <a:lnTo>
                  <a:pt x="2512656" y="2761038"/>
                </a:lnTo>
                <a:cubicBezTo>
                  <a:pt x="2525506" y="2773887"/>
                  <a:pt x="2550809" y="2784617"/>
                  <a:pt x="2569090" y="2784617"/>
                </a:cubicBezTo>
                <a:lnTo>
                  <a:pt x="2574257" y="2784617"/>
                </a:lnTo>
                <a:cubicBezTo>
                  <a:pt x="2592538" y="2784617"/>
                  <a:pt x="2617973" y="2773887"/>
                  <a:pt x="2630955" y="2761038"/>
                </a:cubicBezTo>
                <a:lnTo>
                  <a:pt x="2762236" y="2630696"/>
                </a:lnTo>
                <a:cubicBezTo>
                  <a:pt x="2775086" y="2617582"/>
                  <a:pt x="2786214" y="2592414"/>
                  <a:pt x="2786214" y="2574399"/>
                </a:cubicBezTo>
                <a:close/>
                <a:moveTo>
                  <a:pt x="736718" y="1222757"/>
                </a:moveTo>
                <a:lnTo>
                  <a:pt x="1827239" y="1849170"/>
                </a:lnTo>
                <a:cubicBezTo>
                  <a:pt x="1883672" y="1881603"/>
                  <a:pt x="1948619" y="1896152"/>
                  <a:pt x="2013497" y="1890895"/>
                </a:cubicBezTo>
                <a:cubicBezTo>
                  <a:pt x="2179486" y="1878709"/>
                  <a:pt x="2310502" y="1740286"/>
                  <a:pt x="2310502" y="1572324"/>
                </a:cubicBezTo>
                <a:lnTo>
                  <a:pt x="2310502" y="319233"/>
                </a:lnTo>
                <a:cubicBezTo>
                  <a:pt x="2310502" y="143059"/>
                  <a:pt x="2166503" y="0"/>
                  <a:pt x="1989651" y="0"/>
                </a:cubicBezTo>
                <a:cubicBezTo>
                  <a:pt x="1812799" y="0"/>
                  <a:pt x="1668536" y="143059"/>
                  <a:pt x="1668536" y="319233"/>
                </a:cubicBezTo>
                <a:lnTo>
                  <a:pt x="1668536" y="1020355"/>
                </a:lnTo>
                <a:lnTo>
                  <a:pt x="1057436" y="669198"/>
                </a:lnTo>
                <a:cubicBezTo>
                  <a:pt x="904297" y="580978"/>
                  <a:pt x="708369" y="633301"/>
                  <a:pt x="619347" y="785897"/>
                </a:cubicBezTo>
                <a:cubicBezTo>
                  <a:pt x="530985" y="938468"/>
                  <a:pt x="583048" y="1133777"/>
                  <a:pt x="735632" y="1222131"/>
                </a:cubicBezTo>
                <a:cubicBezTo>
                  <a:pt x="735994" y="1222340"/>
                  <a:pt x="736356" y="1222549"/>
                  <a:pt x="736718" y="1222757"/>
                </a:cubicBezTo>
                <a:close/>
                <a:moveTo>
                  <a:pt x="3130380" y="1890895"/>
                </a:moveTo>
                <a:cubicBezTo>
                  <a:pt x="3195131" y="1896154"/>
                  <a:pt x="3259952" y="1881602"/>
                  <a:pt x="3316240" y="1849170"/>
                </a:cubicBezTo>
                <a:lnTo>
                  <a:pt x="4406628" y="1222757"/>
                </a:lnTo>
                <a:cubicBezTo>
                  <a:pt x="4559590" y="1135057"/>
                  <a:pt x="4612489" y="939974"/>
                  <a:pt x="4524782" y="787025"/>
                </a:cubicBezTo>
                <a:cubicBezTo>
                  <a:pt x="4524567" y="786649"/>
                  <a:pt x="4524350" y="786273"/>
                  <a:pt x="4524132" y="785897"/>
                </a:cubicBezTo>
                <a:cubicBezTo>
                  <a:pt x="4435640" y="633301"/>
                  <a:pt x="4239447" y="580978"/>
                  <a:pt x="4086043" y="669198"/>
                </a:cubicBezTo>
                <a:lnTo>
                  <a:pt x="3475473" y="1020355"/>
                </a:lnTo>
                <a:lnTo>
                  <a:pt x="3475473" y="319233"/>
                </a:lnTo>
                <a:cubicBezTo>
                  <a:pt x="3475473" y="143059"/>
                  <a:pt x="3331872" y="0"/>
                  <a:pt x="3154225" y="0"/>
                </a:cubicBezTo>
                <a:cubicBezTo>
                  <a:pt x="2976578" y="0"/>
                  <a:pt x="2833507" y="143059"/>
                  <a:pt x="2833507" y="319233"/>
                </a:cubicBezTo>
                <a:lnTo>
                  <a:pt x="2833507" y="1572324"/>
                </a:lnTo>
                <a:cubicBezTo>
                  <a:pt x="2833507" y="1740286"/>
                  <a:pt x="2964126" y="1878709"/>
                  <a:pt x="3130380" y="1890895"/>
                </a:cubicBezTo>
                <a:close/>
                <a:moveTo>
                  <a:pt x="2013497" y="3252605"/>
                </a:moveTo>
                <a:cubicBezTo>
                  <a:pt x="1948600" y="3247084"/>
                  <a:pt x="1883576" y="3261651"/>
                  <a:pt x="1827239" y="3294330"/>
                </a:cubicBezTo>
                <a:lnTo>
                  <a:pt x="736718" y="3920213"/>
                </a:lnTo>
                <a:cubicBezTo>
                  <a:pt x="583314" y="4008566"/>
                  <a:pt x="530854" y="4204477"/>
                  <a:pt x="619347" y="4357471"/>
                </a:cubicBezTo>
                <a:cubicBezTo>
                  <a:pt x="707839" y="4510464"/>
                  <a:pt x="904297" y="4562389"/>
                  <a:pt x="1057436" y="4473772"/>
                </a:cubicBezTo>
                <a:lnTo>
                  <a:pt x="1668536" y="4123013"/>
                </a:lnTo>
                <a:lnTo>
                  <a:pt x="1668536" y="4823869"/>
                </a:lnTo>
                <a:cubicBezTo>
                  <a:pt x="1668536" y="5000441"/>
                  <a:pt x="1812137" y="5143500"/>
                  <a:pt x="1989651" y="5143500"/>
                </a:cubicBezTo>
                <a:cubicBezTo>
                  <a:pt x="2167166" y="5143500"/>
                  <a:pt x="2310502" y="5000441"/>
                  <a:pt x="2310502" y="4823869"/>
                </a:cubicBezTo>
                <a:lnTo>
                  <a:pt x="2310502" y="3570911"/>
                </a:lnTo>
                <a:cubicBezTo>
                  <a:pt x="2310502" y="3402684"/>
                  <a:pt x="2179486" y="3264526"/>
                  <a:pt x="2013497" y="3252605"/>
                </a:cubicBezTo>
                <a:close/>
                <a:moveTo>
                  <a:pt x="1717816" y="2665798"/>
                </a:moveTo>
                <a:cubicBezTo>
                  <a:pt x="1728394" y="2632182"/>
                  <a:pt x="1733318" y="2597044"/>
                  <a:pt x="1732388" y="2561815"/>
                </a:cubicBezTo>
                <a:cubicBezTo>
                  <a:pt x="1731063" y="2536648"/>
                  <a:pt x="1727884" y="2511480"/>
                  <a:pt x="1720730" y="2486312"/>
                </a:cubicBezTo>
                <a:cubicBezTo>
                  <a:pt x="1699137" y="2408292"/>
                  <a:pt x="1648002" y="2338617"/>
                  <a:pt x="1571300" y="2294640"/>
                </a:cubicBezTo>
                <a:lnTo>
                  <a:pt x="481574" y="1668359"/>
                </a:lnTo>
                <a:cubicBezTo>
                  <a:pt x="327773" y="1580272"/>
                  <a:pt x="131580" y="1632594"/>
                  <a:pt x="43352" y="1785456"/>
                </a:cubicBezTo>
                <a:cubicBezTo>
                  <a:pt x="-44875" y="1938317"/>
                  <a:pt x="6790" y="2133168"/>
                  <a:pt x="160591" y="2221521"/>
                </a:cubicBezTo>
                <a:lnTo>
                  <a:pt x="769571" y="2572015"/>
                </a:lnTo>
                <a:lnTo>
                  <a:pt x="160591" y="2921450"/>
                </a:lnTo>
                <a:cubicBezTo>
                  <a:pt x="6790" y="3010067"/>
                  <a:pt x="-45670" y="3205051"/>
                  <a:pt x="43352" y="3358310"/>
                </a:cubicBezTo>
                <a:cubicBezTo>
                  <a:pt x="132374" y="3511568"/>
                  <a:pt x="327773" y="3562963"/>
                  <a:pt x="481574" y="3474876"/>
                </a:cubicBezTo>
                <a:lnTo>
                  <a:pt x="1571300" y="2848198"/>
                </a:lnTo>
                <a:cubicBezTo>
                  <a:pt x="1641515" y="2808189"/>
                  <a:pt x="1693892" y="2742984"/>
                  <a:pt x="1717816" y="2665798"/>
                </a:cubicBezTo>
                <a:close/>
                <a:moveTo>
                  <a:pt x="5160799" y="588131"/>
                </a:moveTo>
                <a:lnTo>
                  <a:pt x="5112049" y="588131"/>
                </a:lnTo>
                <a:lnTo>
                  <a:pt x="5112049" y="648137"/>
                </a:lnTo>
                <a:lnTo>
                  <a:pt x="5160799" y="648137"/>
                </a:lnTo>
                <a:cubicBezTo>
                  <a:pt x="5183452" y="648137"/>
                  <a:pt x="5198157" y="637937"/>
                  <a:pt x="5198157" y="618730"/>
                </a:cubicBezTo>
                <a:cubicBezTo>
                  <a:pt x="5198157" y="599523"/>
                  <a:pt x="5184512" y="588131"/>
                  <a:pt x="5160799" y="588131"/>
                </a:cubicBezTo>
                <a:close/>
                <a:moveTo>
                  <a:pt x="5052039" y="532630"/>
                </a:moveTo>
                <a:lnTo>
                  <a:pt x="5161859" y="532630"/>
                </a:lnTo>
                <a:cubicBezTo>
                  <a:pt x="5222002" y="532630"/>
                  <a:pt x="5261612" y="565480"/>
                  <a:pt x="5261612" y="616346"/>
                </a:cubicBezTo>
                <a:cubicBezTo>
                  <a:pt x="5261612" y="648137"/>
                  <a:pt x="5245715" y="671847"/>
                  <a:pt x="5222002" y="686683"/>
                </a:cubicBezTo>
                <a:lnTo>
                  <a:pt x="5265056" y="748940"/>
                </a:lnTo>
                <a:lnTo>
                  <a:pt x="5265056" y="761392"/>
                </a:lnTo>
                <a:lnTo>
                  <a:pt x="5202661" y="761392"/>
                </a:lnTo>
                <a:lnTo>
                  <a:pt x="5160799" y="701386"/>
                </a:lnTo>
                <a:lnTo>
                  <a:pt x="5112049" y="701386"/>
                </a:lnTo>
                <a:lnTo>
                  <a:pt x="5112049" y="761392"/>
                </a:lnTo>
                <a:lnTo>
                  <a:pt x="5052039" y="761392"/>
                </a:lnTo>
                <a:close/>
                <a:moveTo>
                  <a:pt x="5358979" y="651581"/>
                </a:moveTo>
                <a:cubicBezTo>
                  <a:pt x="5358979" y="529186"/>
                  <a:pt x="5277508" y="436330"/>
                  <a:pt x="5152851" y="436330"/>
                </a:cubicBezTo>
                <a:cubicBezTo>
                  <a:pt x="5030445" y="436330"/>
                  <a:pt x="4948842" y="524682"/>
                  <a:pt x="4948842" y="651581"/>
                </a:cubicBezTo>
                <a:cubicBezTo>
                  <a:pt x="4948842" y="772783"/>
                  <a:pt x="5030445" y="866699"/>
                  <a:pt x="5152851" y="866699"/>
                </a:cubicBezTo>
                <a:cubicBezTo>
                  <a:pt x="5277508" y="866699"/>
                  <a:pt x="5358979" y="773843"/>
                  <a:pt x="5358979" y="651581"/>
                </a:cubicBezTo>
                <a:close/>
                <a:moveTo>
                  <a:pt x="5409982" y="651581"/>
                </a:moveTo>
                <a:cubicBezTo>
                  <a:pt x="5409982" y="795434"/>
                  <a:pt x="5313674" y="915445"/>
                  <a:pt x="5152851" y="915445"/>
                </a:cubicBezTo>
                <a:cubicBezTo>
                  <a:pt x="4992028" y="915445"/>
                  <a:pt x="4897972" y="794242"/>
                  <a:pt x="4897972" y="651581"/>
                </a:cubicBezTo>
                <a:cubicBezTo>
                  <a:pt x="4897972" y="508919"/>
                  <a:pt x="4993088" y="387584"/>
                  <a:pt x="5152851" y="387584"/>
                </a:cubicBezTo>
                <a:cubicBezTo>
                  <a:pt x="5312614" y="387584"/>
                  <a:pt x="5409982" y="507594"/>
                  <a:pt x="5409982" y="65158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7"/>
          <p:cNvSpPr/>
          <p:nvPr/>
        </p:nvSpPr>
        <p:spPr>
          <a:xfrm>
            <a:off x="660651" y="4866916"/>
            <a:ext cx="16812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600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 xml:space="preserve">© </a:t>
            </a:r>
            <a:r>
              <a:rPr lang="en" sz="600">
                <a:solidFill>
                  <a:srgbClr val="929292"/>
                </a:solidFill>
              </a:rPr>
              <a:t>2026</a:t>
            </a:r>
            <a:r>
              <a:rPr b="0" i="0" lang="en" sz="600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 xml:space="preserve"> Snowflake Inc. All Rights Reserved</a:t>
            </a:r>
            <a:endParaRPr sz="600">
              <a:solidFill>
                <a:srgbClr val="92929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7"/>
          <p:cNvSpPr txBox="1"/>
          <p:nvPr>
            <p:ph idx="2" type="subTitle"/>
          </p:nvPr>
        </p:nvSpPr>
        <p:spPr>
          <a:xfrm>
            <a:off x="365760" y="655285"/>
            <a:ext cx="83448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1800"/>
              <a:buNone/>
              <a:defRPr>
                <a:solidFill>
                  <a:srgbClr val="5B5B5B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800"/>
              <a:buNone/>
              <a:defRPr>
                <a:solidFill>
                  <a:srgbClr val="5B5B5B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3pPr>
            <a:lvl4pPr lvl="3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4pPr>
            <a:lvl5pPr lvl="4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5pPr>
            <a:lvl6pPr lvl="5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6pPr>
            <a:lvl7pPr lvl="6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7pPr>
            <a:lvl8pPr lvl="7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8pPr>
            <a:lvl9pPr lvl="8" rtl="0">
              <a:spcBef>
                <a:spcPts val="1000"/>
              </a:spcBef>
              <a:spcAft>
                <a:spcPts val="100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9pPr>
          </a:lstStyle>
          <a:p/>
        </p:txBody>
      </p:sp>
      <p:sp>
        <p:nvSpPr>
          <p:cNvPr id="66" name="Google Shape;66;p7"/>
          <p:cNvSpPr/>
          <p:nvPr/>
        </p:nvSpPr>
        <p:spPr>
          <a:xfrm>
            <a:off x="0" y="343500"/>
            <a:ext cx="137100" cy="36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lumn Layout">
  <p:cSld name="One Column Layout_1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"/>
          <p:cNvSpPr txBox="1"/>
          <p:nvPr>
            <p:ph type="title"/>
          </p:nvPr>
        </p:nvSpPr>
        <p:spPr>
          <a:xfrm>
            <a:off x="365750" y="274323"/>
            <a:ext cx="83484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000"/>
              </a:spcBef>
              <a:spcAft>
                <a:spcPts val="100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8"/>
          <p:cNvSpPr txBox="1"/>
          <p:nvPr>
            <p:ph idx="1" type="body"/>
          </p:nvPr>
        </p:nvSpPr>
        <p:spPr>
          <a:xfrm>
            <a:off x="365750" y="1371600"/>
            <a:ext cx="4160400" cy="331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rtl="0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2pPr>
            <a:lvl3pPr indent="-317500" lvl="2" marL="13716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/>
            </a:lvl3pPr>
            <a:lvl4pPr indent="-317500" lvl="3" marL="18288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/>
            </a:lvl4pPr>
            <a:lvl5pPr indent="-317500" lvl="4" marL="22860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/>
            </a:lvl5pPr>
            <a:lvl6pPr indent="-317500" lvl="5" marL="27432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rtl="0">
              <a:spcBef>
                <a:spcPts val="1000"/>
              </a:spcBef>
              <a:spcAft>
                <a:spcPts val="100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70" name="Google Shape;70;p8"/>
          <p:cNvSpPr txBox="1"/>
          <p:nvPr>
            <p:ph idx="2" type="body"/>
          </p:nvPr>
        </p:nvSpPr>
        <p:spPr>
          <a:xfrm>
            <a:off x="4617721" y="1371600"/>
            <a:ext cx="4160400" cy="331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rtl="0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2pPr>
            <a:lvl3pPr indent="-317500" lvl="2" marL="13716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/>
            </a:lvl3pPr>
            <a:lvl4pPr indent="-317500" lvl="3" marL="18288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/>
            </a:lvl4pPr>
            <a:lvl5pPr indent="-317500" lvl="4" marL="22860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/>
            </a:lvl5pPr>
            <a:lvl6pPr indent="-317500" lvl="5" marL="27432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rtl="0">
              <a:spcBef>
                <a:spcPts val="1000"/>
              </a:spcBef>
              <a:spcAft>
                <a:spcPts val="100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71" name="Google Shape;71;p8"/>
          <p:cNvSpPr txBox="1"/>
          <p:nvPr>
            <p:ph idx="12" type="sldNum"/>
          </p:nvPr>
        </p:nvSpPr>
        <p:spPr>
          <a:xfrm>
            <a:off x="8229600" y="4866905"/>
            <a:ext cx="473700" cy="9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indent="0" lvl="0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1pPr>
            <a:lvl2pPr indent="0" lvl="1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2pPr>
            <a:lvl3pPr indent="0" lvl="2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3pPr>
            <a:lvl4pPr indent="0" lvl="3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4pPr>
            <a:lvl5pPr indent="0" lvl="4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5pPr>
            <a:lvl6pPr indent="0" lvl="5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6pPr>
            <a:lvl7pPr indent="0" lvl="6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7pPr>
            <a:lvl8pPr indent="0" lvl="7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8pPr>
            <a:lvl9pPr indent="0" lvl="8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2" name="Google Shape;72;p8"/>
          <p:cNvSpPr/>
          <p:nvPr/>
        </p:nvSpPr>
        <p:spPr>
          <a:xfrm>
            <a:off x="457195" y="4846320"/>
            <a:ext cx="135250" cy="128588"/>
          </a:xfrm>
          <a:custGeom>
            <a:rect b="b" l="l" r="r" t="t"/>
            <a:pathLst>
              <a:path extrusionOk="0" h="5143500" w="5409981">
                <a:moveTo>
                  <a:pt x="4983153" y="2221521"/>
                </a:moveTo>
                <a:lnTo>
                  <a:pt x="4374172" y="2572015"/>
                </a:lnTo>
                <a:lnTo>
                  <a:pt x="4983153" y="2921450"/>
                </a:lnTo>
                <a:cubicBezTo>
                  <a:pt x="5136954" y="3010067"/>
                  <a:pt x="5189546" y="3205051"/>
                  <a:pt x="5100656" y="3358310"/>
                </a:cubicBezTo>
                <a:cubicBezTo>
                  <a:pt x="5011767" y="3511568"/>
                  <a:pt x="4815574" y="3562963"/>
                  <a:pt x="4662302" y="3474876"/>
                </a:cubicBezTo>
                <a:lnTo>
                  <a:pt x="3571781" y="2848198"/>
                </a:lnTo>
                <a:cubicBezTo>
                  <a:pt x="3499053" y="2805943"/>
                  <a:pt x="3448581" y="2739977"/>
                  <a:pt x="3426193" y="2665798"/>
                </a:cubicBezTo>
                <a:cubicBezTo>
                  <a:pt x="3407864" y="2607519"/>
                  <a:pt x="3406806" y="2545180"/>
                  <a:pt x="3423146" y="2486312"/>
                </a:cubicBezTo>
                <a:cubicBezTo>
                  <a:pt x="3445647" y="2405409"/>
                  <a:pt x="3499023" y="2336577"/>
                  <a:pt x="3571781" y="2294640"/>
                </a:cubicBezTo>
                <a:lnTo>
                  <a:pt x="4662302" y="1668359"/>
                </a:lnTo>
                <a:cubicBezTo>
                  <a:pt x="4815574" y="1580272"/>
                  <a:pt x="5011899" y="1632594"/>
                  <a:pt x="5100656" y="1785456"/>
                </a:cubicBezTo>
                <a:cubicBezTo>
                  <a:pt x="5189414" y="1938317"/>
                  <a:pt x="5136954" y="2133168"/>
                  <a:pt x="4983153" y="2221521"/>
                </a:cubicBezTo>
                <a:close/>
                <a:moveTo>
                  <a:pt x="4406628" y="3920213"/>
                </a:moveTo>
                <a:lnTo>
                  <a:pt x="3316240" y="3294330"/>
                </a:lnTo>
                <a:cubicBezTo>
                  <a:pt x="3260045" y="3261658"/>
                  <a:pt x="3195149" y="3247089"/>
                  <a:pt x="3130380" y="3252605"/>
                </a:cubicBezTo>
                <a:cubicBezTo>
                  <a:pt x="2964126" y="3264526"/>
                  <a:pt x="2833507" y="3402684"/>
                  <a:pt x="2833507" y="3570911"/>
                </a:cubicBezTo>
                <a:lnTo>
                  <a:pt x="2833507" y="4823869"/>
                </a:lnTo>
                <a:cubicBezTo>
                  <a:pt x="2833507" y="5000441"/>
                  <a:pt x="2976578" y="5143500"/>
                  <a:pt x="3154225" y="5143500"/>
                </a:cubicBezTo>
                <a:cubicBezTo>
                  <a:pt x="3331872" y="5143500"/>
                  <a:pt x="3475473" y="5000441"/>
                  <a:pt x="3475473" y="4823869"/>
                </a:cubicBezTo>
                <a:lnTo>
                  <a:pt x="3475473" y="4123013"/>
                </a:lnTo>
                <a:lnTo>
                  <a:pt x="4086043" y="4473772"/>
                </a:lnTo>
                <a:cubicBezTo>
                  <a:pt x="4239447" y="4562389"/>
                  <a:pt x="4435640" y="4509934"/>
                  <a:pt x="4524132" y="4357471"/>
                </a:cubicBezTo>
                <a:cubicBezTo>
                  <a:pt x="4612625" y="4205007"/>
                  <a:pt x="4560298" y="4008566"/>
                  <a:pt x="4406628" y="3920213"/>
                </a:cubicBezTo>
                <a:close/>
                <a:moveTo>
                  <a:pt x="3148529" y="2694410"/>
                </a:moveTo>
                <a:lnTo>
                  <a:pt x="2695205" y="3144913"/>
                </a:lnTo>
                <a:cubicBezTo>
                  <a:pt x="2682222" y="3158159"/>
                  <a:pt x="2657185" y="3169021"/>
                  <a:pt x="2638374" y="3169021"/>
                </a:cubicBezTo>
                <a:lnTo>
                  <a:pt x="2504973" y="3169021"/>
                </a:lnTo>
                <a:cubicBezTo>
                  <a:pt x="2486692" y="3169021"/>
                  <a:pt x="2461257" y="3158159"/>
                  <a:pt x="2448142" y="3144913"/>
                </a:cubicBezTo>
                <a:lnTo>
                  <a:pt x="1995083" y="2694410"/>
                </a:lnTo>
                <a:cubicBezTo>
                  <a:pt x="1982100" y="2681694"/>
                  <a:pt x="1971635" y="2656261"/>
                  <a:pt x="1971635" y="2638246"/>
                </a:cubicBezTo>
                <a:lnTo>
                  <a:pt x="1971635" y="2505387"/>
                </a:lnTo>
                <a:cubicBezTo>
                  <a:pt x="1971635" y="2486974"/>
                  <a:pt x="1982100" y="2461409"/>
                  <a:pt x="1995083" y="2448560"/>
                </a:cubicBezTo>
                <a:lnTo>
                  <a:pt x="2448142" y="1998057"/>
                </a:lnTo>
                <a:cubicBezTo>
                  <a:pt x="2461257" y="1984811"/>
                  <a:pt x="2486692" y="1974346"/>
                  <a:pt x="2504973" y="1974346"/>
                </a:cubicBezTo>
                <a:lnTo>
                  <a:pt x="2638374" y="1974346"/>
                </a:lnTo>
                <a:cubicBezTo>
                  <a:pt x="2656787" y="1974346"/>
                  <a:pt x="2682222" y="1984811"/>
                  <a:pt x="2695205" y="1998057"/>
                </a:cubicBezTo>
                <a:lnTo>
                  <a:pt x="3148529" y="2448560"/>
                </a:lnTo>
                <a:cubicBezTo>
                  <a:pt x="3161379" y="2461409"/>
                  <a:pt x="3171844" y="2486974"/>
                  <a:pt x="3171844" y="2505387"/>
                </a:cubicBezTo>
                <a:lnTo>
                  <a:pt x="3171844" y="2638246"/>
                </a:lnTo>
                <a:cubicBezTo>
                  <a:pt x="3171844" y="2656261"/>
                  <a:pt x="3161379" y="2681694"/>
                  <a:pt x="3148529" y="2694410"/>
                </a:cubicBezTo>
                <a:close/>
                <a:moveTo>
                  <a:pt x="2786214" y="2569366"/>
                </a:moveTo>
                <a:cubicBezTo>
                  <a:pt x="2786214" y="2551086"/>
                  <a:pt x="2775086" y="2525786"/>
                  <a:pt x="2762236" y="2512275"/>
                </a:cubicBezTo>
                <a:lnTo>
                  <a:pt x="2630955" y="2382329"/>
                </a:lnTo>
                <a:cubicBezTo>
                  <a:pt x="2617973" y="2369481"/>
                  <a:pt x="2592538" y="2358751"/>
                  <a:pt x="2574257" y="2358751"/>
                </a:cubicBezTo>
                <a:lnTo>
                  <a:pt x="2569090" y="2358751"/>
                </a:lnTo>
                <a:cubicBezTo>
                  <a:pt x="2550809" y="2358751"/>
                  <a:pt x="2525374" y="2369481"/>
                  <a:pt x="2512656" y="2382329"/>
                </a:cubicBezTo>
                <a:lnTo>
                  <a:pt x="2381375" y="2512275"/>
                </a:lnTo>
                <a:cubicBezTo>
                  <a:pt x="2368260" y="2525786"/>
                  <a:pt x="2358192" y="2551086"/>
                  <a:pt x="2358192" y="2569366"/>
                </a:cubicBezTo>
                <a:lnTo>
                  <a:pt x="2358192" y="2574399"/>
                </a:lnTo>
                <a:cubicBezTo>
                  <a:pt x="2358192" y="2592414"/>
                  <a:pt x="2368260" y="2617582"/>
                  <a:pt x="2381375" y="2630696"/>
                </a:cubicBezTo>
                <a:lnTo>
                  <a:pt x="2512656" y="2761038"/>
                </a:lnTo>
                <a:cubicBezTo>
                  <a:pt x="2525506" y="2773887"/>
                  <a:pt x="2550809" y="2784617"/>
                  <a:pt x="2569090" y="2784617"/>
                </a:cubicBezTo>
                <a:lnTo>
                  <a:pt x="2574257" y="2784617"/>
                </a:lnTo>
                <a:cubicBezTo>
                  <a:pt x="2592538" y="2784617"/>
                  <a:pt x="2617973" y="2773887"/>
                  <a:pt x="2630955" y="2761038"/>
                </a:cubicBezTo>
                <a:lnTo>
                  <a:pt x="2762236" y="2630696"/>
                </a:lnTo>
                <a:cubicBezTo>
                  <a:pt x="2775086" y="2617582"/>
                  <a:pt x="2786214" y="2592414"/>
                  <a:pt x="2786214" y="2574399"/>
                </a:cubicBezTo>
                <a:close/>
                <a:moveTo>
                  <a:pt x="736718" y="1222757"/>
                </a:moveTo>
                <a:lnTo>
                  <a:pt x="1827239" y="1849170"/>
                </a:lnTo>
                <a:cubicBezTo>
                  <a:pt x="1883672" y="1881603"/>
                  <a:pt x="1948619" y="1896152"/>
                  <a:pt x="2013497" y="1890895"/>
                </a:cubicBezTo>
                <a:cubicBezTo>
                  <a:pt x="2179486" y="1878709"/>
                  <a:pt x="2310502" y="1740286"/>
                  <a:pt x="2310502" y="1572324"/>
                </a:cubicBezTo>
                <a:lnTo>
                  <a:pt x="2310502" y="319233"/>
                </a:lnTo>
                <a:cubicBezTo>
                  <a:pt x="2310502" y="143059"/>
                  <a:pt x="2166503" y="0"/>
                  <a:pt x="1989651" y="0"/>
                </a:cubicBezTo>
                <a:cubicBezTo>
                  <a:pt x="1812799" y="0"/>
                  <a:pt x="1668536" y="143059"/>
                  <a:pt x="1668536" y="319233"/>
                </a:cubicBezTo>
                <a:lnTo>
                  <a:pt x="1668536" y="1020355"/>
                </a:lnTo>
                <a:lnTo>
                  <a:pt x="1057436" y="669198"/>
                </a:lnTo>
                <a:cubicBezTo>
                  <a:pt x="904297" y="580978"/>
                  <a:pt x="708369" y="633301"/>
                  <a:pt x="619347" y="785897"/>
                </a:cubicBezTo>
                <a:cubicBezTo>
                  <a:pt x="530985" y="938468"/>
                  <a:pt x="583048" y="1133777"/>
                  <a:pt x="735632" y="1222131"/>
                </a:cubicBezTo>
                <a:cubicBezTo>
                  <a:pt x="735994" y="1222340"/>
                  <a:pt x="736356" y="1222549"/>
                  <a:pt x="736718" y="1222757"/>
                </a:cubicBezTo>
                <a:close/>
                <a:moveTo>
                  <a:pt x="3130380" y="1890895"/>
                </a:moveTo>
                <a:cubicBezTo>
                  <a:pt x="3195131" y="1896154"/>
                  <a:pt x="3259952" y="1881602"/>
                  <a:pt x="3316240" y="1849170"/>
                </a:cubicBezTo>
                <a:lnTo>
                  <a:pt x="4406628" y="1222757"/>
                </a:lnTo>
                <a:cubicBezTo>
                  <a:pt x="4559590" y="1135057"/>
                  <a:pt x="4612489" y="939974"/>
                  <a:pt x="4524782" y="787025"/>
                </a:cubicBezTo>
                <a:cubicBezTo>
                  <a:pt x="4524567" y="786649"/>
                  <a:pt x="4524350" y="786273"/>
                  <a:pt x="4524132" y="785897"/>
                </a:cubicBezTo>
                <a:cubicBezTo>
                  <a:pt x="4435640" y="633301"/>
                  <a:pt x="4239447" y="580978"/>
                  <a:pt x="4086043" y="669198"/>
                </a:cubicBezTo>
                <a:lnTo>
                  <a:pt x="3475473" y="1020355"/>
                </a:lnTo>
                <a:lnTo>
                  <a:pt x="3475473" y="319233"/>
                </a:lnTo>
                <a:cubicBezTo>
                  <a:pt x="3475473" y="143059"/>
                  <a:pt x="3331872" y="0"/>
                  <a:pt x="3154225" y="0"/>
                </a:cubicBezTo>
                <a:cubicBezTo>
                  <a:pt x="2976578" y="0"/>
                  <a:pt x="2833507" y="143059"/>
                  <a:pt x="2833507" y="319233"/>
                </a:cubicBezTo>
                <a:lnTo>
                  <a:pt x="2833507" y="1572324"/>
                </a:lnTo>
                <a:cubicBezTo>
                  <a:pt x="2833507" y="1740286"/>
                  <a:pt x="2964126" y="1878709"/>
                  <a:pt x="3130380" y="1890895"/>
                </a:cubicBezTo>
                <a:close/>
                <a:moveTo>
                  <a:pt x="2013497" y="3252605"/>
                </a:moveTo>
                <a:cubicBezTo>
                  <a:pt x="1948600" y="3247084"/>
                  <a:pt x="1883576" y="3261651"/>
                  <a:pt x="1827239" y="3294330"/>
                </a:cubicBezTo>
                <a:lnTo>
                  <a:pt x="736718" y="3920213"/>
                </a:lnTo>
                <a:cubicBezTo>
                  <a:pt x="583314" y="4008566"/>
                  <a:pt x="530854" y="4204477"/>
                  <a:pt x="619347" y="4357471"/>
                </a:cubicBezTo>
                <a:cubicBezTo>
                  <a:pt x="707839" y="4510464"/>
                  <a:pt x="904297" y="4562389"/>
                  <a:pt x="1057436" y="4473772"/>
                </a:cubicBezTo>
                <a:lnTo>
                  <a:pt x="1668536" y="4123013"/>
                </a:lnTo>
                <a:lnTo>
                  <a:pt x="1668536" y="4823869"/>
                </a:lnTo>
                <a:cubicBezTo>
                  <a:pt x="1668536" y="5000441"/>
                  <a:pt x="1812137" y="5143500"/>
                  <a:pt x="1989651" y="5143500"/>
                </a:cubicBezTo>
                <a:cubicBezTo>
                  <a:pt x="2167166" y="5143500"/>
                  <a:pt x="2310502" y="5000441"/>
                  <a:pt x="2310502" y="4823869"/>
                </a:cubicBezTo>
                <a:lnTo>
                  <a:pt x="2310502" y="3570911"/>
                </a:lnTo>
                <a:cubicBezTo>
                  <a:pt x="2310502" y="3402684"/>
                  <a:pt x="2179486" y="3264526"/>
                  <a:pt x="2013497" y="3252605"/>
                </a:cubicBezTo>
                <a:close/>
                <a:moveTo>
                  <a:pt x="1717816" y="2665798"/>
                </a:moveTo>
                <a:cubicBezTo>
                  <a:pt x="1728394" y="2632182"/>
                  <a:pt x="1733318" y="2597044"/>
                  <a:pt x="1732388" y="2561815"/>
                </a:cubicBezTo>
                <a:cubicBezTo>
                  <a:pt x="1731063" y="2536648"/>
                  <a:pt x="1727884" y="2511480"/>
                  <a:pt x="1720730" y="2486312"/>
                </a:cubicBezTo>
                <a:cubicBezTo>
                  <a:pt x="1699137" y="2408292"/>
                  <a:pt x="1648002" y="2338617"/>
                  <a:pt x="1571300" y="2294640"/>
                </a:cubicBezTo>
                <a:lnTo>
                  <a:pt x="481574" y="1668359"/>
                </a:lnTo>
                <a:cubicBezTo>
                  <a:pt x="327773" y="1580272"/>
                  <a:pt x="131580" y="1632594"/>
                  <a:pt x="43352" y="1785456"/>
                </a:cubicBezTo>
                <a:cubicBezTo>
                  <a:pt x="-44875" y="1938317"/>
                  <a:pt x="6790" y="2133168"/>
                  <a:pt x="160591" y="2221521"/>
                </a:cubicBezTo>
                <a:lnTo>
                  <a:pt x="769571" y="2572015"/>
                </a:lnTo>
                <a:lnTo>
                  <a:pt x="160591" y="2921450"/>
                </a:lnTo>
                <a:cubicBezTo>
                  <a:pt x="6790" y="3010067"/>
                  <a:pt x="-45670" y="3205051"/>
                  <a:pt x="43352" y="3358310"/>
                </a:cubicBezTo>
                <a:cubicBezTo>
                  <a:pt x="132374" y="3511568"/>
                  <a:pt x="327773" y="3562963"/>
                  <a:pt x="481574" y="3474876"/>
                </a:cubicBezTo>
                <a:lnTo>
                  <a:pt x="1571300" y="2848198"/>
                </a:lnTo>
                <a:cubicBezTo>
                  <a:pt x="1641515" y="2808189"/>
                  <a:pt x="1693892" y="2742984"/>
                  <a:pt x="1717816" y="2665798"/>
                </a:cubicBezTo>
                <a:close/>
                <a:moveTo>
                  <a:pt x="5160799" y="588131"/>
                </a:moveTo>
                <a:lnTo>
                  <a:pt x="5112049" y="588131"/>
                </a:lnTo>
                <a:lnTo>
                  <a:pt x="5112049" y="648137"/>
                </a:lnTo>
                <a:lnTo>
                  <a:pt x="5160799" y="648137"/>
                </a:lnTo>
                <a:cubicBezTo>
                  <a:pt x="5183452" y="648137"/>
                  <a:pt x="5198157" y="637937"/>
                  <a:pt x="5198157" y="618730"/>
                </a:cubicBezTo>
                <a:cubicBezTo>
                  <a:pt x="5198157" y="599523"/>
                  <a:pt x="5184512" y="588131"/>
                  <a:pt x="5160799" y="588131"/>
                </a:cubicBezTo>
                <a:close/>
                <a:moveTo>
                  <a:pt x="5052039" y="532630"/>
                </a:moveTo>
                <a:lnTo>
                  <a:pt x="5161859" y="532630"/>
                </a:lnTo>
                <a:cubicBezTo>
                  <a:pt x="5222002" y="532630"/>
                  <a:pt x="5261612" y="565480"/>
                  <a:pt x="5261612" y="616346"/>
                </a:cubicBezTo>
                <a:cubicBezTo>
                  <a:pt x="5261612" y="648137"/>
                  <a:pt x="5245715" y="671847"/>
                  <a:pt x="5222002" y="686683"/>
                </a:cubicBezTo>
                <a:lnTo>
                  <a:pt x="5265056" y="748940"/>
                </a:lnTo>
                <a:lnTo>
                  <a:pt x="5265056" y="761392"/>
                </a:lnTo>
                <a:lnTo>
                  <a:pt x="5202661" y="761392"/>
                </a:lnTo>
                <a:lnTo>
                  <a:pt x="5160799" y="701386"/>
                </a:lnTo>
                <a:lnTo>
                  <a:pt x="5112049" y="701386"/>
                </a:lnTo>
                <a:lnTo>
                  <a:pt x="5112049" y="761392"/>
                </a:lnTo>
                <a:lnTo>
                  <a:pt x="5052039" y="761392"/>
                </a:lnTo>
                <a:close/>
                <a:moveTo>
                  <a:pt x="5358979" y="651581"/>
                </a:moveTo>
                <a:cubicBezTo>
                  <a:pt x="5358979" y="529186"/>
                  <a:pt x="5277508" y="436330"/>
                  <a:pt x="5152851" y="436330"/>
                </a:cubicBezTo>
                <a:cubicBezTo>
                  <a:pt x="5030445" y="436330"/>
                  <a:pt x="4948842" y="524682"/>
                  <a:pt x="4948842" y="651581"/>
                </a:cubicBezTo>
                <a:cubicBezTo>
                  <a:pt x="4948842" y="772783"/>
                  <a:pt x="5030445" y="866699"/>
                  <a:pt x="5152851" y="866699"/>
                </a:cubicBezTo>
                <a:cubicBezTo>
                  <a:pt x="5277508" y="866699"/>
                  <a:pt x="5358979" y="773843"/>
                  <a:pt x="5358979" y="651581"/>
                </a:cubicBezTo>
                <a:close/>
                <a:moveTo>
                  <a:pt x="5409982" y="651581"/>
                </a:moveTo>
                <a:cubicBezTo>
                  <a:pt x="5409982" y="795434"/>
                  <a:pt x="5313674" y="915445"/>
                  <a:pt x="5152851" y="915445"/>
                </a:cubicBezTo>
                <a:cubicBezTo>
                  <a:pt x="4992028" y="915445"/>
                  <a:pt x="4897972" y="794242"/>
                  <a:pt x="4897972" y="651581"/>
                </a:cubicBezTo>
                <a:cubicBezTo>
                  <a:pt x="4897972" y="508919"/>
                  <a:pt x="4993088" y="387584"/>
                  <a:pt x="5152851" y="387584"/>
                </a:cubicBezTo>
                <a:cubicBezTo>
                  <a:pt x="5312614" y="387584"/>
                  <a:pt x="5409982" y="507594"/>
                  <a:pt x="5409982" y="65158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8"/>
          <p:cNvSpPr/>
          <p:nvPr/>
        </p:nvSpPr>
        <p:spPr>
          <a:xfrm>
            <a:off x="660651" y="4866916"/>
            <a:ext cx="16812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600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 xml:space="preserve">© </a:t>
            </a:r>
            <a:r>
              <a:rPr lang="en" sz="600">
                <a:solidFill>
                  <a:srgbClr val="929292"/>
                </a:solidFill>
              </a:rPr>
              <a:t>2026</a:t>
            </a:r>
            <a:r>
              <a:rPr b="0" i="0" lang="en" sz="600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 xml:space="preserve"> Snowflake Inc. All Rights Reserved</a:t>
            </a:r>
            <a:endParaRPr sz="600">
              <a:solidFill>
                <a:srgbClr val="92929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8"/>
          <p:cNvSpPr txBox="1"/>
          <p:nvPr>
            <p:ph idx="3" type="subTitle"/>
          </p:nvPr>
        </p:nvSpPr>
        <p:spPr>
          <a:xfrm>
            <a:off x="365760" y="655285"/>
            <a:ext cx="83448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1800"/>
              <a:buNone/>
              <a:defRPr>
                <a:solidFill>
                  <a:srgbClr val="5B5B5B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800"/>
              <a:buNone/>
              <a:defRPr>
                <a:solidFill>
                  <a:srgbClr val="5B5B5B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3pPr>
            <a:lvl4pPr lvl="3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4pPr>
            <a:lvl5pPr lvl="4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5pPr>
            <a:lvl6pPr lvl="5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6pPr>
            <a:lvl7pPr lvl="6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7pPr>
            <a:lvl8pPr lvl="7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8pPr>
            <a:lvl9pPr lvl="8" rtl="0">
              <a:spcBef>
                <a:spcPts val="1000"/>
              </a:spcBef>
              <a:spcAft>
                <a:spcPts val="100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9pPr>
          </a:lstStyle>
          <a:p/>
        </p:txBody>
      </p:sp>
      <p:sp>
        <p:nvSpPr>
          <p:cNvPr id="75" name="Google Shape;75;p8"/>
          <p:cNvSpPr/>
          <p:nvPr/>
        </p:nvSpPr>
        <p:spPr>
          <a:xfrm>
            <a:off x="0" y="343500"/>
            <a:ext cx="137100" cy="36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Column Layout">
  <p:cSld name="One Column Layout_1_1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9"/>
          <p:cNvSpPr txBox="1"/>
          <p:nvPr>
            <p:ph type="title"/>
          </p:nvPr>
        </p:nvSpPr>
        <p:spPr>
          <a:xfrm>
            <a:off x="365750" y="274320"/>
            <a:ext cx="83577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000"/>
              </a:spcBef>
              <a:spcAft>
                <a:spcPts val="100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9"/>
          <p:cNvSpPr txBox="1"/>
          <p:nvPr>
            <p:ph idx="1" type="body"/>
          </p:nvPr>
        </p:nvSpPr>
        <p:spPr>
          <a:xfrm>
            <a:off x="365750" y="1371600"/>
            <a:ext cx="2697600" cy="331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•"/>
              <a:defRPr sz="1400"/>
            </a:lvl1pPr>
            <a:lvl2pPr indent="-317500" lvl="1" marL="9144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 sz="1400"/>
            </a:lvl2pPr>
            <a:lvl3pPr indent="-304800" lvl="2" marL="1371600" rtl="0">
              <a:spcBef>
                <a:spcPts val="1000"/>
              </a:spcBef>
              <a:spcAft>
                <a:spcPts val="0"/>
              </a:spcAft>
              <a:buSzPts val="1200"/>
              <a:buChar char="•"/>
              <a:defRPr sz="1200"/>
            </a:lvl3pPr>
            <a:lvl4pPr indent="-304800" lvl="3" marL="1828800" rtl="0">
              <a:spcBef>
                <a:spcPts val="1000"/>
              </a:spcBef>
              <a:spcAft>
                <a:spcPts val="0"/>
              </a:spcAft>
              <a:buSzPts val="1200"/>
              <a:buChar char="•"/>
              <a:defRPr sz="1200"/>
            </a:lvl4pPr>
            <a:lvl5pPr indent="-304800" lvl="4" marL="2286000" rtl="0">
              <a:spcBef>
                <a:spcPts val="1000"/>
              </a:spcBef>
              <a:spcAft>
                <a:spcPts val="0"/>
              </a:spcAft>
              <a:buSzPts val="1200"/>
              <a:buChar char="•"/>
              <a:defRPr sz="1200"/>
            </a:lvl5pPr>
            <a:lvl6pPr indent="-304800" lvl="5" marL="2743200" rtl="0">
              <a:spcBef>
                <a:spcPts val="1000"/>
              </a:spcBef>
              <a:spcAft>
                <a:spcPts val="0"/>
              </a:spcAft>
              <a:buSzPts val="1200"/>
              <a:buChar char="•"/>
              <a:defRPr sz="1200"/>
            </a:lvl6pPr>
            <a:lvl7pPr indent="-304800" lvl="6" marL="3200400" rtl="0">
              <a:spcBef>
                <a:spcPts val="1000"/>
              </a:spcBef>
              <a:spcAft>
                <a:spcPts val="0"/>
              </a:spcAft>
              <a:buSzPts val="1200"/>
              <a:buChar char="•"/>
              <a:defRPr sz="1200"/>
            </a:lvl7pPr>
            <a:lvl8pPr indent="-304800" lvl="7" marL="3657600" rtl="0">
              <a:spcBef>
                <a:spcPts val="1000"/>
              </a:spcBef>
              <a:spcAft>
                <a:spcPts val="0"/>
              </a:spcAft>
              <a:buSzPts val="1200"/>
              <a:buChar char="•"/>
              <a:defRPr sz="1200"/>
            </a:lvl8pPr>
            <a:lvl9pPr indent="-304800" lvl="8" marL="4114800" rtl="0">
              <a:spcBef>
                <a:spcPts val="1000"/>
              </a:spcBef>
              <a:spcAft>
                <a:spcPts val="1000"/>
              </a:spcAft>
              <a:buSzPts val="1200"/>
              <a:buChar char="•"/>
              <a:defRPr sz="1200"/>
            </a:lvl9pPr>
          </a:lstStyle>
          <a:p/>
        </p:txBody>
      </p:sp>
      <p:sp>
        <p:nvSpPr>
          <p:cNvPr id="79" name="Google Shape;79;p9"/>
          <p:cNvSpPr txBox="1"/>
          <p:nvPr>
            <p:ph idx="2" type="body"/>
          </p:nvPr>
        </p:nvSpPr>
        <p:spPr>
          <a:xfrm>
            <a:off x="3169031" y="1371600"/>
            <a:ext cx="2697600" cy="331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•"/>
              <a:defRPr sz="1400"/>
            </a:lvl1pPr>
            <a:lvl2pPr indent="-317500" lvl="1" marL="9144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 sz="1400"/>
            </a:lvl2pPr>
            <a:lvl3pPr indent="-304800" lvl="2" marL="1371600" rtl="0">
              <a:spcBef>
                <a:spcPts val="1000"/>
              </a:spcBef>
              <a:spcAft>
                <a:spcPts val="0"/>
              </a:spcAft>
              <a:buSzPts val="1200"/>
              <a:buChar char="•"/>
              <a:defRPr sz="1200"/>
            </a:lvl3pPr>
            <a:lvl4pPr indent="-304800" lvl="3" marL="1828800" rtl="0">
              <a:spcBef>
                <a:spcPts val="1000"/>
              </a:spcBef>
              <a:spcAft>
                <a:spcPts val="0"/>
              </a:spcAft>
              <a:buSzPts val="1200"/>
              <a:buChar char="•"/>
              <a:defRPr sz="1200"/>
            </a:lvl4pPr>
            <a:lvl5pPr indent="-304800" lvl="4" marL="2286000" rtl="0">
              <a:spcBef>
                <a:spcPts val="1000"/>
              </a:spcBef>
              <a:spcAft>
                <a:spcPts val="0"/>
              </a:spcAft>
              <a:buSzPts val="1200"/>
              <a:buChar char="•"/>
              <a:defRPr sz="1200"/>
            </a:lvl5pPr>
            <a:lvl6pPr indent="-304800" lvl="5" marL="2743200" rtl="0">
              <a:spcBef>
                <a:spcPts val="1000"/>
              </a:spcBef>
              <a:spcAft>
                <a:spcPts val="0"/>
              </a:spcAft>
              <a:buSzPts val="1200"/>
              <a:buChar char="•"/>
              <a:defRPr sz="1200"/>
            </a:lvl6pPr>
            <a:lvl7pPr indent="-304800" lvl="6" marL="3200400" rtl="0">
              <a:spcBef>
                <a:spcPts val="1000"/>
              </a:spcBef>
              <a:spcAft>
                <a:spcPts val="0"/>
              </a:spcAft>
              <a:buSzPts val="1200"/>
              <a:buChar char="•"/>
              <a:defRPr sz="1200"/>
            </a:lvl7pPr>
            <a:lvl8pPr indent="-304800" lvl="7" marL="3657600" rtl="0">
              <a:spcBef>
                <a:spcPts val="1000"/>
              </a:spcBef>
              <a:spcAft>
                <a:spcPts val="0"/>
              </a:spcAft>
              <a:buSzPts val="1200"/>
              <a:buChar char="•"/>
              <a:defRPr sz="1200"/>
            </a:lvl8pPr>
            <a:lvl9pPr indent="-304800" lvl="8" marL="4114800" rtl="0">
              <a:spcBef>
                <a:spcPts val="1000"/>
              </a:spcBef>
              <a:spcAft>
                <a:spcPts val="1000"/>
              </a:spcAft>
              <a:buSzPts val="1200"/>
              <a:buChar char="•"/>
              <a:defRPr sz="1200"/>
            </a:lvl9pPr>
          </a:lstStyle>
          <a:p/>
        </p:txBody>
      </p:sp>
      <p:sp>
        <p:nvSpPr>
          <p:cNvPr id="80" name="Google Shape;80;p9"/>
          <p:cNvSpPr txBox="1"/>
          <p:nvPr>
            <p:ph idx="3" type="body"/>
          </p:nvPr>
        </p:nvSpPr>
        <p:spPr>
          <a:xfrm>
            <a:off x="6127925" y="1371600"/>
            <a:ext cx="2697600" cy="331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•"/>
              <a:defRPr sz="1400"/>
            </a:lvl1pPr>
            <a:lvl2pPr indent="-317500" lvl="1" marL="9144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 sz="1400"/>
            </a:lvl2pPr>
            <a:lvl3pPr indent="-304800" lvl="2" marL="1371600" rtl="0">
              <a:spcBef>
                <a:spcPts val="1000"/>
              </a:spcBef>
              <a:spcAft>
                <a:spcPts val="0"/>
              </a:spcAft>
              <a:buSzPts val="1200"/>
              <a:buChar char="•"/>
              <a:defRPr sz="1200"/>
            </a:lvl3pPr>
            <a:lvl4pPr indent="-304800" lvl="3" marL="1828800" rtl="0">
              <a:spcBef>
                <a:spcPts val="1000"/>
              </a:spcBef>
              <a:spcAft>
                <a:spcPts val="0"/>
              </a:spcAft>
              <a:buSzPts val="1200"/>
              <a:buChar char="•"/>
              <a:defRPr sz="1200"/>
            </a:lvl4pPr>
            <a:lvl5pPr indent="-304800" lvl="4" marL="2286000" rtl="0">
              <a:spcBef>
                <a:spcPts val="1000"/>
              </a:spcBef>
              <a:spcAft>
                <a:spcPts val="0"/>
              </a:spcAft>
              <a:buSzPts val="1200"/>
              <a:buChar char="•"/>
              <a:defRPr sz="1200"/>
            </a:lvl5pPr>
            <a:lvl6pPr indent="-304800" lvl="5" marL="2743200" rtl="0">
              <a:spcBef>
                <a:spcPts val="1000"/>
              </a:spcBef>
              <a:spcAft>
                <a:spcPts val="0"/>
              </a:spcAft>
              <a:buSzPts val="1200"/>
              <a:buChar char="•"/>
              <a:defRPr sz="1200"/>
            </a:lvl6pPr>
            <a:lvl7pPr indent="-304800" lvl="6" marL="3200400" rtl="0">
              <a:spcBef>
                <a:spcPts val="1000"/>
              </a:spcBef>
              <a:spcAft>
                <a:spcPts val="0"/>
              </a:spcAft>
              <a:buSzPts val="1200"/>
              <a:buChar char="•"/>
              <a:defRPr sz="1200"/>
            </a:lvl7pPr>
            <a:lvl8pPr indent="-304800" lvl="7" marL="3657600" rtl="0">
              <a:spcBef>
                <a:spcPts val="1000"/>
              </a:spcBef>
              <a:spcAft>
                <a:spcPts val="0"/>
              </a:spcAft>
              <a:buSzPts val="1200"/>
              <a:buChar char="•"/>
              <a:defRPr sz="1200"/>
            </a:lvl8pPr>
            <a:lvl9pPr indent="-304800" lvl="8" marL="4114800" rtl="0">
              <a:spcBef>
                <a:spcPts val="1000"/>
              </a:spcBef>
              <a:spcAft>
                <a:spcPts val="1000"/>
              </a:spcAft>
              <a:buSzPts val="1200"/>
              <a:buChar char="•"/>
              <a:defRPr sz="1200"/>
            </a:lvl9pPr>
          </a:lstStyle>
          <a:p/>
        </p:txBody>
      </p:sp>
      <p:sp>
        <p:nvSpPr>
          <p:cNvPr id="81" name="Google Shape;81;p9"/>
          <p:cNvSpPr txBox="1"/>
          <p:nvPr>
            <p:ph idx="12" type="sldNum"/>
          </p:nvPr>
        </p:nvSpPr>
        <p:spPr>
          <a:xfrm>
            <a:off x="8229600" y="4864608"/>
            <a:ext cx="473700" cy="9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indent="0" lvl="0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1pPr>
            <a:lvl2pPr indent="0" lvl="1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2pPr>
            <a:lvl3pPr indent="0" lvl="2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3pPr>
            <a:lvl4pPr indent="0" lvl="3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4pPr>
            <a:lvl5pPr indent="0" lvl="4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5pPr>
            <a:lvl6pPr indent="0" lvl="5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6pPr>
            <a:lvl7pPr indent="0" lvl="6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7pPr>
            <a:lvl8pPr indent="0" lvl="7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8pPr>
            <a:lvl9pPr indent="0" lvl="8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2" name="Google Shape;82;p9"/>
          <p:cNvSpPr/>
          <p:nvPr/>
        </p:nvSpPr>
        <p:spPr>
          <a:xfrm>
            <a:off x="457195" y="4846320"/>
            <a:ext cx="135250" cy="128588"/>
          </a:xfrm>
          <a:custGeom>
            <a:rect b="b" l="l" r="r" t="t"/>
            <a:pathLst>
              <a:path extrusionOk="0" h="5143500" w="5409981">
                <a:moveTo>
                  <a:pt x="4983153" y="2221521"/>
                </a:moveTo>
                <a:lnTo>
                  <a:pt x="4374172" y="2572015"/>
                </a:lnTo>
                <a:lnTo>
                  <a:pt x="4983153" y="2921450"/>
                </a:lnTo>
                <a:cubicBezTo>
                  <a:pt x="5136954" y="3010067"/>
                  <a:pt x="5189546" y="3205051"/>
                  <a:pt x="5100656" y="3358310"/>
                </a:cubicBezTo>
                <a:cubicBezTo>
                  <a:pt x="5011767" y="3511568"/>
                  <a:pt x="4815574" y="3562963"/>
                  <a:pt x="4662302" y="3474876"/>
                </a:cubicBezTo>
                <a:lnTo>
                  <a:pt x="3571781" y="2848198"/>
                </a:lnTo>
                <a:cubicBezTo>
                  <a:pt x="3499053" y="2805943"/>
                  <a:pt x="3448581" y="2739977"/>
                  <a:pt x="3426193" y="2665798"/>
                </a:cubicBezTo>
                <a:cubicBezTo>
                  <a:pt x="3407864" y="2607519"/>
                  <a:pt x="3406806" y="2545180"/>
                  <a:pt x="3423146" y="2486312"/>
                </a:cubicBezTo>
                <a:cubicBezTo>
                  <a:pt x="3445647" y="2405409"/>
                  <a:pt x="3499023" y="2336577"/>
                  <a:pt x="3571781" y="2294640"/>
                </a:cubicBezTo>
                <a:lnTo>
                  <a:pt x="4662302" y="1668359"/>
                </a:lnTo>
                <a:cubicBezTo>
                  <a:pt x="4815574" y="1580272"/>
                  <a:pt x="5011899" y="1632594"/>
                  <a:pt x="5100656" y="1785456"/>
                </a:cubicBezTo>
                <a:cubicBezTo>
                  <a:pt x="5189414" y="1938317"/>
                  <a:pt x="5136954" y="2133168"/>
                  <a:pt x="4983153" y="2221521"/>
                </a:cubicBezTo>
                <a:close/>
                <a:moveTo>
                  <a:pt x="4406628" y="3920213"/>
                </a:moveTo>
                <a:lnTo>
                  <a:pt x="3316240" y="3294330"/>
                </a:lnTo>
                <a:cubicBezTo>
                  <a:pt x="3260045" y="3261658"/>
                  <a:pt x="3195149" y="3247089"/>
                  <a:pt x="3130380" y="3252605"/>
                </a:cubicBezTo>
                <a:cubicBezTo>
                  <a:pt x="2964126" y="3264526"/>
                  <a:pt x="2833507" y="3402684"/>
                  <a:pt x="2833507" y="3570911"/>
                </a:cubicBezTo>
                <a:lnTo>
                  <a:pt x="2833507" y="4823869"/>
                </a:lnTo>
                <a:cubicBezTo>
                  <a:pt x="2833507" y="5000441"/>
                  <a:pt x="2976578" y="5143500"/>
                  <a:pt x="3154225" y="5143500"/>
                </a:cubicBezTo>
                <a:cubicBezTo>
                  <a:pt x="3331872" y="5143500"/>
                  <a:pt x="3475473" y="5000441"/>
                  <a:pt x="3475473" y="4823869"/>
                </a:cubicBezTo>
                <a:lnTo>
                  <a:pt x="3475473" y="4123013"/>
                </a:lnTo>
                <a:lnTo>
                  <a:pt x="4086043" y="4473772"/>
                </a:lnTo>
                <a:cubicBezTo>
                  <a:pt x="4239447" y="4562389"/>
                  <a:pt x="4435640" y="4509934"/>
                  <a:pt x="4524132" y="4357471"/>
                </a:cubicBezTo>
                <a:cubicBezTo>
                  <a:pt x="4612625" y="4205007"/>
                  <a:pt x="4560298" y="4008566"/>
                  <a:pt x="4406628" y="3920213"/>
                </a:cubicBezTo>
                <a:close/>
                <a:moveTo>
                  <a:pt x="3148529" y="2694410"/>
                </a:moveTo>
                <a:lnTo>
                  <a:pt x="2695205" y="3144913"/>
                </a:lnTo>
                <a:cubicBezTo>
                  <a:pt x="2682222" y="3158159"/>
                  <a:pt x="2657185" y="3169021"/>
                  <a:pt x="2638374" y="3169021"/>
                </a:cubicBezTo>
                <a:lnTo>
                  <a:pt x="2504973" y="3169021"/>
                </a:lnTo>
                <a:cubicBezTo>
                  <a:pt x="2486692" y="3169021"/>
                  <a:pt x="2461257" y="3158159"/>
                  <a:pt x="2448142" y="3144913"/>
                </a:cubicBezTo>
                <a:lnTo>
                  <a:pt x="1995083" y="2694410"/>
                </a:lnTo>
                <a:cubicBezTo>
                  <a:pt x="1982100" y="2681694"/>
                  <a:pt x="1971635" y="2656261"/>
                  <a:pt x="1971635" y="2638246"/>
                </a:cubicBezTo>
                <a:lnTo>
                  <a:pt x="1971635" y="2505387"/>
                </a:lnTo>
                <a:cubicBezTo>
                  <a:pt x="1971635" y="2486974"/>
                  <a:pt x="1982100" y="2461409"/>
                  <a:pt x="1995083" y="2448560"/>
                </a:cubicBezTo>
                <a:lnTo>
                  <a:pt x="2448142" y="1998057"/>
                </a:lnTo>
                <a:cubicBezTo>
                  <a:pt x="2461257" y="1984811"/>
                  <a:pt x="2486692" y="1974346"/>
                  <a:pt x="2504973" y="1974346"/>
                </a:cubicBezTo>
                <a:lnTo>
                  <a:pt x="2638374" y="1974346"/>
                </a:lnTo>
                <a:cubicBezTo>
                  <a:pt x="2656787" y="1974346"/>
                  <a:pt x="2682222" y="1984811"/>
                  <a:pt x="2695205" y="1998057"/>
                </a:cubicBezTo>
                <a:lnTo>
                  <a:pt x="3148529" y="2448560"/>
                </a:lnTo>
                <a:cubicBezTo>
                  <a:pt x="3161379" y="2461409"/>
                  <a:pt x="3171844" y="2486974"/>
                  <a:pt x="3171844" y="2505387"/>
                </a:cubicBezTo>
                <a:lnTo>
                  <a:pt x="3171844" y="2638246"/>
                </a:lnTo>
                <a:cubicBezTo>
                  <a:pt x="3171844" y="2656261"/>
                  <a:pt x="3161379" y="2681694"/>
                  <a:pt x="3148529" y="2694410"/>
                </a:cubicBezTo>
                <a:close/>
                <a:moveTo>
                  <a:pt x="2786214" y="2569366"/>
                </a:moveTo>
                <a:cubicBezTo>
                  <a:pt x="2786214" y="2551086"/>
                  <a:pt x="2775086" y="2525786"/>
                  <a:pt x="2762236" y="2512275"/>
                </a:cubicBezTo>
                <a:lnTo>
                  <a:pt x="2630955" y="2382329"/>
                </a:lnTo>
                <a:cubicBezTo>
                  <a:pt x="2617973" y="2369481"/>
                  <a:pt x="2592538" y="2358751"/>
                  <a:pt x="2574257" y="2358751"/>
                </a:cubicBezTo>
                <a:lnTo>
                  <a:pt x="2569090" y="2358751"/>
                </a:lnTo>
                <a:cubicBezTo>
                  <a:pt x="2550809" y="2358751"/>
                  <a:pt x="2525374" y="2369481"/>
                  <a:pt x="2512656" y="2382329"/>
                </a:cubicBezTo>
                <a:lnTo>
                  <a:pt x="2381375" y="2512275"/>
                </a:lnTo>
                <a:cubicBezTo>
                  <a:pt x="2368260" y="2525786"/>
                  <a:pt x="2358192" y="2551086"/>
                  <a:pt x="2358192" y="2569366"/>
                </a:cubicBezTo>
                <a:lnTo>
                  <a:pt x="2358192" y="2574399"/>
                </a:lnTo>
                <a:cubicBezTo>
                  <a:pt x="2358192" y="2592414"/>
                  <a:pt x="2368260" y="2617582"/>
                  <a:pt x="2381375" y="2630696"/>
                </a:cubicBezTo>
                <a:lnTo>
                  <a:pt x="2512656" y="2761038"/>
                </a:lnTo>
                <a:cubicBezTo>
                  <a:pt x="2525506" y="2773887"/>
                  <a:pt x="2550809" y="2784617"/>
                  <a:pt x="2569090" y="2784617"/>
                </a:cubicBezTo>
                <a:lnTo>
                  <a:pt x="2574257" y="2784617"/>
                </a:lnTo>
                <a:cubicBezTo>
                  <a:pt x="2592538" y="2784617"/>
                  <a:pt x="2617973" y="2773887"/>
                  <a:pt x="2630955" y="2761038"/>
                </a:cubicBezTo>
                <a:lnTo>
                  <a:pt x="2762236" y="2630696"/>
                </a:lnTo>
                <a:cubicBezTo>
                  <a:pt x="2775086" y="2617582"/>
                  <a:pt x="2786214" y="2592414"/>
                  <a:pt x="2786214" y="2574399"/>
                </a:cubicBezTo>
                <a:close/>
                <a:moveTo>
                  <a:pt x="736718" y="1222757"/>
                </a:moveTo>
                <a:lnTo>
                  <a:pt x="1827239" y="1849170"/>
                </a:lnTo>
                <a:cubicBezTo>
                  <a:pt x="1883672" y="1881603"/>
                  <a:pt x="1948619" y="1896152"/>
                  <a:pt x="2013497" y="1890895"/>
                </a:cubicBezTo>
                <a:cubicBezTo>
                  <a:pt x="2179486" y="1878709"/>
                  <a:pt x="2310502" y="1740286"/>
                  <a:pt x="2310502" y="1572324"/>
                </a:cubicBezTo>
                <a:lnTo>
                  <a:pt x="2310502" y="319233"/>
                </a:lnTo>
                <a:cubicBezTo>
                  <a:pt x="2310502" y="143059"/>
                  <a:pt x="2166503" y="0"/>
                  <a:pt x="1989651" y="0"/>
                </a:cubicBezTo>
                <a:cubicBezTo>
                  <a:pt x="1812799" y="0"/>
                  <a:pt x="1668536" y="143059"/>
                  <a:pt x="1668536" y="319233"/>
                </a:cubicBezTo>
                <a:lnTo>
                  <a:pt x="1668536" y="1020355"/>
                </a:lnTo>
                <a:lnTo>
                  <a:pt x="1057436" y="669198"/>
                </a:lnTo>
                <a:cubicBezTo>
                  <a:pt x="904297" y="580978"/>
                  <a:pt x="708369" y="633301"/>
                  <a:pt x="619347" y="785897"/>
                </a:cubicBezTo>
                <a:cubicBezTo>
                  <a:pt x="530985" y="938468"/>
                  <a:pt x="583048" y="1133777"/>
                  <a:pt x="735632" y="1222131"/>
                </a:cubicBezTo>
                <a:cubicBezTo>
                  <a:pt x="735994" y="1222340"/>
                  <a:pt x="736356" y="1222549"/>
                  <a:pt x="736718" y="1222757"/>
                </a:cubicBezTo>
                <a:close/>
                <a:moveTo>
                  <a:pt x="3130380" y="1890895"/>
                </a:moveTo>
                <a:cubicBezTo>
                  <a:pt x="3195131" y="1896154"/>
                  <a:pt x="3259952" y="1881602"/>
                  <a:pt x="3316240" y="1849170"/>
                </a:cubicBezTo>
                <a:lnTo>
                  <a:pt x="4406628" y="1222757"/>
                </a:lnTo>
                <a:cubicBezTo>
                  <a:pt x="4559590" y="1135057"/>
                  <a:pt x="4612489" y="939974"/>
                  <a:pt x="4524782" y="787025"/>
                </a:cubicBezTo>
                <a:cubicBezTo>
                  <a:pt x="4524567" y="786649"/>
                  <a:pt x="4524350" y="786273"/>
                  <a:pt x="4524132" y="785897"/>
                </a:cubicBezTo>
                <a:cubicBezTo>
                  <a:pt x="4435640" y="633301"/>
                  <a:pt x="4239447" y="580978"/>
                  <a:pt x="4086043" y="669198"/>
                </a:cubicBezTo>
                <a:lnTo>
                  <a:pt x="3475473" y="1020355"/>
                </a:lnTo>
                <a:lnTo>
                  <a:pt x="3475473" y="319233"/>
                </a:lnTo>
                <a:cubicBezTo>
                  <a:pt x="3475473" y="143059"/>
                  <a:pt x="3331872" y="0"/>
                  <a:pt x="3154225" y="0"/>
                </a:cubicBezTo>
                <a:cubicBezTo>
                  <a:pt x="2976578" y="0"/>
                  <a:pt x="2833507" y="143059"/>
                  <a:pt x="2833507" y="319233"/>
                </a:cubicBezTo>
                <a:lnTo>
                  <a:pt x="2833507" y="1572324"/>
                </a:lnTo>
                <a:cubicBezTo>
                  <a:pt x="2833507" y="1740286"/>
                  <a:pt x="2964126" y="1878709"/>
                  <a:pt x="3130380" y="1890895"/>
                </a:cubicBezTo>
                <a:close/>
                <a:moveTo>
                  <a:pt x="2013497" y="3252605"/>
                </a:moveTo>
                <a:cubicBezTo>
                  <a:pt x="1948600" y="3247084"/>
                  <a:pt x="1883576" y="3261651"/>
                  <a:pt x="1827239" y="3294330"/>
                </a:cubicBezTo>
                <a:lnTo>
                  <a:pt x="736718" y="3920213"/>
                </a:lnTo>
                <a:cubicBezTo>
                  <a:pt x="583314" y="4008566"/>
                  <a:pt x="530854" y="4204477"/>
                  <a:pt x="619347" y="4357471"/>
                </a:cubicBezTo>
                <a:cubicBezTo>
                  <a:pt x="707839" y="4510464"/>
                  <a:pt x="904297" y="4562389"/>
                  <a:pt x="1057436" y="4473772"/>
                </a:cubicBezTo>
                <a:lnTo>
                  <a:pt x="1668536" y="4123013"/>
                </a:lnTo>
                <a:lnTo>
                  <a:pt x="1668536" y="4823869"/>
                </a:lnTo>
                <a:cubicBezTo>
                  <a:pt x="1668536" y="5000441"/>
                  <a:pt x="1812137" y="5143500"/>
                  <a:pt x="1989651" y="5143500"/>
                </a:cubicBezTo>
                <a:cubicBezTo>
                  <a:pt x="2167166" y="5143500"/>
                  <a:pt x="2310502" y="5000441"/>
                  <a:pt x="2310502" y="4823869"/>
                </a:cubicBezTo>
                <a:lnTo>
                  <a:pt x="2310502" y="3570911"/>
                </a:lnTo>
                <a:cubicBezTo>
                  <a:pt x="2310502" y="3402684"/>
                  <a:pt x="2179486" y="3264526"/>
                  <a:pt x="2013497" y="3252605"/>
                </a:cubicBezTo>
                <a:close/>
                <a:moveTo>
                  <a:pt x="1717816" y="2665798"/>
                </a:moveTo>
                <a:cubicBezTo>
                  <a:pt x="1728394" y="2632182"/>
                  <a:pt x="1733318" y="2597044"/>
                  <a:pt x="1732388" y="2561815"/>
                </a:cubicBezTo>
                <a:cubicBezTo>
                  <a:pt x="1731063" y="2536648"/>
                  <a:pt x="1727884" y="2511480"/>
                  <a:pt x="1720730" y="2486312"/>
                </a:cubicBezTo>
                <a:cubicBezTo>
                  <a:pt x="1699137" y="2408292"/>
                  <a:pt x="1648002" y="2338617"/>
                  <a:pt x="1571300" y="2294640"/>
                </a:cubicBezTo>
                <a:lnTo>
                  <a:pt x="481574" y="1668359"/>
                </a:lnTo>
                <a:cubicBezTo>
                  <a:pt x="327773" y="1580272"/>
                  <a:pt x="131580" y="1632594"/>
                  <a:pt x="43352" y="1785456"/>
                </a:cubicBezTo>
                <a:cubicBezTo>
                  <a:pt x="-44875" y="1938317"/>
                  <a:pt x="6790" y="2133168"/>
                  <a:pt x="160591" y="2221521"/>
                </a:cubicBezTo>
                <a:lnTo>
                  <a:pt x="769571" y="2572015"/>
                </a:lnTo>
                <a:lnTo>
                  <a:pt x="160591" y="2921450"/>
                </a:lnTo>
                <a:cubicBezTo>
                  <a:pt x="6790" y="3010067"/>
                  <a:pt x="-45670" y="3205051"/>
                  <a:pt x="43352" y="3358310"/>
                </a:cubicBezTo>
                <a:cubicBezTo>
                  <a:pt x="132374" y="3511568"/>
                  <a:pt x="327773" y="3562963"/>
                  <a:pt x="481574" y="3474876"/>
                </a:cubicBezTo>
                <a:lnTo>
                  <a:pt x="1571300" y="2848198"/>
                </a:lnTo>
                <a:cubicBezTo>
                  <a:pt x="1641515" y="2808189"/>
                  <a:pt x="1693892" y="2742984"/>
                  <a:pt x="1717816" y="2665798"/>
                </a:cubicBezTo>
                <a:close/>
                <a:moveTo>
                  <a:pt x="5160799" y="588131"/>
                </a:moveTo>
                <a:lnTo>
                  <a:pt x="5112049" y="588131"/>
                </a:lnTo>
                <a:lnTo>
                  <a:pt x="5112049" y="648137"/>
                </a:lnTo>
                <a:lnTo>
                  <a:pt x="5160799" y="648137"/>
                </a:lnTo>
                <a:cubicBezTo>
                  <a:pt x="5183452" y="648137"/>
                  <a:pt x="5198157" y="637937"/>
                  <a:pt x="5198157" y="618730"/>
                </a:cubicBezTo>
                <a:cubicBezTo>
                  <a:pt x="5198157" y="599523"/>
                  <a:pt x="5184512" y="588131"/>
                  <a:pt x="5160799" y="588131"/>
                </a:cubicBezTo>
                <a:close/>
                <a:moveTo>
                  <a:pt x="5052039" y="532630"/>
                </a:moveTo>
                <a:lnTo>
                  <a:pt x="5161859" y="532630"/>
                </a:lnTo>
                <a:cubicBezTo>
                  <a:pt x="5222002" y="532630"/>
                  <a:pt x="5261612" y="565480"/>
                  <a:pt x="5261612" y="616346"/>
                </a:cubicBezTo>
                <a:cubicBezTo>
                  <a:pt x="5261612" y="648137"/>
                  <a:pt x="5245715" y="671847"/>
                  <a:pt x="5222002" y="686683"/>
                </a:cubicBezTo>
                <a:lnTo>
                  <a:pt x="5265056" y="748940"/>
                </a:lnTo>
                <a:lnTo>
                  <a:pt x="5265056" y="761392"/>
                </a:lnTo>
                <a:lnTo>
                  <a:pt x="5202661" y="761392"/>
                </a:lnTo>
                <a:lnTo>
                  <a:pt x="5160799" y="701386"/>
                </a:lnTo>
                <a:lnTo>
                  <a:pt x="5112049" y="701386"/>
                </a:lnTo>
                <a:lnTo>
                  <a:pt x="5112049" y="761392"/>
                </a:lnTo>
                <a:lnTo>
                  <a:pt x="5052039" y="761392"/>
                </a:lnTo>
                <a:close/>
                <a:moveTo>
                  <a:pt x="5358979" y="651581"/>
                </a:moveTo>
                <a:cubicBezTo>
                  <a:pt x="5358979" y="529186"/>
                  <a:pt x="5277508" y="436330"/>
                  <a:pt x="5152851" y="436330"/>
                </a:cubicBezTo>
                <a:cubicBezTo>
                  <a:pt x="5030445" y="436330"/>
                  <a:pt x="4948842" y="524682"/>
                  <a:pt x="4948842" y="651581"/>
                </a:cubicBezTo>
                <a:cubicBezTo>
                  <a:pt x="4948842" y="772783"/>
                  <a:pt x="5030445" y="866699"/>
                  <a:pt x="5152851" y="866699"/>
                </a:cubicBezTo>
                <a:cubicBezTo>
                  <a:pt x="5277508" y="866699"/>
                  <a:pt x="5358979" y="773843"/>
                  <a:pt x="5358979" y="651581"/>
                </a:cubicBezTo>
                <a:close/>
                <a:moveTo>
                  <a:pt x="5409982" y="651581"/>
                </a:moveTo>
                <a:cubicBezTo>
                  <a:pt x="5409982" y="795434"/>
                  <a:pt x="5313674" y="915445"/>
                  <a:pt x="5152851" y="915445"/>
                </a:cubicBezTo>
                <a:cubicBezTo>
                  <a:pt x="4992028" y="915445"/>
                  <a:pt x="4897972" y="794242"/>
                  <a:pt x="4897972" y="651581"/>
                </a:cubicBezTo>
                <a:cubicBezTo>
                  <a:pt x="4897972" y="508919"/>
                  <a:pt x="4993088" y="387584"/>
                  <a:pt x="5152851" y="387584"/>
                </a:cubicBezTo>
                <a:cubicBezTo>
                  <a:pt x="5312614" y="387584"/>
                  <a:pt x="5409982" y="507594"/>
                  <a:pt x="5409982" y="65158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9"/>
          <p:cNvSpPr/>
          <p:nvPr/>
        </p:nvSpPr>
        <p:spPr>
          <a:xfrm>
            <a:off x="660651" y="4866916"/>
            <a:ext cx="16812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600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 xml:space="preserve">© </a:t>
            </a:r>
            <a:r>
              <a:rPr lang="en" sz="600">
                <a:solidFill>
                  <a:srgbClr val="929292"/>
                </a:solidFill>
              </a:rPr>
              <a:t>2026</a:t>
            </a:r>
            <a:r>
              <a:rPr b="0" i="0" lang="en" sz="600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 xml:space="preserve"> Snowflake Inc. All Rights Reserved</a:t>
            </a:r>
            <a:endParaRPr sz="600">
              <a:solidFill>
                <a:srgbClr val="92929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9"/>
          <p:cNvSpPr txBox="1"/>
          <p:nvPr>
            <p:ph idx="4" type="subTitle"/>
          </p:nvPr>
        </p:nvSpPr>
        <p:spPr>
          <a:xfrm>
            <a:off x="365760" y="655285"/>
            <a:ext cx="83448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1800"/>
              <a:buNone/>
              <a:defRPr>
                <a:solidFill>
                  <a:srgbClr val="5B5B5B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800"/>
              <a:buNone/>
              <a:defRPr>
                <a:solidFill>
                  <a:srgbClr val="5B5B5B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3pPr>
            <a:lvl4pPr lvl="3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4pPr>
            <a:lvl5pPr lvl="4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5pPr>
            <a:lvl6pPr lvl="5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6pPr>
            <a:lvl7pPr lvl="6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7pPr>
            <a:lvl8pPr lvl="7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8pPr>
            <a:lvl9pPr lvl="8" rtl="0">
              <a:spcBef>
                <a:spcPts val="1000"/>
              </a:spcBef>
              <a:spcAft>
                <a:spcPts val="100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9pPr>
          </a:lstStyle>
          <a:p/>
        </p:txBody>
      </p:sp>
      <p:sp>
        <p:nvSpPr>
          <p:cNvPr id="85" name="Google Shape;85;p9"/>
          <p:cNvSpPr/>
          <p:nvPr/>
        </p:nvSpPr>
        <p:spPr>
          <a:xfrm>
            <a:off x="0" y="343500"/>
            <a:ext cx="137100" cy="36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1996">
          <p15:clr>
            <a:srgbClr val="FA7B17"/>
          </p15:clr>
        </p15:guide>
        <p15:guide id="2" pos="1906">
          <p15:clr>
            <a:srgbClr val="FA7B17"/>
          </p15:clr>
        </p15:guide>
        <p15:guide id="3" pos="3758">
          <p15:clr>
            <a:srgbClr val="FA7B17"/>
          </p15:clr>
        </p15:guide>
        <p15:guide id="4" pos="3860">
          <p15:clr>
            <a:srgbClr val="FA7B17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Column Layout">
  <p:cSld name="One Column Layout_1_1_1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0"/>
          <p:cNvSpPr/>
          <p:nvPr/>
        </p:nvSpPr>
        <p:spPr>
          <a:xfrm>
            <a:off x="457195" y="4846508"/>
            <a:ext cx="135250" cy="128588"/>
          </a:xfrm>
          <a:custGeom>
            <a:rect b="b" l="l" r="r" t="t"/>
            <a:pathLst>
              <a:path extrusionOk="0" h="5143500" w="5409981">
                <a:moveTo>
                  <a:pt x="4983153" y="2221521"/>
                </a:moveTo>
                <a:lnTo>
                  <a:pt x="4374172" y="2572015"/>
                </a:lnTo>
                <a:lnTo>
                  <a:pt x="4983153" y="2921450"/>
                </a:lnTo>
                <a:cubicBezTo>
                  <a:pt x="5136954" y="3010067"/>
                  <a:pt x="5189546" y="3205051"/>
                  <a:pt x="5100656" y="3358310"/>
                </a:cubicBezTo>
                <a:cubicBezTo>
                  <a:pt x="5011767" y="3511568"/>
                  <a:pt x="4815574" y="3562963"/>
                  <a:pt x="4662302" y="3474876"/>
                </a:cubicBezTo>
                <a:lnTo>
                  <a:pt x="3571781" y="2848198"/>
                </a:lnTo>
                <a:cubicBezTo>
                  <a:pt x="3499053" y="2805943"/>
                  <a:pt x="3448581" y="2739977"/>
                  <a:pt x="3426193" y="2665798"/>
                </a:cubicBezTo>
                <a:cubicBezTo>
                  <a:pt x="3407864" y="2607519"/>
                  <a:pt x="3406806" y="2545180"/>
                  <a:pt x="3423146" y="2486312"/>
                </a:cubicBezTo>
                <a:cubicBezTo>
                  <a:pt x="3445647" y="2405409"/>
                  <a:pt x="3499023" y="2336577"/>
                  <a:pt x="3571781" y="2294640"/>
                </a:cubicBezTo>
                <a:lnTo>
                  <a:pt x="4662302" y="1668359"/>
                </a:lnTo>
                <a:cubicBezTo>
                  <a:pt x="4815574" y="1580272"/>
                  <a:pt x="5011899" y="1632594"/>
                  <a:pt x="5100656" y="1785456"/>
                </a:cubicBezTo>
                <a:cubicBezTo>
                  <a:pt x="5189414" y="1938317"/>
                  <a:pt x="5136954" y="2133168"/>
                  <a:pt x="4983153" y="2221521"/>
                </a:cubicBezTo>
                <a:close/>
                <a:moveTo>
                  <a:pt x="4406628" y="3920213"/>
                </a:moveTo>
                <a:lnTo>
                  <a:pt x="3316240" y="3294330"/>
                </a:lnTo>
                <a:cubicBezTo>
                  <a:pt x="3260045" y="3261658"/>
                  <a:pt x="3195149" y="3247089"/>
                  <a:pt x="3130380" y="3252605"/>
                </a:cubicBezTo>
                <a:cubicBezTo>
                  <a:pt x="2964126" y="3264526"/>
                  <a:pt x="2833507" y="3402684"/>
                  <a:pt x="2833507" y="3570911"/>
                </a:cubicBezTo>
                <a:lnTo>
                  <a:pt x="2833507" y="4823869"/>
                </a:lnTo>
                <a:cubicBezTo>
                  <a:pt x="2833507" y="5000441"/>
                  <a:pt x="2976578" y="5143500"/>
                  <a:pt x="3154225" y="5143500"/>
                </a:cubicBezTo>
                <a:cubicBezTo>
                  <a:pt x="3331872" y="5143500"/>
                  <a:pt x="3475473" y="5000441"/>
                  <a:pt x="3475473" y="4823869"/>
                </a:cubicBezTo>
                <a:lnTo>
                  <a:pt x="3475473" y="4123013"/>
                </a:lnTo>
                <a:lnTo>
                  <a:pt x="4086043" y="4473772"/>
                </a:lnTo>
                <a:cubicBezTo>
                  <a:pt x="4239447" y="4562389"/>
                  <a:pt x="4435640" y="4509934"/>
                  <a:pt x="4524132" y="4357471"/>
                </a:cubicBezTo>
                <a:cubicBezTo>
                  <a:pt x="4612625" y="4205007"/>
                  <a:pt x="4560298" y="4008566"/>
                  <a:pt x="4406628" y="3920213"/>
                </a:cubicBezTo>
                <a:close/>
                <a:moveTo>
                  <a:pt x="3148529" y="2694410"/>
                </a:moveTo>
                <a:lnTo>
                  <a:pt x="2695205" y="3144913"/>
                </a:lnTo>
                <a:cubicBezTo>
                  <a:pt x="2682222" y="3158159"/>
                  <a:pt x="2657185" y="3169021"/>
                  <a:pt x="2638374" y="3169021"/>
                </a:cubicBezTo>
                <a:lnTo>
                  <a:pt x="2504973" y="3169021"/>
                </a:lnTo>
                <a:cubicBezTo>
                  <a:pt x="2486692" y="3169021"/>
                  <a:pt x="2461257" y="3158159"/>
                  <a:pt x="2448142" y="3144913"/>
                </a:cubicBezTo>
                <a:lnTo>
                  <a:pt x="1995083" y="2694410"/>
                </a:lnTo>
                <a:cubicBezTo>
                  <a:pt x="1982100" y="2681694"/>
                  <a:pt x="1971635" y="2656261"/>
                  <a:pt x="1971635" y="2638246"/>
                </a:cubicBezTo>
                <a:lnTo>
                  <a:pt x="1971635" y="2505387"/>
                </a:lnTo>
                <a:cubicBezTo>
                  <a:pt x="1971635" y="2486974"/>
                  <a:pt x="1982100" y="2461409"/>
                  <a:pt x="1995083" y="2448560"/>
                </a:cubicBezTo>
                <a:lnTo>
                  <a:pt x="2448142" y="1998057"/>
                </a:lnTo>
                <a:cubicBezTo>
                  <a:pt x="2461257" y="1984811"/>
                  <a:pt x="2486692" y="1974346"/>
                  <a:pt x="2504973" y="1974346"/>
                </a:cubicBezTo>
                <a:lnTo>
                  <a:pt x="2638374" y="1974346"/>
                </a:lnTo>
                <a:cubicBezTo>
                  <a:pt x="2656787" y="1974346"/>
                  <a:pt x="2682222" y="1984811"/>
                  <a:pt x="2695205" y="1998057"/>
                </a:cubicBezTo>
                <a:lnTo>
                  <a:pt x="3148529" y="2448560"/>
                </a:lnTo>
                <a:cubicBezTo>
                  <a:pt x="3161379" y="2461409"/>
                  <a:pt x="3171844" y="2486974"/>
                  <a:pt x="3171844" y="2505387"/>
                </a:cubicBezTo>
                <a:lnTo>
                  <a:pt x="3171844" y="2638246"/>
                </a:lnTo>
                <a:cubicBezTo>
                  <a:pt x="3171844" y="2656261"/>
                  <a:pt x="3161379" y="2681694"/>
                  <a:pt x="3148529" y="2694410"/>
                </a:cubicBezTo>
                <a:close/>
                <a:moveTo>
                  <a:pt x="2786214" y="2569366"/>
                </a:moveTo>
                <a:cubicBezTo>
                  <a:pt x="2786214" y="2551086"/>
                  <a:pt x="2775086" y="2525786"/>
                  <a:pt x="2762236" y="2512275"/>
                </a:cubicBezTo>
                <a:lnTo>
                  <a:pt x="2630955" y="2382329"/>
                </a:lnTo>
                <a:cubicBezTo>
                  <a:pt x="2617973" y="2369481"/>
                  <a:pt x="2592538" y="2358751"/>
                  <a:pt x="2574257" y="2358751"/>
                </a:cubicBezTo>
                <a:lnTo>
                  <a:pt x="2569090" y="2358751"/>
                </a:lnTo>
                <a:cubicBezTo>
                  <a:pt x="2550809" y="2358751"/>
                  <a:pt x="2525374" y="2369481"/>
                  <a:pt x="2512656" y="2382329"/>
                </a:cubicBezTo>
                <a:lnTo>
                  <a:pt x="2381375" y="2512275"/>
                </a:lnTo>
                <a:cubicBezTo>
                  <a:pt x="2368260" y="2525786"/>
                  <a:pt x="2358192" y="2551086"/>
                  <a:pt x="2358192" y="2569366"/>
                </a:cubicBezTo>
                <a:lnTo>
                  <a:pt x="2358192" y="2574399"/>
                </a:lnTo>
                <a:cubicBezTo>
                  <a:pt x="2358192" y="2592414"/>
                  <a:pt x="2368260" y="2617582"/>
                  <a:pt x="2381375" y="2630696"/>
                </a:cubicBezTo>
                <a:lnTo>
                  <a:pt x="2512656" y="2761038"/>
                </a:lnTo>
                <a:cubicBezTo>
                  <a:pt x="2525506" y="2773887"/>
                  <a:pt x="2550809" y="2784617"/>
                  <a:pt x="2569090" y="2784617"/>
                </a:cubicBezTo>
                <a:lnTo>
                  <a:pt x="2574257" y="2784617"/>
                </a:lnTo>
                <a:cubicBezTo>
                  <a:pt x="2592538" y="2784617"/>
                  <a:pt x="2617973" y="2773887"/>
                  <a:pt x="2630955" y="2761038"/>
                </a:cubicBezTo>
                <a:lnTo>
                  <a:pt x="2762236" y="2630696"/>
                </a:lnTo>
                <a:cubicBezTo>
                  <a:pt x="2775086" y="2617582"/>
                  <a:pt x="2786214" y="2592414"/>
                  <a:pt x="2786214" y="2574399"/>
                </a:cubicBezTo>
                <a:close/>
                <a:moveTo>
                  <a:pt x="736718" y="1222757"/>
                </a:moveTo>
                <a:lnTo>
                  <a:pt x="1827239" y="1849170"/>
                </a:lnTo>
                <a:cubicBezTo>
                  <a:pt x="1883672" y="1881603"/>
                  <a:pt x="1948619" y="1896152"/>
                  <a:pt x="2013497" y="1890895"/>
                </a:cubicBezTo>
                <a:cubicBezTo>
                  <a:pt x="2179486" y="1878709"/>
                  <a:pt x="2310502" y="1740286"/>
                  <a:pt x="2310502" y="1572324"/>
                </a:cubicBezTo>
                <a:lnTo>
                  <a:pt x="2310502" y="319233"/>
                </a:lnTo>
                <a:cubicBezTo>
                  <a:pt x="2310502" y="143059"/>
                  <a:pt x="2166503" y="0"/>
                  <a:pt x="1989651" y="0"/>
                </a:cubicBezTo>
                <a:cubicBezTo>
                  <a:pt x="1812799" y="0"/>
                  <a:pt x="1668536" y="143059"/>
                  <a:pt x="1668536" y="319233"/>
                </a:cubicBezTo>
                <a:lnTo>
                  <a:pt x="1668536" y="1020355"/>
                </a:lnTo>
                <a:lnTo>
                  <a:pt x="1057436" y="669198"/>
                </a:lnTo>
                <a:cubicBezTo>
                  <a:pt x="904297" y="580978"/>
                  <a:pt x="708369" y="633301"/>
                  <a:pt x="619347" y="785897"/>
                </a:cubicBezTo>
                <a:cubicBezTo>
                  <a:pt x="530985" y="938468"/>
                  <a:pt x="583048" y="1133777"/>
                  <a:pt x="735632" y="1222131"/>
                </a:cubicBezTo>
                <a:cubicBezTo>
                  <a:pt x="735994" y="1222340"/>
                  <a:pt x="736356" y="1222549"/>
                  <a:pt x="736718" y="1222757"/>
                </a:cubicBezTo>
                <a:close/>
                <a:moveTo>
                  <a:pt x="3130380" y="1890895"/>
                </a:moveTo>
                <a:cubicBezTo>
                  <a:pt x="3195131" y="1896154"/>
                  <a:pt x="3259952" y="1881602"/>
                  <a:pt x="3316240" y="1849170"/>
                </a:cubicBezTo>
                <a:lnTo>
                  <a:pt x="4406628" y="1222757"/>
                </a:lnTo>
                <a:cubicBezTo>
                  <a:pt x="4559590" y="1135057"/>
                  <a:pt x="4612489" y="939974"/>
                  <a:pt x="4524782" y="787025"/>
                </a:cubicBezTo>
                <a:cubicBezTo>
                  <a:pt x="4524567" y="786649"/>
                  <a:pt x="4524350" y="786273"/>
                  <a:pt x="4524132" y="785897"/>
                </a:cubicBezTo>
                <a:cubicBezTo>
                  <a:pt x="4435640" y="633301"/>
                  <a:pt x="4239447" y="580978"/>
                  <a:pt x="4086043" y="669198"/>
                </a:cubicBezTo>
                <a:lnTo>
                  <a:pt x="3475473" y="1020355"/>
                </a:lnTo>
                <a:lnTo>
                  <a:pt x="3475473" y="319233"/>
                </a:lnTo>
                <a:cubicBezTo>
                  <a:pt x="3475473" y="143059"/>
                  <a:pt x="3331872" y="0"/>
                  <a:pt x="3154225" y="0"/>
                </a:cubicBezTo>
                <a:cubicBezTo>
                  <a:pt x="2976578" y="0"/>
                  <a:pt x="2833507" y="143059"/>
                  <a:pt x="2833507" y="319233"/>
                </a:cubicBezTo>
                <a:lnTo>
                  <a:pt x="2833507" y="1572324"/>
                </a:lnTo>
                <a:cubicBezTo>
                  <a:pt x="2833507" y="1740286"/>
                  <a:pt x="2964126" y="1878709"/>
                  <a:pt x="3130380" y="1890895"/>
                </a:cubicBezTo>
                <a:close/>
                <a:moveTo>
                  <a:pt x="2013497" y="3252605"/>
                </a:moveTo>
                <a:cubicBezTo>
                  <a:pt x="1948600" y="3247084"/>
                  <a:pt x="1883576" y="3261651"/>
                  <a:pt x="1827239" y="3294330"/>
                </a:cubicBezTo>
                <a:lnTo>
                  <a:pt x="736718" y="3920213"/>
                </a:lnTo>
                <a:cubicBezTo>
                  <a:pt x="583314" y="4008566"/>
                  <a:pt x="530854" y="4204477"/>
                  <a:pt x="619347" y="4357471"/>
                </a:cubicBezTo>
                <a:cubicBezTo>
                  <a:pt x="707839" y="4510464"/>
                  <a:pt x="904297" y="4562389"/>
                  <a:pt x="1057436" y="4473772"/>
                </a:cubicBezTo>
                <a:lnTo>
                  <a:pt x="1668536" y="4123013"/>
                </a:lnTo>
                <a:lnTo>
                  <a:pt x="1668536" y="4823869"/>
                </a:lnTo>
                <a:cubicBezTo>
                  <a:pt x="1668536" y="5000441"/>
                  <a:pt x="1812137" y="5143500"/>
                  <a:pt x="1989651" y="5143500"/>
                </a:cubicBezTo>
                <a:cubicBezTo>
                  <a:pt x="2167166" y="5143500"/>
                  <a:pt x="2310502" y="5000441"/>
                  <a:pt x="2310502" y="4823869"/>
                </a:cubicBezTo>
                <a:lnTo>
                  <a:pt x="2310502" y="3570911"/>
                </a:lnTo>
                <a:cubicBezTo>
                  <a:pt x="2310502" y="3402684"/>
                  <a:pt x="2179486" y="3264526"/>
                  <a:pt x="2013497" y="3252605"/>
                </a:cubicBezTo>
                <a:close/>
                <a:moveTo>
                  <a:pt x="1717816" y="2665798"/>
                </a:moveTo>
                <a:cubicBezTo>
                  <a:pt x="1728394" y="2632182"/>
                  <a:pt x="1733318" y="2597044"/>
                  <a:pt x="1732388" y="2561815"/>
                </a:cubicBezTo>
                <a:cubicBezTo>
                  <a:pt x="1731063" y="2536648"/>
                  <a:pt x="1727884" y="2511480"/>
                  <a:pt x="1720730" y="2486312"/>
                </a:cubicBezTo>
                <a:cubicBezTo>
                  <a:pt x="1699137" y="2408292"/>
                  <a:pt x="1648002" y="2338617"/>
                  <a:pt x="1571300" y="2294640"/>
                </a:cubicBezTo>
                <a:lnTo>
                  <a:pt x="481574" y="1668359"/>
                </a:lnTo>
                <a:cubicBezTo>
                  <a:pt x="327773" y="1580272"/>
                  <a:pt x="131580" y="1632594"/>
                  <a:pt x="43352" y="1785456"/>
                </a:cubicBezTo>
                <a:cubicBezTo>
                  <a:pt x="-44875" y="1938317"/>
                  <a:pt x="6790" y="2133168"/>
                  <a:pt x="160591" y="2221521"/>
                </a:cubicBezTo>
                <a:lnTo>
                  <a:pt x="769571" y="2572015"/>
                </a:lnTo>
                <a:lnTo>
                  <a:pt x="160591" y="2921450"/>
                </a:lnTo>
                <a:cubicBezTo>
                  <a:pt x="6790" y="3010067"/>
                  <a:pt x="-45670" y="3205051"/>
                  <a:pt x="43352" y="3358310"/>
                </a:cubicBezTo>
                <a:cubicBezTo>
                  <a:pt x="132374" y="3511568"/>
                  <a:pt x="327773" y="3562963"/>
                  <a:pt x="481574" y="3474876"/>
                </a:cubicBezTo>
                <a:lnTo>
                  <a:pt x="1571300" y="2848198"/>
                </a:lnTo>
                <a:cubicBezTo>
                  <a:pt x="1641515" y="2808189"/>
                  <a:pt x="1693892" y="2742984"/>
                  <a:pt x="1717816" y="2665798"/>
                </a:cubicBezTo>
                <a:close/>
                <a:moveTo>
                  <a:pt x="5160799" y="588131"/>
                </a:moveTo>
                <a:lnTo>
                  <a:pt x="5112049" y="588131"/>
                </a:lnTo>
                <a:lnTo>
                  <a:pt x="5112049" y="648137"/>
                </a:lnTo>
                <a:lnTo>
                  <a:pt x="5160799" y="648137"/>
                </a:lnTo>
                <a:cubicBezTo>
                  <a:pt x="5183452" y="648137"/>
                  <a:pt x="5198157" y="637937"/>
                  <a:pt x="5198157" y="618730"/>
                </a:cubicBezTo>
                <a:cubicBezTo>
                  <a:pt x="5198157" y="599523"/>
                  <a:pt x="5184512" y="588131"/>
                  <a:pt x="5160799" y="588131"/>
                </a:cubicBezTo>
                <a:close/>
                <a:moveTo>
                  <a:pt x="5052039" y="532630"/>
                </a:moveTo>
                <a:lnTo>
                  <a:pt x="5161859" y="532630"/>
                </a:lnTo>
                <a:cubicBezTo>
                  <a:pt x="5222002" y="532630"/>
                  <a:pt x="5261612" y="565480"/>
                  <a:pt x="5261612" y="616346"/>
                </a:cubicBezTo>
                <a:cubicBezTo>
                  <a:pt x="5261612" y="648137"/>
                  <a:pt x="5245715" y="671847"/>
                  <a:pt x="5222002" y="686683"/>
                </a:cubicBezTo>
                <a:lnTo>
                  <a:pt x="5265056" y="748940"/>
                </a:lnTo>
                <a:lnTo>
                  <a:pt x="5265056" y="761392"/>
                </a:lnTo>
                <a:lnTo>
                  <a:pt x="5202661" y="761392"/>
                </a:lnTo>
                <a:lnTo>
                  <a:pt x="5160799" y="701386"/>
                </a:lnTo>
                <a:lnTo>
                  <a:pt x="5112049" y="701386"/>
                </a:lnTo>
                <a:lnTo>
                  <a:pt x="5112049" y="761392"/>
                </a:lnTo>
                <a:lnTo>
                  <a:pt x="5052039" y="761392"/>
                </a:lnTo>
                <a:close/>
                <a:moveTo>
                  <a:pt x="5358979" y="651581"/>
                </a:moveTo>
                <a:cubicBezTo>
                  <a:pt x="5358979" y="529186"/>
                  <a:pt x="5277508" y="436330"/>
                  <a:pt x="5152851" y="436330"/>
                </a:cubicBezTo>
                <a:cubicBezTo>
                  <a:pt x="5030445" y="436330"/>
                  <a:pt x="4948842" y="524682"/>
                  <a:pt x="4948842" y="651581"/>
                </a:cubicBezTo>
                <a:cubicBezTo>
                  <a:pt x="4948842" y="772783"/>
                  <a:pt x="5030445" y="866699"/>
                  <a:pt x="5152851" y="866699"/>
                </a:cubicBezTo>
                <a:cubicBezTo>
                  <a:pt x="5277508" y="866699"/>
                  <a:pt x="5358979" y="773843"/>
                  <a:pt x="5358979" y="651581"/>
                </a:cubicBezTo>
                <a:close/>
                <a:moveTo>
                  <a:pt x="5409982" y="651581"/>
                </a:moveTo>
                <a:cubicBezTo>
                  <a:pt x="5409982" y="795434"/>
                  <a:pt x="5313674" y="915445"/>
                  <a:pt x="5152851" y="915445"/>
                </a:cubicBezTo>
                <a:cubicBezTo>
                  <a:pt x="4992028" y="915445"/>
                  <a:pt x="4897972" y="794242"/>
                  <a:pt x="4897972" y="651581"/>
                </a:cubicBezTo>
                <a:cubicBezTo>
                  <a:pt x="4897972" y="508919"/>
                  <a:pt x="4993088" y="387584"/>
                  <a:pt x="5152851" y="387584"/>
                </a:cubicBezTo>
                <a:cubicBezTo>
                  <a:pt x="5312614" y="387584"/>
                  <a:pt x="5409982" y="507594"/>
                  <a:pt x="5409982" y="65158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0"/>
          <p:cNvSpPr txBox="1"/>
          <p:nvPr>
            <p:ph idx="12" type="sldNum"/>
          </p:nvPr>
        </p:nvSpPr>
        <p:spPr>
          <a:xfrm>
            <a:off x="8229600" y="4864608"/>
            <a:ext cx="473700" cy="9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indent="0" lvl="0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1pPr>
            <a:lvl2pPr indent="0" lvl="1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2pPr>
            <a:lvl3pPr indent="0" lvl="2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3pPr>
            <a:lvl4pPr indent="0" lvl="3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4pPr>
            <a:lvl5pPr indent="0" lvl="4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5pPr>
            <a:lvl6pPr indent="0" lvl="5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6pPr>
            <a:lvl7pPr indent="0" lvl="6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7pPr>
            <a:lvl8pPr indent="0" lvl="7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8pPr>
            <a:lvl9pPr indent="0" lvl="8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9" name="Google Shape;89;p10"/>
          <p:cNvSpPr txBox="1"/>
          <p:nvPr>
            <p:ph type="title"/>
          </p:nvPr>
        </p:nvSpPr>
        <p:spPr>
          <a:xfrm>
            <a:off x="365750" y="274320"/>
            <a:ext cx="83484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000"/>
              </a:spcBef>
              <a:spcAft>
                <a:spcPts val="100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10"/>
          <p:cNvSpPr txBox="1"/>
          <p:nvPr>
            <p:ph idx="1" type="body"/>
          </p:nvPr>
        </p:nvSpPr>
        <p:spPr>
          <a:xfrm>
            <a:off x="365750" y="1371600"/>
            <a:ext cx="1920300" cy="331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•"/>
              <a:defRPr sz="1400"/>
            </a:lvl1pPr>
            <a:lvl2pPr indent="-317500" lvl="1" marL="9144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 sz="1400"/>
            </a:lvl2pPr>
            <a:lvl3pPr indent="-317500" lvl="2" marL="13716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 sz="1400"/>
            </a:lvl3pPr>
            <a:lvl4pPr indent="-317500" lvl="3" marL="18288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 sz="1400"/>
            </a:lvl4pPr>
            <a:lvl5pPr indent="-317500" lvl="4" marL="22860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 sz="1400"/>
            </a:lvl5pPr>
            <a:lvl6pPr indent="-317500" lvl="5" marL="27432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 sz="1400"/>
            </a:lvl6pPr>
            <a:lvl7pPr indent="-317500" lvl="6" marL="32004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 sz="1400"/>
            </a:lvl7pPr>
            <a:lvl8pPr indent="-317500" lvl="7" marL="36576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 sz="1400"/>
            </a:lvl8pPr>
            <a:lvl9pPr indent="-317500" lvl="8" marL="4114800" rtl="0">
              <a:spcBef>
                <a:spcPts val="1000"/>
              </a:spcBef>
              <a:spcAft>
                <a:spcPts val="1000"/>
              </a:spcAft>
              <a:buSzPts val="1400"/>
              <a:buChar char="•"/>
              <a:defRPr sz="1400"/>
            </a:lvl9pPr>
          </a:lstStyle>
          <a:p/>
        </p:txBody>
      </p:sp>
      <p:sp>
        <p:nvSpPr>
          <p:cNvPr id="91" name="Google Shape;91;p10"/>
          <p:cNvSpPr txBox="1"/>
          <p:nvPr>
            <p:ph idx="2" type="body"/>
          </p:nvPr>
        </p:nvSpPr>
        <p:spPr>
          <a:xfrm>
            <a:off x="2459408" y="1371600"/>
            <a:ext cx="1920300" cy="331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•"/>
              <a:defRPr sz="1400"/>
            </a:lvl1pPr>
            <a:lvl2pPr indent="-317500" lvl="1" marL="9144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 sz="1400"/>
            </a:lvl2pPr>
            <a:lvl3pPr indent="-317500" lvl="2" marL="13716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 sz="1400"/>
            </a:lvl3pPr>
            <a:lvl4pPr indent="-317500" lvl="3" marL="18288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 sz="1400"/>
            </a:lvl4pPr>
            <a:lvl5pPr indent="-317500" lvl="4" marL="22860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 sz="1400"/>
            </a:lvl5pPr>
            <a:lvl6pPr indent="-317500" lvl="5" marL="27432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 sz="1400"/>
            </a:lvl6pPr>
            <a:lvl7pPr indent="-317500" lvl="6" marL="32004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 sz="1400"/>
            </a:lvl7pPr>
            <a:lvl8pPr indent="-317500" lvl="7" marL="36576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 sz="1400"/>
            </a:lvl8pPr>
            <a:lvl9pPr indent="-317500" lvl="8" marL="4114800" rtl="0">
              <a:spcBef>
                <a:spcPts val="1000"/>
              </a:spcBef>
              <a:spcAft>
                <a:spcPts val="1000"/>
              </a:spcAft>
              <a:buSzPts val="1400"/>
              <a:buChar char="•"/>
              <a:defRPr sz="1400"/>
            </a:lvl9pPr>
          </a:lstStyle>
          <a:p/>
        </p:txBody>
      </p:sp>
      <p:sp>
        <p:nvSpPr>
          <p:cNvPr id="92" name="Google Shape;92;p10"/>
          <p:cNvSpPr txBox="1"/>
          <p:nvPr>
            <p:ph idx="3" type="body"/>
          </p:nvPr>
        </p:nvSpPr>
        <p:spPr>
          <a:xfrm>
            <a:off x="4673192" y="1371600"/>
            <a:ext cx="1920300" cy="331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•"/>
              <a:defRPr sz="1400"/>
            </a:lvl1pPr>
            <a:lvl2pPr indent="-317500" lvl="1" marL="9144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 sz="1400"/>
            </a:lvl2pPr>
            <a:lvl3pPr indent="-317500" lvl="2" marL="13716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 sz="1400"/>
            </a:lvl3pPr>
            <a:lvl4pPr indent="-317500" lvl="3" marL="18288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 sz="1400"/>
            </a:lvl4pPr>
            <a:lvl5pPr indent="-317500" lvl="4" marL="22860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 sz="1400"/>
            </a:lvl5pPr>
            <a:lvl6pPr indent="-317500" lvl="5" marL="27432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 sz="1400"/>
            </a:lvl6pPr>
            <a:lvl7pPr indent="-317500" lvl="6" marL="32004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 sz="1400"/>
            </a:lvl7pPr>
            <a:lvl8pPr indent="-317500" lvl="7" marL="36576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 sz="1400"/>
            </a:lvl8pPr>
            <a:lvl9pPr indent="-317500" lvl="8" marL="4114800" rtl="0">
              <a:spcBef>
                <a:spcPts val="1000"/>
              </a:spcBef>
              <a:spcAft>
                <a:spcPts val="1000"/>
              </a:spcAft>
              <a:buSzPts val="1400"/>
              <a:buChar char="•"/>
              <a:defRPr sz="1400"/>
            </a:lvl9pPr>
          </a:lstStyle>
          <a:p/>
        </p:txBody>
      </p:sp>
      <p:sp>
        <p:nvSpPr>
          <p:cNvPr id="93" name="Google Shape;93;p10"/>
          <p:cNvSpPr txBox="1"/>
          <p:nvPr>
            <p:ph idx="4" type="body"/>
          </p:nvPr>
        </p:nvSpPr>
        <p:spPr>
          <a:xfrm>
            <a:off x="6887000" y="1371600"/>
            <a:ext cx="1920300" cy="331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•"/>
              <a:defRPr sz="1400"/>
            </a:lvl1pPr>
            <a:lvl2pPr indent="-317500" lvl="1" marL="9144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 sz="1400"/>
            </a:lvl2pPr>
            <a:lvl3pPr indent="-317500" lvl="2" marL="13716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 sz="1400"/>
            </a:lvl3pPr>
            <a:lvl4pPr indent="-317500" lvl="3" marL="18288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 sz="1400"/>
            </a:lvl4pPr>
            <a:lvl5pPr indent="-317500" lvl="4" marL="22860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 sz="1400"/>
            </a:lvl5pPr>
            <a:lvl6pPr indent="-317500" lvl="5" marL="27432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 sz="1400"/>
            </a:lvl6pPr>
            <a:lvl7pPr indent="-317500" lvl="6" marL="32004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 sz="1400"/>
            </a:lvl7pPr>
            <a:lvl8pPr indent="-317500" lvl="7" marL="36576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 sz="1400"/>
            </a:lvl8pPr>
            <a:lvl9pPr indent="-317500" lvl="8" marL="4114800" rtl="0">
              <a:spcBef>
                <a:spcPts val="1000"/>
              </a:spcBef>
              <a:spcAft>
                <a:spcPts val="1000"/>
              </a:spcAft>
              <a:buSzPts val="1400"/>
              <a:buChar char="•"/>
              <a:defRPr sz="1400"/>
            </a:lvl9pPr>
          </a:lstStyle>
          <a:p/>
        </p:txBody>
      </p:sp>
      <p:sp>
        <p:nvSpPr>
          <p:cNvPr id="94" name="Google Shape;94;p10"/>
          <p:cNvSpPr/>
          <p:nvPr/>
        </p:nvSpPr>
        <p:spPr>
          <a:xfrm>
            <a:off x="660640" y="4867093"/>
            <a:ext cx="14733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600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 xml:space="preserve">© </a:t>
            </a:r>
            <a:r>
              <a:rPr lang="en" sz="600">
                <a:solidFill>
                  <a:srgbClr val="929292"/>
                </a:solidFill>
              </a:rPr>
              <a:t>2026</a:t>
            </a:r>
            <a:r>
              <a:rPr b="0" i="0" lang="en" sz="600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 xml:space="preserve"> Snowflake Inc. All Rights Reserved</a:t>
            </a:r>
            <a:endParaRPr sz="600">
              <a:solidFill>
                <a:srgbClr val="92929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10"/>
          <p:cNvSpPr txBox="1"/>
          <p:nvPr>
            <p:ph idx="5" type="subTitle"/>
          </p:nvPr>
        </p:nvSpPr>
        <p:spPr>
          <a:xfrm>
            <a:off x="365760" y="655285"/>
            <a:ext cx="83448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1800"/>
              <a:buNone/>
              <a:defRPr>
                <a:solidFill>
                  <a:srgbClr val="5B5B5B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800"/>
              <a:buNone/>
              <a:defRPr>
                <a:solidFill>
                  <a:srgbClr val="5B5B5B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3pPr>
            <a:lvl4pPr lvl="3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4pPr>
            <a:lvl5pPr lvl="4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5pPr>
            <a:lvl6pPr lvl="5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6pPr>
            <a:lvl7pPr lvl="6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7pPr>
            <a:lvl8pPr lvl="7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8pPr>
            <a:lvl9pPr lvl="8" rtl="0">
              <a:spcBef>
                <a:spcPts val="1000"/>
              </a:spcBef>
              <a:spcAft>
                <a:spcPts val="100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9pPr>
          </a:lstStyle>
          <a:p/>
        </p:txBody>
      </p:sp>
      <p:sp>
        <p:nvSpPr>
          <p:cNvPr id="96" name="Google Shape;96;p10"/>
          <p:cNvSpPr/>
          <p:nvPr/>
        </p:nvSpPr>
        <p:spPr>
          <a:xfrm>
            <a:off x="0" y="343500"/>
            <a:ext cx="137100" cy="36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1422">
          <p15:clr>
            <a:srgbClr val="FA7B17"/>
          </p15:clr>
        </p15:guide>
        <p15:guide id="2" pos="4211">
          <p15:clr>
            <a:srgbClr val="FA7B17"/>
          </p15:clr>
        </p15:guide>
        <p15:guide id="3" pos="1549">
          <p15:clr>
            <a:srgbClr val="FA7B17"/>
          </p15:clr>
        </p15:guide>
        <p15:guide id="4" pos="2816">
          <p15:clr>
            <a:srgbClr val="FA7B17"/>
          </p15:clr>
        </p15:guide>
        <p15:guide id="5" pos="2944">
          <p15:clr>
            <a:srgbClr val="FA7B17"/>
          </p15:clr>
        </p15:guide>
        <p15:guide id="6" pos="4338">
          <p15:clr>
            <a:srgbClr val="FA7B17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1"/>
          <p:cNvSpPr/>
          <p:nvPr/>
        </p:nvSpPr>
        <p:spPr>
          <a:xfrm>
            <a:off x="2291700" y="0"/>
            <a:ext cx="68523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11"/>
          <p:cNvSpPr txBox="1"/>
          <p:nvPr>
            <p:ph idx="1" type="body"/>
          </p:nvPr>
        </p:nvSpPr>
        <p:spPr>
          <a:xfrm>
            <a:off x="365750" y="274320"/>
            <a:ext cx="1926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  <a:defRPr b="1" i="0" sz="2600" cap="none">
                <a:solidFill>
                  <a:schemeClr val="dk1"/>
                </a:solidFill>
              </a:defRPr>
            </a:lvl1pPr>
            <a:lvl2pPr indent="-342900" lvl="1" marL="914400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2pPr>
            <a:lvl3pPr indent="-342900" lvl="2" marL="1371600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 sz="1800"/>
            </a:lvl3pPr>
            <a:lvl4pPr indent="-317500" lvl="3" marL="1828800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b="1"/>
            </a:lvl4pPr>
            <a:lvl5pPr indent="-317500" lvl="4" marL="2286000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b="1"/>
            </a:lvl5pPr>
            <a:lvl6pPr indent="-317500" lvl="5" marL="2743200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b="1"/>
            </a:lvl6pPr>
            <a:lvl7pPr indent="-317500" lvl="6" marL="3200400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b="1"/>
            </a:lvl7pPr>
            <a:lvl8pPr indent="-317500" lvl="7" marL="3657600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b="1"/>
            </a:lvl8pPr>
            <a:lvl9pPr indent="-317500" lvl="8" marL="4114800" rtl="0">
              <a:lnSpc>
                <a:spcPct val="10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400"/>
              <a:buChar char="•"/>
              <a:defRPr b="1"/>
            </a:lvl9pPr>
          </a:lstStyle>
          <a:p/>
        </p:txBody>
      </p:sp>
      <p:sp>
        <p:nvSpPr>
          <p:cNvPr id="100" name="Google Shape;100;p11"/>
          <p:cNvSpPr txBox="1"/>
          <p:nvPr>
            <p:ph idx="12" type="sldNum"/>
          </p:nvPr>
        </p:nvSpPr>
        <p:spPr>
          <a:xfrm>
            <a:off x="8229600" y="4864608"/>
            <a:ext cx="473700" cy="9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indent="0" lvl="0" marL="0" marR="0" rtl="0" algn="r">
              <a:spcBef>
                <a:spcPts val="0"/>
              </a:spcBef>
              <a:buNone/>
              <a:defRPr i="0" sz="600">
                <a:solidFill>
                  <a:srgbClr val="EFEFEF"/>
                </a:solidFill>
              </a:defRPr>
            </a:lvl1pPr>
            <a:lvl2pPr indent="0" lvl="1" marL="0" marR="0" rtl="0" algn="r">
              <a:spcBef>
                <a:spcPts val="0"/>
              </a:spcBef>
              <a:buNone/>
              <a:defRPr i="0" sz="600">
                <a:solidFill>
                  <a:srgbClr val="EFEFEF"/>
                </a:solidFill>
              </a:defRPr>
            </a:lvl2pPr>
            <a:lvl3pPr indent="0" lvl="2" marL="0" marR="0" rtl="0" algn="r">
              <a:spcBef>
                <a:spcPts val="0"/>
              </a:spcBef>
              <a:buNone/>
              <a:defRPr i="0" sz="600">
                <a:solidFill>
                  <a:srgbClr val="EFEFEF"/>
                </a:solidFill>
              </a:defRPr>
            </a:lvl3pPr>
            <a:lvl4pPr indent="0" lvl="3" marL="0" marR="0" rtl="0" algn="r">
              <a:spcBef>
                <a:spcPts val="0"/>
              </a:spcBef>
              <a:buNone/>
              <a:defRPr i="0" sz="600">
                <a:solidFill>
                  <a:srgbClr val="EFEFEF"/>
                </a:solidFill>
              </a:defRPr>
            </a:lvl4pPr>
            <a:lvl5pPr indent="0" lvl="4" marL="0" marR="0" rtl="0" algn="r">
              <a:spcBef>
                <a:spcPts val="0"/>
              </a:spcBef>
              <a:buNone/>
              <a:defRPr i="0" sz="600">
                <a:solidFill>
                  <a:srgbClr val="EFEFEF"/>
                </a:solidFill>
              </a:defRPr>
            </a:lvl5pPr>
            <a:lvl6pPr indent="0" lvl="5" marL="0" marR="0" rtl="0" algn="r">
              <a:spcBef>
                <a:spcPts val="0"/>
              </a:spcBef>
              <a:buNone/>
              <a:defRPr i="0" sz="600">
                <a:solidFill>
                  <a:srgbClr val="EFEFEF"/>
                </a:solidFill>
              </a:defRPr>
            </a:lvl6pPr>
            <a:lvl7pPr indent="0" lvl="6" marL="0" marR="0" rtl="0" algn="r">
              <a:spcBef>
                <a:spcPts val="0"/>
              </a:spcBef>
              <a:buNone/>
              <a:defRPr i="0" sz="600">
                <a:solidFill>
                  <a:srgbClr val="EFEFEF"/>
                </a:solidFill>
              </a:defRPr>
            </a:lvl7pPr>
            <a:lvl8pPr indent="0" lvl="7" marL="0" marR="0" rtl="0" algn="r">
              <a:spcBef>
                <a:spcPts val="0"/>
              </a:spcBef>
              <a:buNone/>
              <a:defRPr i="0" sz="600">
                <a:solidFill>
                  <a:srgbClr val="EFEFEF"/>
                </a:solidFill>
              </a:defRPr>
            </a:lvl8pPr>
            <a:lvl9pPr indent="0" lvl="8" marL="0" marR="0" rtl="0" algn="r">
              <a:spcBef>
                <a:spcPts val="0"/>
              </a:spcBef>
              <a:buNone/>
              <a:defRPr i="0" sz="600">
                <a:solidFill>
                  <a:srgbClr val="EFEFEF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1" name="Google Shape;101;p11"/>
          <p:cNvSpPr/>
          <p:nvPr/>
        </p:nvSpPr>
        <p:spPr>
          <a:xfrm>
            <a:off x="457195" y="4846320"/>
            <a:ext cx="135250" cy="128588"/>
          </a:xfrm>
          <a:custGeom>
            <a:rect b="b" l="l" r="r" t="t"/>
            <a:pathLst>
              <a:path extrusionOk="0" h="5143500" w="5409981">
                <a:moveTo>
                  <a:pt x="4983153" y="2221521"/>
                </a:moveTo>
                <a:lnTo>
                  <a:pt x="4374172" y="2572015"/>
                </a:lnTo>
                <a:lnTo>
                  <a:pt x="4983153" y="2921450"/>
                </a:lnTo>
                <a:cubicBezTo>
                  <a:pt x="5136954" y="3010067"/>
                  <a:pt x="5189546" y="3205051"/>
                  <a:pt x="5100656" y="3358310"/>
                </a:cubicBezTo>
                <a:cubicBezTo>
                  <a:pt x="5011767" y="3511568"/>
                  <a:pt x="4815574" y="3562963"/>
                  <a:pt x="4662302" y="3474876"/>
                </a:cubicBezTo>
                <a:lnTo>
                  <a:pt x="3571781" y="2848198"/>
                </a:lnTo>
                <a:cubicBezTo>
                  <a:pt x="3499053" y="2805943"/>
                  <a:pt x="3448581" y="2739977"/>
                  <a:pt x="3426193" y="2665798"/>
                </a:cubicBezTo>
                <a:cubicBezTo>
                  <a:pt x="3407864" y="2607519"/>
                  <a:pt x="3406806" y="2545180"/>
                  <a:pt x="3423146" y="2486312"/>
                </a:cubicBezTo>
                <a:cubicBezTo>
                  <a:pt x="3445647" y="2405409"/>
                  <a:pt x="3499023" y="2336577"/>
                  <a:pt x="3571781" y="2294640"/>
                </a:cubicBezTo>
                <a:lnTo>
                  <a:pt x="4662302" y="1668359"/>
                </a:lnTo>
                <a:cubicBezTo>
                  <a:pt x="4815574" y="1580272"/>
                  <a:pt x="5011899" y="1632594"/>
                  <a:pt x="5100656" y="1785456"/>
                </a:cubicBezTo>
                <a:cubicBezTo>
                  <a:pt x="5189414" y="1938317"/>
                  <a:pt x="5136954" y="2133168"/>
                  <a:pt x="4983153" y="2221521"/>
                </a:cubicBezTo>
                <a:close/>
                <a:moveTo>
                  <a:pt x="4406628" y="3920213"/>
                </a:moveTo>
                <a:lnTo>
                  <a:pt x="3316240" y="3294330"/>
                </a:lnTo>
                <a:cubicBezTo>
                  <a:pt x="3260045" y="3261658"/>
                  <a:pt x="3195149" y="3247089"/>
                  <a:pt x="3130380" y="3252605"/>
                </a:cubicBezTo>
                <a:cubicBezTo>
                  <a:pt x="2964126" y="3264526"/>
                  <a:pt x="2833507" y="3402684"/>
                  <a:pt x="2833507" y="3570911"/>
                </a:cubicBezTo>
                <a:lnTo>
                  <a:pt x="2833507" y="4823869"/>
                </a:lnTo>
                <a:cubicBezTo>
                  <a:pt x="2833507" y="5000441"/>
                  <a:pt x="2976578" y="5143500"/>
                  <a:pt x="3154225" y="5143500"/>
                </a:cubicBezTo>
                <a:cubicBezTo>
                  <a:pt x="3331872" y="5143500"/>
                  <a:pt x="3475473" y="5000441"/>
                  <a:pt x="3475473" y="4823869"/>
                </a:cubicBezTo>
                <a:lnTo>
                  <a:pt x="3475473" y="4123013"/>
                </a:lnTo>
                <a:lnTo>
                  <a:pt x="4086043" y="4473772"/>
                </a:lnTo>
                <a:cubicBezTo>
                  <a:pt x="4239447" y="4562389"/>
                  <a:pt x="4435640" y="4509934"/>
                  <a:pt x="4524132" y="4357471"/>
                </a:cubicBezTo>
                <a:cubicBezTo>
                  <a:pt x="4612625" y="4205007"/>
                  <a:pt x="4560298" y="4008566"/>
                  <a:pt x="4406628" y="3920213"/>
                </a:cubicBezTo>
                <a:close/>
                <a:moveTo>
                  <a:pt x="3148529" y="2694410"/>
                </a:moveTo>
                <a:lnTo>
                  <a:pt x="2695205" y="3144913"/>
                </a:lnTo>
                <a:cubicBezTo>
                  <a:pt x="2682222" y="3158159"/>
                  <a:pt x="2657185" y="3169021"/>
                  <a:pt x="2638374" y="3169021"/>
                </a:cubicBezTo>
                <a:lnTo>
                  <a:pt x="2504973" y="3169021"/>
                </a:lnTo>
                <a:cubicBezTo>
                  <a:pt x="2486692" y="3169021"/>
                  <a:pt x="2461257" y="3158159"/>
                  <a:pt x="2448142" y="3144913"/>
                </a:cubicBezTo>
                <a:lnTo>
                  <a:pt x="1995083" y="2694410"/>
                </a:lnTo>
                <a:cubicBezTo>
                  <a:pt x="1982100" y="2681694"/>
                  <a:pt x="1971635" y="2656261"/>
                  <a:pt x="1971635" y="2638246"/>
                </a:cubicBezTo>
                <a:lnTo>
                  <a:pt x="1971635" y="2505387"/>
                </a:lnTo>
                <a:cubicBezTo>
                  <a:pt x="1971635" y="2486974"/>
                  <a:pt x="1982100" y="2461409"/>
                  <a:pt x="1995083" y="2448560"/>
                </a:cubicBezTo>
                <a:lnTo>
                  <a:pt x="2448142" y="1998057"/>
                </a:lnTo>
                <a:cubicBezTo>
                  <a:pt x="2461257" y="1984811"/>
                  <a:pt x="2486692" y="1974346"/>
                  <a:pt x="2504973" y="1974346"/>
                </a:cubicBezTo>
                <a:lnTo>
                  <a:pt x="2638374" y="1974346"/>
                </a:lnTo>
                <a:cubicBezTo>
                  <a:pt x="2656787" y="1974346"/>
                  <a:pt x="2682222" y="1984811"/>
                  <a:pt x="2695205" y="1998057"/>
                </a:cubicBezTo>
                <a:lnTo>
                  <a:pt x="3148529" y="2448560"/>
                </a:lnTo>
                <a:cubicBezTo>
                  <a:pt x="3161379" y="2461409"/>
                  <a:pt x="3171844" y="2486974"/>
                  <a:pt x="3171844" y="2505387"/>
                </a:cubicBezTo>
                <a:lnTo>
                  <a:pt x="3171844" y="2638246"/>
                </a:lnTo>
                <a:cubicBezTo>
                  <a:pt x="3171844" y="2656261"/>
                  <a:pt x="3161379" y="2681694"/>
                  <a:pt x="3148529" y="2694410"/>
                </a:cubicBezTo>
                <a:close/>
                <a:moveTo>
                  <a:pt x="2786214" y="2569366"/>
                </a:moveTo>
                <a:cubicBezTo>
                  <a:pt x="2786214" y="2551086"/>
                  <a:pt x="2775086" y="2525786"/>
                  <a:pt x="2762236" y="2512275"/>
                </a:cubicBezTo>
                <a:lnTo>
                  <a:pt x="2630955" y="2382329"/>
                </a:lnTo>
                <a:cubicBezTo>
                  <a:pt x="2617973" y="2369481"/>
                  <a:pt x="2592538" y="2358751"/>
                  <a:pt x="2574257" y="2358751"/>
                </a:cubicBezTo>
                <a:lnTo>
                  <a:pt x="2569090" y="2358751"/>
                </a:lnTo>
                <a:cubicBezTo>
                  <a:pt x="2550809" y="2358751"/>
                  <a:pt x="2525374" y="2369481"/>
                  <a:pt x="2512656" y="2382329"/>
                </a:cubicBezTo>
                <a:lnTo>
                  <a:pt x="2381375" y="2512275"/>
                </a:lnTo>
                <a:cubicBezTo>
                  <a:pt x="2368260" y="2525786"/>
                  <a:pt x="2358192" y="2551086"/>
                  <a:pt x="2358192" y="2569366"/>
                </a:cubicBezTo>
                <a:lnTo>
                  <a:pt x="2358192" y="2574399"/>
                </a:lnTo>
                <a:cubicBezTo>
                  <a:pt x="2358192" y="2592414"/>
                  <a:pt x="2368260" y="2617582"/>
                  <a:pt x="2381375" y="2630696"/>
                </a:cubicBezTo>
                <a:lnTo>
                  <a:pt x="2512656" y="2761038"/>
                </a:lnTo>
                <a:cubicBezTo>
                  <a:pt x="2525506" y="2773887"/>
                  <a:pt x="2550809" y="2784617"/>
                  <a:pt x="2569090" y="2784617"/>
                </a:cubicBezTo>
                <a:lnTo>
                  <a:pt x="2574257" y="2784617"/>
                </a:lnTo>
                <a:cubicBezTo>
                  <a:pt x="2592538" y="2784617"/>
                  <a:pt x="2617973" y="2773887"/>
                  <a:pt x="2630955" y="2761038"/>
                </a:cubicBezTo>
                <a:lnTo>
                  <a:pt x="2762236" y="2630696"/>
                </a:lnTo>
                <a:cubicBezTo>
                  <a:pt x="2775086" y="2617582"/>
                  <a:pt x="2786214" y="2592414"/>
                  <a:pt x="2786214" y="2574399"/>
                </a:cubicBezTo>
                <a:close/>
                <a:moveTo>
                  <a:pt x="736718" y="1222757"/>
                </a:moveTo>
                <a:lnTo>
                  <a:pt x="1827239" y="1849170"/>
                </a:lnTo>
                <a:cubicBezTo>
                  <a:pt x="1883672" y="1881603"/>
                  <a:pt x="1948619" y="1896152"/>
                  <a:pt x="2013497" y="1890895"/>
                </a:cubicBezTo>
                <a:cubicBezTo>
                  <a:pt x="2179486" y="1878709"/>
                  <a:pt x="2310502" y="1740286"/>
                  <a:pt x="2310502" y="1572324"/>
                </a:cubicBezTo>
                <a:lnTo>
                  <a:pt x="2310502" y="319233"/>
                </a:lnTo>
                <a:cubicBezTo>
                  <a:pt x="2310502" y="143059"/>
                  <a:pt x="2166503" y="0"/>
                  <a:pt x="1989651" y="0"/>
                </a:cubicBezTo>
                <a:cubicBezTo>
                  <a:pt x="1812799" y="0"/>
                  <a:pt x="1668536" y="143059"/>
                  <a:pt x="1668536" y="319233"/>
                </a:cubicBezTo>
                <a:lnTo>
                  <a:pt x="1668536" y="1020355"/>
                </a:lnTo>
                <a:lnTo>
                  <a:pt x="1057436" y="669198"/>
                </a:lnTo>
                <a:cubicBezTo>
                  <a:pt x="904297" y="580978"/>
                  <a:pt x="708369" y="633301"/>
                  <a:pt x="619347" y="785897"/>
                </a:cubicBezTo>
                <a:cubicBezTo>
                  <a:pt x="530985" y="938468"/>
                  <a:pt x="583048" y="1133777"/>
                  <a:pt x="735632" y="1222131"/>
                </a:cubicBezTo>
                <a:cubicBezTo>
                  <a:pt x="735994" y="1222340"/>
                  <a:pt x="736356" y="1222549"/>
                  <a:pt x="736718" y="1222757"/>
                </a:cubicBezTo>
                <a:close/>
                <a:moveTo>
                  <a:pt x="3130380" y="1890895"/>
                </a:moveTo>
                <a:cubicBezTo>
                  <a:pt x="3195131" y="1896154"/>
                  <a:pt x="3259952" y="1881602"/>
                  <a:pt x="3316240" y="1849170"/>
                </a:cubicBezTo>
                <a:lnTo>
                  <a:pt x="4406628" y="1222757"/>
                </a:lnTo>
                <a:cubicBezTo>
                  <a:pt x="4559590" y="1135057"/>
                  <a:pt x="4612489" y="939974"/>
                  <a:pt x="4524782" y="787025"/>
                </a:cubicBezTo>
                <a:cubicBezTo>
                  <a:pt x="4524567" y="786649"/>
                  <a:pt x="4524350" y="786273"/>
                  <a:pt x="4524132" y="785897"/>
                </a:cubicBezTo>
                <a:cubicBezTo>
                  <a:pt x="4435640" y="633301"/>
                  <a:pt x="4239447" y="580978"/>
                  <a:pt x="4086043" y="669198"/>
                </a:cubicBezTo>
                <a:lnTo>
                  <a:pt x="3475473" y="1020355"/>
                </a:lnTo>
                <a:lnTo>
                  <a:pt x="3475473" y="319233"/>
                </a:lnTo>
                <a:cubicBezTo>
                  <a:pt x="3475473" y="143059"/>
                  <a:pt x="3331872" y="0"/>
                  <a:pt x="3154225" y="0"/>
                </a:cubicBezTo>
                <a:cubicBezTo>
                  <a:pt x="2976578" y="0"/>
                  <a:pt x="2833507" y="143059"/>
                  <a:pt x="2833507" y="319233"/>
                </a:cubicBezTo>
                <a:lnTo>
                  <a:pt x="2833507" y="1572324"/>
                </a:lnTo>
                <a:cubicBezTo>
                  <a:pt x="2833507" y="1740286"/>
                  <a:pt x="2964126" y="1878709"/>
                  <a:pt x="3130380" y="1890895"/>
                </a:cubicBezTo>
                <a:close/>
                <a:moveTo>
                  <a:pt x="2013497" y="3252605"/>
                </a:moveTo>
                <a:cubicBezTo>
                  <a:pt x="1948600" y="3247084"/>
                  <a:pt x="1883576" y="3261651"/>
                  <a:pt x="1827239" y="3294330"/>
                </a:cubicBezTo>
                <a:lnTo>
                  <a:pt x="736718" y="3920213"/>
                </a:lnTo>
                <a:cubicBezTo>
                  <a:pt x="583314" y="4008566"/>
                  <a:pt x="530854" y="4204477"/>
                  <a:pt x="619347" y="4357471"/>
                </a:cubicBezTo>
                <a:cubicBezTo>
                  <a:pt x="707839" y="4510464"/>
                  <a:pt x="904297" y="4562389"/>
                  <a:pt x="1057436" y="4473772"/>
                </a:cubicBezTo>
                <a:lnTo>
                  <a:pt x="1668536" y="4123013"/>
                </a:lnTo>
                <a:lnTo>
                  <a:pt x="1668536" y="4823869"/>
                </a:lnTo>
                <a:cubicBezTo>
                  <a:pt x="1668536" y="5000441"/>
                  <a:pt x="1812137" y="5143500"/>
                  <a:pt x="1989651" y="5143500"/>
                </a:cubicBezTo>
                <a:cubicBezTo>
                  <a:pt x="2167166" y="5143500"/>
                  <a:pt x="2310502" y="5000441"/>
                  <a:pt x="2310502" y="4823869"/>
                </a:cubicBezTo>
                <a:lnTo>
                  <a:pt x="2310502" y="3570911"/>
                </a:lnTo>
                <a:cubicBezTo>
                  <a:pt x="2310502" y="3402684"/>
                  <a:pt x="2179486" y="3264526"/>
                  <a:pt x="2013497" y="3252605"/>
                </a:cubicBezTo>
                <a:close/>
                <a:moveTo>
                  <a:pt x="1717816" y="2665798"/>
                </a:moveTo>
                <a:cubicBezTo>
                  <a:pt x="1728394" y="2632182"/>
                  <a:pt x="1733318" y="2597044"/>
                  <a:pt x="1732388" y="2561815"/>
                </a:cubicBezTo>
                <a:cubicBezTo>
                  <a:pt x="1731063" y="2536648"/>
                  <a:pt x="1727884" y="2511480"/>
                  <a:pt x="1720730" y="2486312"/>
                </a:cubicBezTo>
                <a:cubicBezTo>
                  <a:pt x="1699137" y="2408292"/>
                  <a:pt x="1648002" y="2338617"/>
                  <a:pt x="1571300" y="2294640"/>
                </a:cubicBezTo>
                <a:lnTo>
                  <a:pt x="481574" y="1668359"/>
                </a:lnTo>
                <a:cubicBezTo>
                  <a:pt x="327773" y="1580272"/>
                  <a:pt x="131580" y="1632594"/>
                  <a:pt x="43352" y="1785456"/>
                </a:cubicBezTo>
                <a:cubicBezTo>
                  <a:pt x="-44875" y="1938317"/>
                  <a:pt x="6790" y="2133168"/>
                  <a:pt x="160591" y="2221521"/>
                </a:cubicBezTo>
                <a:lnTo>
                  <a:pt x="769571" y="2572015"/>
                </a:lnTo>
                <a:lnTo>
                  <a:pt x="160591" y="2921450"/>
                </a:lnTo>
                <a:cubicBezTo>
                  <a:pt x="6790" y="3010067"/>
                  <a:pt x="-45670" y="3205051"/>
                  <a:pt x="43352" y="3358310"/>
                </a:cubicBezTo>
                <a:cubicBezTo>
                  <a:pt x="132374" y="3511568"/>
                  <a:pt x="327773" y="3562963"/>
                  <a:pt x="481574" y="3474876"/>
                </a:cubicBezTo>
                <a:lnTo>
                  <a:pt x="1571300" y="2848198"/>
                </a:lnTo>
                <a:cubicBezTo>
                  <a:pt x="1641515" y="2808189"/>
                  <a:pt x="1693892" y="2742984"/>
                  <a:pt x="1717816" y="2665798"/>
                </a:cubicBezTo>
                <a:close/>
                <a:moveTo>
                  <a:pt x="5160799" y="588131"/>
                </a:moveTo>
                <a:lnTo>
                  <a:pt x="5112049" y="588131"/>
                </a:lnTo>
                <a:lnTo>
                  <a:pt x="5112049" y="648137"/>
                </a:lnTo>
                <a:lnTo>
                  <a:pt x="5160799" y="648137"/>
                </a:lnTo>
                <a:cubicBezTo>
                  <a:pt x="5183452" y="648137"/>
                  <a:pt x="5198157" y="637937"/>
                  <a:pt x="5198157" y="618730"/>
                </a:cubicBezTo>
                <a:cubicBezTo>
                  <a:pt x="5198157" y="599523"/>
                  <a:pt x="5184512" y="588131"/>
                  <a:pt x="5160799" y="588131"/>
                </a:cubicBezTo>
                <a:close/>
                <a:moveTo>
                  <a:pt x="5052039" y="532630"/>
                </a:moveTo>
                <a:lnTo>
                  <a:pt x="5161859" y="532630"/>
                </a:lnTo>
                <a:cubicBezTo>
                  <a:pt x="5222002" y="532630"/>
                  <a:pt x="5261612" y="565480"/>
                  <a:pt x="5261612" y="616346"/>
                </a:cubicBezTo>
                <a:cubicBezTo>
                  <a:pt x="5261612" y="648137"/>
                  <a:pt x="5245715" y="671847"/>
                  <a:pt x="5222002" y="686683"/>
                </a:cubicBezTo>
                <a:lnTo>
                  <a:pt x="5265056" y="748940"/>
                </a:lnTo>
                <a:lnTo>
                  <a:pt x="5265056" y="761392"/>
                </a:lnTo>
                <a:lnTo>
                  <a:pt x="5202661" y="761392"/>
                </a:lnTo>
                <a:lnTo>
                  <a:pt x="5160799" y="701386"/>
                </a:lnTo>
                <a:lnTo>
                  <a:pt x="5112049" y="701386"/>
                </a:lnTo>
                <a:lnTo>
                  <a:pt x="5112049" y="761392"/>
                </a:lnTo>
                <a:lnTo>
                  <a:pt x="5052039" y="761392"/>
                </a:lnTo>
                <a:close/>
                <a:moveTo>
                  <a:pt x="5358979" y="651581"/>
                </a:moveTo>
                <a:cubicBezTo>
                  <a:pt x="5358979" y="529186"/>
                  <a:pt x="5277508" y="436330"/>
                  <a:pt x="5152851" y="436330"/>
                </a:cubicBezTo>
                <a:cubicBezTo>
                  <a:pt x="5030445" y="436330"/>
                  <a:pt x="4948842" y="524682"/>
                  <a:pt x="4948842" y="651581"/>
                </a:cubicBezTo>
                <a:cubicBezTo>
                  <a:pt x="4948842" y="772783"/>
                  <a:pt x="5030445" y="866699"/>
                  <a:pt x="5152851" y="866699"/>
                </a:cubicBezTo>
                <a:cubicBezTo>
                  <a:pt x="5277508" y="866699"/>
                  <a:pt x="5358979" y="773843"/>
                  <a:pt x="5358979" y="651581"/>
                </a:cubicBezTo>
                <a:close/>
                <a:moveTo>
                  <a:pt x="5409982" y="651581"/>
                </a:moveTo>
                <a:cubicBezTo>
                  <a:pt x="5409982" y="795434"/>
                  <a:pt x="5313674" y="915445"/>
                  <a:pt x="5152851" y="915445"/>
                </a:cubicBezTo>
                <a:cubicBezTo>
                  <a:pt x="4992028" y="915445"/>
                  <a:pt x="4897972" y="794242"/>
                  <a:pt x="4897972" y="651581"/>
                </a:cubicBezTo>
                <a:cubicBezTo>
                  <a:pt x="4897972" y="508919"/>
                  <a:pt x="4993088" y="387584"/>
                  <a:pt x="5152851" y="387584"/>
                </a:cubicBezTo>
                <a:cubicBezTo>
                  <a:pt x="5312614" y="387584"/>
                  <a:pt x="5409982" y="507594"/>
                  <a:pt x="5409982" y="65158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11"/>
          <p:cNvSpPr/>
          <p:nvPr/>
        </p:nvSpPr>
        <p:spPr>
          <a:xfrm>
            <a:off x="660651" y="4866916"/>
            <a:ext cx="16812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600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 xml:space="preserve">© </a:t>
            </a:r>
            <a:r>
              <a:rPr lang="en" sz="600">
                <a:solidFill>
                  <a:srgbClr val="929292"/>
                </a:solidFill>
              </a:rPr>
              <a:t>2026</a:t>
            </a:r>
            <a:r>
              <a:rPr b="0" i="0" lang="en" sz="600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 xml:space="preserve"> Snowflake Inc. All Rights Reserved</a:t>
            </a:r>
            <a:endParaRPr sz="600">
              <a:solidFill>
                <a:srgbClr val="92929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11"/>
          <p:cNvSpPr txBox="1"/>
          <p:nvPr>
            <p:ph idx="2" type="body"/>
          </p:nvPr>
        </p:nvSpPr>
        <p:spPr>
          <a:xfrm>
            <a:off x="2961200" y="914400"/>
            <a:ext cx="5725500" cy="3771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•"/>
              <a:defRPr>
                <a:solidFill>
                  <a:srgbClr val="FFFFFF"/>
                </a:solidFill>
              </a:defRPr>
            </a:lvl1pPr>
            <a:lvl2pPr indent="-342900" lvl="1" marL="914400" rtl="0">
              <a:spcBef>
                <a:spcPts val="1000"/>
              </a:spcBef>
              <a:spcAft>
                <a:spcPts val="0"/>
              </a:spcAft>
              <a:buSzPts val="1800"/>
              <a:buChar char="•"/>
              <a:defRPr>
                <a:solidFill>
                  <a:srgbClr val="FFFFFF"/>
                </a:solidFill>
              </a:defRPr>
            </a:lvl2pPr>
            <a:lvl3pPr indent="-317500" lvl="2" marL="13716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>
                <a:solidFill>
                  <a:srgbClr val="FFFFFF"/>
                </a:solidFill>
              </a:defRPr>
            </a:lvl3pPr>
            <a:lvl4pPr indent="-317500" lvl="3" marL="18288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>
                <a:solidFill>
                  <a:srgbClr val="FFFFFF"/>
                </a:solidFill>
              </a:defRPr>
            </a:lvl4pPr>
            <a:lvl5pPr indent="-317500" lvl="4" marL="22860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>
                <a:solidFill>
                  <a:srgbClr val="FFFFFF"/>
                </a:solidFill>
              </a:defRPr>
            </a:lvl5pPr>
            <a:lvl6pPr indent="-317500" lvl="5" marL="27432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>
                <a:solidFill>
                  <a:srgbClr val="FFFFFF"/>
                </a:solidFill>
              </a:defRPr>
            </a:lvl6pPr>
            <a:lvl7pPr indent="-317500" lvl="6" marL="32004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>
                <a:solidFill>
                  <a:srgbClr val="FFFFFF"/>
                </a:solidFill>
              </a:defRPr>
            </a:lvl7pPr>
            <a:lvl8pPr indent="-317500" lvl="7" marL="36576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>
                <a:solidFill>
                  <a:srgbClr val="FFFFFF"/>
                </a:solidFill>
              </a:defRPr>
            </a:lvl8pPr>
            <a:lvl9pPr indent="-317500" lvl="8" marL="4114800" rtl="0">
              <a:spcBef>
                <a:spcPts val="1000"/>
              </a:spcBef>
              <a:spcAft>
                <a:spcPts val="1000"/>
              </a:spcAft>
              <a:buSzPts val="1400"/>
              <a:buChar char="•"/>
              <a:defRPr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104" name="Google Shape;104;p11"/>
          <p:cNvSpPr/>
          <p:nvPr/>
        </p:nvSpPr>
        <p:spPr>
          <a:xfrm>
            <a:off x="6369225" y="228600"/>
            <a:ext cx="1322446" cy="1414662"/>
          </a:xfrm>
          <a:custGeom>
            <a:rect b="b" l="l" r="r" t="t"/>
            <a:pathLst>
              <a:path extrusionOk="0" h="2085" w="1950">
                <a:moveTo>
                  <a:pt x="402" y="0"/>
                </a:moveTo>
                <a:cubicBezTo>
                  <a:pt x="281" y="0"/>
                  <a:pt x="162" y="64"/>
                  <a:pt x="97" y="177"/>
                </a:cubicBezTo>
                <a:cubicBezTo>
                  <a:pt x="0" y="345"/>
                  <a:pt x="57" y="560"/>
                  <a:pt x="226" y="657"/>
                </a:cubicBezTo>
                <a:cubicBezTo>
                  <a:pt x="894" y="1043"/>
                  <a:pt x="894" y="1043"/>
                  <a:pt x="894" y="1043"/>
                </a:cubicBezTo>
                <a:cubicBezTo>
                  <a:pt x="226" y="1428"/>
                  <a:pt x="226" y="1428"/>
                  <a:pt x="226" y="1428"/>
                </a:cubicBezTo>
                <a:cubicBezTo>
                  <a:pt x="57" y="1526"/>
                  <a:pt x="0" y="1740"/>
                  <a:pt x="97" y="1909"/>
                </a:cubicBezTo>
                <a:cubicBezTo>
                  <a:pt x="162" y="2022"/>
                  <a:pt x="280" y="2085"/>
                  <a:pt x="402" y="2085"/>
                </a:cubicBezTo>
                <a:cubicBezTo>
                  <a:pt x="462" y="2085"/>
                  <a:pt x="522" y="2070"/>
                  <a:pt x="578" y="2038"/>
                </a:cubicBezTo>
                <a:cubicBezTo>
                  <a:pt x="1773" y="1347"/>
                  <a:pt x="1773" y="1347"/>
                  <a:pt x="1773" y="1347"/>
                </a:cubicBezTo>
                <a:cubicBezTo>
                  <a:pt x="1853" y="1301"/>
                  <a:pt x="1908" y="1228"/>
                  <a:pt x="1933" y="1146"/>
                </a:cubicBezTo>
                <a:cubicBezTo>
                  <a:pt x="1945" y="1109"/>
                  <a:pt x="1950" y="1070"/>
                  <a:pt x="1949" y="1032"/>
                </a:cubicBezTo>
                <a:cubicBezTo>
                  <a:pt x="1948" y="1004"/>
                  <a:pt x="1944" y="976"/>
                  <a:pt x="1937" y="949"/>
                </a:cubicBezTo>
                <a:cubicBezTo>
                  <a:pt x="1913" y="863"/>
                  <a:pt x="1857" y="786"/>
                  <a:pt x="1773" y="738"/>
                </a:cubicBezTo>
                <a:cubicBezTo>
                  <a:pt x="578" y="48"/>
                  <a:pt x="578" y="48"/>
                  <a:pt x="578" y="48"/>
                </a:cubicBezTo>
                <a:cubicBezTo>
                  <a:pt x="522" y="16"/>
                  <a:pt x="462" y="0"/>
                  <a:pt x="402" y="0"/>
                </a:cubicBezTo>
              </a:path>
            </a:pathLst>
          </a:custGeom>
          <a:solidFill>
            <a:srgbClr val="27B1E3">
              <a:alpha val="11730"/>
            </a:srgbClr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13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11"/>
          <p:cNvSpPr/>
          <p:nvPr/>
        </p:nvSpPr>
        <p:spPr>
          <a:xfrm>
            <a:off x="2295101" y="2767075"/>
            <a:ext cx="2772174" cy="2372082"/>
          </a:xfrm>
          <a:custGeom>
            <a:rect b="b" l="l" r="r" t="t"/>
            <a:pathLst>
              <a:path extrusionOk="0" h="3635375" w="4248542">
                <a:moveTo>
                  <a:pt x="0" y="0"/>
                </a:moveTo>
                <a:cubicBezTo>
                  <a:pt x="0" y="0"/>
                  <a:pt x="0" y="0"/>
                  <a:pt x="3688930" y="2134683"/>
                </a:cubicBezTo>
                <a:cubicBezTo>
                  <a:pt x="3955829" y="2287388"/>
                  <a:pt x="4133762" y="2532351"/>
                  <a:pt x="4210019" y="2805947"/>
                </a:cubicBezTo>
                <a:cubicBezTo>
                  <a:pt x="4232261" y="2891843"/>
                  <a:pt x="4244971" y="2980921"/>
                  <a:pt x="4248147" y="3069999"/>
                </a:cubicBezTo>
                <a:cubicBezTo>
                  <a:pt x="4251325" y="3190890"/>
                  <a:pt x="4235438" y="3314962"/>
                  <a:pt x="4197309" y="3432672"/>
                </a:cubicBezTo>
                <a:cubicBezTo>
                  <a:pt x="4177450" y="3497890"/>
                  <a:pt x="4151634" y="3561318"/>
                  <a:pt x="4120109" y="3622062"/>
                </a:cubicBezTo>
                <a:lnTo>
                  <a:pt x="4112399" y="3635375"/>
                </a:lnTo>
                <a:lnTo>
                  <a:pt x="0" y="3635375"/>
                </a:lnTo>
                <a:lnTo>
                  <a:pt x="0" y="3623553"/>
                </a:lnTo>
                <a:cubicBezTo>
                  <a:pt x="0" y="3623553"/>
                  <a:pt x="0" y="3623553"/>
                  <a:pt x="896019" y="3104994"/>
                </a:cubicBezTo>
                <a:cubicBezTo>
                  <a:pt x="896019" y="3104994"/>
                  <a:pt x="896019" y="3104994"/>
                  <a:pt x="0" y="2586434"/>
                </a:cubicBezTo>
                <a:cubicBezTo>
                  <a:pt x="0" y="2586434"/>
                  <a:pt x="0" y="2586434"/>
                  <a:pt x="0" y="0"/>
                </a:cubicBezTo>
                <a:close/>
              </a:path>
            </a:pathLst>
          </a:custGeom>
          <a:solidFill>
            <a:srgbClr val="27B1E3">
              <a:alpha val="1173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13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11"/>
          <p:cNvSpPr/>
          <p:nvPr/>
        </p:nvSpPr>
        <p:spPr>
          <a:xfrm>
            <a:off x="0" y="343500"/>
            <a:ext cx="137100" cy="36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7" name="Google Shape;107;p11"/>
          <p:cNvPicPr preferRelativeResize="0"/>
          <p:nvPr/>
        </p:nvPicPr>
        <p:blipFill rotWithShape="1">
          <a:blip r:embed="rId2">
            <a:alphaModFix/>
          </a:blip>
          <a:srcRect b="0" l="16764" r="0" t="0"/>
          <a:stretch/>
        </p:blipFill>
        <p:spPr>
          <a:xfrm rot="10800000">
            <a:off x="7338076" y="640000"/>
            <a:ext cx="1805925" cy="2369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ark Blue Left Bar">
  <p:cSld name="Agenda_1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2"/>
          <p:cNvSpPr/>
          <p:nvPr/>
        </p:nvSpPr>
        <p:spPr>
          <a:xfrm flipH="1">
            <a:off x="-775" y="0"/>
            <a:ext cx="27432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12"/>
          <p:cNvSpPr txBox="1"/>
          <p:nvPr>
            <p:ph idx="1" type="body"/>
          </p:nvPr>
        </p:nvSpPr>
        <p:spPr>
          <a:xfrm>
            <a:off x="365750" y="274320"/>
            <a:ext cx="2376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None/>
              <a:defRPr b="1" i="0" sz="2600" cap="none">
                <a:solidFill>
                  <a:srgbClr val="FFFFFF"/>
                </a:solidFill>
              </a:defRPr>
            </a:lvl1pPr>
            <a:lvl2pPr indent="-342900" lvl="1" marL="914400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 b="1">
                <a:solidFill>
                  <a:srgbClr val="FFFFFF"/>
                </a:solidFill>
              </a:defRPr>
            </a:lvl2pPr>
            <a:lvl3pPr indent="-342900" lvl="2" marL="1371600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 b="1" sz="1800">
                <a:solidFill>
                  <a:srgbClr val="FFFFFF"/>
                </a:solidFill>
              </a:defRPr>
            </a:lvl3pPr>
            <a:lvl4pPr indent="-317500" lvl="3" marL="1828800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400"/>
              <a:buChar char="•"/>
              <a:defRPr b="1">
                <a:solidFill>
                  <a:srgbClr val="FFFFFF"/>
                </a:solidFill>
              </a:defRPr>
            </a:lvl4pPr>
            <a:lvl5pPr indent="-317500" lvl="4" marL="2286000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400"/>
              <a:buChar char="•"/>
              <a:defRPr b="1">
                <a:solidFill>
                  <a:srgbClr val="FFFFFF"/>
                </a:solidFill>
              </a:defRPr>
            </a:lvl5pPr>
            <a:lvl6pPr indent="-317500" lvl="5" marL="2743200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400"/>
              <a:buChar char="•"/>
              <a:defRPr b="1">
                <a:solidFill>
                  <a:srgbClr val="FFFFFF"/>
                </a:solidFill>
              </a:defRPr>
            </a:lvl6pPr>
            <a:lvl7pPr indent="-317500" lvl="6" marL="3200400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400"/>
              <a:buChar char="•"/>
              <a:defRPr b="1">
                <a:solidFill>
                  <a:srgbClr val="FFFFFF"/>
                </a:solidFill>
              </a:defRPr>
            </a:lvl7pPr>
            <a:lvl8pPr indent="-317500" lvl="7" marL="3657600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400"/>
              <a:buChar char="•"/>
              <a:defRPr b="1">
                <a:solidFill>
                  <a:srgbClr val="FFFFFF"/>
                </a:solidFill>
              </a:defRPr>
            </a:lvl8pPr>
            <a:lvl9pPr indent="-317500" lvl="8" marL="4114800" rtl="0">
              <a:lnSpc>
                <a:spcPct val="105000"/>
              </a:lnSpc>
              <a:spcBef>
                <a:spcPts val="1000"/>
              </a:spcBef>
              <a:spcAft>
                <a:spcPts val="1000"/>
              </a:spcAft>
              <a:buClr>
                <a:srgbClr val="FFFFFF"/>
              </a:buClr>
              <a:buSzPts val="1400"/>
              <a:buChar char="•"/>
              <a:defRPr b="1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111" name="Google Shape;111;p12"/>
          <p:cNvSpPr txBox="1"/>
          <p:nvPr>
            <p:ph idx="12" type="sldNum"/>
          </p:nvPr>
        </p:nvSpPr>
        <p:spPr>
          <a:xfrm>
            <a:off x="8229600" y="4866905"/>
            <a:ext cx="473700" cy="9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indent="0" lvl="0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1pPr>
            <a:lvl2pPr indent="0" lvl="1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2pPr>
            <a:lvl3pPr indent="0" lvl="2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3pPr>
            <a:lvl4pPr indent="0" lvl="3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4pPr>
            <a:lvl5pPr indent="0" lvl="4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5pPr>
            <a:lvl6pPr indent="0" lvl="5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6pPr>
            <a:lvl7pPr indent="0" lvl="6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7pPr>
            <a:lvl8pPr indent="0" lvl="7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8pPr>
            <a:lvl9pPr indent="0" lvl="8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2" name="Google Shape;112;p12"/>
          <p:cNvSpPr/>
          <p:nvPr/>
        </p:nvSpPr>
        <p:spPr>
          <a:xfrm>
            <a:off x="457195" y="4846320"/>
            <a:ext cx="135250" cy="128588"/>
          </a:xfrm>
          <a:custGeom>
            <a:rect b="b" l="l" r="r" t="t"/>
            <a:pathLst>
              <a:path extrusionOk="0" h="5143500" w="5409981">
                <a:moveTo>
                  <a:pt x="4983153" y="2221521"/>
                </a:moveTo>
                <a:lnTo>
                  <a:pt x="4374172" y="2572015"/>
                </a:lnTo>
                <a:lnTo>
                  <a:pt x="4983153" y="2921450"/>
                </a:lnTo>
                <a:cubicBezTo>
                  <a:pt x="5136954" y="3010067"/>
                  <a:pt x="5189546" y="3205051"/>
                  <a:pt x="5100656" y="3358310"/>
                </a:cubicBezTo>
                <a:cubicBezTo>
                  <a:pt x="5011767" y="3511568"/>
                  <a:pt x="4815574" y="3562963"/>
                  <a:pt x="4662302" y="3474876"/>
                </a:cubicBezTo>
                <a:lnTo>
                  <a:pt x="3571781" y="2848198"/>
                </a:lnTo>
                <a:cubicBezTo>
                  <a:pt x="3499053" y="2805943"/>
                  <a:pt x="3448581" y="2739977"/>
                  <a:pt x="3426193" y="2665798"/>
                </a:cubicBezTo>
                <a:cubicBezTo>
                  <a:pt x="3407864" y="2607519"/>
                  <a:pt x="3406806" y="2545180"/>
                  <a:pt x="3423146" y="2486312"/>
                </a:cubicBezTo>
                <a:cubicBezTo>
                  <a:pt x="3445647" y="2405409"/>
                  <a:pt x="3499023" y="2336577"/>
                  <a:pt x="3571781" y="2294640"/>
                </a:cubicBezTo>
                <a:lnTo>
                  <a:pt x="4662302" y="1668359"/>
                </a:lnTo>
                <a:cubicBezTo>
                  <a:pt x="4815574" y="1580272"/>
                  <a:pt x="5011899" y="1632594"/>
                  <a:pt x="5100656" y="1785456"/>
                </a:cubicBezTo>
                <a:cubicBezTo>
                  <a:pt x="5189414" y="1938317"/>
                  <a:pt x="5136954" y="2133168"/>
                  <a:pt x="4983153" y="2221521"/>
                </a:cubicBezTo>
                <a:close/>
                <a:moveTo>
                  <a:pt x="4406628" y="3920213"/>
                </a:moveTo>
                <a:lnTo>
                  <a:pt x="3316240" y="3294330"/>
                </a:lnTo>
                <a:cubicBezTo>
                  <a:pt x="3260045" y="3261658"/>
                  <a:pt x="3195149" y="3247089"/>
                  <a:pt x="3130380" y="3252605"/>
                </a:cubicBezTo>
                <a:cubicBezTo>
                  <a:pt x="2964126" y="3264526"/>
                  <a:pt x="2833507" y="3402684"/>
                  <a:pt x="2833507" y="3570911"/>
                </a:cubicBezTo>
                <a:lnTo>
                  <a:pt x="2833507" y="4823869"/>
                </a:lnTo>
                <a:cubicBezTo>
                  <a:pt x="2833507" y="5000441"/>
                  <a:pt x="2976578" y="5143500"/>
                  <a:pt x="3154225" y="5143500"/>
                </a:cubicBezTo>
                <a:cubicBezTo>
                  <a:pt x="3331872" y="5143500"/>
                  <a:pt x="3475473" y="5000441"/>
                  <a:pt x="3475473" y="4823869"/>
                </a:cubicBezTo>
                <a:lnTo>
                  <a:pt x="3475473" y="4123013"/>
                </a:lnTo>
                <a:lnTo>
                  <a:pt x="4086043" y="4473772"/>
                </a:lnTo>
                <a:cubicBezTo>
                  <a:pt x="4239447" y="4562389"/>
                  <a:pt x="4435640" y="4509934"/>
                  <a:pt x="4524132" y="4357471"/>
                </a:cubicBezTo>
                <a:cubicBezTo>
                  <a:pt x="4612625" y="4205007"/>
                  <a:pt x="4560298" y="4008566"/>
                  <a:pt x="4406628" y="3920213"/>
                </a:cubicBezTo>
                <a:close/>
                <a:moveTo>
                  <a:pt x="3148529" y="2694410"/>
                </a:moveTo>
                <a:lnTo>
                  <a:pt x="2695205" y="3144913"/>
                </a:lnTo>
                <a:cubicBezTo>
                  <a:pt x="2682222" y="3158159"/>
                  <a:pt x="2657185" y="3169021"/>
                  <a:pt x="2638374" y="3169021"/>
                </a:cubicBezTo>
                <a:lnTo>
                  <a:pt x="2504973" y="3169021"/>
                </a:lnTo>
                <a:cubicBezTo>
                  <a:pt x="2486692" y="3169021"/>
                  <a:pt x="2461257" y="3158159"/>
                  <a:pt x="2448142" y="3144913"/>
                </a:cubicBezTo>
                <a:lnTo>
                  <a:pt x="1995083" y="2694410"/>
                </a:lnTo>
                <a:cubicBezTo>
                  <a:pt x="1982100" y="2681694"/>
                  <a:pt x="1971635" y="2656261"/>
                  <a:pt x="1971635" y="2638246"/>
                </a:cubicBezTo>
                <a:lnTo>
                  <a:pt x="1971635" y="2505387"/>
                </a:lnTo>
                <a:cubicBezTo>
                  <a:pt x="1971635" y="2486974"/>
                  <a:pt x="1982100" y="2461409"/>
                  <a:pt x="1995083" y="2448560"/>
                </a:cubicBezTo>
                <a:lnTo>
                  <a:pt x="2448142" y="1998057"/>
                </a:lnTo>
                <a:cubicBezTo>
                  <a:pt x="2461257" y="1984811"/>
                  <a:pt x="2486692" y="1974346"/>
                  <a:pt x="2504973" y="1974346"/>
                </a:cubicBezTo>
                <a:lnTo>
                  <a:pt x="2638374" y="1974346"/>
                </a:lnTo>
                <a:cubicBezTo>
                  <a:pt x="2656787" y="1974346"/>
                  <a:pt x="2682222" y="1984811"/>
                  <a:pt x="2695205" y="1998057"/>
                </a:cubicBezTo>
                <a:lnTo>
                  <a:pt x="3148529" y="2448560"/>
                </a:lnTo>
                <a:cubicBezTo>
                  <a:pt x="3161379" y="2461409"/>
                  <a:pt x="3171844" y="2486974"/>
                  <a:pt x="3171844" y="2505387"/>
                </a:cubicBezTo>
                <a:lnTo>
                  <a:pt x="3171844" y="2638246"/>
                </a:lnTo>
                <a:cubicBezTo>
                  <a:pt x="3171844" y="2656261"/>
                  <a:pt x="3161379" y="2681694"/>
                  <a:pt x="3148529" y="2694410"/>
                </a:cubicBezTo>
                <a:close/>
                <a:moveTo>
                  <a:pt x="2786214" y="2569366"/>
                </a:moveTo>
                <a:cubicBezTo>
                  <a:pt x="2786214" y="2551086"/>
                  <a:pt x="2775086" y="2525786"/>
                  <a:pt x="2762236" y="2512275"/>
                </a:cubicBezTo>
                <a:lnTo>
                  <a:pt x="2630955" y="2382329"/>
                </a:lnTo>
                <a:cubicBezTo>
                  <a:pt x="2617973" y="2369481"/>
                  <a:pt x="2592538" y="2358751"/>
                  <a:pt x="2574257" y="2358751"/>
                </a:cubicBezTo>
                <a:lnTo>
                  <a:pt x="2569090" y="2358751"/>
                </a:lnTo>
                <a:cubicBezTo>
                  <a:pt x="2550809" y="2358751"/>
                  <a:pt x="2525374" y="2369481"/>
                  <a:pt x="2512656" y="2382329"/>
                </a:cubicBezTo>
                <a:lnTo>
                  <a:pt x="2381375" y="2512275"/>
                </a:lnTo>
                <a:cubicBezTo>
                  <a:pt x="2368260" y="2525786"/>
                  <a:pt x="2358192" y="2551086"/>
                  <a:pt x="2358192" y="2569366"/>
                </a:cubicBezTo>
                <a:lnTo>
                  <a:pt x="2358192" y="2574399"/>
                </a:lnTo>
                <a:cubicBezTo>
                  <a:pt x="2358192" y="2592414"/>
                  <a:pt x="2368260" y="2617582"/>
                  <a:pt x="2381375" y="2630696"/>
                </a:cubicBezTo>
                <a:lnTo>
                  <a:pt x="2512656" y="2761038"/>
                </a:lnTo>
                <a:cubicBezTo>
                  <a:pt x="2525506" y="2773887"/>
                  <a:pt x="2550809" y="2784617"/>
                  <a:pt x="2569090" y="2784617"/>
                </a:cubicBezTo>
                <a:lnTo>
                  <a:pt x="2574257" y="2784617"/>
                </a:lnTo>
                <a:cubicBezTo>
                  <a:pt x="2592538" y="2784617"/>
                  <a:pt x="2617973" y="2773887"/>
                  <a:pt x="2630955" y="2761038"/>
                </a:cubicBezTo>
                <a:lnTo>
                  <a:pt x="2762236" y="2630696"/>
                </a:lnTo>
                <a:cubicBezTo>
                  <a:pt x="2775086" y="2617582"/>
                  <a:pt x="2786214" y="2592414"/>
                  <a:pt x="2786214" y="2574399"/>
                </a:cubicBezTo>
                <a:close/>
                <a:moveTo>
                  <a:pt x="736718" y="1222757"/>
                </a:moveTo>
                <a:lnTo>
                  <a:pt x="1827239" y="1849170"/>
                </a:lnTo>
                <a:cubicBezTo>
                  <a:pt x="1883672" y="1881603"/>
                  <a:pt x="1948619" y="1896152"/>
                  <a:pt x="2013497" y="1890895"/>
                </a:cubicBezTo>
                <a:cubicBezTo>
                  <a:pt x="2179486" y="1878709"/>
                  <a:pt x="2310502" y="1740286"/>
                  <a:pt x="2310502" y="1572324"/>
                </a:cubicBezTo>
                <a:lnTo>
                  <a:pt x="2310502" y="319233"/>
                </a:lnTo>
                <a:cubicBezTo>
                  <a:pt x="2310502" y="143059"/>
                  <a:pt x="2166503" y="0"/>
                  <a:pt x="1989651" y="0"/>
                </a:cubicBezTo>
                <a:cubicBezTo>
                  <a:pt x="1812799" y="0"/>
                  <a:pt x="1668536" y="143059"/>
                  <a:pt x="1668536" y="319233"/>
                </a:cubicBezTo>
                <a:lnTo>
                  <a:pt x="1668536" y="1020355"/>
                </a:lnTo>
                <a:lnTo>
                  <a:pt x="1057436" y="669198"/>
                </a:lnTo>
                <a:cubicBezTo>
                  <a:pt x="904297" y="580978"/>
                  <a:pt x="708369" y="633301"/>
                  <a:pt x="619347" y="785897"/>
                </a:cubicBezTo>
                <a:cubicBezTo>
                  <a:pt x="530985" y="938468"/>
                  <a:pt x="583048" y="1133777"/>
                  <a:pt x="735632" y="1222131"/>
                </a:cubicBezTo>
                <a:cubicBezTo>
                  <a:pt x="735994" y="1222340"/>
                  <a:pt x="736356" y="1222549"/>
                  <a:pt x="736718" y="1222757"/>
                </a:cubicBezTo>
                <a:close/>
                <a:moveTo>
                  <a:pt x="3130380" y="1890895"/>
                </a:moveTo>
                <a:cubicBezTo>
                  <a:pt x="3195131" y="1896154"/>
                  <a:pt x="3259952" y="1881602"/>
                  <a:pt x="3316240" y="1849170"/>
                </a:cubicBezTo>
                <a:lnTo>
                  <a:pt x="4406628" y="1222757"/>
                </a:lnTo>
                <a:cubicBezTo>
                  <a:pt x="4559590" y="1135057"/>
                  <a:pt x="4612489" y="939974"/>
                  <a:pt x="4524782" y="787025"/>
                </a:cubicBezTo>
                <a:cubicBezTo>
                  <a:pt x="4524567" y="786649"/>
                  <a:pt x="4524350" y="786273"/>
                  <a:pt x="4524132" y="785897"/>
                </a:cubicBezTo>
                <a:cubicBezTo>
                  <a:pt x="4435640" y="633301"/>
                  <a:pt x="4239447" y="580978"/>
                  <a:pt x="4086043" y="669198"/>
                </a:cubicBezTo>
                <a:lnTo>
                  <a:pt x="3475473" y="1020355"/>
                </a:lnTo>
                <a:lnTo>
                  <a:pt x="3475473" y="319233"/>
                </a:lnTo>
                <a:cubicBezTo>
                  <a:pt x="3475473" y="143059"/>
                  <a:pt x="3331872" y="0"/>
                  <a:pt x="3154225" y="0"/>
                </a:cubicBezTo>
                <a:cubicBezTo>
                  <a:pt x="2976578" y="0"/>
                  <a:pt x="2833507" y="143059"/>
                  <a:pt x="2833507" y="319233"/>
                </a:cubicBezTo>
                <a:lnTo>
                  <a:pt x="2833507" y="1572324"/>
                </a:lnTo>
                <a:cubicBezTo>
                  <a:pt x="2833507" y="1740286"/>
                  <a:pt x="2964126" y="1878709"/>
                  <a:pt x="3130380" y="1890895"/>
                </a:cubicBezTo>
                <a:close/>
                <a:moveTo>
                  <a:pt x="2013497" y="3252605"/>
                </a:moveTo>
                <a:cubicBezTo>
                  <a:pt x="1948600" y="3247084"/>
                  <a:pt x="1883576" y="3261651"/>
                  <a:pt x="1827239" y="3294330"/>
                </a:cubicBezTo>
                <a:lnTo>
                  <a:pt x="736718" y="3920213"/>
                </a:lnTo>
                <a:cubicBezTo>
                  <a:pt x="583314" y="4008566"/>
                  <a:pt x="530854" y="4204477"/>
                  <a:pt x="619347" y="4357471"/>
                </a:cubicBezTo>
                <a:cubicBezTo>
                  <a:pt x="707839" y="4510464"/>
                  <a:pt x="904297" y="4562389"/>
                  <a:pt x="1057436" y="4473772"/>
                </a:cubicBezTo>
                <a:lnTo>
                  <a:pt x="1668536" y="4123013"/>
                </a:lnTo>
                <a:lnTo>
                  <a:pt x="1668536" y="4823869"/>
                </a:lnTo>
                <a:cubicBezTo>
                  <a:pt x="1668536" y="5000441"/>
                  <a:pt x="1812137" y="5143500"/>
                  <a:pt x="1989651" y="5143500"/>
                </a:cubicBezTo>
                <a:cubicBezTo>
                  <a:pt x="2167166" y="5143500"/>
                  <a:pt x="2310502" y="5000441"/>
                  <a:pt x="2310502" y="4823869"/>
                </a:cubicBezTo>
                <a:lnTo>
                  <a:pt x="2310502" y="3570911"/>
                </a:lnTo>
                <a:cubicBezTo>
                  <a:pt x="2310502" y="3402684"/>
                  <a:pt x="2179486" y="3264526"/>
                  <a:pt x="2013497" y="3252605"/>
                </a:cubicBezTo>
                <a:close/>
                <a:moveTo>
                  <a:pt x="1717816" y="2665798"/>
                </a:moveTo>
                <a:cubicBezTo>
                  <a:pt x="1728394" y="2632182"/>
                  <a:pt x="1733318" y="2597044"/>
                  <a:pt x="1732388" y="2561815"/>
                </a:cubicBezTo>
                <a:cubicBezTo>
                  <a:pt x="1731063" y="2536648"/>
                  <a:pt x="1727884" y="2511480"/>
                  <a:pt x="1720730" y="2486312"/>
                </a:cubicBezTo>
                <a:cubicBezTo>
                  <a:pt x="1699137" y="2408292"/>
                  <a:pt x="1648002" y="2338617"/>
                  <a:pt x="1571300" y="2294640"/>
                </a:cubicBezTo>
                <a:lnTo>
                  <a:pt x="481574" y="1668359"/>
                </a:lnTo>
                <a:cubicBezTo>
                  <a:pt x="327773" y="1580272"/>
                  <a:pt x="131580" y="1632594"/>
                  <a:pt x="43352" y="1785456"/>
                </a:cubicBezTo>
                <a:cubicBezTo>
                  <a:pt x="-44875" y="1938317"/>
                  <a:pt x="6790" y="2133168"/>
                  <a:pt x="160591" y="2221521"/>
                </a:cubicBezTo>
                <a:lnTo>
                  <a:pt x="769571" y="2572015"/>
                </a:lnTo>
                <a:lnTo>
                  <a:pt x="160591" y="2921450"/>
                </a:lnTo>
                <a:cubicBezTo>
                  <a:pt x="6790" y="3010067"/>
                  <a:pt x="-45670" y="3205051"/>
                  <a:pt x="43352" y="3358310"/>
                </a:cubicBezTo>
                <a:cubicBezTo>
                  <a:pt x="132374" y="3511568"/>
                  <a:pt x="327773" y="3562963"/>
                  <a:pt x="481574" y="3474876"/>
                </a:cubicBezTo>
                <a:lnTo>
                  <a:pt x="1571300" y="2848198"/>
                </a:lnTo>
                <a:cubicBezTo>
                  <a:pt x="1641515" y="2808189"/>
                  <a:pt x="1693892" y="2742984"/>
                  <a:pt x="1717816" y="2665798"/>
                </a:cubicBezTo>
                <a:close/>
                <a:moveTo>
                  <a:pt x="5160799" y="588131"/>
                </a:moveTo>
                <a:lnTo>
                  <a:pt x="5112049" y="588131"/>
                </a:lnTo>
                <a:lnTo>
                  <a:pt x="5112049" y="648137"/>
                </a:lnTo>
                <a:lnTo>
                  <a:pt x="5160799" y="648137"/>
                </a:lnTo>
                <a:cubicBezTo>
                  <a:pt x="5183452" y="648137"/>
                  <a:pt x="5198157" y="637937"/>
                  <a:pt x="5198157" y="618730"/>
                </a:cubicBezTo>
                <a:cubicBezTo>
                  <a:pt x="5198157" y="599523"/>
                  <a:pt x="5184512" y="588131"/>
                  <a:pt x="5160799" y="588131"/>
                </a:cubicBezTo>
                <a:close/>
                <a:moveTo>
                  <a:pt x="5052039" y="532630"/>
                </a:moveTo>
                <a:lnTo>
                  <a:pt x="5161859" y="532630"/>
                </a:lnTo>
                <a:cubicBezTo>
                  <a:pt x="5222002" y="532630"/>
                  <a:pt x="5261612" y="565480"/>
                  <a:pt x="5261612" y="616346"/>
                </a:cubicBezTo>
                <a:cubicBezTo>
                  <a:pt x="5261612" y="648137"/>
                  <a:pt x="5245715" y="671847"/>
                  <a:pt x="5222002" y="686683"/>
                </a:cubicBezTo>
                <a:lnTo>
                  <a:pt x="5265056" y="748940"/>
                </a:lnTo>
                <a:lnTo>
                  <a:pt x="5265056" y="761392"/>
                </a:lnTo>
                <a:lnTo>
                  <a:pt x="5202661" y="761392"/>
                </a:lnTo>
                <a:lnTo>
                  <a:pt x="5160799" y="701386"/>
                </a:lnTo>
                <a:lnTo>
                  <a:pt x="5112049" y="701386"/>
                </a:lnTo>
                <a:lnTo>
                  <a:pt x="5112049" y="761392"/>
                </a:lnTo>
                <a:lnTo>
                  <a:pt x="5052039" y="761392"/>
                </a:lnTo>
                <a:close/>
                <a:moveTo>
                  <a:pt x="5358979" y="651581"/>
                </a:moveTo>
                <a:cubicBezTo>
                  <a:pt x="5358979" y="529186"/>
                  <a:pt x="5277508" y="436330"/>
                  <a:pt x="5152851" y="436330"/>
                </a:cubicBezTo>
                <a:cubicBezTo>
                  <a:pt x="5030445" y="436330"/>
                  <a:pt x="4948842" y="524682"/>
                  <a:pt x="4948842" y="651581"/>
                </a:cubicBezTo>
                <a:cubicBezTo>
                  <a:pt x="4948842" y="772783"/>
                  <a:pt x="5030445" y="866699"/>
                  <a:pt x="5152851" y="866699"/>
                </a:cubicBezTo>
                <a:cubicBezTo>
                  <a:pt x="5277508" y="866699"/>
                  <a:pt x="5358979" y="773843"/>
                  <a:pt x="5358979" y="651581"/>
                </a:cubicBezTo>
                <a:close/>
                <a:moveTo>
                  <a:pt x="5409982" y="651581"/>
                </a:moveTo>
                <a:cubicBezTo>
                  <a:pt x="5409982" y="795434"/>
                  <a:pt x="5313674" y="915445"/>
                  <a:pt x="5152851" y="915445"/>
                </a:cubicBezTo>
                <a:cubicBezTo>
                  <a:pt x="4992028" y="915445"/>
                  <a:pt x="4897972" y="794242"/>
                  <a:pt x="4897972" y="651581"/>
                </a:cubicBezTo>
                <a:cubicBezTo>
                  <a:pt x="4897972" y="508919"/>
                  <a:pt x="4993088" y="387584"/>
                  <a:pt x="5152851" y="387584"/>
                </a:cubicBezTo>
                <a:cubicBezTo>
                  <a:pt x="5312614" y="387584"/>
                  <a:pt x="5409982" y="507594"/>
                  <a:pt x="5409982" y="65158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12"/>
          <p:cNvSpPr/>
          <p:nvPr/>
        </p:nvSpPr>
        <p:spPr>
          <a:xfrm>
            <a:off x="660651" y="4866916"/>
            <a:ext cx="16812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 xml:space="preserve">© </a:t>
            </a:r>
            <a:r>
              <a:rPr lang="en" sz="600">
                <a:solidFill>
                  <a:srgbClr val="FFFFFF"/>
                </a:solidFill>
              </a:rPr>
              <a:t>2026</a:t>
            </a:r>
            <a:r>
              <a:rPr b="0" i="0" lang="en" sz="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 xml:space="preserve"> Snowflake Inc. All Rights Reserved</a:t>
            </a:r>
            <a:endParaRPr sz="6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12"/>
          <p:cNvSpPr txBox="1"/>
          <p:nvPr>
            <p:ph idx="2" type="body"/>
          </p:nvPr>
        </p:nvSpPr>
        <p:spPr>
          <a:xfrm>
            <a:off x="365750" y="1291650"/>
            <a:ext cx="2210400" cy="256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Char char="•"/>
              <a:defRPr sz="1200">
                <a:solidFill>
                  <a:srgbClr val="FFFFFF"/>
                </a:solidFill>
              </a:defRPr>
            </a:lvl1pPr>
            <a:lvl2pPr indent="-304800" lvl="1" marL="914400" rtl="0"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200"/>
              <a:buChar char="•"/>
              <a:defRPr sz="1200">
                <a:solidFill>
                  <a:srgbClr val="FFFFFF"/>
                </a:solidFill>
              </a:defRPr>
            </a:lvl2pPr>
            <a:lvl3pPr indent="-304800" lvl="2" marL="1371600" rtl="0"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200"/>
              <a:buChar char="•"/>
              <a:defRPr sz="1200">
                <a:solidFill>
                  <a:srgbClr val="FFFFFF"/>
                </a:solidFill>
              </a:defRPr>
            </a:lvl3pPr>
            <a:lvl4pPr indent="-304800" lvl="3" marL="1828800" rtl="0"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200"/>
              <a:buChar char="•"/>
              <a:defRPr sz="1200">
                <a:solidFill>
                  <a:srgbClr val="FFFFFF"/>
                </a:solidFill>
              </a:defRPr>
            </a:lvl4pPr>
            <a:lvl5pPr indent="-304800" lvl="4" marL="2286000" rtl="0"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200"/>
              <a:buChar char="•"/>
              <a:defRPr sz="1200">
                <a:solidFill>
                  <a:srgbClr val="FFFFFF"/>
                </a:solidFill>
              </a:defRPr>
            </a:lvl5pPr>
            <a:lvl6pPr indent="-304800" lvl="5" marL="2743200" rtl="0"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200"/>
              <a:buChar char="•"/>
              <a:defRPr sz="1200">
                <a:solidFill>
                  <a:srgbClr val="FFFFFF"/>
                </a:solidFill>
              </a:defRPr>
            </a:lvl6pPr>
            <a:lvl7pPr indent="-304800" lvl="6" marL="3200400" rtl="0"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200"/>
              <a:buChar char="•"/>
              <a:defRPr sz="1200">
                <a:solidFill>
                  <a:srgbClr val="FFFFFF"/>
                </a:solidFill>
              </a:defRPr>
            </a:lvl7pPr>
            <a:lvl8pPr indent="-304800" lvl="7" marL="3657600" rtl="0"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200"/>
              <a:buChar char="•"/>
              <a:defRPr sz="1200">
                <a:solidFill>
                  <a:srgbClr val="FFFFFF"/>
                </a:solidFill>
              </a:defRPr>
            </a:lvl8pPr>
            <a:lvl9pPr indent="-304800" lvl="8" marL="4114800" rtl="0">
              <a:spcBef>
                <a:spcPts val="1000"/>
              </a:spcBef>
              <a:spcAft>
                <a:spcPts val="1000"/>
              </a:spcAft>
              <a:buClr>
                <a:srgbClr val="FFFFFF"/>
              </a:buClr>
              <a:buSzPts val="1200"/>
              <a:buChar char="•"/>
              <a:defRPr sz="12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115" name="Google Shape;115;p12"/>
          <p:cNvSpPr/>
          <p:nvPr/>
        </p:nvSpPr>
        <p:spPr>
          <a:xfrm>
            <a:off x="0" y="343500"/>
            <a:ext cx="137100" cy="36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plit Layout">
  <p:cSld name="Split Layout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3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13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8" name="Google Shape;118;p13"/>
          <p:cNvSpPr/>
          <p:nvPr/>
        </p:nvSpPr>
        <p:spPr>
          <a:xfrm>
            <a:off x="6024563" y="257175"/>
            <a:ext cx="1488103" cy="1591866"/>
          </a:xfrm>
          <a:custGeom>
            <a:rect b="b" l="l" r="r" t="t"/>
            <a:pathLst>
              <a:path extrusionOk="0" h="2085" w="1950">
                <a:moveTo>
                  <a:pt x="402" y="0"/>
                </a:moveTo>
                <a:cubicBezTo>
                  <a:pt x="281" y="0"/>
                  <a:pt x="162" y="64"/>
                  <a:pt x="97" y="177"/>
                </a:cubicBezTo>
                <a:cubicBezTo>
                  <a:pt x="0" y="345"/>
                  <a:pt x="57" y="560"/>
                  <a:pt x="226" y="657"/>
                </a:cubicBezTo>
                <a:cubicBezTo>
                  <a:pt x="894" y="1043"/>
                  <a:pt x="894" y="1043"/>
                  <a:pt x="894" y="1043"/>
                </a:cubicBezTo>
                <a:cubicBezTo>
                  <a:pt x="226" y="1428"/>
                  <a:pt x="226" y="1428"/>
                  <a:pt x="226" y="1428"/>
                </a:cubicBezTo>
                <a:cubicBezTo>
                  <a:pt x="57" y="1526"/>
                  <a:pt x="0" y="1740"/>
                  <a:pt x="97" y="1909"/>
                </a:cubicBezTo>
                <a:cubicBezTo>
                  <a:pt x="162" y="2022"/>
                  <a:pt x="280" y="2085"/>
                  <a:pt x="402" y="2085"/>
                </a:cubicBezTo>
                <a:cubicBezTo>
                  <a:pt x="462" y="2085"/>
                  <a:pt x="522" y="2070"/>
                  <a:pt x="578" y="2038"/>
                </a:cubicBezTo>
                <a:cubicBezTo>
                  <a:pt x="1773" y="1347"/>
                  <a:pt x="1773" y="1347"/>
                  <a:pt x="1773" y="1347"/>
                </a:cubicBezTo>
                <a:cubicBezTo>
                  <a:pt x="1853" y="1301"/>
                  <a:pt x="1908" y="1228"/>
                  <a:pt x="1933" y="1146"/>
                </a:cubicBezTo>
                <a:cubicBezTo>
                  <a:pt x="1945" y="1109"/>
                  <a:pt x="1950" y="1070"/>
                  <a:pt x="1949" y="1032"/>
                </a:cubicBezTo>
                <a:cubicBezTo>
                  <a:pt x="1948" y="1004"/>
                  <a:pt x="1944" y="976"/>
                  <a:pt x="1937" y="949"/>
                </a:cubicBezTo>
                <a:cubicBezTo>
                  <a:pt x="1913" y="863"/>
                  <a:pt x="1857" y="786"/>
                  <a:pt x="1773" y="738"/>
                </a:cubicBezTo>
                <a:cubicBezTo>
                  <a:pt x="578" y="48"/>
                  <a:pt x="578" y="48"/>
                  <a:pt x="578" y="48"/>
                </a:cubicBezTo>
                <a:cubicBezTo>
                  <a:pt x="522" y="16"/>
                  <a:pt x="462" y="0"/>
                  <a:pt x="402" y="0"/>
                </a:cubicBezTo>
              </a:path>
            </a:pathLst>
          </a:custGeom>
          <a:solidFill>
            <a:srgbClr val="27B1E3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13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13"/>
          <p:cNvSpPr/>
          <p:nvPr/>
        </p:nvSpPr>
        <p:spPr>
          <a:xfrm>
            <a:off x="4574381" y="2416970"/>
            <a:ext cx="3186406" cy="2726531"/>
          </a:xfrm>
          <a:custGeom>
            <a:rect b="b" l="l" r="r" t="t"/>
            <a:pathLst>
              <a:path extrusionOk="0" h="3635375" w="4248542">
                <a:moveTo>
                  <a:pt x="0" y="0"/>
                </a:moveTo>
                <a:cubicBezTo>
                  <a:pt x="0" y="0"/>
                  <a:pt x="0" y="0"/>
                  <a:pt x="3688930" y="2134683"/>
                </a:cubicBezTo>
                <a:cubicBezTo>
                  <a:pt x="3955829" y="2287388"/>
                  <a:pt x="4133762" y="2532351"/>
                  <a:pt x="4210019" y="2805947"/>
                </a:cubicBezTo>
                <a:cubicBezTo>
                  <a:pt x="4232261" y="2891843"/>
                  <a:pt x="4244971" y="2980921"/>
                  <a:pt x="4248147" y="3069999"/>
                </a:cubicBezTo>
                <a:cubicBezTo>
                  <a:pt x="4251325" y="3190890"/>
                  <a:pt x="4235438" y="3314962"/>
                  <a:pt x="4197309" y="3432672"/>
                </a:cubicBezTo>
                <a:cubicBezTo>
                  <a:pt x="4177450" y="3497890"/>
                  <a:pt x="4151634" y="3561318"/>
                  <a:pt x="4120109" y="3622062"/>
                </a:cubicBezTo>
                <a:lnTo>
                  <a:pt x="4112399" y="3635375"/>
                </a:lnTo>
                <a:lnTo>
                  <a:pt x="0" y="3635375"/>
                </a:lnTo>
                <a:lnTo>
                  <a:pt x="0" y="3623553"/>
                </a:lnTo>
                <a:cubicBezTo>
                  <a:pt x="0" y="3623553"/>
                  <a:pt x="0" y="3623553"/>
                  <a:pt x="896019" y="3104994"/>
                </a:cubicBezTo>
                <a:cubicBezTo>
                  <a:pt x="896019" y="3104994"/>
                  <a:pt x="896019" y="3104994"/>
                  <a:pt x="0" y="2586434"/>
                </a:cubicBezTo>
                <a:cubicBezTo>
                  <a:pt x="0" y="2586434"/>
                  <a:pt x="0" y="2586434"/>
                  <a:pt x="0" y="0"/>
                </a:cubicBezTo>
                <a:close/>
              </a:path>
            </a:pathLst>
          </a:custGeom>
          <a:solidFill>
            <a:srgbClr val="27B1E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13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13"/>
          <p:cNvSpPr/>
          <p:nvPr/>
        </p:nvSpPr>
        <p:spPr>
          <a:xfrm>
            <a:off x="7184151" y="634350"/>
            <a:ext cx="1959849" cy="2806348"/>
          </a:xfrm>
          <a:custGeom>
            <a:rect b="b" l="l" r="r" t="t"/>
            <a:pathLst>
              <a:path extrusionOk="0" h="3741797" w="2613132">
                <a:moveTo>
                  <a:pt x="2613132" y="0"/>
                </a:moveTo>
                <a:lnTo>
                  <a:pt x="2613132" y="1482383"/>
                </a:lnTo>
                <a:lnTo>
                  <a:pt x="2480582" y="1558999"/>
                </a:lnTo>
                <a:cubicBezTo>
                  <a:pt x="1938975" y="1872053"/>
                  <a:pt x="1938975" y="1872053"/>
                  <a:pt x="1938975" y="1872053"/>
                </a:cubicBezTo>
                <a:cubicBezTo>
                  <a:pt x="2168749" y="2004548"/>
                  <a:pt x="2355441" y="2112200"/>
                  <a:pt x="2507127" y="2199667"/>
                </a:cubicBezTo>
                <a:lnTo>
                  <a:pt x="2613132" y="2260793"/>
                </a:lnTo>
                <a:lnTo>
                  <a:pt x="2613132" y="3741797"/>
                </a:lnTo>
                <a:lnTo>
                  <a:pt x="2518746" y="3699509"/>
                </a:lnTo>
                <a:cubicBezTo>
                  <a:pt x="324746" y="2431617"/>
                  <a:pt x="324746" y="2431617"/>
                  <a:pt x="324746" y="2431617"/>
                </a:cubicBezTo>
                <a:cubicBezTo>
                  <a:pt x="176001" y="2345400"/>
                  <a:pt x="76273" y="2211848"/>
                  <a:pt x="28945" y="2061392"/>
                </a:cubicBezTo>
                <a:cubicBezTo>
                  <a:pt x="6971" y="1993771"/>
                  <a:pt x="-1480" y="1922769"/>
                  <a:pt x="210" y="1851767"/>
                </a:cubicBezTo>
                <a:cubicBezTo>
                  <a:pt x="1901" y="1801051"/>
                  <a:pt x="8662" y="1750335"/>
                  <a:pt x="23874" y="1699620"/>
                </a:cubicBezTo>
                <a:cubicBezTo>
                  <a:pt x="66132" y="1540710"/>
                  <a:pt x="169240" y="1400397"/>
                  <a:pt x="324746" y="1310799"/>
                </a:cubicBezTo>
                <a:cubicBezTo>
                  <a:pt x="2518746" y="44597"/>
                  <a:pt x="2518746" y="44597"/>
                  <a:pt x="2518746" y="44597"/>
                </a:cubicBezTo>
                <a:cubicBezTo>
                  <a:pt x="2547745" y="27797"/>
                  <a:pt x="2577487" y="13509"/>
                  <a:pt x="2607725" y="1663"/>
                </a:cubicBezTo>
                <a:close/>
              </a:path>
            </a:pathLst>
          </a:custGeom>
          <a:solidFill>
            <a:srgbClr val="27B1E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13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13"/>
          <p:cNvSpPr/>
          <p:nvPr/>
        </p:nvSpPr>
        <p:spPr>
          <a:xfrm>
            <a:off x="6491288" y="2753536"/>
            <a:ext cx="1576390" cy="1686306"/>
          </a:xfrm>
          <a:custGeom>
            <a:rect b="b" l="l" r="r" t="t"/>
            <a:pathLst>
              <a:path extrusionOk="0" h="2085" w="1950">
                <a:moveTo>
                  <a:pt x="402" y="0"/>
                </a:moveTo>
                <a:cubicBezTo>
                  <a:pt x="281" y="0"/>
                  <a:pt x="162" y="64"/>
                  <a:pt x="97" y="177"/>
                </a:cubicBezTo>
                <a:cubicBezTo>
                  <a:pt x="0" y="345"/>
                  <a:pt x="57" y="560"/>
                  <a:pt x="226" y="657"/>
                </a:cubicBezTo>
                <a:cubicBezTo>
                  <a:pt x="894" y="1043"/>
                  <a:pt x="894" y="1043"/>
                  <a:pt x="894" y="1043"/>
                </a:cubicBezTo>
                <a:cubicBezTo>
                  <a:pt x="226" y="1428"/>
                  <a:pt x="226" y="1428"/>
                  <a:pt x="226" y="1428"/>
                </a:cubicBezTo>
                <a:cubicBezTo>
                  <a:pt x="57" y="1526"/>
                  <a:pt x="0" y="1740"/>
                  <a:pt x="97" y="1909"/>
                </a:cubicBezTo>
                <a:cubicBezTo>
                  <a:pt x="162" y="2022"/>
                  <a:pt x="280" y="2085"/>
                  <a:pt x="402" y="2085"/>
                </a:cubicBezTo>
                <a:cubicBezTo>
                  <a:pt x="462" y="2085"/>
                  <a:pt x="522" y="2070"/>
                  <a:pt x="578" y="2038"/>
                </a:cubicBezTo>
                <a:cubicBezTo>
                  <a:pt x="1773" y="1347"/>
                  <a:pt x="1773" y="1347"/>
                  <a:pt x="1773" y="1347"/>
                </a:cubicBezTo>
                <a:cubicBezTo>
                  <a:pt x="1853" y="1301"/>
                  <a:pt x="1908" y="1228"/>
                  <a:pt x="1933" y="1146"/>
                </a:cubicBezTo>
                <a:cubicBezTo>
                  <a:pt x="1945" y="1109"/>
                  <a:pt x="1950" y="1070"/>
                  <a:pt x="1949" y="1032"/>
                </a:cubicBezTo>
                <a:cubicBezTo>
                  <a:pt x="1948" y="1004"/>
                  <a:pt x="1944" y="976"/>
                  <a:pt x="1937" y="949"/>
                </a:cubicBezTo>
                <a:cubicBezTo>
                  <a:pt x="1913" y="863"/>
                  <a:pt x="1857" y="786"/>
                  <a:pt x="1773" y="738"/>
                </a:cubicBezTo>
                <a:cubicBezTo>
                  <a:pt x="578" y="48"/>
                  <a:pt x="578" y="48"/>
                  <a:pt x="578" y="48"/>
                </a:cubicBezTo>
                <a:cubicBezTo>
                  <a:pt x="522" y="16"/>
                  <a:pt x="462" y="0"/>
                  <a:pt x="402" y="0"/>
                </a:cubicBezTo>
              </a:path>
            </a:pathLst>
          </a:custGeom>
          <a:solidFill>
            <a:srgbClr val="27B1E3">
              <a:alpha val="45880"/>
            </a:srgbClr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13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13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13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13"/>
          <p:cNvSpPr txBox="1"/>
          <p:nvPr>
            <p:ph idx="1" type="body"/>
          </p:nvPr>
        </p:nvSpPr>
        <p:spPr>
          <a:xfrm>
            <a:off x="365750" y="634350"/>
            <a:ext cx="3827400" cy="29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2286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1600"/>
              <a:buNone/>
              <a:defRPr sz="1600">
                <a:solidFill>
                  <a:srgbClr val="5B5B5B"/>
                </a:solidFill>
              </a:defRPr>
            </a:lvl1pPr>
            <a:lvl2pPr indent="-342900" lvl="1" marL="914400" rtl="0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800"/>
              <a:buChar char="•"/>
              <a:defRPr>
                <a:solidFill>
                  <a:srgbClr val="5B5B5B"/>
                </a:solidFill>
              </a:defRPr>
            </a:lvl2pPr>
            <a:lvl3pPr indent="-342900" lvl="2" marL="1371600" rtl="0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800"/>
              <a:buChar char="•"/>
              <a:defRPr>
                <a:solidFill>
                  <a:srgbClr val="5B5B5B"/>
                </a:solidFill>
              </a:defRPr>
            </a:lvl3pPr>
            <a:lvl4pPr indent="-342900" lvl="3" marL="1828800" rtl="0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800"/>
              <a:buChar char="•"/>
              <a:defRPr>
                <a:solidFill>
                  <a:srgbClr val="5B5B5B"/>
                </a:solidFill>
              </a:defRPr>
            </a:lvl4pPr>
            <a:lvl5pPr indent="-342900" lvl="4" marL="2286000" rtl="0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800"/>
              <a:buChar char="•"/>
              <a:defRPr>
                <a:solidFill>
                  <a:srgbClr val="5B5B5B"/>
                </a:solidFill>
              </a:defRPr>
            </a:lvl5pPr>
            <a:lvl6pPr indent="-342900" lvl="5" marL="2743200" rtl="0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800"/>
              <a:buChar char="•"/>
              <a:defRPr>
                <a:solidFill>
                  <a:srgbClr val="5B5B5B"/>
                </a:solidFill>
              </a:defRPr>
            </a:lvl6pPr>
            <a:lvl7pPr indent="-342900" lvl="6" marL="3200400" rtl="0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800"/>
              <a:buChar char="•"/>
              <a:defRPr>
                <a:solidFill>
                  <a:srgbClr val="5B5B5B"/>
                </a:solidFill>
              </a:defRPr>
            </a:lvl7pPr>
            <a:lvl8pPr indent="-342900" lvl="7" marL="3657600" rtl="0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800"/>
              <a:buChar char="•"/>
              <a:defRPr>
                <a:solidFill>
                  <a:srgbClr val="5B5B5B"/>
                </a:solidFill>
              </a:defRPr>
            </a:lvl8pPr>
            <a:lvl9pPr indent="-342900" lvl="8" marL="4114800" rtl="0" algn="l">
              <a:lnSpc>
                <a:spcPct val="105000"/>
              </a:lnSpc>
              <a:spcBef>
                <a:spcPts val="1000"/>
              </a:spcBef>
              <a:spcAft>
                <a:spcPts val="1000"/>
              </a:spcAft>
              <a:buClr>
                <a:srgbClr val="5B5B5B"/>
              </a:buClr>
              <a:buSzPts val="1800"/>
              <a:buChar char="•"/>
              <a:defRPr>
                <a:solidFill>
                  <a:srgbClr val="5B5B5B"/>
                </a:solidFill>
              </a:defRPr>
            </a:lvl9pPr>
          </a:lstStyle>
          <a:p/>
        </p:txBody>
      </p:sp>
      <p:sp>
        <p:nvSpPr>
          <p:cNvPr id="124" name="Google Shape;124;p13"/>
          <p:cNvSpPr txBox="1"/>
          <p:nvPr>
            <p:ph type="title"/>
          </p:nvPr>
        </p:nvSpPr>
        <p:spPr>
          <a:xfrm>
            <a:off x="365755" y="274320"/>
            <a:ext cx="3978900" cy="62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000"/>
              </a:spcBef>
              <a:spcAft>
                <a:spcPts val="1000"/>
              </a:spcAft>
              <a:buSzPts val="1400"/>
              <a:buNone/>
              <a:defRPr/>
            </a:lvl9pPr>
          </a:lstStyle>
          <a:p/>
        </p:txBody>
      </p:sp>
      <p:sp>
        <p:nvSpPr>
          <p:cNvPr id="125" name="Google Shape;125;p13"/>
          <p:cNvSpPr txBox="1"/>
          <p:nvPr>
            <p:ph idx="12" type="sldNum"/>
          </p:nvPr>
        </p:nvSpPr>
        <p:spPr>
          <a:xfrm>
            <a:off x="8229600" y="4866905"/>
            <a:ext cx="473700" cy="9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indent="0" lvl="0" marL="0" marR="0" rtl="0" algn="r">
              <a:spcBef>
                <a:spcPts val="0"/>
              </a:spcBef>
              <a:buNone/>
              <a:defRPr i="0" sz="600">
                <a:solidFill>
                  <a:srgbClr val="FFFFFF"/>
                </a:solidFill>
              </a:defRPr>
            </a:lvl1pPr>
            <a:lvl2pPr indent="0" lvl="1" marL="0" marR="0" rtl="0" algn="r">
              <a:spcBef>
                <a:spcPts val="0"/>
              </a:spcBef>
              <a:buNone/>
              <a:defRPr i="0" sz="600">
                <a:solidFill>
                  <a:srgbClr val="FFFFFF"/>
                </a:solidFill>
              </a:defRPr>
            </a:lvl2pPr>
            <a:lvl3pPr indent="0" lvl="2" marL="0" marR="0" rtl="0" algn="r">
              <a:spcBef>
                <a:spcPts val="0"/>
              </a:spcBef>
              <a:buNone/>
              <a:defRPr i="0" sz="600">
                <a:solidFill>
                  <a:srgbClr val="FFFFFF"/>
                </a:solidFill>
              </a:defRPr>
            </a:lvl3pPr>
            <a:lvl4pPr indent="0" lvl="3" marL="0" marR="0" rtl="0" algn="r">
              <a:spcBef>
                <a:spcPts val="0"/>
              </a:spcBef>
              <a:buNone/>
              <a:defRPr i="0" sz="600">
                <a:solidFill>
                  <a:srgbClr val="FFFFFF"/>
                </a:solidFill>
              </a:defRPr>
            </a:lvl4pPr>
            <a:lvl5pPr indent="0" lvl="4" marL="0" marR="0" rtl="0" algn="r">
              <a:spcBef>
                <a:spcPts val="0"/>
              </a:spcBef>
              <a:buNone/>
              <a:defRPr i="0" sz="600">
                <a:solidFill>
                  <a:srgbClr val="FFFFFF"/>
                </a:solidFill>
              </a:defRPr>
            </a:lvl5pPr>
            <a:lvl6pPr indent="0" lvl="5" marL="0" marR="0" rtl="0" algn="r">
              <a:spcBef>
                <a:spcPts val="0"/>
              </a:spcBef>
              <a:buNone/>
              <a:defRPr i="0" sz="600">
                <a:solidFill>
                  <a:srgbClr val="FFFFFF"/>
                </a:solidFill>
              </a:defRPr>
            </a:lvl6pPr>
            <a:lvl7pPr indent="0" lvl="6" marL="0" marR="0" rtl="0" algn="r">
              <a:spcBef>
                <a:spcPts val="0"/>
              </a:spcBef>
              <a:buNone/>
              <a:defRPr i="0" sz="600">
                <a:solidFill>
                  <a:srgbClr val="FFFFFF"/>
                </a:solidFill>
              </a:defRPr>
            </a:lvl7pPr>
            <a:lvl8pPr indent="0" lvl="7" marL="0" marR="0" rtl="0" algn="r">
              <a:spcBef>
                <a:spcPts val="0"/>
              </a:spcBef>
              <a:buNone/>
              <a:defRPr i="0" sz="600">
                <a:solidFill>
                  <a:srgbClr val="FFFFFF"/>
                </a:solidFill>
              </a:defRPr>
            </a:lvl8pPr>
            <a:lvl9pPr indent="0" lvl="8" marL="0" marR="0" rtl="0" algn="r">
              <a:spcBef>
                <a:spcPts val="0"/>
              </a:spcBef>
              <a:buNone/>
              <a:defRPr i="0" sz="600">
                <a:solidFill>
                  <a:srgbClr val="FFFFFF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6" name="Google Shape;126;p13"/>
          <p:cNvSpPr/>
          <p:nvPr/>
        </p:nvSpPr>
        <p:spPr>
          <a:xfrm>
            <a:off x="457195" y="4846320"/>
            <a:ext cx="135250" cy="128588"/>
          </a:xfrm>
          <a:custGeom>
            <a:rect b="b" l="l" r="r" t="t"/>
            <a:pathLst>
              <a:path extrusionOk="0" h="5143500" w="5409981">
                <a:moveTo>
                  <a:pt x="4983153" y="2221521"/>
                </a:moveTo>
                <a:lnTo>
                  <a:pt x="4374172" y="2572015"/>
                </a:lnTo>
                <a:lnTo>
                  <a:pt x="4983153" y="2921450"/>
                </a:lnTo>
                <a:cubicBezTo>
                  <a:pt x="5136954" y="3010067"/>
                  <a:pt x="5189546" y="3205051"/>
                  <a:pt x="5100656" y="3358310"/>
                </a:cubicBezTo>
                <a:cubicBezTo>
                  <a:pt x="5011767" y="3511568"/>
                  <a:pt x="4815574" y="3562963"/>
                  <a:pt x="4662302" y="3474876"/>
                </a:cubicBezTo>
                <a:lnTo>
                  <a:pt x="3571781" y="2848198"/>
                </a:lnTo>
                <a:cubicBezTo>
                  <a:pt x="3499053" y="2805943"/>
                  <a:pt x="3448581" y="2739977"/>
                  <a:pt x="3426193" y="2665798"/>
                </a:cubicBezTo>
                <a:cubicBezTo>
                  <a:pt x="3407864" y="2607519"/>
                  <a:pt x="3406806" y="2545180"/>
                  <a:pt x="3423146" y="2486312"/>
                </a:cubicBezTo>
                <a:cubicBezTo>
                  <a:pt x="3445647" y="2405409"/>
                  <a:pt x="3499023" y="2336577"/>
                  <a:pt x="3571781" y="2294640"/>
                </a:cubicBezTo>
                <a:lnTo>
                  <a:pt x="4662302" y="1668359"/>
                </a:lnTo>
                <a:cubicBezTo>
                  <a:pt x="4815574" y="1580272"/>
                  <a:pt x="5011899" y="1632594"/>
                  <a:pt x="5100656" y="1785456"/>
                </a:cubicBezTo>
                <a:cubicBezTo>
                  <a:pt x="5189414" y="1938317"/>
                  <a:pt x="5136954" y="2133168"/>
                  <a:pt x="4983153" y="2221521"/>
                </a:cubicBezTo>
                <a:close/>
                <a:moveTo>
                  <a:pt x="4406628" y="3920213"/>
                </a:moveTo>
                <a:lnTo>
                  <a:pt x="3316240" y="3294330"/>
                </a:lnTo>
                <a:cubicBezTo>
                  <a:pt x="3260045" y="3261658"/>
                  <a:pt x="3195149" y="3247089"/>
                  <a:pt x="3130380" y="3252605"/>
                </a:cubicBezTo>
                <a:cubicBezTo>
                  <a:pt x="2964126" y="3264526"/>
                  <a:pt x="2833507" y="3402684"/>
                  <a:pt x="2833507" y="3570911"/>
                </a:cubicBezTo>
                <a:lnTo>
                  <a:pt x="2833507" y="4823869"/>
                </a:lnTo>
                <a:cubicBezTo>
                  <a:pt x="2833507" y="5000441"/>
                  <a:pt x="2976578" y="5143500"/>
                  <a:pt x="3154225" y="5143500"/>
                </a:cubicBezTo>
                <a:cubicBezTo>
                  <a:pt x="3331872" y="5143500"/>
                  <a:pt x="3475473" y="5000441"/>
                  <a:pt x="3475473" y="4823869"/>
                </a:cubicBezTo>
                <a:lnTo>
                  <a:pt x="3475473" y="4123013"/>
                </a:lnTo>
                <a:lnTo>
                  <a:pt x="4086043" y="4473772"/>
                </a:lnTo>
                <a:cubicBezTo>
                  <a:pt x="4239447" y="4562389"/>
                  <a:pt x="4435640" y="4509934"/>
                  <a:pt x="4524132" y="4357471"/>
                </a:cubicBezTo>
                <a:cubicBezTo>
                  <a:pt x="4612625" y="4205007"/>
                  <a:pt x="4560298" y="4008566"/>
                  <a:pt x="4406628" y="3920213"/>
                </a:cubicBezTo>
                <a:close/>
                <a:moveTo>
                  <a:pt x="3148529" y="2694410"/>
                </a:moveTo>
                <a:lnTo>
                  <a:pt x="2695205" y="3144913"/>
                </a:lnTo>
                <a:cubicBezTo>
                  <a:pt x="2682222" y="3158159"/>
                  <a:pt x="2657185" y="3169021"/>
                  <a:pt x="2638374" y="3169021"/>
                </a:cubicBezTo>
                <a:lnTo>
                  <a:pt x="2504973" y="3169021"/>
                </a:lnTo>
                <a:cubicBezTo>
                  <a:pt x="2486692" y="3169021"/>
                  <a:pt x="2461257" y="3158159"/>
                  <a:pt x="2448142" y="3144913"/>
                </a:cubicBezTo>
                <a:lnTo>
                  <a:pt x="1995083" y="2694410"/>
                </a:lnTo>
                <a:cubicBezTo>
                  <a:pt x="1982100" y="2681694"/>
                  <a:pt x="1971635" y="2656261"/>
                  <a:pt x="1971635" y="2638246"/>
                </a:cubicBezTo>
                <a:lnTo>
                  <a:pt x="1971635" y="2505387"/>
                </a:lnTo>
                <a:cubicBezTo>
                  <a:pt x="1971635" y="2486974"/>
                  <a:pt x="1982100" y="2461409"/>
                  <a:pt x="1995083" y="2448560"/>
                </a:cubicBezTo>
                <a:lnTo>
                  <a:pt x="2448142" y="1998057"/>
                </a:lnTo>
                <a:cubicBezTo>
                  <a:pt x="2461257" y="1984811"/>
                  <a:pt x="2486692" y="1974346"/>
                  <a:pt x="2504973" y="1974346"/>
                </a:cubicBezTo>
                <a:lnTo>
                  <a:pt x="2638374" y="1974346"/>
                </a:lnTo>
                <a:cubicBezTo>
                  <a:pt x="2656787" y="1974346"/>
                  <a:pt x="2682222" y="1984811"/>
                  <a:pt x="2695205" y="1998057"/>
                </a:cubicBezTo>
                <a:lnTo>
                  <a:pt x="3148529" y="2448560"/>
                </a:lnTo>
                <a:cubicBezTo>
                  <a:pt x="3161379" y="2461409"/>
                  <a:pt x="3171844" y="2486974"/>
                  <a:pt x="3171844" y="2505387"/>
                </a:cubicBezTo>
                <a:lnTo>
                  <a:pt x="3171844" y="2638246"/>
                </a:lnTo>
                <a:cubicBezTo>
                  <a:pt x="3171844" y="2656261"/>
                  <a:pt x="3161379" y="2681694"/>
                  <a:pt x="3148529" y="2694410"/>
                </a:cubicBezTo>
                <a:close/>
                <a:moveTo>
                  <a:pt x="2786214" y="2569366"/>
                </a:moveTo>
                <a:cubicBezTo>
                  <a:pt x="2786214" y="2551086"/>
                  <a:pt x="2775086" y="2525786"/>
                  <a:pt x="2762236" y="2512275"/>
                </a:cubicBezTo>
                <a:lnTo>
                  <a:pt x="2630955" y="2382329"/>
                </a:lnTo>
                <a:cubicBezTo>
                  <a:pt x="2617973" y="2369481"/>
                  <a:pt x="2592538" y="2358751"/>
                  <a:pt x="2574257" y="2358751"/>
                </a:cubicBezTo>
                <a:lnTo>
                  <a:pt x="2569090" y="2358751"/>
                </a:lnTo>
                <a:cubicBezTo>
                  <a:pt x="2550809" y="2358751"/>
                  <a:pt x="2525374" y="2369481"/>
                  <a:pt x="2512656" y="2382329"/>
                </a:cubicBezTo>
                <a:lnTo>
                  <a:pt x="2381375" y="2512275"/>
                </a:lnTo>
                <a:cubicBezTo>
                  <a:pt x="2368260" y="2525786"/>
                  <a:pt x="2358192" y="2551086"/>
                  <a:pt x="2358192" y="2569366"/>
                </a:cubicBezTo>
                <a:lnTo>
                  <a:pt x="2358192" y="2574399"/>
                </a:lnTo>
                <a:cubicBezTo>
                  <a:pt x="2358192" y="2592414"/>
                  <a:pt x="2368260" y="2617582"/>
                  <a:pt x="2381375" y="2630696"/>
                </a:cubicBezTo>
                <a:lnTo>
                  <a:pt x="2512656" y="2761038"/>
                </a:lnTo>
                <a:cubicBezTo>
                  <a:pt x="2525506" y="2773887"/>
                  <a:pt x="2550809" y="2784617"/>
                  <a:pt x="2569090" y="2784617"/>
                </a:cubicBezTo>
                <a:lnTo>
                  <a:pt x="2574257" y="2784617"/>
                </a:lnTo>
                <a:cubicBezTo>
                  <a:pt x="2592538" y="2784617"/>
                  <a:pt x="2617973" y="2773887"/>
                  <a:pt x="2630955" y="2761038"/>
                </a:cubicBezTo>
                <a:lnTo>
                  <a:pt x="2762236" y="2630696"/>
                </a:lnTo>
                <a:cubicBezTo>
                  <a:pt x="2775086" y="2617582"/>
                  <a:pt x="2786214" y="2592414"/>
                  <a:pt x="2786214" y="2574399"/>
                </a:cubicBezTo>
                <a:close/>
                <a:moveTo>
                  <a:pt x="736718" y="1222757"/>
                </a:moveTo>
                <a:lnTo>
                  <a:pt x="1827239" y="1849170"/>
                </a:lnTo>
                <a:cubicBezTo>
                  <a:pt x="1883672" y="1881603"/>
                  <a:pt x="1948619" y="1896152"/>
                  <a:pt x="2013497" y="1890895"/>
                </a:cubicBezTo>
                <a:cubicBezTo>
                  <a:pt x="2179486" y="1878709"/>
                  <a:pt x="2310502" y="1740286"/>
                  <a:pt x="2310502" y="1572324"/>
                </a:cubicBezTo>
                <a:lnTo>
                  <a:pt x="2310502" y="319233"/>
                </a:lnTo>
                <a:cubicBezTo>
                  <a:pt x="2310502" y="143059"/>
                  <a:pt x="2166503" y="0"/>
                  <a:pt x="1989651" y="0"/>
                </a:cubicBezTo>
                <a:cubicBezTo>
                  <a:pt x="1812799" y="0"/>
                  <a:pt x="1668536" y="143059"/>
                  <a:pt x="1668536" y="319233"/>
                </a:cubicBezTo>
                <a:lnTo>
                  <a:pt x="1668536" y="1020355"/>
                </a:lnTo>
                <a:lnTo>
                  <a:pt x="1057436" y="669198"/>
                </a:lnTo>
                <a:cubicBezTo>
                  <a:pt x="904297" y="580978"/>
                  <a:pt x="708369" y="633301"/>
                  <a:pt x="619347" y="785897"/>
                </a:cubicBezTo>
                <a:cubicBezTo>
                  <a:pt x="530985" y="938468"/>
                  <a:pt x="583048" y="1133777"/>
                  <a:pt x="735632" y="1222131"/>
                </a:cubicBezTo>
                <a:cubicBezTo>
                  <a:pt x="735994" y="1222340"/>
                  <a:pt x="736356" y="1222549"/>
                  <a:pt x="736718" y="1222757"/>
                </a:cubicBezTo>
                <a:close/>
                <a:moveTo>
                  <a:pt x="3130380" y="1890895"/>
                </a:moveTo>
                <a:cubicBezTo>
                  <a:pt x="3195131" y="1896154"/>
                  <a:pt x="3259952" y="1881602"/>
                  <a:pt x="3316240" y="1849170"/>
                </a:cubicBezTo>
                <a:lnTo>
                  <a:pt x="4406628" y="1222757"/>
                </a:lnTo>
                <a:cubicBezTo>
                  <a:pt x="4559590" y="1135057"/>
                  <a:pt x="4612489" y="939974"/>
                  <a:pt x="4524782" y="787025"/>
                </a:cubicBezTo>
                <a:cubicBezTo>
                  <a:pt x="4524567" y="786649"/>
                  <a:pt x="4524350" y="786273"/>
                  <a:pt x="4524132" y="785897"/>
                </a:cubicBezTo>
                <a:cubicBezTo>
                  <a:pt x="4435640" y="633301"/>
                  <a:pt x="4239447" y="580978"/>
                  <a:pt x="4086043" y="669198"/>
                </a:cubicBezTo>
                <a:lnTo>
                  <a:pt x="3475473" y="1020355"/>
                </a:lnTo>
                <a:lnTo>
                  <a:pt x="3475473" y="319233"/>
                </a:lnTo>
                <a:cubicBezTo>
                  <a:pt x="3475473" y="143059"/>
                  <a:pt x="3331872" y="0"/>
                  <a:pt x="3154225" y="0"/>
                </a:cubicBezTo>
                <a:cubicBezTo>
                  <a:pt x="2976578" y="0"/>
                  <a:pt x="2833507" y="143059"/>
                  <a:pt x="2833507" y="319233"/>
                </a:cubicBezTo>
                <a:lnTo>
                  <a:pt x="2833507" y="1572324"/>
                </a:lnTo>
                <a:cubicBezTo>
                  <a:pt x="2833507" y="1740286"/>
                  <a:pt x="2964126" y="1878709"/>
                  <a:pt x="3130380" y="1890895"/>
                </a:cubicBezTo>
                <a:close/>
                <a:moveTo>
                  <a:pt x="2013497" y="3252605"/>
                </a:moveTo>
                <a:cubicBezTo>
                  <a:pt x="1948600" y="3247084"/>
                  <a:pt x="1883576" y="3261651"/>
                  <a:pt x="1827239" y="3294330"/>
                </a:cubicBezTo>
                <a:lnTo>
                  <a:pt x="736718" y="3920213"/>
                </a:lnTo>
                <a:cubicBezTo>
                  <a:pt x="583314" y="4008566"/>
                  <a:pt x="530854" y="4204477"/>
                  <a:pt x="619347" y="4357471"/>
                </a:cubicBezTo>
                <a:cubicBezTo>
                  <a:pt x="707839" y="4510464"/>
                  <a:pt x="904297" y="4562389"/>
                  <a:pt x="1057436" y="4473772"/>
                </a:cubicBezTo>
                <a:lnTo>
                  <a:pt x="1668536" y="4123013"/>
                </a:lnTo>
                <a:lnTo>
                  <a:pt x="1668536" y="4823869"/>
                </a:lnTo>
                <a:cubicBezTo>
                  <a:pt x="1668536" y="5000441"/>
                  <a:pt x="1812137" y="5143500"/>
                  <a:pt x="1989651" y="5143500"/>
                </a:cubicBezTo>
                <a:cubicBezTo>
                  <a:pt x="2167166" y="5143500"/>
                  <a:pt x="2310502" y="5000441"/>
                  <a:pt x="2310502" y="4823869"/>
                </a:cubicBezTo>
                <a:lnTo>
                  <a:pt x="2310502" y="3570911"/>
                </a:lnTo>
                <a:cubicBezTo>
                  <a:pt x="2310502" y="3402684"/>
                  <a:pt x="2179486" y="3264526"/>
                  <a:pt x="2013497" y="3252605"/>
                </a:cubicBezTo>
                <a:close/>
                <a:moveTo>
                  <a:pt x="1717816" y="2665798"/>
                </a:moveTo>
                <a:cubicBezTo>
                  <a:pt x="1728394" y="2632182"/>
                  <a:pt x="1733318" y="2597044"/>
                  <a:pt x="1732388" y="2561815"/>
                </a:cubicBezTo>
                <a:cubicBezTo>
                  <a:pt x="1731063" y="2536648"/>
                  <a:pt x="1727884" y="2511480"/>
                  <a:pt x="1720730" y="2486312"/>
                </a:cubicBezTo>
                <a:cubicBezTo>
                  <a:pt x="1699137" y="2408292"/>
                  <a:pt x="1648002" y="2338617"/>
                  <a:pt x="1571300" y="2294640"/>
                </a:cubicBezTo>
                <a:lnTo>
                  <a:pt x="481574" y="1668359"/>
                </a:lnTo>
                <a:cubicBezTo>
                  <a:pt x="327773" y="1580272"/>
                  <a:pt x="131580" y="1632594"/>
                  <a:pt x="43352" y="1785456"/>
                </a:cubicBezTo>
                <a:cubicBezTo>
                  <a:pt x="-44875" y="1938317"/>
                  <a:pt x="6790" y="2133168"/>
                  <a:pt x="160591" y="2221521"/>
                </a:cubicBezTo>
                <a:lnTo>
                  <a:pt x="769571" y="2572015"/>
                </a:lnTo>
                <a:lnTo>
                  <a:pt x="160591" y="2921450"/>
                </a:lnTo>
                <a:cubicBezTo>
                  <a:pt x="6790" y="3010067"/>
                  <a:pt x="-45670" y="3205051"/>
                  <a:pt x="43352" y="3358310"/>
                </a:cubicBezTo>
                <a:cubicBezTo>
                  <a:pt x="132374" y="3511568"/>
                  <a:pt x="327773" y="3562963"/>
                  <a:pt x="481574" y="3474876"/>
                </a:cubicBezTo>
                <a:lnTo>
                  <a:pt x="1571300" y="2848198"/>
                </a:lnTo>
                <a:cubicBezTo>
                  <a:pt x="1641515" y="2808189"/>
                  <a:pt x="1693892" y="2742984"/>
                  <a:pt x="1717816" y="2665798"/>
                </a:cubicBezTo>
                <a:close/>
                <a:moveTo>
                  <a:pt x="5160799" y="588131"/>
                </a:moveTo>
                <a:lnTo>
                  <a:pt x="5112049" y="588131"/>
                </a:lnTo>
                <a:lnTo>
                  <a:pt x="5112049" y="648137"/>
                </a:lnTo>
                <a:lnTo>
                  <a:pt x="5160799" y="648137"/>
                </a:lnTo>
                <a:cubicBezTo>
                  <a:pt x="5183452" y="648137"/>
                  <a:pt x="5198157" y="637937"/>
                  <a:pt x="5198157" y="618730"/>
                </a:cubicBezTo>
                <a:cubicBezTo>
                  <a:pt x="5198157" y="599523"/>
                  <a:pt x="5184512" y="588131"/>
                  <a:pt x="5160799" y="588131"/>
                </a:cubicBezTo>
                <a:close/>
                <a:moveTo>
                  <a:pt x="5052039" y="532630"/>
                </a:moveTo>
                <a:lnTo>
                  <a:pt x="5161859" y="532630"/>
                </a:lnTo>
                <a:cubicBezTo>
                  <a:pt x="5222002" y="532630"/>
                  <a:pt x="5261612" y="565480"/>
                  <a:pt x="5261612" y="616346"/>
                </a:cubicBezTo>
                <a:cubicBezTo>
                  <a:pt x="5261612" y="648137"/>
                  <a:pt x="5245715" y="671847"/>
                  <a:pt x="5222002" y="686683"/>
                </a:cubicBezTo>
                <a:lnTo>
                  <a:pt x="5265056" y="748940"/>
                </a:lnTo>
                <a:lnTo>
                  <a:pt x="5265056" y="761392"/>
                </a:lnTo>
                <a:lnTo>
                  <a:pt x="5202661" y="761392"/>
                </a:lnTo>
                <a:lnTo>
                  <a:pt x="5160799" y="701386"/>
                </a:lnTo>
                <a:lnTo>
                  <a:pt x="5112049" y="701386"/>
                </a:lnTo>
                <a:lnTo>
                  <a:pt x="5112049" y="761392"/>
                </a:lnTo>
                <a:lnTo>
                  <a:pt x="5052039" y="761392"/>
                </a:lnTo>
                <a:close/>
                <a:moveTo>
                  <a:pt x="5358979" y="651581"/>
                </a:moveTo>
                <a:cubicBezTo>
                  <a:pt x="5358979" y="529186"/>
                  <a:pt x="5277508" y="436330"/>
                  <a:pt x="5152851" y="436330"/>
                </a:cubicBezTo>
                <a:cubicBezTo>
                  <a:pt x="5030445" y="436330"/>
                  <a:pt x="4948842" y="524682"/>
                  <a:pt x="4948842" y="651581"/>
                </a:cubicBezTo>
                <a:cubicBezTo>
                  <a:pt x="4948842" y="772783"/>
                  <a:pt x="5030445" y="866699"/>
                  <a:pt x="5152851" y="866699"/>
                </a:cubicBezTo>
                <a:cubicBezTo>
                  <a:pt x="5277508" y="866699"/>
                  <a:pt x="5358979" y="773843"/>
                  <a:pt x="5358979" y="651581"/>
                </a:cubicBezTo>
                <a:close/>
                <a:moveTo>
                  <a:pt x="5409982" y="651581"/>
                </a:moveTo>
                <a:cubicBezTo>
                  <a:pt x="5409982" y="795434"/>
                  <a:pt x="5313674" y="915445"/>
                  <a:pt x="5152851" y="915445"/>
                </a:cubicBezTo>
                <a:cubicBezTo>
                  <a:pt x="4992028" y="915445"/>
                  <a:pt x="4897972" y="794242"/>
                  <a:pt x="4897972" y="651581"/>
                </a:cubicBezTo>
                <a:cubicBezTo>
                  <a:pt x="4897972" y="508919"/>
                  <a:pt x="4993088" y="387584"/>
                  <a:pt x="5152851" y="387584"/>
                </a:cubicBezTo>
                <a:cubicBezTo>
                  <a:pt x="5312614" y="387584"/>
                  <a:pt x="5409982" y="507594"/>
                  <a:pt x="5409982" y="65158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13"/>
          <p:cNvSpPr/>
          <p:nvPr/>
        </p:nvSpPr>
        <p:spPr>
          <a:xfrm>
            <a:off x="660651" y="4866916"/>
            <a:ext cx="16812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600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 xml:space="preserve">© </a:t>
            </a:r>
            <a:r>
              <a:rPr lang="en" sz="600">
                <a:solidFill>
                  <a:srgbClr val="929292"/>
                </a:solidFill>
              </a:rPr>
              <a:t>2026</a:t>
            </a:r>
            <a:r>
              <a:rPr b="0" i="0" lang="en" sz="600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 xml:space="preserve"> Snowflake Inc. All Rights Reserved</a:t>
            </a:r>
            <a:endParaRPr sz="600">
              <a:solidFill>
                <a:srgbClr val="92929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8" name="Google Shape;128;p13"/>
          <p:cNvPicPr preferRelativeResize="0"/>
          <p:nvPr/>
        </p:nvPicPr>
        <p:blipFill rotWithShape="1">
          <a:blip r:embed="rId2">
            <a:alphaModFix/>
          </a:blip>
          <a:srcRect b="9584" l="13585" r="0" t="0"/>
          <a:stretch/>
        </p:blipFill>
        <p:spPr>
          <a:xfrm>
            <a:off x="4572000" y="3214250"/>
            <a:ext cx="1693648" cy="1929252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3"/>
          <p:cNvSpPr/>
          <p:nvPr/>
        </p:nvSpPr>
        <p:spPr>
          <a:xfrm>
            <a:off x="8067676" y="228601"/>
            <a:ext cx="1077917" cy="1543491"/>
          </a:xfrm>
          <a:custGeom>
            <a:rect b="b" l="l" r="r" t="t"/>
            <a:pathLst>
              <a:path extrusionOk="0" h="3741797" w="2613132">
                <a:moveTo>
                  <a:pt x="2613132" y="0"/>
                </a:moveTo>
                <a:lnTo>
                  <a:pt x="2613132" y="1482383"/>
                </a:lnTo>
                <a:lnTo>
                  <a:pt x="2480582" y="1558999"/>
                </a:lnTo>
                <a:cubicBezTo>
                  <a:pt x="1938975" y="1872053"/>
                  <a:pt x="1938975" y="1872053"/>
                  <a:pt x="1938975" y="1872053"/>
                </a:cubicBezTo>
                <a:cubicBezTo>
                  <a:pt x="2168749" y="2004548"/>
                  <a:pt x="2355441" y="2112200"/>
                  <a:pt x="2507127" y="2199667"/>
                </a:cubicBezTo>
                <a:lnTo>
                  <a:pt x="2613132" y="2260793"/>
                </a:lnTo>
                <a:lnTo>
                  <a:pt x="2613132" y="3741797"/>
                </a:lnTo>
                <a:lnTo>
                  <a:pt x="2518746" y="3699509"/>
                </a:lnTo>
                <a:cubicBezTo>
                  <a:pt x="324746" y="2431617"/>
                  <a:pt x="324746" y="2431617"/>
                  <a:pt x="324746" y="2431617"/>
                </a:cubicBezTo>
                <a:cubicBezTo>
                  <a:pt x="176001" y="2345400"/>
                  <a:pt x="76273" y="2211848"/>
                  <a:pt x="28945" y="2061392"/>
                </a:cubicBezTo>
                <a:cubicBezTo>
                  <a:pt x="6971" y="1993771"/>
                  <a:pt x="-1480" y="1922769"/>
                  <a:pt x="210" y="1851767"/>
                </a:cubicBezTo>
                <a:cubicBezTo>
                  <a:pt x="1901" y="1801051"/>
                  <a:pt x="8662" y="1750335"/>
                  <a:pt x="23874" y="1699620"/>
                </a:cubicBezTo>
                <a:cubicBezTo>
                  <a:pt x="66132" y="1540710"/>
                  <a:pt x="169240" y="1400397"/>
                  <a:pt x="324746" y="1310799"/>
                </a:cubicBezTo>
                <a:cubicBezTo>
                  <a:pt x="2518746" y="44597"/>
                  <a:pt x="2518746" y="44597"/>
                  <a:pt x="2518746" y="44597"/>
                </a:cubicBezTo>
                <a:cubicBezTo>
                  <a:pt x="2547745" y="27797"/>
                  <a:pt x="2577487" y="13509"/>
                  <a:pt x="2607725" y="1663"/>
                </a:cubicBezTo>
                <a:close/>
              </a:path>
            </a:pathLst>
          </a:custGeom>
          <a:solidFill>
            <a:srgbClr val="27B1E3">
              <a:alpha val="1173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13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13"/>
          <p:cNvSpPr txBox="1"/>
          <p:nvPr>
            <p:ph idx="2" type="body"/>
          </p:nvPr>
        </p:nvSpPr>
        <p:spPr>
          <a:xfrm>
            <a:off x="4937760" y="1280150"/>
            <a:ext cx="3566400" cy="340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 i="0" sz="1800" u="none" cap="none" strike="noStrike">
                <a:solidFill>
                  <a:schemeClr val="lt1"/>
                </a:solidFill>
              </a:defRPr>
            </a:lvl1pPr>
            <a:lvl2pPr indent="-342900" lvl="1" marL="9144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 i="0" sz="1800" u="none" cap="none" strike="noStrike">
                <a:solidFill>
                  <a:schemeClr val="lt1"/>
                </a:solidFill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•"/>
              <a:defRPr i="0" u="none" cap="none" strike="noStrike">
                <a:solidFill>
                  <a:schemeClr val="lt1"/>
                </a:solidFill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•"/>
              <a:defRPr i="0" u="none" cap="none" strike="noStrike">
                <a:solidFill>
                  <a:schemeClr val="lt1"/>
                </a:solidFill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•"/>
              <a:defRPr i="0" u="none" cap="none" strike="noStrike">
                <a:solidFill>
                  <a:schemeClr val="lt1"/>
                </a:solidFill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•"/>
              <a:defRPr i="0" u="none" cap="none" strike="noStrike">
                <a:solidFill>
                  <a:schemeClr val="lt1"/>
                </a:solidFill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•"/>
              <a:defRPr i="0" u="none" cap="none" strike="noStrike">
                <a:solidFill>
                  <a:schemeClr val="lt1"/>
                </a:solidFill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•"/>
              <a:defRPr i="0" u="none" cap="none" strike="noStrike">
                <a:solidFill>
                  <a:schemeClr val="lt1"/>
                </a:solidFill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400"/>
              <a:buChar char="•"/>
              <a:defRPr i="0" u="none" cap="none" strike="noStrike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1" name="Google Shape;131;p13"/>
          <p:cNvSpPr/>
          <p:nvPr/>
        </p:nvSpPr>
        <p:spPr>
          <a:xfrm>
            <a:off x="0" y="343500"/>
            <a:ext cx="137100" cy="36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(footer only)">
  <p:cSld name="Data Cloud_1"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4"/>
          <p:cNvSpPr txBox="1"/>
          <p:nvPr>
            <p:ph idx="12" type="sldNum"/>
          </p:nvPr>
        </p:nvSpPr>
        <p:spPr>
          <a:xfrm>
            <a:off x="8229600" y="4866905"/>
            <a:ext cx="473700" cy="9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indent="0" lvl="0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1pPr>
            <a:lvl2pPr indent="0" lvl="1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2pPr>
            <a:lvl3pPr indent="0" lvl="2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3pPr>
            <a:lvl4pPr indent="0" lvl="3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4pPr>
            <a:lvl5pPr indent="0" lvl="4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5pPr>
            <a:lvl6pPr indent="0" lvl="5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6pPr>
            <a:lvl7pPr indent="0" lvl="6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7pPr>
            <a:lvl8pPr indent="0" lvl="7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8pPr>
            <a:lvl9pPr indent="0" lvl="8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4" name="Google Shape;134;p14"/>
          <p:cNvSpPr/>
          <p:nvPr/>
        </p:nvSpPr>
        <p:spPr>
          <a:xfrm>
            <a:off x="457195" y="4846320"/>
            <a:ext cx="135250" cy="128588"/>
          </a:xfrm>
          <a:custGeom>
            <a:rect b="b" l="l" r="r" t="t"/>
            <a:pathLst>
              <a:path extrusionOk="0" h="5143500" w="5409981">
                <a:moveTo>
                  <a:pt x="4983153" y="2221521"/>
                </a:moveTo>
                <a:lnTo>
                  <a:pt x="4374172" y="2572015"/>
                </a:lnTo>
                <a:lnTo>
                  <a:pt x="4983153" y="2921450"/>
                </a:lnTo>
                <a:cubicBezTo>
                  <a:pt x="5136954" y="3010067"/>
                  <a:pt x="5189546" y="3205051"/>
                  <a:pt x="5100656" y="3358310"/>
                </a:cubicBezTo>
                <a:cubicBezTo>
                  <a:pt x="5011767" y="3511568"/>
                  <a:pt x="4815574" y="3562963"/>
                  <a:pt x="4662302" y="3474876"/>
                </a:cubicBezTo>
                <a:lnTo>
                  <a:pt x="3571781" y="2848198"/>
                </a:lnTo>
                <a:cubicBezTo>
                  <a:pt x="3499053" y="2805943"/>
                  <a:pt x="3448581" y="2739977"/>
                  <a:pt x="3426193" y="2665798"/>
                </a:cubicBezTo>
                <a:cubicBezTo>
                  <a:pt x="3407864" y="2607519"/>
                  <a:pt x="3406806" y="2545180"/>
                  <a:pt x="3423146" y="2486312"/>
                </a:cubicBezTo>
                <a:cubicBezTo>
                  <a:pt x="3445647" y="2405409"/>
                  <a:pt x="3499023" y="2336577"/>
                  <a:pt x="3571781" y="2294640"/>
                </a:cubicBezTo>
                <a:lnTo>
                  <a:pt x="4662302" y="1668359"/>
                </a:lnTo>
                <a:cubicBezTo>
                  <a:pt x="4815574" y="1580272"/>
                  <a:pt x="5011899" y="1632594"/>
                  <a:pt x="5100656" y="1785456"/>
                </a:cubicBezTo>
                <a:cubicBezTo>
                  <a:pt x="5189414" y="1938317"/>
                  <a:pt x="5136954" y="2133168"/>
                  <a:pt x="4983153" y="2221521"/>
                </a:cubicBezTo>
                <a:close/>
                <a:moveTo>
                  <a:pt x="4406628" y="3920213"/>
                </a:moveTo>
                <a:lnTo>
                  <a:pt x="3316240" y="3294330"/>
                </a:lnTo>
                <a:cubicBezTo>
                  <a:pt x="3260045" y="3261658"/>
                  <a:pt x="3195149" y="3247089"/>
                  <a:pt x="3130380" y="3252605"/>
                </a:cubicBezTo>
                <a:cubicBezTo>
                  <a:pt x="2964126" y="3264526"/>
                  <a:pt x="2833507" y="3402684"/>
                  <a:pt x="2833507" y="3570911"/>
                </a:cubicBezTo>
                <a:lnTo>
                  <a:pt x="2833507" y="4823869"/>
                </a:lnTo>
                <a:cubicBezTo>
                  <a:pt x="2833507" y="5000441"/>
                  <a:pt x="2976578" y="5143500"/>
                  <a:pt x="3154225" y="5143500"/>
                </a:cubicBezTo>
                <a:cubicBezTo>
                  <a:pt x="3331872" y="5143500"/>
                  <a:pt x="3475473" y="5000441"/>
                  <a:pt x="3475473" y="4823869"/>
                </a:cubicBezTo>
                <a:lnTo>
                  <a:pt x="3475473" y="4123013"/>
                </a:lnTo>
                <a:lnTo>
                  <a:pt x="4086043" y="4473772"/>
                </a:lnTo>
                <a:cubicBezTo>
                  <a:pt x="4239447" y="4562389"/>
                  <a:pt x="4435640" y="4509934"/>
                  <a:pt x="4524132" y="4357471"/>
                </a:cubicBezTo>
                <a:cubicBezTo>
                  <a:pt x="4612625" y="4205007"/>
                  <a:pt x="4560298" y="4008566"/>
                  <a:pt x="4406628" y="3920213"/>
                </a:cubicBezTo>
                <a:close/>
                <a:moveTo>
                  <a:pt x="3148529" y="2694410"/>
                </a:moveTo>
                <a:lnTo>
                  <a:pt x="2695205" y="3144913"/>
                </a:lnTo>
                <a:cubicBezTo>
                  <a:pt x="2682222" y="3158159"/>
                  <a:pt x="2657185" y="3169021"/>
                  <a:pt x="2638374" y="3169021"/>
                </a:cubicBezTo>
                <a:lnTo>
                  <a:pt x="2504973" y="3169021"/>
                </a:lnTo>
                <a:cubicBezTo>
                  <a:pt x="2486692" y="3169021"/>
                  <a:pt x="2461257" y="3158159"/>
                  <a:pt x="2448142" y="3144913"/>
                </a:cubicBezTo>
                <a:lnTo>
                  <a:pt x="1995083" y="2694410"/>
                </a:lnTo>
                <a:cubicBezTo>
                  <a:pt x="1982100" y="2681694"/>
                  <a:pt x="1971635" y="2656261"/>
                  <a:pt x="1971635" y="2638246"/>
                </a:cubicBezTo>
                <a:lnTo>
                  <a:pt x="1971635" y="2505387"/>
                </a:lnTo>
                <a:cubicBezTo>
                  <a:pt x="1971635" y="2486974"/>
                  <a:pt x="1982100" y="2461409"/>
                  <a:pt x="1995083" y="2448560"/>
                </a:cubicBezTo>
                <a:lnTo>
                  <a:pt x="2448142" y="1998057"/>
                </a:lnTo>
                <a:cubicBezTo>
                  <a:pt x="2461257" y="1984811"/>
                  <a:pt x="2486692" y="1974346"/>
                  <a:pt x="2504973" y="1974346"/>
                </a:cubicBezTo>
                <a:lnTo>
                  <a:pt x="2638374" y="1974346"/>
                </a:lnTo>
                <a:cubicBezTo>
                  <a:pt x="2656787" y="1974346"/>
                  <a:pt x="2682222" y="1984811"/>
                  <a:pt x="2695205" y="1998057"/>
                </a:cubicBezTo>
                <a:lnTo>
                  <a:pt x="3148529" y="2448560"/>
                </a:lnTo>
                <a:cubicBezTo>
                  <a:pt x="3161379" y="2461409"/>
                  <a:pt x="3171844" y="2486974"/>
                  <a:pt x="3171844" y="2505387"/>
                </a:cubicBezTo>
                <a:lnTo>
                  <a:pt x="3171844" y="2638246"/>
                </a:lnTo>
                <a:cubicBezTo>
                  <a:pt x="3171844" y="2656261"/>
                  <a:pt x="3161379" y="2681694"/>
                  <a:pt x="3148529" y="2694410"/>
                </a:cubicBezTo>
                <a:close/>
                <a:moveTo>
                  <a:pt x="2786214" y="2569366"/>
                </a:moveTo>
                <a:cubicBezTo>
                  <a:pt x="2786214" y="2551086"/>
                  <a:pt x="2775086" y="2525786"/>
                  <a:pt x="2762236" y="2512275"/>
                </a:cubicBezTo>
                <a:lnTo>
                  <a:pt x="2630955" y="2382329"/>
                </a:lnTo>
                <a:cubicBezTo>
                  <a:pt x="2617973" y="2369481"/>
                  <a:pt x="2592538" y="2358751"/>
                  <a:pt x="2574257" y="2358751"/>
                </a:cubicBezTo>
                <a:lnTo>
                  <a:pt x="2569090" y="2358751"/>
                </a:lnTo>
                <a:cubicBezTo>
                  <a:pt x="2550809" y="2358751"/>
                  <a:pt x="2525374" y="2369481"/>
                  <a:pt x="2512656" y="2382329"/>
                </a:cubicBezTo>
                <a:lnTo>
                  <a:pt x="2381375" y="2512275"/>
                </a:lnTo>
                <a:cubicBezTo>
                  <a:pt x="2368260" y="2525786"/>
                  <a:pt x="2358192" y="2551086"/>
                  <a:pt x="2358192" y="2569366"/>
                </a:cubicBezTo>
                <a:lnTo>
                  <a:pt x="2358192" y="2574399"/>
                </a:lnTo>
                <a:cubicBezTo>
                  <a:pt x="2358192" y="2592414"/>
                  <a:pt x="2368260" y="2617582"/>
                  <a:pt x="2381375" y="2630696"/>
                </a:cubicBezTo>
                <a:lnTo>
                  <a:pt x="2512656" y="2761038"/>
                </a:lnTo>
                <a:cubicBezTo>
                  <a:pt x="2525506" y="2773887"/>
                  <a:pt x="2550809" y="2784617"/>
                  <a:pt x="2569090" y="2784617"/>
                </a:cubicBezTo>
                <a:lnTo>
                  <a:pt x="2574257" y="2784617"/>
                </a:lnTo>
                <a:cubicBezTo>
                  <a:pt x="2592538" y="2784617"/>
                  <a:pt x="2617973" y="2773887"/>
                  <a:pt x="2630955" y="2761038"/>
                </a:cubicBezTo>
                <a:lnTo>
                  <a:pt x="2762236" y="2630696"/>
                </a:lnTo>
                <a:cubicBezTo>
                  <a:pt x="2775086" y="2617582"/>
                  <a:pt x="2786214" y="2592414"/>
                  <a:pt x="2786214" y="2574399"/>
                </a:cubicBezTo>
                <a:close/>
                <a:moveTo>
                  <a:pt x="736718" y="1222757"/>
                </a:moveTo>
                <a:lnTo>
                  <a:pt x="1827239" y="1849170"/>
                </a:lnTo>
                <a:cubicBezTo>
                  <a:pt x="1883672" y="1881603"/>
                  <a:pt x="1948619" y="1896152"/>
                  <a:pt x="2013497" y="1890895"/>
                </a:cubicBezTo>
                <a:cubicBezTo>
                  <a:pt x="2179486" y="1878709"/>
                  <a:pt x="2310502" y="1740286"/>
                  <a:pt x="2310502" y="1572324"/>
                </a:cubicBezTo>
                <a:lnTo>
                  <a:pt x="2310502" y="319233"/>
                </a:lnTo>
                <a:cubicBezTo>
                  <a:pt x="2310502" y="143059"/>
                  <a:pt x="2166503" y="0"/>
                  <a:pt x="1989651" y="0"/>
                </a:cubicBezTo>
                <a:cubicBezTo>
                  <a:pt x="1812799" y="0"/>
                  <a:pt x="1668536" y="143059"/>
                  <a:pt x="1668536" y="319233"/>
                </a:cubicBezTo>
                <a:lnTo>
                  <a:pt x="1668536" y="1020355"/>
                </a:lnTo>
                <a:lnTo>
                  <a:pt x="1057436" y="669198"/>
                </a:lnTo>
                <a:cubicBezTo>
                  <a:pt x="904297" y="580978"/>
                  <a:pt x="708369" y="633301"/>
                  <a:pt x="619347" y="785897"/>
                </a:cubicBezTo>
                <a:cubicBezTo>
                  <a:pt x="530985" y="938468"/>
                  <a:pt x="583048" y="1133777"/>
                  <a:pt x="735632" y="1222131"/>
                </a:cubicBezTo>
                <a:cubicBezTo>
                  <a:pt x="735994" y="1222340"/>
                  <a:pt x="736356" y="1222549"/>
                  <a:pt x="736718" y="1222757"/>
                </a:cubicBezTo>
                <a:close/>
                <a:moveTo>
                  <a:pt x="3130380" y="1890895"/>
                </a:moveTo>
                <a:cubicBezTo>
                  <a:pt x="3195131" y="1896154"/>
                  <a:pt x="3259952" y="1881602"/>
                  <a:pt x="3316240" y="1849170"/>
                </a:cubicBezTo>
                <a:lnTo>
                  <a:pt x="4406628" y="1222757"/>
                </a:lnTo>
                <a:cubicBezTo>
                  <a:pt x="4559590" y="1135057"/>
                  <a:pt x="4612489" y="939974"/>
                  <a:pt x="4524782" y="787025"/>
                </a:cubicBezTo>
                <a:cubicBezTo>
                  <a:pt x="4524567" y="786649"/>
                  <a:pt x="4524350" y="786273"/>
                  <a:pt x="4524132" y="785897"/>
                </a:cubicBezTo>
                <a:cubicBezTo>
                  <a:pt x="4435640" y="633301"/>
                  <a:pt x="4239447" y="580978"/>
                  <a:pt x="4086043" y="669198"/>
                </a:cubicBezTo>
                <a:lnTo>
                  <a:pt x="3475473" y="1020355"/>
                </a:lnTo>
                <a:lnTo>
                  <a:pt x="3475473" y="319233"/>
                </a:lnTo>
                <a:cubicBezTo>
                  <a:pt x="3475473" y="143059"/>
                  <a:pt x="3331872" y="0"/>
                  <a:pt x="3154225" y="0"/>
                </a:cubicBezTo>
                <a:cubicBezTo>
                  <a:pt x="2976578" y="0"/>
                  <a:pt x="2833507" y="143059"/>
                  <a:pt x="2833507" y="319233"/>
                </a:cubicBezTo>
                <a:lnTo>
                  <a:pt x="2833507" y="1572324"/>
                </a:lnTo>
                <a:cubicBezTo>
                  <a:pt x="2833507" y="1740286"/>
                  <a:pt x="2964126" y="1878709"/>
                  <a:pt x="3130380" y="1890895"/>
                </a:cubicBezTo>
                <a:close/>
                <a:moveTo>
                  <a:pt x="2013497" y="3252605"/>
                </a:moveTo>
                <a:cubicBezTo>
                  <a:pt x="1948600" y="3247084"/>
                  <a:pt x="1883576" y="3261651"/>
                  <a:pt x="1827239" y="3294330"/>
                </a:cubicBezTo>
                <a:lnTo>
                  <a:pt x="736718" y="3920213"/>
                </a:lnTo>
                <a:cubicBezTo>
                  <a:pt x="583314" y="4008566"/>
                  <a:pt x="530854" y="4204477"/>
                  <a:pt x="619347" y="4357471"/>
                </a:cubicBezTo>
                <a:cubicBezTo>
                  <a:pt x="707839" y="4510464"/>
                  <a:pt x="904297" y="4562389"/>
                  <a:pt x="1057436" y="4473772"/>
                </a:cubicBezTo>
                <a:lnTo>
                  <a:pt x="1668536" y="4123013"/>
                </a:lnTo>
                <a:lnTo>
                  <a:pt x="1668536" y="4823869"/>
                </a:lnTo>
                <a:cubicBezTo>
                  <a:pt x="1668536" y="5000441"/>
                  <a:pt x="1812137" y="5143500"/>
                  <a:pt x="1989651" y="5143500"/>
                </a:cubicBezTo>
                <a:cubicBezTo>
                  <a:pt x="2167166" y="5143500"/>
                  <a:pt x="2310502" y="5000441"/>
                  <a:pt x="2310502" y="4823869"/>
                </a:cubicBezTo>
                <a:lnTo>
                  <a:pt x="2310502" y="3570911"/>
                </a:lnTo>
                <a:cubicBezTo>
                  <a:pt x="2310502" y="3402684"/>
                  <a:pt x="2179486" y="3264526"/>
                  <a:pt x="2013497" y="3252605"/>
                </a:cubicBezTo>
                <a:close/>
                <a:moveTo>
                  <a:pt x="1717816" y="2665798"/>
                </a:moveTo>
                <a:cubicBezTo>
                  <a:pt x="1728394" y="2632182"/>
                  <a:pt x="1733318" y="2597044"/>
                  <a:pt x="1732388" y="2561815"/>
                </a:cubicBezTo>
                <a:cubicBezTo>
                  <a:pt x="1731063" y="2536648"/>
                  <a:pt x="1727884" y="2511480"/>
                  <a:pt x="1720730" y="2486312"/>
                </a:cubicBezTo>
                <a:cubicBezTo>
                  <a:pt x="1699137" y="2408292"/>
                  <a:pt x="1648002" y="2338617"/>
                  <a:pt x="1571300" y="2294640"/>
                </a:cubicBezTo>
                <a:lnTo>
                  <a:pt x="481574" y="1668359"/>
                </a:lnTo>
                <a:cubicBezTo>
                  <a:pt x="327773" y="1580272"/>
                  <a:pt x="131580" y="1632594"/>
                  <a:pt x="43352" y="1785456"/>
                </a:cubicBezTo>
                <a:cubicBezTo>
                  <a:pt x="-44875" y="1938317"/>
                  <a:pt x="6790" y="2133168"/>
                  <a:pt x="160591" y="2221521"/>
                </a:cubicBezTo>
                <a:lnTo>
                  <a:pt x="769571" y="2572015"/>
                </a:lnTo>
                <a:lnTo>
                  <a:pt x="160591" y="2921450"/>
                </a:lnTo>
                <a:cubicBezTo>
                  <a:pt x="6790" y="3010067"/>
                  <a:pt x="-45670" y="3205051"/>
                  <a:pt x="43352" y="3358310"/>
                </a:cubicBezTo>
                <a:cubicBezTo>
                  <a:pt x="132374" y="3511568"/>
                  <a:pt x="327773" y="3562963"/>
                  <a:pt x="481574" y="3474876"/>
                </a:cubicBezTo>
                <a:lnTo>
                  <a:pt x="1571300" y="2848198"/>
                </a:lnTo>
                <a:cubicBezTo>
                  <a:pt x="1641515" y="2808189"/>
                  <a:pt x="1693892" y="2742984"/>
                  <a:pt x="1717816" y="2665798"/>
                </a:cubicBezTo>
                <a:close/>
                <a:moveTo>
                  <a:pt x="5160799" y="588131"/>
                </a:moveTo>
                <a:lnTo>
                  <a:pt x="5112049" y="588131"/>
                </a:lnTo>
                <a:lnTo>
                  <a:pt x="5112049" y="648137"/>
                </a:lnTo>
                <a:lnTo>
                  <a:pt x="5160799" y="648137"/>
                </a:lnTo>
                <a:cubicBezTo>
                  <a:pt x="5183452" y="648137"/>
                  <a:pt x="5198157" y="637937"/>
                  <a:pt x="5198157" y="618730"/>
                </a:cubicBezTo>
                <a:cubicBezTo>
                  <a:pt x="5198157" y="599523"/>
                  <a:pt x="5184512" y="588131"/>
                  <a:pt x="5160799" y="588131"/>
                </a:cubicBezTo>
                <a:close/>
                <a:moveTo>
                  <a:pt x="5052039" y="532630"/>
                </a:moveTo>
                <a:lnTo>
                  <a:pt x="5161859" y="532630"/>
                </a:lnTo>
                <a:cubicBezTo>
                  <a:pt x="5222002" y="532630"/>
                  <a:pt x="5261612" y="565480"/>
                  <a:pt x="5261612" y="616346"/>
                </a:cubicBezTo>
                <a:cubicBezTo>
                  <a:pt x="5261612" y="648137"/>
                  <a:pt x="5245715" y="671847"/>
                  <a:pt x="5222002" y="686683"/>
                </a:cubicBezTo>
                <a:lnTo>
                  <a:pt x="5265056" y="748940"/>
                </a:lnTo>
                <a:lnTo>
                  <a:pt x="5265056" y="761392"/>
                </a:lnTo>
                <a:lnTo>
                  <a:pt x="5202661" y="761392"/>
                </a:lnTo>
                <a:lnTo>
                  <a:pt x="5160799" y="701386"/>
                </a:lnTo>
                <a:lnTo>
                  <a:pt x="5112049" y="701386"/>
                </a:lnTo>
                <a:lnTo>
                  <a:pt x="5112049" y="761392"/>
                </a:lnTo>
                <a:lnTo>
                  <a:pt x="5052039" y="761392"/>
                </a:lnTo>
                <a:close/>
                <a:moveTo>
                  <a:pt x="5358979" y="651581"/>
                </a:moveTo>
                <a:cubicBezTo>
                  <a:pt x="5358979" y="529186"/>
                  <a:pt x="5277508" y="436330"/>
                  <a:pt x="5152851" y="436330"/>
                </a:cubicBezTo>
                <a:cubicBezTo>
                  <a:pt x="5030445" y="436330"/>
                  <a:pt x="4948842" y="524682"/>
                  <a:pt x="4948842" y="651581"/>
                </a:cubicBezTo>
                <a:cubicBezTo>
                  <a:pt x="4948842" y="772783"/>
                  <a:pt x="5030445" y="866699"/>
                  <a:pt x="5152851" y="866699"/>
                </a:cubicBezTo>
                <a:cubicBezTo>
                  <a:pt x="5277508" y="866699"/>
                  <a:pt x="5358979" y="773843"/>
                  <a:pt x="5358979" y="651581"/>
                </a:cubicBezTo>
                <a:close/>
                <a:moveTo>
                  <a:pt x="5409982" y="651581"/>
                </a:moveTo>
                <a:cubicBezTo>
                  <a:pt x="5409982" y="795434"/>
                  <a:pt x="5313674" y="915445"/>
                  <a:pt x="5152851" y="915445"/>
                </a:cubicBezTo>
                <a:cubicBezTo>
                  <a:pt x="4992028" y="915445"/>
                  <a:pt x="4897972" y="794242"/>
                  <a:pt x="4897972" y="651581"/>
                </a:cubicBezTo>
                <a:cubicBezTo>
                  <a:pt x="4897972" y="508919"/>
                  <a:pt x="4993088" y="387584"/>
                  <a:pt x="5152851" y="387584"/>
                </a:cubicBezTo>
                <a:cubicBezTo>
                  <a:pt x="5312614" y="387584"/>
                  <a:pt x="5409982" y="507594"/>
                  <a:pt x="5409982" y="65158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14"/>
          <p:cNvSpPr/>
          <p:nvPr/>
        </p:nvSpPr>
        <p:spPr>
          <a:xfrm>
            <a:off x="660651" y="4866916"/>
            <a:ext cx="16812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600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 xml:space="preserve">© </a:t>
            </a:r>
            <a:r>
              <a:rPr lang="en" sz="600">
                <a:solidFill>
                  <a:srgbClr val="929292"/>
                </a:solidFill>
              </a:rPr>
              <a:t>2026</a:t>
            </a:r>
            <a:r>
              <a:rPr b="0" i="0" lang="en" sz="600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 xml:space="preserve"> Snowflake Inc. All Rights Reserved</a:t>
            </a:r>
            <a:endParaRPr sz="600">
              <a:solidFill>
                <a:srgbClr val="92929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01">
  <p:cSld name="Data Cloud_1_1">
    <p:bg>
      <p:bgPr>
        <a:solidFill>
          <a:schemeClr val="accent1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7" name="Google Shape;137;p15"/>
          <p:cNvGrpSpPr/>
          <p:nvPr/>
        </p:nvGrpSpPr>
        <p:grpSpPr>
          <a:xfrm>
            <a:off x="-10" y="3770439"/>
            <a:ext cx="9143997" cy="1371564"/>
            <a:chOff x="-10" y="3735321"/>
            <a:chExt cx="9139427" cy="1408177"/>
          </a:xfrm>
        </p:grpSpPr>
        <p:pic>
          <p:nvPicPr>
            <p:cNvPr id="138" name="Google Shape;138;p15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-10" y="3735321"/>
              <a:ext cx="3044952" cy="140817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9" name="Google Shape;139;p15"/>
            <p:cNvPicPr preferRelativeResize="0"/>
            <p:nvPr/>
          </p:nvPicPr>
          <p:blipFill rotWithShape="1">
            <a:blip r:embed="rId3">
              <a:alphaModFix/>
            </a:blip>
            <a:srcRect b="140" l="0" r="0" t="140"/>
            <a:stretch/>
          </p:blipFill>
          <p:spPr>
            <a:xfrm>
              <a:off x="3049515" y="3735321"/>
              <a:ext cx="3044952" cy="140817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0" name="Google Shape;140;p15"/>
            <p:cNvPicPr preferRelativeResize="0"/>
            <p:nvPr/>
          </p:nvPicPr>
          <p:blipFill rotWithShape="1">
            <a:blip r:embed="rId4">
              <a:alphaModFix/>
            </a:blip>
            <a:srcRect b="140" l="0" r="0" t="140"/>
            <a:stretch/>
          </p:blipFill>
          <p:spPr>
            <a:xfrm>
              <a:off x="6094465" y="3735321"/>
              <a:ext cx="3044952" cy="140817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41" name="Google Shape;141;p15"/>
          <p:cNvGrpSpPr/>
          <p:nvPr/>
        </p:nvGrpSpPr>
        <p:grpSpPr>
          <a:xfrm>
            <a:off x="-10" y="3770439"/>
            <a:ext cx="9143997" cy="1371564"/>
            <a:chOff x="-10" y="3735321"/>
            <a:chExt cx="9139427" cy="1408177"/>
          </a:xfrm>
        </p:grpSpPr>
        <p:pic>
          <p:nvPicPr>
            <p:cNvPr id="142" name="Google Shape;142;p15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-10" y="3735321"/>
              <a:ext cx="3044952" cy="140817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3" name="Google Shape;143;p15"/>
            <p:cNvPicPr preferRelativeResize="0"/>
            <p:nvPr/>
          </p:nvPicPr>
          <p:blipFill rotWithShape="1">
            <a:blip r:embed="rId3">
              <a:alphaModFix/>
            </a:blip>
            <a:srcRect b="140" l="0" r="0" t="140"/>
            <a:stretch/>
          </p:blipFill>
          <p:spPr>
            <a:xfrm>
              <a:off x="3049515" y="3735321"/>
              <a:ext cx="3044952" cy="140817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4" name="Google Shape;144;p15"/>
            <p:cNvPicPr preferRelativeResize="0"/>
            <p:nvPr/>
          </p:nvPicPr>
          <p:blipFill rotWithShape="1">
            <a:blip r:embed="rId4">
              <a:alphaModFix/>
            </a:blip>
            <a:srcRect b="140" l="0" r="0" t="140"/>
            <a:stretch/>
          </p:blipFill>
          <p:spPr>
            <a:xfrm>
              <a:off x="6094465" y="3735321"/>
              <a:ext cx="3044952" cy="140817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45" name="Google Shape;145;p15"/>
          <p:cNvSpPr/>
          <p:nvPr/>
        </p:nvSpPr>
        <p:spPr>
          <a:xfrm>
            <a:off x="456932" y="4898925"/>
            <a:ext cx="16359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© </a:t>
            </a:r>
            <a:r>
              <a:rPr lang="en" sz="600">
                <a:solidFill>
                  <a:schemeClr val="dk1"/>
                </a:solidFill>
              </a:rPr>
              <a:t>2026</a:t>
            </a:r>
            <a:r>
              <a:rPr b="0" i="0" lang="en" sz="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 Snowflake Inc. All Rights Reserved</a:t>
            </a:r>
            <a:endParaRPr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15"/>
          <p:cNvSpPr txBox="1"/>
          <p:nvPr>
            <p:ph type="title"/>
          </p:nvPr>
        </p:nvSpPr>
        <p:spPr>
          <a:xfrm>
            <a:off x="366600" y="3160438"/>
            <a:ext cx="5394900" cy="44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i="0" sz="1800" u="none" cap="none" strike="noStrike">
                <a:solidFill>
                  <a:schemeClr val="dk1"/>
                </a:solidFill>
              </a:defRPr>
            </a:lvl1pPr>
            <a:lvl2pPr lvl="1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2pPr>
            <a:lvl3pPr lvl="2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3pPr>
            <a:lvl4pPr lvl="3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4pPr>
            <a:lvl5pPr lvl="4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5pPr>
            <a:lvl6pPr lvl="5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6pPr>
            <a:lvl7pPr lvl="6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7pPr>
            <a:lvl8pPr lvl="7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8pPr>
            <a:lvl9pPr lvl="8" rtl="0">
              <a:lnSpc>
                <a:spcPct val="105000"/>
              </a:lnSpc>
              <a:spcBef>
                <a:spcPts val="1000"/>
              </a:spcBef>
              <a:spcAft>
                <a:spcPts val="100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7" name="Google Shape;147;p15"/>
          <p:cNvSpPr txBox="1"/>
          <p:nvPr>
            <p:ph idx="2" type="title"/>
          </p:nvPr>
        </p:nvSpPr>
        <p:spPr>
          <a:xfrm>
            <a:off x="366600" y="4359693"/>
            <a:ext cx="4205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i="0" sz="1400" u="none" cap="none" strike="noStrike">
                <a:solidFill>
                  <a:schemeClr val="dk1"/>
                </a:solidFill>
              </a:defRPr>
            </a:lvl1pPr>
            <a:lvl2pPr lvl="1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2pPr>
            <a:lvl3pPr lvl="2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3pPr>
            <a:lvl4pPr lvl="3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4pPr>
            <a:lvl5pPr lvl="4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5pPr>
            <a:lvl6pPr lvl="5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6pPr>
            <a:lvl7pPr lvl="6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7pPr>
            <a:lvl8pPr lvl="7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8pPr>
            <a:lvl9pPr lvl="8" rtl="0">
              <a:lnSpc>
                <a:spcPct val="105000"/>
              </a:lnSpc>
              <a:spcBef>
                <a:spcPts val="1000"/>
              </a:spcBef>
              <a:spcAft>
                <a:spcPts val="100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8" name="Google Shape;148;p15"/>
          <p:cNvSpPr/>
          <p:nvPr/>
        </p:nvSpPr>
        <p:spPr>
          <a:xfrm>
            <a:off x="457200" y="548640"/>
            <a:ext cx="1828808" cy="418012"/>
          </a:xfrm>
          <a:custGeom>
            <a:rect b="b" l="l" r="r" t="t"/>
            <a:pathLst>
              <a:path extrusionOk="0" h="2451" w="10771">
                <a:moveTo>
                  <a:pt x="10625" y="726"/>
                </a:moveTo>
                <a:lnTo>
                  <a:pt x="10597" y="726"/>
                </a:lnTo>
                <a:lnTo>
                  <a:pt x="10597" y="761"/>
                </a:lnTo>
                <a:lnTo>
                  <a:pt x="10625" y="761"/>
                </a:lnTo>
                <a:cubicBezTo>
                  <a:pt x="10638" y="761"/>
                  <a:pt x="10646" y="756"/>
                  <a:pt x="10646" y="744"/>
                </a:cubicBezTo>
                <a:cubicBezTo>
                  <a:pt x="10646" y="731"/>
                  <a:pt x="10639" y="726"/>
                  <a:pt x="10625" y="726"/>
                </a:cubicBezTo>
                <a:close/>
                <a:moveTo>
                  <a:pt x="10562" y="693"/>
                </a:moveTo>
                <a:lnTo>
                  <a:pt x="10625" y="693"/>
                </a:lnTo>
                <a:cubicBezTo>
                  <a:pt x="10660" y="693"/>
                  <a:pt x="10683" y="712"/>
                  <a:pt x="10683" y="742"/>
                </a:cubicBezTo>
                <a:cubicBezTo>
                  <a:pt x="10683" y="760"/>
                  <a:pt x="10675" y="774"/>
                  <a:pt x="10660" y="783"/>
                </a:cubicBezTo>
                <a:lnTo>
                  <a:pt x="10685" y="820"/>
                </a:lnTo>
                <a:lnTo>
                  <a:pt x="10685" y="827"/>
                </a:lnTo>
                <a:lnTo>
                  <a:pt x="10648" y="827"/>
                </a:lnTo>
                <a:lnTo>
                  <a:pt x="10623" y="791"/>
                </a:lnTo>
                <a:lnTo>
                  <a:pt x="10595" y="791"/>
                </a:lnTo>
                <a:lnTo>
                  <a:pt x="10595" y="827"/>
                </a:lnTo>
                <a:lnTo>
                  <a:pt x="10560" y="827"/>
                </a:lnTo>
                <a:lnTo>
                  <a:pt x="10560" y="693"/>
                </a:lnTo>
                <a:lnTo>
                  <a:pt x="10562" y="693"/>
                </a:lnTo>
                <a:close/>
                <a:moveTo>
                  <a:pt x="10742" y="761"/>
                </a:moveTo>
                <a:cubicBezTo>
                  <a:pt x="10742" y="691"/>
                  <a:pt x="10694" y="636"/>
                  <a:pt x="10622" y="636"/>
                </a:cubicBezTo>
                <a:cubicBezTo>
                  <a:pt x="10551" y="636"/>
                  <a:pt x="10504" y="687"/>
                  <a:pt x="10504" y="761"/>
                </a:cubicBezTo>
                <a:cubicBezTo>
                  <a:pt x="10504" y="832"/>
                  <a:pt x="10551" y="887"/>
                  <a:pt x="10622" y="887"/>
                </a:cubicBezTo>
                <a:cubicBezTo>
                  <a:pt x="10694" y="888"/>
                  <a:pt x="10742" y="834"/>
                  <a:pt x="10742" y="761"/>
                </a:cubicBezTo>
                <a:close/>
                <a:moveTo>
                  <a:pt x="10770" y="761"/>
                </a:moveTo>
                <a:cubicBezTo>
                  <a:pt x="10770" y="846"/>
                  <a:pt x="10713" y="915"/>
                  <a:pt x="10620" y="915"/>
                </a:cubicBezTo>
                <a:cubicBezTo>
                  <a:pt x="10527" y="915"/>
                  <a:pt x="10472" y="844"/>
                  <a:pt x="10472" y="761"/>
                </a:cubicBezTo>
                <a:cubicBezTo>
                  <a:pt x="10472" y="677"/>
                  <a:pt x="10527" y="608"/>
                  <a:pt x="10620" y="608"/>
                </a:cubicBezTo>
                <a:cubicBezTo>
                  <a:pt x="10715" y="608"/>
                  <a:pt x="10770" y="679"/>
                  <a:pt x="10770" y="761"/>
                </a:cubicBezTo>
                <a:close/>
                <a:moveTo>
                  <a:pt x="2384" y="1061"/>
                </a:moveTo>
                <a:lnTo>
                  <a:pt x="2095" y="1228"/>
                </a:lnTo>
                <a:lnTo>
                  <a:pt x="2384" y="1395"/>
                </a:lnTo>
                <a:cubicBezTo>
                  <a:pt x="2457" y="1437"/>
                  <a:pt x="2483" y="1530"/>
                  <a:pt x="2441" y="1603"/>
                </a:cubicBezTo>
                <a:cubicBezTo>
                  <a:pt x="2398" y="1675"/>
                  <a:pt x="2305" y="1700"/>
                  <a:pt x="2233" y="1659"/>
                </a:cubicBezTo>
                <a:lnTo>
                  <a:pt x="1717" y="1361"/>
                </a:lnTo>
                <a:cubicBezTo>
                  <a:pt x="1681" y="1342"/>
                  <a:pt x="1658" y="1310"/>
                  <a:pt x="1648" y="1275"/>
                </a:cubicBezTo>
                <a:cubicBezTo>
                  <a:pt x="1642" y="1259"/>
                  <a:pt x="1641" y="1242"/>
                  <a:pt x="1641" y="1227"/>
                </a:cubicBezTo>
                <a:cubicBezTo>
                  <a:pt x="1641" y="1214"/>
                  <a:pt x="1642" y="1202"/>
                  <a:pt x="1646" y="1191"/>
                </a:cubicBezTo>
                <a:cubicBezTo>
                  <a:pt x="1657" y="1154"/>
                  <a:pt x="1681" y="1121"/>
                  <a:pt x="1717" y="1100"/>
                </a:cubicBezTo>
                <a:lnTo>
                  <a:pt x="2233" y="802"/>
                </a:lnTo>
                <a:cubicBezTo>
                  <a:pt x="2305" y="760"/>
                  <a:pt x="2398" y="784"/>
                  <a:pt x="2441" y="858"/>
                </a:cubicBezTo>
                <a:cubicBezTo>
                  <a:pt x="2483" y="925"/>
                  <a:pt x="2457" y="1019"/>
                  <a:pt x="2384" y="1061"/>
                </a:cubicBezTo>
                <a:close/>
                <a:moveTo>
                  <a:pt x="2111" y="1869"/>
                </a:moveTo>
                <a:lnTo>
                  <a:pt x="1595" y="1571"/>
                </a:lnTo>
                <a:cubicBezTo>
                  <a:pt x="1567" y="1555"/>
                  <a:pt x="1537" y="1548"/>
                  <a:pt x="1507" y="1552"/>
                </a:cubicBezTo>
                <a:cubicBezTo>
                  <a:pt x="1428" y="1557"/>
                  <a:pt x="1366" y="1624"/>
                  <a:pt x="1366" y="1703"/>
                </a:cubicBezTo>
                <a:lnTo>
                  <a:pt x="1366" y="2299"/>
                </a:lnTo>
                <a:cubicBezTo>
                  <a:pt x="1366" y="2383"/>
                  <a:pt x="1435" y="2450"/>
                  <a:pt x="1517" y="2450"/>
                </a:cubicBezTo>
                <a:cubicBezTo>
                  <a:pt x="1602" y="2450"/>
                  <a:pt x="1669" y="2382"/>
                  <a:pt x="1669" y="2299"/>
                </a:cubicBezTo>
                <a:lnTo>
                  <a:pt x="1669" y="1964"/>
                </a:lnTo>
                <a:lnTo>
                  <a:pt x="1958" y="2131"/>
                </a:lnTo>
                <a:cubicBezTo>
                  <a:pt x="2030" y="2174"/>
                  <a:pt x="2124" y="2149"/>
                  <a:pt x="2166" y="2077"/>
                </a:cubicBezTo>
                <a:cubicBezTo>
                  <a:pt x="2208" y="2005"/>
                  <a:pt x="2183" y="1911"/>
                  <a:pt x="2111" y="1869"/>
                </a:cubicBezTo>
                <a:close/>
                <a:moveTo>
                  <a:pt x="1514" y="1284"/>
                </a:moveTo>
                <a:lnTo>
                  <a:pt x="1299" y="1499"/>
                </a:lnTo>
                <a:cubicBezTo>
                  <a:pt x="1294" y="1506"/>
                  <a:pt x="1281" y="1511"/>
                  <a:pt x="1272" y="1511"/>
                </a:cubicBezTo>
                <a:lnTo>
                  <a:pt x="1257" y="1511"/>
                </a:lnTo>
                <a:lnTo>
                  <a:pt x="1225" y="1511"/>
                </a:lnTo>
                <a:lnTo>
                  <a:pt x="1209" y="1511"/>
                </a:lnTo>
                <a:cubicBezTo>
                  <a:pt x="1200" y="1511"/>
                  <a:pt x="1188" y="1506"/>
                  <a:pt x="1183" y="1499"/>
                </a:cubicBezTo>
                <a:lnTo>
                  <a:pt x="968" y="1284"/>
                </a:lnTo>
                <a:cubicBezTo>
                  <a:pt x="962" y="1279"/>
                  <a:pt x="957" y="1266"/>
                  <a:pt x="957" y="1257"/>
                </a:cubicBezTo>
                <a:lnTo>
                  <a:pt x="957" y="1243"/>
                </a:lnTo>
                <a:lnTo>
                  <a:pt x="957" y="1211"/>
                </a:lnTo>
                <a:lnTo>
                  <a:pt x="957" y="1195"/>
                </a:lnTo>
                <a:cubicBezTo>
                  <a:pt x="957" y="1186"/>
                  <a:pt x="962" y="1174"/>
                  <a:pt x="968" y="1168"/>
                </a:cubicBezTo>
                <a:lnTo>
                  <a:pt x="1183" y="954"/>
                </a:lnTo>
                <a:cubicBezTo>
                  <a:pt x="1190" y="946"/>
                  <a:pt x="1200" y="943"/>
                  <a:pt x="1209" y="943"/>
                </a:cubicBezTo>
                <a:lnTo>
                  <a:pt x="1225" y="943"/>
                </a:lnTo>
                <a:lnTo>
                  <a:pt x="1257" y="943"/>
                </a:lnTo>
                <a:lnTo>
                  <a:pt x="1272" y="943"/>
                </a:lnTo>
                <a:cubicBezTo>
                  <a:pt x="1281" y="943"/>
                  <a:pt x="1294" y="948"/>
                  <a:pt x="1299" y="954"/>
                </a:cubicBezTo>
                <a:lnTo>
                  <a:pt x="1514" y="1168"/>
                </a:lnTo>
                <a:cubicBezTo>
                  <a:pt x="1519" y="1174"/>
                  <a:pt x="1524" y="1186"/>
                  <a:pt x="1524" y="1195"/>
                </a:cubicBezTo>
                <a:lnTo>
                  <a:pt x="1524" y="1211"/>
                </a:lnTo>
                <a:lnTo>
                  <a:pt x="1524" y="1243"/>
                </a:lnTo>
                <a:lnTo>
                  <a:pt x="1524" y="1257"/>
                </a:lnTo>
                <a:cubicBezTo>
                  <a:pt x="1526" y="1266"/>
                  <a:pt x="1521" y="1279"/>
                  <a:pt x="1514" y="1284"/>
                </a:cubicBezTo>
                <a:close/>
                <a:moveTo>
                  <a:pt x="1343" y="1227"/>
                </a:moveTo>
                <a:cubicBezTo>
                  <a:pt x="1343" y="1218"/>
                  <a:pt x="1338" y="1205"/>
                  <a:pt x="1332" y="1200"/>
                </a:cubicBezTo>
                <a:lnTo>
                  <a:pt x="1271" y="1139"/>
                </a:lnTo>
                <a:cubicBezTo>
                  <a:pt x="1265" y="1133"/>
                  <a:pt x="1253" y="1128"/>
                  <a:pt x="1244" y="1128"/>
                </a:cubicBezTo>
                <a:lnTo>
                  <a:pt x="1242" y="1128"/>
                </a:lnTo>
                <a:cubicBezTo>
                  <a:pt x="1234" y="1128"/>
                  <a:pt x="1221" y="1133"/>
                  <a:pt x="1216" y="1139"/>
                </a:cubicBezTo>
                <a:lnTo>
                  <a:pt x="1154" y="1200"/>
                </a:lnTo>
                <a:cubicBezTo>
                  <a:pt x="1147" y="1207"/>
                  <a:pt x="1144" y="1220"/>
                  <a:pt x="1144" y="1227"/>
                </a:cubicBezTo>
                <a:lnTo>
                  <a:pt x="1144" y="1228"/>
                </a:lnTo>
                <a:cubicBezTo>
                  <a:pt x="1144" y="1237"/>
                  <a:pt x="1149" y="1249"/>
                  <a:pt x="1154" y="1254"/>
                </a:cubicBezTo>
                <a:lnTo>
                  <a:pt x="1216" y="1316"/>
                </a:lnTo>
                <a:cubicBezTo>
                  <a:pt x="1221" y="1321"/>
                  <a:pt x="1234" y="1326"/>
                  <a:pt x="1242" y="1326"/>
                </a:cubicBezTo>
                <a:lnTo>
                  <a:pt x="1244" y="1326"/>
                </a:lnTo>
                <a:cubicBezTo>
                  <a:pt x="1253" y="1326"/>
                  <a:pt x="1265" y="1321"/>
                  <a:pt x="1271" y="1316"/>
                </a:cubicBezTo>
                <a:lnTo>
                  <a:pt x="1332" y="1254"/>
                </a:lnTo>
                <a:cubicBezTo>
                  <a:pt x="1338" y="1247"/>
                  <a:pt x="1343" y="1237"/>
                  <a:pt x="1343" y="1228"/>
                </a:cubicBezTo>
                <a:lnTo>
                  <a:pt x="1343" y="1227"/>
                </a:lnTo>
                <a:close/>
                <a:moveTo>
                  <a:pt x="370" y="583"/>
                </a:moveTo>
                <a:lnTo>
                  <a:pt x="887" y="881"/>
                </a:lnTo>
                <a:cubicBezTo>
                  <a:pt x="915" y="897"/>
                  <a:pt x="945" y="904"/>
                  <a:pt x="975" y="901"/>
                </a:cubicBezTo>
                <a:cubicBezTo>
                  <a:pt x="1054" y="895"/>
                  <a:pt x="1116" y="828"/>
                  <a:pt x="1116" y="749"/>
                </a:cubicBezTo>
                <a:lnTo>
                  <a:pt x="1116" y="152"/>
                </a:lnTo>
                <a:cubicBezTo>
                  <a:pt x="1116" y="67"/>
                  <a:pt x="1047" y="0"/>
                  <a:pt x="964" y="0"/>
                </a:cubicBezTo>
                <a:cubicBezTo>
                  <a:pt x="879" y="0"/>
                  <a:pt x="812" y="69"/>
                  <a:pt x="812" y="152"/>
                </a:cubicBezTo>
                <a:lnTo>
                  <a:pt x="812" y="487"/>
                </a:lnTo>
                <a:lnTo>
                  <a:pt x="523" y="319"/>
                </a:lnTo>
                <a:cubicBezTo>
                  <a:pt x="451" y="277"/>
                  <a:pt x="358" y="302"/>
                  <a:pt x="316" y="376"/>
                </a:cubicBezTo>
                <a:cubicBezTo>
                  <a:pt x="273" y="450"/>
                  <a:pt x="298" y="543"/>
                  <a:pt x="370" y="583"/>
                </a:cubicBezTo>
                <a:close/>
                <a:moveTo>
                  <a:pt x="1505" y="902"/>
                </a:moveTo>
                <a:cubicBezTo>
                  <a:pt x="1535" y="904"/>
                  <a:pt x="1565" y="899"/>
                  <a:pt x="1593" y="883"/>
                </a:cubicBezTo>
                <a:lnTo>
                  <a:pt x="2109" y="585"/>
                </a:lnTo>
                <a:cubicBezTo>
                  <a:pt x="2182" y="543"/>
                  <a:pt x="2206" y="450"/>
                  <a:pt x="2166" y="377"/>
                </a:cubicBezTo>
                <a:cubicBezTo>
                  <a:pt x="2124" y="305"/>
                  <a:pt x="2030" y="280"/>
                  <a:pt x="1958" y="321"/>
                </a:cubicBezTo>
                <a:lnTo>
                  <a:pt x="1669" y="488"/>
                </a:lnTo>
                <a:lnTo>
                  <a:pt x="1669" y="153"/>
                </a:lnTo>
                <a:cubicBezTo>
                  <a:pt x="1669" y="69"/>
                  <a:pt x="1600" y="2"/>
                  <a:pt x="1517" y="2"/>
                </a:cubicBezTo>
                <a:cubicBezTo>
                  <a:pt x="1433" y="2"/>
                  <a:pt x="1366" y="71"/>
                  <a:pt x="1366" y="153"/>
                </a:cubicBezTo>
                <a:lnTo>
                  <a:pt x="1366" y="751"/>
                </a:lnTo>
                <a:cubicBezTo>
                  <a:pt x="1366" y="830"/>
                  <a:pt x="1428" y="897"/>
                  <a:pt x="1505" y="902"/>
                </a:cubicBezTo>
                <a:close/>
                <a:moveTo>
                  <a:pt x="976" y="1550"/>
                </a:moveTo>
                <a:cubicBezTo>
                  <a:pt x="946" y="1548"/>
                  <a:pt x="916" y="1553"/>
                  <a:pt x="888" y="1569"/>
                </a:cubicBezTo>
                <a:lnTo>
                  <a:pt x="372" y="1867"/>
                </a:lnTo>
                <a:cubicBezTo>
                  <a:pt x="300" y="1909"/>
                  <a:pt x="275" y="2003"/>
                  <a:pt x="316" y="2075"/>
                </a:cubicBezTo>
                <a:cubicBezTo>
                  <a:pt x="358" y="2147"/>
                  <a:pt x="451" y="2172"/>
                  <a:pt x="523" y="2130"/>
                </a:cubicBezTo>
                <a:lnTo>
                  <a:pt x="812" y="1962"/>
                </a:lnTo>
                <a:lnTo>
                  <a:pt x="812" y="2297"/>
                </a:lnTo>
                <a:cubicBezTo>
                  <a:pt x="812" y="2382"/>
                  <a:pt x="881" y="2449"/>
                  <a:pt x="964" y="2449"/>
                </a:cubicBezTo>
                <a:cubicBezTo>
                  <a:pt x="1049" y="2449"/>
                  <a:pt x="1116" y="2380"/>
                  <a:pt x="1116" y="2297"/>
                </a:cubicBezTo>
                <a:lnTo>
                  <a:pt x="1116" y="1700"/>
                </a:lnTo>
                <a:cubicBezTo>
                  <a:pt x="1117" y="1622"/>
                  <a:pt x="1056" y="1557"/>
                  <a:pt x="976" y="1550"/>
                </a:cubicBezTo>
                <a:close/>
                <a:moveTo>
                  <a:pt x="835" y="1271"/>
                </a:moveTo>
                <a:cubicBezTo>
                  <a:pt x="841" y="1256"/>
                  <a:pt x="842" y="1239"/>
                  <a:pt x="842" y="1223"/>
                </a:cubicBezTo>
                <a:cubicBezTo>
                  <a:pt x="842" y="1211"/>
                  <a:pt x="841" y="1198"/>
                  <a:pt x="837" y="1188"/>
                </a:cubicBezTo>
                <a:cubicBezTo>
                  <a:pt x="827" y="1151"/>
                  <a:pt x="802" y="1117"/>
                  <a:pt x="767" y="1096"/>
                </a:cubicBezTo>
                <a:lnTo>
                  <a:pt x="250" y="797"/>
                </a:lnTo>
                <a:cubicBezTo>
                  <a:pt x="178" y="754"/>
                  <a:pt x="85" y="779"/>
                  <a:pt x="42" y="853"/>
                </a:cubicBezTo>
                <a:cubicBezTo>
                  <a:pt x="0" y="925"/>
                  <a:pt x="25" y="1019"/>
                  <a:pt x="99" y="1061"/>
                </a:cubicBezTo>
                <a:lnTo>
                  <a:pt x="388" y="1228"/>
                </a:lnTo>
                <a:lnTo>
                  <a:pt x="99" y="1395"/>
                </a:lnTo>
                <a:cubicBezTo>
                  <a:pt x="27" y="1437"/>
                  <a:pt x="2" y="1530"/>
                  <a:pt x="42" y="1603"/>
                </a:cubicBezTo>
                <a:cubicBezTo>
                  <a:pt x="85" y="1675"/>
                  <a:pt x="178" y="1700"/>
                  <a:pt x="250" y="1659"/>
                </a:cubicBezTo>
                <a:lnTo>
                  <a:pt x="767" y="1361"/>
                </a:lnTo>
                <a:cubicBezTo>
                  <a:pt x="802" y="1338"/>
                  <a:pt x="825" y="1307"/>
                  <a:pt x="835" y="1271"/>
                </a:cubicBezTo>
                <a:close/>
                <a:moveTo>
                  <a:pt x="7251" y="379"/>
                </a:moveTo>
                <a:lnTo>
                  <a:pt x="7237" y="379"/>
                </a:lnTo>
                <a:cubicBezTo>
                  <a:pt x="7235" y="379"/>
                  <a:pt x="7233" y="379"/>
                  <a:pt x="7231" y="379"/>
                </a:cubicBezTo>
                <a:cubicBezTo>
                  <a:pt x="7229" y="379"/>
                  <a:pt x="7228" y="379"/>
                  <a:pt x="7226" y="379"/>
                </a:cubicBezTo>
                <a:cubicBezTo>
                  <a:pt x="7189" y="379"/>
                  <a:pt x="7154" y="383"/>
                  <a:pt x="7120" y="395"/>
                </a:cubicBezTo>
                <a:cubicBezTo>
                  <a:pt x="7087" y="405"/>
                  <a:pt x="7057" y="423"/>
                  <a:pt x="7034" y="451"/>
                </a:cubicBezTo>
                <a:lnTo>
                  <a:pt x="7034" y="451"/>
                </a:lnTo>
                <a:lnTo>
                  <a:pt x="7034" y="451"/>
                </a:lnTo>
                <a:lnTo>
                  <a:pt x="7034" y="451"/>
                </a:lnTo>
                <a:cubicBezTo>
                  <a:pt x="7009" y="478"/>
                  <a:pt x="6993" y="511"/>
                  <a:pt x="6985" y="546"/>
                </a:cubicBezTo>
                <a:cubicBezTo>
                  <a:pt x="6974" y="583"/>
                  <a:pt x="6970" y="624"/>
                  <a:pt x="6970" y="672"/>
                </a:cubicBezTo>
                <a:lnTo>
                  <a:pt x="6970" y="763"/>
                </a:lnTo>
                <a:lnTo>
                  <a:pt x="6870" y="763"/>
                </a:lnTo>
                <a:cubicBezTo>
                  <a:pt x="6835" y="763"/>
                  <a:pt x="6807" y="791"/>
                  <a:pt x="6807" y="825"/>
                </a:cubicBezTo>
                <a:cubicBezTo>
                  <a:pt x="6807" y="842"/>
                  <a:pt x="6814" y="860"/>
                  <a:pt x="6824" y="872"/>
                </a:cubicBezTo>
                <a:cubicBezTo>
                  <a:pt x="6836" y="885"/>
                  <a:pt x="6852" y="892"/>
                  <a:pt x="6870" y="894"/>
                </a:cubicBezTo>
                <a:lnTo>
                  <a:pt x="6970" y="894"/>
                </a:lnTo>
                <a:lnTo>
                  <a:pt x="6970" y="1634"/>
                </a:lnTo>
                <a:lnTo>
                  <a:pt x="6970" y="1636"/>
                </a:lnTo>
                <a:cubicBezTo>
                  <a:pt x="6970" y="1654"/>
                  <a:pt x="6977" y="1670"/>
                  <a:pt x="6990" y="1682"/>
                </a:cubicBezTo>
                <a:cubicBezTo>
                  <a:pt x="7002" y="1693"/>
                  <a:pt x="7018" y="1700"/>
                  <a:pt x="7036" y="1700"/>
                </a:cubicBezTo>
                <a:cubicBezTo>
                  <a:pt x="7069" y="1700"/>
                  <a:pt x="7097" y="1671"/>
                  <a:pt x="7097" y="1636"/>
                </a:cubicBezTo>
                <a:lnTo>
                  <a:pt x="7097" y="894"/>
                </a:lnTo>
                <a:lnTo>
                  <a:pt x="7205" y="894"/>
                </a:lnTo>
                <a:cubicBezTo>
                  <a:pt x="7222" y="892"/>
                  <a:pt x="7238" y="885"/>
                  <a:pt x="7251" y="874"/>
                </a:cubicBezTo>
                <a:cubicBezTo>
                  <a:pt x="7263" y="862"/>
                  <a:pt x="7270" y="846"/>
                  <a:pt x="7270" y="828"/>
                </a:cubicBezTo>
                <a:lnTo>
                  <a:pt x="7270" y="827"/>
                </a:lnTo>
                <a:cubicBezTo>
                  <a:pt x="7270" y="793"/>
                  <a:pt x="7242" y="765"/>
                  <a:pt x="7207" y="765"/>
                </a:cubicBezTo>
                <a:lnTo>
                  <a:pt x="7097" y="765"/>
                </a:lnTo>
                <a:lnTo>
                  <a:pt x="7097" y="673"/>
                </a:lnTo>
                <a:cubicBezTo>
                  <a:pt x="7097" y="633"/>
                  <a:pt x="7103" y="603"/>
                  <a:pt x="7108" y="582"/>
                </a:cubicBezTo>
                <a:cubicBezTo>
                  <a:pt x="7113" y="561"/>
                  <a:pt x="7122" y="546"/>
                  <a:pt x="7129" y="538"/>
                </a:cubicBezTo>
                <a:cubicBezTo>
                  <a:pt x="7136" y="531"/>
                  <a:pt x="7145" y="524"/>
                  <a:pt x="7161" y="518"/>
                </a:cubicBezTo>
                <a:cubicBezTo>
                  <a:pt x="7177" y="513"/>
                  <a:pt x="7196" y="509"/>
                  <a:pt x="7224" y="509"/>
                </a:cubicBezTo>
                <a:lnTo>
                  <a:pt x="7228" y="509"/>
                </a:lnTo>
                <a:cubicBezTo>
                  <a:pt x="7229" y="509"/>
                  <a:pt x="7231" y="509"/>
                  <a:pt x="7233" y="509"/>
                </a:cubicBezTo>
                <a:cubicBezTo>
                  <a:pt x="7235" y="509"/>
                  <a:pt x="7237" y="509"/>
                  <a:pt x="7238" y="509"/>
                </a:cubicBezTo>
                <a:lnTo>
                  <a:pt x="7247" y="509"/>
                </a:lnTo>
                <a:lnTo>
                  <a:pt x="7252" y="509"/>
                </a:lnTo>
                <a:cubicBezTo>
                  <a:pt x="7288" y="509"/>
                  <a:pt x="7318" y="481"/>
                  <a:pt x="7318" y="444"/>
                </a:cubicBezTo>
                <a:cubicBezTo>
                  <a:pt x="7314" y="409"/>
                  <a:pt x="7286" y="379"/>
                  <a:pt x="7251" y="379"/>
                </a:cubicBezTo>
                <a:close/>
                <a:moveTo>
                  <a:pt x="9482" y="862"/>
                </a:moveTo>
                <a:cubicBezTo>
                  <a:pt x="9494" y="850"/>
                  <a:pt x="9501" y="832"/>
                  <a:pt x="9501" y="816"/>
                </a:cubicBezTo>
                <a:cubicBezTo>
                  <a:pt x="9501" y="800"/>
                  <a:pt x="9494" y="784"/>
                  <a:pt x="9482" y="772"/>
                </a:cubicBezTo>
                <a:lnTo>
                  <a:pt x="9482" y="772"/>
                </a:lnTo>
                <a:lnTo>
                  <a:pt x="9482" y="772"/>
                </a:lnTo>
                <a:lnTo>
                  <a:pt x="9482" y="772"/>
                </a:lnTo>
                <a:lnTo>
                  <a:pt x="9482" y="772"/>
                </a:lnTo>
                <a:cubicBezTo>
                  <a:pt x="9469" y="760"/>
                  <a:pt x="9454" y="753"/>
                  <a:pt x="9438" y="753"/>
                </a:cubicBezTo>
                <a:cubicBezTo>
                  <a:pt x="9423" y="753"/>
                  <a:pt x="9406" y="760"/>
                  <a:pt x="9393" y="772"/>
                </a:cubicBezTo>
                <a:lnTo>
                  <a:pt x="8895" y="1256"/>
                </a:lnTo>
                <a:lnTo>
                  <a:pt x="8895" y="441"/>
                </a:lnTo>
                <a:cubicBezTo>
                  <a:pt x="8895" y="405"/>
                  <a:pt x="8865" y="377"/>
                  <a:pt x="8830" y="377"/>
                </a:cubicBezTo>
                <a:cubicBezTo>
                  <a:pt x="8812" y="377"/>
                  <a:pt x="8796" y="384"/>
                  <a:pt x="8785" y="397"/>
                </a:cubicBezTo>
                <a:cubicBezTo>
                  <a:pt x="8775" y="407"/>
                  <a:pt x="8766" y="425"/>
                  <a:pt x="8766" y="441"/>
                </a:cubicBezTo>
                <a:lnTo>
                  <a:pt x="8766" y="1634"/>
                </a:lnTo>
                <a:cubicBezTo>
                  <a:pt x="8766" y="1652"/>
                  <a:pt x="8773" y="1668"/>
                  <a:pt x="8785" y="1679"/>
                </a:cubicBezTo>
                <a:cubicBezTo>
                  <a:pt x="8796" y="1689"/>
                  <a:pt x="8814" y="1698"/>
                  <a:pt x="8830" y="1698"/>
                </a:cubicBezTo>
                <a:cubicBezTo>
                  <a:pt x="8867" y="1698"/>
                  <a:pt x="8895" y="1670"/>
                  <a:pt x="8895" y="1634"/>
                </a:cubicBezTo>
                <a:lnTo>
                  <a:pt x="8895" y="1437"/>
                </a:lnTo>
                <a:lnTo>
                  <a:pt x="9057" y="1275"/>
                </a:lnTo>
                <a:lnTo>
                  <a:pt x="9388" y="1673"/>
                </a:lnTo>
                <a:cubicBezTo>
                  <a:pt x="9395" y="1682"/>
                  <a:pt x="9402" y="1690"/>
                  <a:pt x="9411" y="1693"/>
                </a:cubicBezTo>
                <a:cubicBezTo>
                  <a:pt x="9420" y="1697"/>
                  <a:pt x="9430" y="1698"/>
                  <a:pt x="9438" y="1698"/>
                </a:cubicBezTo>
                <a:cubicBezTo>
                  <a:pt x="9448" y="1698"/>
                  <a:pt x="9466" y="1696"/>
                  <a:pt x="9480" y="1684"/>
                </a:cubicBezTo>
                <a:lnTo>
                  <a:pt x="9480" y="1684"/>
                </a:lnTo>
                <a:lnTo>
                  <a:pt x="9480" y="1684"/>
                </a:lnTo>
                <a:cubicBezTo>
                  <a:pt x="9494" y="1671"/>
                  <a:pt x="9501" y="1654"/>
                  <a:pt x="9501" y="1636"/>
                </a:cubicBezTo>
                <a:cubicBezTo>
                  <a:pt x="9501" y="1622"/>
                  <a:pt x="9496" y="1606"/>
                  <a:pt x="9485" y="1594"/>
                </a:cubicBezTo>
                <a:lnTo>
                  <a:pt x="9485" y="1594"/>
                </a:lnTo>
                <a:lnTo>
                  <a:pt x="9149" y="1186"/>
                </a:lnTo>
                <a:lnTo>
                  <a:pt x="9482" y="862"/>
                </a:lnTo>
                <a:close/>
                <a:moveTo>
                  <a:pt x="8581" y="779"/>
                </a:moveTo>
                <a:cubicBezTo>
                  <a:pt x="8593" y="790"/>
                  <a:pt x="8600" y="807"/>
                  <a:pt x="8600" y="825"/>
                </a:cubicBezTo>
                <a:lnTo>
                  <a:pt x="8600" y="1633"/>
                </a:lnTo>
                <a:cubicBezTo>
                  <a:pt x="8600" y="1650"/>
                  <a:pt x="8593" y="1666"/>
                  <a:pt x="8581" y="1677"/>
                </a:cubicBezTo>
                <a:cubicBezTo>
                  <a:pt x="8569" y="1687"/>
                  <a:pt x="8553" y="1696"/>
                  <a:pt x="8537" y="1696"/>
                </a:cubicBezTo>
                <a:cubicBezTo>
                  <a:pt x="8519" y="1696"/>
                  <a:pt x="8504" y="1689"/>
                  <a:pt x="8493" y="1677"/>
                </a:cubicBezTo>
                <a:cubicBezTo>
                  <a:pt x="8481" y="1666"/>
                  <a:pt x="8474" y="1650"/>
                  <a:pt x="8474" y="1633"/>
                </a:cubicBezTo>
                <a:lnTo>
                  <a:pt x="8474" y="1553"/>
                </a:lnTo>
                <a:cubicBezTo>
                  <a:pt x="8394" y="1640"/>
                  <a:pt x="8281" y="1696"/>
                  <a:pt x="8156" y="1696"/>
                </a:cubicBezTo>
                <a:cubicBezTo>
                  <a:pt x="8033" y="1696"/>
                  <a:pt x="7920" y="1643"/>
                  <a:pt x="7841" y="1557"/>
                </a:cubicBezTo>
                <a:cubicBezTo>
                  <a:pt x="7760" y="1472"/>
                  <a:pt x="7712" y="1354"/>
                  <a:pt x="7712" y="1228"/>
                </a:cubicBezTo>
                <a:cubicBezTo>
                  <a:pt x="7712" y="1100"/>
                  <a:pt x="7762" y="983"/>
                  <a:pt x="7841" y="899"/>
                </a:cubicBezTo>
                <a:cubicBezTo>
                  <a:pt x="7920" y="814"/>
                  <a:pt x="8033" y="760"/>
                  <a:pt x="8156" y="760"/>
                </a:cubicBezTo>
                <a:cubicBezTo>
                  <a:pt x="8281" y="760"/>
                  <a:pt x="8394" y="814"/>
                  <a:pt x="8474" y="901"/>
                </a:cubicBezTo>
                <a:lnTo>
                  <a:pt x="8474" y="823"/>
                </a:lnTo>
                <a:cubicBezTo>
                  <a:pt x="8474" y="805"/>
                  <a:pt x="8481" y="790"/>
                  <a:pt x="8493" y="777"/>
                </a:cubicBezTo>
                <a:cubicBezTo>
                  <a:pt x="8505" y="767"/>
                  <a:pt x="8521" y="760"/>
                  <a:pt x="8537" y="760"/>
                </a:cubicBezTo>
                <a:cubicBezTo>
                  <a:pt x="8555" y="761"/>
                  <a:pt x="8570" y="768"/>
                  <a:pt x="8581" y="779"/>
                </a:cubicBezTo>
                <a:close/>
                <a:moveTo>
                  <a:pt x="8474" y="1230"/>
                </a:moveTo>
                <a:cubicBezTo>
                  <a:pt x="8474" y="1135"/>
                  <a:pt x="8437" y="1049"/>
                  <a:pt x="8380" y="987"/>
                </a:cubicBezTo>
                <a:cubicBezTo>
                  <a:pt x="8322" y="925"/>
                  <a:pt x="8243" y="888"/>
                  <a:pt x="8156" y="888"/>
                </a:cubicBezTo>
                <a:cubicBezTo>
                  <a:pt x="8070" y="888"/>
                  <a:pt x="7992" y="925"/>
                  <a:pt x="7933" y="987"/>
                </a:cubicBezTo>
                <a:cubicBezTo>
                  <a:pt x="7875" y="1049"/>
                  <a:pt x="7837" y="1135"/>
                  <a:pt x="7837" y="1230"/>
                </a:cubicBezTo>
                <a:cubicBezTo>
                  <a:pt x="7837" y="1324"/>
                  <a:pt x="7874" y="1411"/>
                  <a:pt x="7933" y="1472"/>
                </a:cubicBezTo>
                <a:cubicBezTo>
                  <a:pt x="7991" y="1534"/>
                  <a:pt x="8070" y="1571"/>
                  <a:pt x="8156" y="1571"/>
                </a:cubicBezTo>
                <a:cubicBezTo>
                  <a:pt x="8243" y="1571"/>
                  <a:pt x="8322" y="1534"/>
                  <a:pt x="8380" y="1472"/>
                </a:cubicBezTo>
                <a:cubicBezTo>
                  <a:pt x="8437" y="1409"/>
                  <a:pt x="8474" y="1324"/>
                  <a:pt x="8474" y="1230"/>
                </a:cubicBezTo>
                <a:close/>
                <a:moveTo>
                  <a:pt x="3348" y="1207"/>
                </a:moveTo>
                <a:cubicBezTo>
                  <a:pt x="3297" y="1183"/>
                  <a:pt x="3239" y="1165"/>
                  <a:pt x="3181" y="1146"/>
                </a:cubicBezTo>
                <a:cubicBezTo>
                  <a:pt x="3128" y="1128"/>
                  <a:pt x="3073" y="1112"/>
                  <a:pt x="3035" y="1091"/>
                </a:cubicBezTo>
                <a:cubicBezTo>
                  <a:pt x="3015" y="1080"/>
                  <a:pt x="2999" y="1070"/>
                  <a:pt x="2991" y="1057"/>
                </a:cubicBezTo>
                <a:cubicBezTo>
                  <a:pt x="2980" y="1045"/>
                  <a:pt x="2976" y="1033"/>
                  <a:pt x="2975" y="1015"/>
                </a:cubicBezTo>
                <a:cubicBezTo>
                  <a:pt x="2975" y="992"/>
                  <a:pt x="2982" y="973"/>
                  <a:pt x="2992" y="955"/>
                </a:cubicBezTo>
                <a:cubicBezTo>
                  <a:pt x="3010" y="931"/>
                  <a:pt x="3038" y="911"/>
                  <a:pt x="3072" y="899"/>
                </a:cubicBezTo>
                <a:cubicBezTo>
                  <a:pt x="3103" y="887"/>
                  <a:pt x="3137" y="879"/>
                  <a:pt x="3162" y="879"/>
                </a:cubicBezTo>
                <a:cubicBezTo>
                  <a:pt x="3234" y="879"/>
                  <a:pt x="3280" y="904"/>
                  <a:pt x="3315" y="929"/>
                </a:cubicBezTo>
                <a:cubicBezTo>
                  <a:pt x="3332" y="941"/>
                  <a:pt x="3347" y="954"/>
                  <a:pt x="3361" y="964"/>
                </a:cubicBezTo>
                <a:cubicBezTo>
                  <a:pt x="3368" y="969"/>
                  <a:pt x="3375" y="975"/>
                  <a:pt x="3382" y="978"/>
                </a:cubicBezTo>
                <a:cubicBezTo>
                  <a:pt x="3389" y="982"/>
                  <a:pt x="3398" y="985"/>
                  <a:pt x="3406" y="985"/>
                </a:cubicBezTo>
                <a:cubicBezTo>
                  <a:pt x="3412" y="985"/>
                  <a:pt x="3419" y="983"/>
                  <a:pt x="3424" y="982"/>
                </a:cubicBezTo>
                <a:cubicBezTo>
                  <a:pt x="3429" y="980"/>
                  <a:pt x="3435" y="976"/>
                  <a:pt x="3440" y="971"/>
                </a:cubicBezTo>
                <a:cubicBezTo>
                  <a:pt x="3445" y="968"/>
                  <a:pt x="3449" y="962"/>
                  <a:pt x="3452" y="955"/>
                </a:cubicBezTo>
                <a:cubicBezTo>
                  <a:pt x="3454" y="950"/>
                  <a:pt x="3456" y="943"/>
                  <a:pt x="3456" y="938"/>
                </a:cubicBezTo>
                <a:cubicBezTo>
                  <a:pt x="3456" y="927"/>
                  <a:pt x="3452" y="916"/>
                  <a:pt x="3447" y="906"/>
                </a:cubicBezTo>
                <a:cubicBezTo>
                  <a:pt x="3438" y="888"/>
                  <a:pt x="3422" y="872"/>
                  <a:pt x="3403" y="855"/>
                </a:cubicBezTo>
                <a:cubicBezTo>
                  <a:pt x="3375" y="830"/>
                  <a:pt x="3337" y="805"/>
                  <a:pt x="3297" y="788"/>
                </a:cubicBezTo>
                <a:cubicBezTo>
                  <a:pt x="3256" y="770"/>
                  <a:pt x="3214" y="758"/>
                  <a:pt x="3174" y="758"/>
                </a:cubicBezTo>
                <a:cubicBezTo>
                  <a:pt x="3079" y="758"/>
                  <a:pt x="3001" y="779"/>
                  <a:pt x="2943" y="820"/>
                </a:cubicBezTo>
                <a:cubicBezTo>
                  <a:pt x="2913" y="841"/>
                  <a:pt x="2887" y="864"/>
                  <a:pt x="2869" y="894"/>
                </a:cubicBezTo>
                <a:cubicBezTo>
                  <a:pt x="2850" y="925"/>
                  <a:pt x="2839" y="964"/>
                  <a:pt x="2839" y="1013"/>
                </a:cubicBezTo>
                <a:cubicBezTo>
                  <a:pt x="2839" y="1015"/>
                  <a:pt x="2839" y="1019"/>
                  <a:pt x="2839" y="1020"/>
                </a:cubicBezTo>
                <a:cubicBezTo>
                  <a:pt x="2839" y="1070"/>
                  <a:pt x="2855" y="1109"/>
                  <a:pt x="2880" y="1140"/>
                </a:cubicBezTo>
                <a:cubicBezTo>
                  <a:pt x="2917" y="1188"/>
                  <a:pt x="2973" y="1215"/>
                  <a:pt x="3028" y="1235"/>
                </a:cubicBezTo>
                <a:cubicBezTo>
                  <a:pt x="3082" y="1254"/>
                  <a:pt x="3137" y="1266"/>
                  <a:pt x="3170" y="1279"/>
                </a:cubicBezTo>
                <a:cubicBezTo>
                  <a:pt x="3218" y="1294"/>
                  <a:pt x="3271" y="1312"/>
                  <a:pt x="3308" y="1335"/>
                </a:cubicBezTo>
                <a:cubicBezTo>
                  <a:pt x="3327" y="1347"/>
                  <a:pt x="3341" y="1360"/>
                  <a:pt x="3352" y="1374"/>
                </a:cubicBezTo>
                <a:cubicBezTo>
                  <a:pt x="3362" y="1388"/>
                  <a:pt x="3368" y="1404"/>
                  <a:pt x="3368" y="1421"/>
                </a:cubicBezTo>
                <a:lnTo>
                  <a:pt x="3368" y="1423"/>
                </a:lnTo>
                <a:cubicBezTo>
                  <a:pt x="3368" y="1449"/>
                  <a:pt x="3359" y="1471"/>
                  <a:pt x="3347" y="1490"/>
                </a:cubicBezTo>
                <a:cubicBezTo>
                  <a:pt x="3327" y="1516"/>
                  <a:pt x="3294" y="1538"/>
                  <a:pt x="3258" y="1550"/>
                </a:cubicBezTo>
                <a:cubicBezTo>
                  <a:pt x="3223" y="1562"/>
                  <a:pt x="3188" y="1568"/>
                  <a:pt x="3163" y="1568"/>
                </a:cubicBezTo>
                <a:cubicBezTo>
                  <a:pt x="3080" y="1568"/>
                  <a:pt x="3026" y="1548"/>
                  <a:pt x="2985" y="1527"/>
                </a:cubicBezTo>
                <a:cubicBezTo>
                  <a:pt x="2966" y="1516"/>
                  <a:pt x="2948" y="1508"/>
                  <a:pt x="2934" y="1499"/>
                </a:cubicBezTo>
                <a:cubicBezTo>
                  <a:pt x="2927" y="1495"/>
                  <a:pt x="2920" y="1492"/>
                  <a:pt x="2913" y="1488"/>
                </a:cubicBezTo>
                <a:cubicBezTo>
                  <a:pt x="2906" y="1485"/>
                  <a:pt x="2899" y="1483"/>
                  <a:pt x="2890" y="1483"/>
                </a:cubicBezTo>
                <a:cubicBezTo>
                  <a:pt x="2885" y="1483"/>
                  <a:pt x="2880" y="1483"/>
                  <a:pt x="2874" y="1486"/>
                </a:cubicBezTo>
                <a:cubicBezTo>
                  <a:pt x="2869" y="1488"/>
                  <a:pt x="2864" y="1492"/>
                  <a:pt x="2860" y="1495"/>
                </a:cubicBezTo>
                <a:cubicBezTo>
                  <a:pt x="2855" y="1501"/>
                  <a:pt x="2850" y="1506"/>
                  <a:pt x="2846" y="1513"/>
                </a:cubicBezTo>
                <a:cubicBezTo>
                  <a:pt x="2843" y="1520"/>
                  <a:pt x="2841" y="1527"/>
                  <a:pt x="2841" y="1534"/>
                </a:cubicBezTo>
                <a:cubicBezTo>
                  <a:pt x="2841" y="1546"/>
                  <a:pt x="2846" y="1559"/>
                  <a:pt x="2851" y="1568"/>
                </a:cubicBezTo>
                <a:cubicBezTo>
                  <a:pt x="2862" y="1582"/>
                  <a:pt x="2878" y="1596"/>
                  <a:pt x="2895" y="1610"/>
                </a:cubicBezTo>
                <a:cubicBezTo>
                  <a:pt x="2915" y="1622"/>
                  <a:pt x="2938" y="1636"/>
                  <a:pt x="2966" y="1649"/>
                </a:cubicBezTo>
                <a:cubicBezTo>
                  <a:pt x="3026" y="1677"/>
                  <a:pt x="3103" y="1691"/>
                  <a:pt x="3162" y="1693"/>
                </a:cubicBezTo>
                <a:lnTo>
                  <a:pt x="3162" y="1693"/>
                </a:lnTo>
                <a:cubicBezTo>
                  <a:pt x="3253" y="1693"/>
                  <a:pt x="3331" y="1671"/>
                  <a:pt x="3398" y="1622"/>
                </a:cubicBezTo>
                <a:lnTo>
                  <a:pt x="3398" y="1622"/>
                </a:lnTo>
                <a:lnTo>
                  <a:pt x="3398" y="1622"/>
                </a:lnTo>
                <a:cubicBezTo>
                  <a:pt x="3463" y="1573"/>
                  <a:pt x="3503" y="1501"/>
                  <a:pt x="3503" y="1419"/>
                </a:cubicBezTo>
                <a:cubicBezTo>
                  <a:pt x="3503" y="1375"/>
                  <a:pt x="3493" y="1337"/>
                  <a:pt x="3475" y="1305"/>
                </a:cubicBezTo>
                <a:cubicBezTo>
                  <a:pt x="3445" y="1261"/>
                  <a:pt x="3399" y="1232"/>
                  <a:pt x="3348" y="1207"/>
                </a:cubicBezTo>
                <a:close/>
                <a:moveTo>
                  <a:pt x="7513" y="377"/>
                </a:moveTo>
                <a:cubicBezTo>
                  <a:pt x="7496" y="377"/>
                  <a:pt x="7480" y="384"/>
                  <a:pt x="7469" y="397"/>
                </a:cubicBezTo>
                <a:cubicBezTo>
                  <a:pt x="7457" y="407"/>
                  <a:pt x="7450" y="425"/>
                  <a:pt x="7450" y="441"/>
                </a:cubicBezTo>
                <a:lnTo>
                  <a:pt x="7450" y="1634"/>
                </a:lnTo>
                <a:cubicBezTo>
                  <a:pt x="7450" y="1652"/>
                  <a:pt x="7457" y="1668"/>
                  <a:pt x="7469" y="1679"/>
                </a:cubicBezTo>
                <a:cubicBezTo>
                  <a:pt x="7481" y="1689"/>
                  <a:pt x="7497" y="1698"/>
                  <a:pt x="7513" y="1698"/>
                </a:cubicBezTo>
                <a:cubicBezTo>
                  <a:pt x="7550" y="1698"/>
                  <a:pt x="7578" y="1670"/>
                  <a:pt x="7578" y="1634"/>
                </a:cubicBezTo>
                <a:lnTo>
                  <a:pt x="7578" y="441"/>
                </a:lnTo>
                <a:cubicBezTo>
                  <a:pt x="7578" y="405"/>
                  <a:pt x="7548" y="377"/>
                  <a:pt x="7513" y="377"/>
                </a:cubicBezTo>
                <a:close/>
                <a:moveTo>
                  <a:pt x="10445" y="1200"/>
                </a:moveTo>
                <a:lnTo>
                  <a:pt x="10445" y="1207"/>
                </a:lnTo>
                <a:cubicBezTo>
                  <a:pt x="10445" y="1225"/>
                  <a:pt x="10438" y="1241"/>
                  <a:pt x="10426" y="1250"/>
                </a:cubicBezTo>
                <a:cubicBezTo>
                  <a:pt x="10414" y="1261"/>
                  <a:pt x="10398" y="1266"/>
                  <a:pt x="10382" y="1266"/>
                </a:cubicBezTo>
                <a:lnTo>
                  <a:pt x="9667" y="1266"/>
                </a:lnTo>
                <a:cubicBezTo>
                  <a:pt x="9684" y="1441"/>
                  <a:pt x="9823" y="1569"/>
                  <a:pt x="9991" y="1571"/>
                </a:cubicBezTo>
                <a:lnTo>
                  <a:pt x="10033" y="1571"/>
                </a:lnTo>
                <a:cubicBezTo>
                  <a:pt x="10088" y="1571"/>
                  <a:pt x="10142" y="1552"/>
                  <a:pt x="10188" y="1520"/>
                </a:cubicBezTo>
                <a:cubicBezTo>
                  <a:pt x="10236" y="1488"/>
                  <a:pt x="10276" y="1446"/>
                  <a:pt x="10305" y="1397"/>
                </a:cubicBezTo>
                <a:cubicBezTo>
                  <a:pt x="10310" y="1386"/>
                  <a:pt x="10319" y="1380"/>
                  <a:pt x="10327" y="1374"/>
                </a:cubicBezTo>
                <a:cubicBezTo>
                  <a:pt x="10336" y="1369"/>
                  <a:pt x="10347" y="1367"/>
                  <a:pt x="10357" y="1367"/>
                </a:cubicBezTo>
                <a:cubicBezTo>
                  <a:pt x="10368" y="1367"/>
                  <a:pt x="10380" y="1370"/>
                  <a:pt x="10389" y="1375"/>
                </a:cubicBezTo>
                <a:lnTo>
                  <a:pt x="10389" y="1375"/>
                </a:lnTo>
                <a:lnTo>
                  <a:pt x="10389" y="1375"/>
                </a:lnTo>
                <a:cubicBezTo>
                  <a:pt x="10407" y="1388"/>
                  <a:pt x="10419" y="1409"/>
                  <a:pt x="10419" y="1430"/>
                </a:cubicBezTo>
                <a:cubicBezTo>
                  <a:pt x="10419" y="1441"/>
                  <a:pt x="10416" y="1453"/>
                  <a:pt x="10410" y="1464"/>
                </a:cubicBezTo>
                <a:lnTo>
                  <a:pt x="10410" y="1464"/>
                </a:lnTo>
                <a:lnTo>
                  <a:pt x="10410" y="1464"/>
                </a:lnTo>
                <a:cubicBezTo>
                  <a:pt x="10370" y="1527"/>
                  <a:pt x="10315" y="1585"/>
                  <a:pt x="10252" y="1627"/>
                </a:cubicBezTo>
                <a:cubicBezTo>
                  <a:pt x="10186" y="1670"/>
                  <a:pt x="10112" y="1696"/>
                  <a:pt x="10031" y="1696"/>
                </a:cubicBezTo>
                <a:lnTo>
                  <a:pt x="9989" y="1696"/>
                </a:lnTo>
                <a:cubicBezTo>
                  <a:pt x="9864" y="1696"/>
                  <a:pt x="9749" y="1642"/>
                  <a:pt x="9668" y="1557"/>
                </a:cubicBezTo>
                <a:cubicBezTo>
                  <a:pt x="9587" y="1472"/>
                  <a:pt x="9536" y="1356"/>
                  <a:pt x="9536" y="1230"/>
                </a:cubicBezTo>
                <a:cubicBezTo>
                  <a:pt x="9536" y="1100"/>
                  <a:pt x="9587" y="983"/>
                  <a:pt x="9668" y="897"/>
                </a:cubicBezTo>
                <a:cubicBezTo>
                  <a:pt x="9751" y="813"/>
                  <a:pt x="9864" y="760"/>
                  <a:pt x="9991" y="760"/>
                </a:cubicBezTo>
                <a:cubicBezTo>
                  <a:pt x="10112" y="760"/>
                  <a:pt x="10220" y="807"/>
                  <a:pt x="10301" y="887"/>
                </a:cubicBezTo>
                <a:cubicBezTo>
                  <a:pt x="10382" y="966"/>
                  <a:pt x="10435" y="1075"/>
                  <a:pt x="10445" y="1200"/>
                </a:cubicBezTo>
                <a:close/>
                <a:moveTo>
                  <a:pt x="10305" y="1139"/>
                </a:moveTo>
                <a:cubicBezTo>
                  <a:pt x="10268" y="992"/>
                  <a:pt x="10139" y="887"/>
                  <a:pt x="9993" y="887"/>
                </a:cubicBezTo>
                <a:cubicBezTo>
                  <a:pt x="9841" y="887"/>
                  <a:pt x="9714" y="989"/>
                  <a:pt x="9675" y="1139"/>
                </a:cubicBezTo>
                <a:lnTo>
                  <a:pt x="10305" y="1139"/>
                </a:lnTo>
                <a:close/>
                <a:moveTo>
                  <a:pt x="4027" y="763"/>
                </a:moveTo>
                <a:cubicBezTo>
                  <a:pt x="3926" y="763"/>
                  <a:pt x="3836" y="802"/>
                  <a:pt x="3768" y="864"/>
                </a:cubicBezTo>
                <a:lnTo>
                  <a:pt x="3768" y="827"/>
                </a:lnTo>
                <a:cubicBezTo>
                  <a:pt x="3768" y="809"/>
                  <a:pt x="3761" y="793"/>
                  <a:pt x="3750" y="783"/>
                </a:cubicBezTo>
                <a:cubicBezTo>
                  <a:pt x="3740" y="770"/>
                  <a:pt x="3724" y="763"/>
                  <a:pt x="3706" y="763"/>
                </a:cubicBezTo>
                <a:cubicBezTo>
                  <a:pt x="3688" y="763"/>
                  <a:pt x="3670" y="770"/>
                  <a:pt x="3660" y="783"/>
                </a:cubicBezTo>
                <a:cubicBezTo>
                  <a:pt x="3649" y="795"/>
                  <a:pt x="3643" y="811"/>
                  <a:pt x="3643" y="827"/>
                </a:cubicBezTo>
                <a:lnTo>
                  <a:pt x="3643" y="1652"/>
                </a:lnTo>
                <a:lnTo>
                  <a:pt x="3644" y="1654"/>
                </a:lnTo>
                <a:lnTo>
                  <a:pt x="3644" y="1654"/>
                </a:lnTo>
                <a:cubicBezTo>
                  <a:pt x="3644" y="1657"/>
                  <a:pt x="3646" y="1659"/>
                  <a:pt x="3648" y="1663"/>
                </a:cubicBezTo>
                <a:cubicBezTo>
                  <a:pt x="3657" y="1679"/>
                  <a:pt x="3671" y="1689"/>
                  <a:pt x="3688" y="1694"/>
                </a:cubicBezTo>
                <a:lnTo>
                  <a:pt x="3690" y="1694"/>
                </a:lnTo>
                <a:lnTo>
                  <a:pt x="3704" y="1694"/>
                </a:lnTo>
                <a:cubicBezTo>
                  <a:pt x="3713" y="1694"/>
                  <a:pt x="3722" y="1693"/>
                  <a:pt x="3731" y="1689"/>
                </a:cubicBezTo>
                <a:cubicBezTo>
                  <a:pt x="3738" y="1686"/>
                  <a:pt x="3745" y="1680"/>
                  <a:pt x="3750" y="1673"/>
                </a:cubicBezTo>
                <a:lnTo>
                  <a:pt x="3750" y="1673"/>
                </a:lnTo>
                <a:cubicBezTo>
                  <a:pt x="3750" y="1673"/>
                  <a:pt x="3750" y="1671"/>
                  <a:pt x="3752" y="1671"/>
                </a:cubicBezTo>
                <a:lnTo>
                  <a:pt x="3752" y="1671"/>
                </a:lnTo>
                <a:cubicBezTo>
                  <a:pt x="3755" y="1668"/>
                  <a:pt x="3759" y="1663"/>
                  <a:pt x="3761" y="1659"/>
                </a:cubicBezTo>
                <a:cubicBezTo>
                  <a:pt x="3762" y="1654"/>
                  <a:pt x="3764" y="1650"/>
                  <a:pt x="3764" y="1645"/>
                </a:cubicBezTo>
                <a:lnTo>
                  <a:pt x="3764" y="1643"/>
                </a:lnTo>
                <a:lnTo>
                  <a:pt x="3764" y="1147"/>
                </a:lnTo>
                <a:cubicBezTo>
                  <a:pt x="3766" y="1077"/>
                  <a:pt x="3796" y="1012"/>
                  <a:pt x="3842" y="966"/>
                </a:cubicBezTo>
                <a:cubicBezTo>
                  <a:pt x="3888" y="920"/>
                  <a:pt x="3953" y="890"/>
                  <a:pt x="4023" y="890"/>
                </a:cubicBezTo>
                <a:cubicBezTo>
                  <a:pt x="4095" y="890"/>
                  <a:pt x="4159" y="918"/>
                  <a:pt x="4205" y="966"/>
                </a:cubicBezTo>
                <a:cubicBezTo>
                  <a:pt x="4251" y="1012"/>
                  <a:pt x="4279" y="1077"/>
                  <a:pt x="4279" y="1147"/>
                </a:cubicBezTo>
                <a:lnTo>
                  <a:pt x="4279" y="1634"/>
                </a:lnTo>
                <a:cubicBezTo>
                  <a:pt x="4279" y="1652"/>
                  <a:pt x="4286" y="1668"/>
                  <a:pt x="4298" y="1680"/>
                </a:cubicBezTo>
                <a:cubicBezTo>
                  <a:pt x="4310" y="1691"/>
                  <a:pt x="4326" y="1698"/>
                  <a:pt x="4342" y="1698"/>
                </a:cubicBezTo>
                <a:cubicBezTo>
                  <a:pt x="4360" y="1698"/>
                  <a:pt x="4376" y="1691"/>
                  <a:pt x="4386" y="1680"/>
                </a:cubicBezTo>
                <a:cubicBezTo>
                  <a:pt x="4399" y="1670"/>
                  <a:pt x="4406" y="1652"/>
                  <a:pt x="4406" y="1634"/>
                </a:cubicBezTo>
                <a:lnTo>
                  <a:pt x="4406" y="1147"/>
                </a:lnTo>
                <a:cubicBezTo>
                  <a:pt x="4413" y="936"/>
                  <a:pt x="4240" y="763"/>
                  <a:pt x="4027" y="763"/>
                </a:cubicBezTo>
                <a:close/>
                <a:moveTo>
                  <a:pt x="5294" y="901"/>
                </a:moveTo>
                <a:cubicBezTo>
                  <a:pt x="5375" y="985"/>
                  <a:pt x="5421" y="1103"/>
                  <a:pt x="5423" y="1230"/>
                </a:cubicBezTo>
                <a:cubicBezTo>
                  <a:pt x="5423" y="1356"/>
                  <a:pt x="5375" y="1472"/>
                  <a:pt x="5294" y="1559"/>
                </a:cubicBezTo>
                <a:cubicBezTo>
                  <a:pt x="5214" y="1643"/>
                  <a:pt x="5101" y="1698"/>
                  <a:pt x="4978" y="1698"/>
                </a:cubicBezTo>
                <a:cubicBezTo>
                  <a:pt x="4854" y="1698"/>
                  <a:pt x="4744" y="1644"/>
                  <a:pt x="4663" y="1559"/>
                </a:cubicBezTo>
                <a:cubicBezTo>
                  <a:pt x="4582" y="1475"/>
                  <a:pt x="4533" y="1356"/>
                  <a:pt x="4533" y="1230"/>
                </a:cubicBezTo>
                <a:cubicBezTo>
                  <a:pt x="4533" y="1103"/>
                  <a:pt x="4582" y="987"/>
                  <a:pt x="4663" y="901"/>
                </a:cubicBezTo>
                <a:cubicBezTo>
                  <a:pt x="4742" y="816"/>
                  <a:pt x="4855" y="761"/>
                  <a:pt x="4978" y="761"/>
                </a:cubicBezTo>
                <a:cubicBezTo>
                  <a:pt x="5103" y="761"/>
                  <a:pt x="5214" y="816"/>
                  <a:pt x="5294" y="901"/>
                </a:cubicBezTo>
                <a:close/>
                <a:moveTo>
                  <a:pt x="5296" y="1230"/>
                </a:moveTo>
                <a:cubicBezTo>
                  <a:pt x="5296" y="1135"/>
                  <a:pt x="5258" y="1049"/>
                  <a:pt x="5200" y="987"/>
                </a:cubicBezTo>
                <a:cubicBezTo>
                  <a:pt x="5141" y="925"/>
                  <a:pt x="5063" y="887"/>
                  <a:pt x="4978" y="887"/>
                </a:cubicBezTo>
                <a:cubicBezTo>
                  <a:pt x="4892" y="887"/>
                  <a:pt x="4813" y="925"/>
                  <a:pt x="4755" y="987"/>
                </a:cubicBezTo>
                <a:cubicBezTo>
                  <a:pt x="4696" y="1049"/>
                  <a:pt x="4659" y="1135"/>
                  <a:pt x="4659" y="1230"/>
                </a:cubicBezTo>
                <a:cubicBezTo>
                  <a:pt x="4659" y="1324"/>
                  <a:pt x="4696" y="1410"/>
                  <a:pt x="4755" y="1471"/>
                </a:cubicBezTo>
                <a:cubicBezTo>
                  <a:pt x="4813" y="1533"/>
                  <a:pt x="4892" y="1569"/>
                  <a:pt x="4978" y="1569"/>
                </a:cubicBezTo>
                <a:cubicBezTo>
                  <a:pt x="5065" y="1569"/>
                  <a:pt x="5144" y="1532"/>
                  <a:pt x="5200" y="1471"/>
                </a:cubicBezTo>
                <a:cubicBezTo>
                  <a:pt x="5259" y="1409"/>
                  <a:pt x="5296" y="1324"/>
                  <a:pt x="5296" y="1230"/>
                </a:cubicBezTo>
                <a:close/>
                <a:moveTo>
                  <a:pt x="6671" y="768"/>
                </a:moveTo>
                <a:lnTo>
                  <a:pt x="6671" y="768"/>
                </a:lnTo>
                <a:cubicBezTo>
                  <a:pt x="6669" y="768"/>
                  <a:pt x="6669" y="768"/>
                  <a:pt x="6671" y="768"/>
                </a:cubicBezTo>
                <a:cubicBezTo>
                  <a:pt x="6662" y="765"/>
                  <a:pt x="6655" y="763"/>
                  <a:pt x="6648" y="763"/>
                </a:cubicBezTo>
                <a:cubicBezTo>
                  <a:pt x="6636" y="763"/>
                  <a:pt x="6624" y="767"/>
                  <a:pt x="6613" y="774"/>
                </a:cubicBezTo>
                <a:cubicBezTo>
                  <a:pt x="6603" y="781"/>
                  <a:pt x="6593" y="790"/>
                  <a:pt x="6588" y="802"/>
                </a:cubicBezTo>
                <a:lnTo>
                  <a:pt x="6588" y="802"/>
                </a:lnTo>
                <a:lnTo>
                  <a:pt x="6345" y="1467"/>
                </a:lnTo>
                <a:lnTo>
                  <a:pt x="6158" y="1022"/>
                </a:lnTo>
                <a:lnTo>
                  <a:pt x="6158" y="1022"/>
                </a:lnTo>
                <a:cubicBezTo>
                  <a:pt x="6153" y="1010"/>
                  <a:pt x="6144" y="999"/>
                  <a:pt x="6133" y="994"/>
                </a:cubicBezTo>
                <a:cubicBezTo>
                  <a:pt x="6123" y="987"/>
                  <a:pt x="6110" y="983"/>
                  <a:pt x="6096" y="983"/>
                </a:cubicBezTo>
                <a:cubicBezTo>
                  <a:pt x="6084" y="983"/>
                  <a:pt x="6072" y="987"/>
                  <a:pt x="6061" y="994"/>
                </a:cubicBezTo>
                <a:cubicBezTo>
                  <a:pt x="6051" y="1001"/>
                  <a:pt x="6042" y="1010"/>
                  <a:pt x="6036" y="1022"/>
                </a:cubicBezTo>
                <a:lnTo>
                  <a:pt x="6036" y="1022"/>
                </a:lnTo>
                <a:lnTo>
                  <a:pt x="5848" y="1467"/>
                </a:lnTo>
                <a:lnTo>
                  <a:pt x="5603" y="802"/>
                </a:lnTo>
                <a:lnTo>
                  <a:pt x="5603" y="802"/>
                </a:lnTo>
                <a:cubicBezTo>
                  <a:pt x="5599" y="790"/>
                  <a:pt x="5591" y="779"/>
                  <a:pt x="5580" y="772"/>
                </a:cubicBezTo>
                <a:cubicBezTo>
                  <a:pt x="5569" y="765"/>
                  <a:pt x="5557" y="761"/>
                  <a:pt x="5545" y="761"/>
                </a:cubicBezTo>
                <a:cubicBezTo>
                  <a:pt x="5536" y="761"/>
                  <a:pt x="5529" y="763"/>
                  <a:pt x="5520" y="767"/>
                </a:cubicBezTo>
                <a:lnTo>
                  <a:pt x="5520" y="767"/>
                </a:lnTo>
                <a:lnTo>
                  <a:pt x="5520" y="767"/>
                </a:lnTo>
                <a:cubicBezTo>
                  <a:pt x="5497" y="777"/>
                  <a:pt x="5483" y="800"/>
                  <a:pt x="5483" y="825"/>
                </a:cubicBezTo>
                <a:cubicBezTo>
                  <a:pt x="5483" y="832"/>
                  <a:pt x="5485" y="841"/>
                  <a:pt x="5488" y="848"/>
                </a:cubicBezTo>
                <a:lnTo>
                  <a:pt x="5488" y="848"/>
                </a:lnTo>
                <a:lnTo>
                  <a:pt x="5790" y="1654"/>
                </a:lnTo>
                <a:lnTo>
                  <a:pt x="5790" y="1654"/>
                </a:lnTo>
                <a:cubicBezTo>
                  <a:pt x="5791" y="1659"/>
                  <a:pt x="5795" y="1666"/>
                  <a:pt x="5800" y="1671"/>
                </a:cubicBezTo>
                <a:cubicBezTo>
                  <a:pt x="5804" y="1675"/>
                  <a:pt x="5809" y="1679"/>
                  <a:pt x="5814" y="1682"/>
                </a:cubicBezTo>
                <a:cubicBezTo>
                  <a:pt x="5816" y="1684"/>
                  <a:pt x="5816" y="1684"/>
                  <a:pt x="5820" y="1686"/>
                </a:cubicBezTo>
                <a:cubicBezTo>
                  <a:pt x="5821" y="1687"/>
                  <a:pt x="5825" y="1687"/>
                  <a:pt x="5829" y="1689"/>
                </a:cubicBezTo>
                <a:cubicBezTo>
                  <a:pt x="5834" y="1691"/>
                  <a:pt x="5841" y="1693"/>
                  <a:pt x="5850" y="1693"/>
                </a:cubicBezTo>
                <a:cubicBezTo>
                  <a:pt x="5862" y="1693"/>
                  <a:pt x="5873" y="1689"/>
                  <a:pt x="5883" y="1682"/>
                </a:cubicBezTo>
                <a:cubicBezTo>
                  <a:pt x="5892" y="1675"/>
                  <a:pt x="5901" y="1666"/>
                  <a:pt x="5906" y="1654"/>
                </a:cubicBezTo>
                <a:lnTo>
                  <a:pt x="5906" y="1654"/>
                </a:lnTo>
                <a:lnTo>
                  <a:pt x="6096" y="1200"/>
                </a:lnTo>
                <a:lnTo>
                  <a:pt x="6287" y="1652"/>
                </a:lnTo>
                <a:lnTo>
                  <a:pt x="6287" y="1652"/>
                </a:lnTo>
                <a:cubicBezTo>
                  <a:pt x="6290" y="1664"/>
                  <a:pt x="6299" y="1673"/>
                  <a:pt x="6308" y="1680"/>
                </a:cubicBezTo>
                <a:cubicBezTo>
                  <a:pt x="6317" y="1687"/>
                  <a:pt x="6327" y="1693"/>
                  <a:pt x="6340" y="1693"/>
                </a:cubicBezTo>
                <a:lnTo>
                  <a:pt x="6348" y="1693"/>
                </a:lnTo>
                <a:cubicBezTo>
                  <a:pt x="6355" y="1693"/>
                  <a:pt x="6364" y="1691"/>
                  <a:pt x="6370" y="1689"/>
                </a:cubicBezTo>
                <a:cubicBezTo>
                  <a:pt x="6377" y="1687"/>
                  <a:pt x="6382" y="1684"/>
                  <a:pt x="6385" y="1680"/>
                </a:cubicBezTo>
                <a:cubicBezTo>
                  <a:pt x="6396" y="1673"/>
                  <a:pt x="6403" y="1661"/>
                  <a:pt x="6408" y="1650"/>
                </a:cubicBezTo>
                <a:lnTo>
                  <a:pt x="6408" y="1650"/>
                </a:lnTo>
                <a:lnTo>
                  <a:pt x="6708" y="848"/>
                </a:lnTo>
                <a:cubicBezTo>
                  <a:pt x="6711" y="841"/>
                  <a:pt x="6713" y="832"/>
                  <a:pt x="6713" y="825"/>
                </a:cubicBezTo>
                <a:cubicBezTo>
                  <a:pt x="6708" y="802"/>
                  <a:pt x="6694" y="779"/>
                  <a:pt x="6671" y="768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13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15"/>
          <p:cNvSpPr txBox="1"/>
          <p:nvPr>
            <p:ph idx="3" type="title"/>
          </p:nvPr>
        </p:nvSpPr>
        <p:spPr>
          <a:xfrm>
            <a:off x="366600" y="1188725"/>
            <a:ext cx="7410900" cy="1920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None/>
              <a:defRPr i="0" sz="4400" u="none" cap="none" strike="noStrike">
                <a:solidFill>
                  <a:schemeClr val="dk1"/>
                </a:solidFill>
              </a:defRPr>
            </a:lvl1pPr>
            <a:lvl2pPr lvl="1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 Black"/>
              <a:buNone/>
              <a:defRPr b="0" sz="4400">
                <a:latin typeface="Arial Black"/>
                <a:ea typeface="Arial Black"/>
                <a:cs typeface="Arial Black"/>
                <a:sym typeface="Arial Black"/>
              </a:defRPr>
            </a:lvl2pPr>
            <a:lvl3pPr lvl="2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 Black"/>
              <a:buNone/>
              <a:defRPr b="0" sz="4400">
                <a:latin typeface="Arial Black"/>
                <a:ea typeface="Arial Black"/>
                <a:cs typeface="Arial Black"/>
                <a:sym typeface="Arial Black"/>
              </a:defRPr>
            </a:lvl3pPr>
            <a:lvl4pPr lvl="3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 Black"/>
              <a:buNone/>
              <a:defRPr b="0" sz="4400">
                <a:latin typeface="Arial Black"/>
                <a:ea typeface="Arial Black"/>
                <a:cs typeface="Arial Black"/>
                <a:sym typeface="Arial Black"/>
              </a:defRPr>
            </a:lvl4pPr>
            <a:lvl5pPr lvl="4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 Black"/>
              <a:buNone/>
              <a:defRPr b="0" sz="4400">
                <a:latin typeface="Arial Black"/>
                <a:ea typeface="Arial Black"/>
                <a:cs typeface="Arial Black"/>
                <a:sym typeface="Arial Black"/>
              </a:defRPr>
            </a:lvl5pPr>
            <a:lvl6pPr lvl="5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 Black"/>
              <a:buNone/>
              <a:defRPr b="0" sz="4400">
                <a:latin typeface="Arial Black"/>
                <a:ea typeface="Arial Black"/>
                <a:cs typeface="Arial Black"/>
                <a:sym typeface="Arial Black"/>
              </a:defRPr>
            </a:lvl6pPr>
            <a:lvl7pPr lvl="6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 Black"/>
              <a:buNone/>
              <a:defRPr b="0" sz="4400">
                <a:latin typeface="Arial Black"/>
                <a:ea typeface="Arial Black"/>
                <a:cs typeface="Arial Black"/>
                <a:sym typeface="Arial Black"/>
              </a:defRPr>
            </a:lvl7pPr>
            <a:lvl8pPr lvl="7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 Black"/>
              <a:buNone/>
              <a:defRPr b="0" sz="4400">
                <a:latin typeface="Arial Black"/>
                <a:ea typeface="Arial Black"/>
                <a:cs typeface="Arial Black"/>
                <a:sym typeface="Arial Black"/>
              </a:defRPr>
            </a:lvl8pPr>
            <a:lvl9pPr lvl="8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 Black"/>
              <a:buNone/>
              <a:defRPr b="0" sz="4400">
                <a:latin typeface="Arial Black"/>
                <a:ea typeface="Arial Black"/>
                <a:cs typeface="Arial Black"/>
                <a:sym typeface="Arial Black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02">
  <p:cSld name="Data Cloud_1_1_3_2">
    <p:bg>
      <p:bgPr>
        <a:solidFill>
          <a:schemeClr val="accent1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1" name="Google Shape;151;p16"/>
          <p:cNvGrpSpPr/>
          <p:nvPr/>
        </p:nvGrpSpPr>
        <p:grpSpPr>
          <a:xfrm>
            <a:off x="-2" y="2914850"/>
            <a:ext cx="9143627" cy="2228425"/>
            <a:chOff x="-834856" y="2711517"/>
            <a:chExt cx="9978858" cy="2431981"/>
          </a:xfrm>
        </p:grpSpPr>
        <p:pic>
          <p:nvPicPr>
            <p:cNvPr id="152" name="Google Shape;152;p16"/>
            <p:cNvPicPr preferRelativeResize="0"/>
            <p:nvPr/>
          </p:nvPicPr>
          <p:blipFill rotWithShape="1">
            <a:blip r:embed="rId2">
              <a:alphaModFix amt="85000"/>
            </a:blip>
            <a:srcRect b="30783" l="45993" r="0" t="24707"/>
            <a:stretch/>
          </p:blipFill>
          <p:spPr>
            <a:xfrm>
              <a:off x="-834856" y="2711517"/>
              <a:ext cx="3540541" cy="243198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3" name="Google Shape;153;p16"/>
            <p:cNvPicPr preferRelativeResize="0"/>
            <p:nvPr/>
          </p:nvPicPr>
          <p:blipFill rotWithShape="1">
            <a:blip r:embed="rId3">
              <a:alphaModFix amt="85000"/>
            </a:blip>
            <a:srcRect b="30786" l="0" r="1932" t="25271"/>
            <a:stretch/>
          </p:blipFill>
          <p:spPr>
            <a:xfrm>
              <a:off x="2715550" y="2742300"/>
              <a:ext cx="6428452" cy="2401198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54" name="Google Shape;154;p16"/>
          <p:cNvSpPr/>
          <p:nvPr/>
        </p:nvSpPr>
        <p:spPr>
          <a:xfrm>
            <a:off x="456932" y="4898925"/>
            <a:ext cx="16359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© </a:t>
            </a:r>
            <a:r>
              <a:rPr lang="en" sz="600">
                <a:solidFill>
                  <a:schemeClr val="dk1"/>
                </a:solidFill>
              </a:rPr>
              <a:t>2026</a:t>
            </a:r>
            <a:r>
              <a:rPr b="0" i="0" lang="en" sz="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 Snowflake Inc. All Rights Reserved</a:t>
            </a:r>
            <a:endParaRPr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16"/>
          <p:cNvSpPr txBox="1"/>
          <p:nvPr>
            <p:ph type="title"/>
          </p:nvPr>
        </p:nvSpPr>
        <p:spPr>
          <a:xfrm>
            <a:off x="366600" y="1188725"/>
            <a:ext cx="7403400" cy="1920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None/>
              <a:defRPr sz="4400"/>
            </a:lvl1pPr>
            <a:lvl2pPr lvl="1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 Black"/>
              <a:buNone/>
              <a:defRPr b="0" sz="4400">
                <a:latin typeface="Arial Black"/>
                <a:ea typeface="Arial Black"/>
                <a:cs typeface="Arial Black"/>
                <a:sym typeface="Arial Black"/>
              </a:defRPr>
            </a:lvl2pPr>
            <a:lvl3pPr lvl="2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 Black"/>
              <a:buNone/>
              <a:defRPr b="0" sz="4400">
                <a:latin typeface="Arial Black"/>
                <a:ea typeface="Arial Black"/>
                <a:cs typeface="Arial Black"/>
                <a:sym typeface="Arial Black"/>
              </a:defRPr>
            </a:lvl3pPr>
            <a:lvl4pPr lvl="3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 Black"/>
              <a:buNone/>
              <a:defRPr b="0" sz="4400">
                <a:latin typeface="Arial Black"/>
                <a:ea typeface="Arial Black"/>
                <a:cs typeface="Arial Black"/>
                <a:sym typeface="Arial Black"/>
              </a:defRPr>
            </a:lvl4pPr>
            <a:lvl5pPr lvl="4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 Black"/>
              <a:buNone/>
              <a:defRPr b="0" sz="4400">
                <a:latin typeface="Arial Black"/>
                <a:ea typeface="Arial Black"/>
                <a:cs typeface="Arial Black"/>
                <a:sym typeface="Arial Black"/>
              </a:defRPr>
            </a:lvl5pPr>
            <a:lvl6pPr lvl="5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 Black"/>
              <a:buNone/>
              <a:defRPr b="0" sz="4400">
                <a:latin typeface="Arial Black"/>
                <a:ea typeface="Arial Black"/>
                <a:cs typeface="Arial Black"/>
                <a:sym typeface="Arial Black"/>
              </a:defRPr>
            </a:lvl6pPr>
            <a:lvl7pPr lvl="6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 Black"/>
              <a:buNone/>
              <a:defRPr b="0" sz="4400">
                <a:latin typeface="Arial Black"/>
                <a:ea typeface="Arial Black"/>
                <a:cs typeface="Arial Black"/>
                <a:sym typeface="Arial Black"/>
              </a:defRPr>
            </a:lvl7pPr>
            <a:lvl8pPr lvl="7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 Black"/>
              <a:buNone/>
              <a:defRPr b="0" sz="4400">
                <a:latin typeface="Arial Black"/>
                <a:ea typeface="Arial Black"/>
                <a:cs typeface="Arial Black"/>
                <a:sym typeface="Arial Black"/>
              </a:defRPr>
            </a:lvl8pPr>
            <a:lvl9pPr lvl="8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 Black"/>
              <a:buNone/>
              <a:defRPr b="0" sz="4400">
                <a:latin typeface="Arial Black"/>
                <a:ea typeface="Arial Black"/>
                <a:cs typeface="Arial Black"/>
                <a:sym typeface="Arial Black"/>
              </a:defRPr>
            </a:lvl9pPr>
          </a:lstStyle>
          <a:p/>
        </p:txBody>
      </p:sp>
      <p:sp>
        <p:nvSpPr>
          <p:cNvPr id="156" name="Google Shape;156;p16"/>
          <p:cNvSpPr txBox="1"/>
          <p:nvPr>
            <p:ph idx="2" type="title"/>
          </p:nvPr>
        </p:nvSpPr>
        <p:spPr>
          <a:xfrm>
            <a:off x="366600" y="3160438"/>
            <a:ext cx="5394900" cy="44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i="0" sz="1800" u="none" cap="none" strike="noStrike">
                <a:solidFill>
                  <a:schemeClr val="dk1"/>
                </a:solidFill>
              </a:defRPr>
            </a:lvl1pPr>
            <a:lvl2pPr lvl="1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b="1" sz="1800"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Montserrat"/>
              <a:buNone/>
              <a:defRPr b="1" sz="1800"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Montserrat"/>
              <a:buNone/>
              <a:defRPr b="1" sz="1800"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Montserrat"/>
              <a:buNone/>
              <a:defRPr b="1" sz="1800"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Montserrat"/>
              <a:buNone/>
              <a:defRPr b="1" sz="1800"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Montserrat"/>
              <a:buNone/>
              <a:defRPr b="1" sz="1800"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Montserrat"/>
              <a:buNone/>
              <a:defRPr b="1" sz="1800"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lnSpc>
                <a:spcPct val="105000"/>
              </a:lnSpc>
              <a:spcBef>
                <a:spcPts val="1000"/>
              </a:spcBef>
              <a:spcAft>
                <a:spcPts val="1000"/>
              </a:spcAft>
              <a:buSzPts val="1400"/>
              <a:buFont typeface="Montserrat"/>
              <a:buNone/>
              <a:defRPr b="1" sz="18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157" name="Google Shape;157;p16"/>
          <p:cNvSpPr txBox="1"/>
          <p:nvPr>
            <p:ph idx="3" type="title"/>
          </p:nvPr>
        </p:nvSpPr>
        <p:spPr>
          <a:xfrm>
            <a:off x="366600" y="4359693"/>
            <a:ext cx="4205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i="0" sz="1400" u="none" cap="none" strike="noStrike">
                <a:solidFill>
                  <a:schemeClr val="dk1"/>
                </a:solidFill>
              </a:defRPr>
            </a:lvl1pPr>
            <a:lvl2pPr lvl="1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b="1" sz="1800"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Montserrat"/>
              <a:buNone/>
              <a:defRPr b="1" sz="1800"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Montserrat"/>
              <a:buNone/>
              <a:defRPr b="1" sz="1800"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Montserrat"/>
              <a:buNone/>
              <a:defRPr b="1" sz="1800"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Montserrat"/>
              <a:buNone/>
              <a:defRPr b="1" sz="1800"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Montserrat"/>
              <a:buNone/>
              <a:defRPr b="1" sz="1800"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Montserrat"/>
              <a:buNone/>
              <a:defRPr b="1" sz="1800"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lnSpc>
                <a:spcPct val="105000"/>
              </a:lnSpc>
              <a:spcBef>
                <a:spcPts val="1000"/>
              </a:spcBef>
              <a:spcAft>
                <a:spcPts val="1000"/>
              </a:spcAft>
              <a:buSzPts val="1400"/>
              <a:buFont typeface="Montserrat"/>
              <a:buNone/>
              <a:defRPr b="1" sz="18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158" name="Google Shape;158;p16"/>
          <p:cNvSpPr/>
          <p:nvPr/>
        </p:nvSpPr>
        <p:spPr>
          <a:xfrm>
            <a:off x="457200" y="548640"/>
            <a:ext cx="1828808" cy="418012"/>
          </a:xfrm>
          <a:custGeom>
            <a:rect b="b" l="l" r="r" t="t"/>
            <a:pathLst>
              <a:path extrusionOk="0" h="2451" w="10771">
                <a:moveTo>
                  <a:pt x="10625" y="726"/>
                </a:moveTo>
                <a:lnTo>
                  <a:pt x="10597" y="726"/>
                </a:lnTo>
                <a:lnTo>
                  <a:pt x="10597" y="761"/>
                </a:lnTo>
                <a:lnTo>
                  <a:pt x="10625" y="761"/>
                </a:lnTo>
                <a:cubicBezTo>
                  <a:pt x="10638" y="761"/>
                  <a:pt x="10646" y="756"/>
                  <a:pt x="10646" y="744"/>
                </a:cubicBezTo>
                <a:cubicBezTo>
                  <a:pt x="10646" y="731"/>
                  <a:pt x="10639" y="726"/>
                  <a:pt x="10625" y="726"/>
                </a:cubicBezTo>
                <a:close/>
                <a:moveTo>
                  <a:pt x="10562" y="693"/>
                </a:moveTo>
                <a:lnTo>
                  <a:pt x="10625" y="693"/>
                </a:lnTo>
                <a:cubicBezTo>
                  <a:pt x="10660" y="693"/>
                  <a:pt x="10683" y="712"/>
                  <a:pt x="10683" y="742"/>
                </a:cubicBezTo>
                <a:cubicBezTo>
                  <a:pt x="10683" y="760"/>
                  <a:pt x="10675" y="774"/>
                  <a:pt x="10660" y="783"/>
                </a:cubicBezTo>
                <a:lnTo>
                  <a:pt x="10685" y="820"/>
                </a:lnTo>
                <a:lnTo>
                  <a:pt x="10685" y="827"/>
                </a:lnTo>
                <a:lnTo>
                  <a:pt x="10648" y="827"/>
                </a:lnTo>
                <a:lnTo>
                  <a:pt x="10623" y="791"/>
                </a:lnTo>
                <a:lnTo>
                  <a:pt x="10595" y="791"/>
                </a:lnTo>
                <a:lnTo>
                  <a:pt x="10595" y="827"/>
                </a:lnTo>
                <a:lnTo>
                  <a:pt x="10560" y="827"/>
                </a:lnTo>
                <a:lnTo>
                  <a:pt x="10560" y="693"/>
                </a:lnTo>
                <a:lnTo>
                  <a:pt x="10562" y="693"/>
                </a:lnTo>
                <a:close/>
                <a:moveTo>
                  <a:pt x="10742" y="761"/>
                </a:moveTo>
                <a:cubicBezTo>
                  <a:pt x="10742" y="691"/>
                  <a:pt x="10694" y="636"/>
                  <a:pt x="10622" y="636"/>
                </a:cubicBezTo>
                <a:cubicBezTo>
                  <a:pt x="10551" y="636"/>
                  <a:pt x="10504" y="687"/>
                  <a:pt x="10504" y="761"/>
                </a:cubicBezTo>
                <a:cubicBezTo>
                  <a:pt x="10504" y="832"/>
                  <a:pt x="10551" y="887"/>
                  <a:pt x="10622" y="887"/>
                </a:cubicBezTo>
                <a:cubicBezTo>
                  <a:pt x="10694" y="888"/>
                  <a:pt x="10742" y="834"/>
                  <a:pt x="10742" y="761"/>
                </a:cubicBezTo>
                <a:close/>
                <a:moveTo>
                  <a:pt x="10770" y="761"/>
                </a:moveTo>
                <a:cubicBezTo>
                  <a:pt x="10770" y="846"/>
                  <a:pt x="10713" y="915"/>
                  <a:pt x="10620" y="915"/>
                </a:cubicBezTo>
                <a:cubicBezTo>
                  <a:pt x="10527" y="915"/>
                  <a:pt x="10472" y="844"/>
                  <a:pt x="10472" y="761"/>
                </a:cubicBezTo>
                <a:cubicBezTo>
                  <a:pt x="10472" y="677"/>
                  <a:pt x="10527" y="608"/>
                  <a:pt x="10620" y="608"/>
                </a:cubicBezTo>
                <a:cubicBezTo>
                  <a:pt x="10715" y="608"/>
                  <a:pt x="10770" y="679"/>
                  <a:pt x="10770" y="761"/>
                </a:cubicBezTo>
                <a:close/>
                <a:moveTo>
                  <a:pt x="2384" y="1061"/>
                </a:moveTo>
                <a:lnTo>
                  <a:pt x="2095" y="1228"/>
                </a:lnTo>
                <a:lnTo>
                  <a:pt x="2384" y="1395"/>
                </a:lnTo>
                <a:cubicBezTo>
                  <a:pt x="2457" y="1437"/>
                  <a:pt x="2483" y="1530"/>
                  <a:pt x="2441" y="1603"/>
                </a:cubicBezTo>
                <a:cubicBezTo>
                  <a:pt x="2398" y="1675"/>
                  <a:pt x="2305" y="1700"/>
                  <a:pt x="2233" y="1659"/>
                </a:cubicBezTo>
                <a:lnTo>
                  <a:pt x="1717" y="1361"/>
                </a:lnTo>
                <a:cubicBezTo>
                  <a:pt x="1681" y="1342"/>
                  <a:pt x="1658" y="1310"/>
                  <a:pt x="1648" y="1275"/>
                </a:cubicBezTo>
                <a:cubicBezTo>
                  <a:pt x="1642" y="1259"/>
                  <a:pt x="1641" y="1242"/>
                  <a:pt x="1641" y="1227"/>
                </a:cubicBezTo>
                <a:cubicBezTo>
                  <a:pt x="1641" y="1214"/>
                  <a:pt x="1642" y="1202"/>
                  <a:pt x="1646" y="1191"/>
                </a:cubicBezTo>
                <a:cubicBezTo>
                  <a:pt x="1657" y="1154"/>
                  <a:pt x="1681" y="1121"/>
                  <a:pt x="1717" y="1100"/>
                </a:cubicBezTo>
                <a:lnTo>
                  <a:pt x="2233" y="802"/>
                </a:lnTo>
                <a:cubicBezTo>
                  <a:pt x="2305" y="760"/>
                  <a:pt x="2398" y="784"/>
                  <a:pt x="2441" y="858"/>
                </a:cubicBezTo>
                <a:cubicBezTo>
                  <a:pt x="2483" y="925"/>
                  <a:pt x="2457" y="1019"/>
                  <a:pt x="2384" y="1061"/>
                </a:cubicBezTo>
                <a:close/>
                <a:moveTo>
                  <a:pt x="2111" y="1869"/>
                </a:moveTo>
                <a:lnTo>
                  <a:pt x="1595" y="1571"/>
                </a:lnTo>
                <a:cubicBezTo>
                  <a:pt x="1567" y="1555"/>
                  <a:pt x="1537" y="1548"/>
                  <a:pt x="1507" y="1552"/>
                </a:cubicBezTo>
                <a:cubicBezTo>
                  <a:pt x="1428" y="1557"/>
                  <a:pt x="1366" y="1624"/>
                  <a:pt x="1366" y="1703"/>
                </a:cubicBezTo>
                <a:lnTo>
                  <a:pt x="1366" y="2299"/>
                </a:lnTo>
                <a:cubicBezTo>
                  <a:pt x="1366" y="2383"/>
                  <a:pt x="1435" y="2450"/>
                  <a:pt x="1517" y="2450"/>
                </a:cubicBezTo>
                <a:cubicBezTo>
                  <a:pt x="1602" y="2450"/>
                  <a:pt x="1669" y="2382"/>
                  <a:pt x="1669" y="2299"/>
                </a:cubicBezTo>
                <a:lnTo>
                  <a:pt x="1669" y="1964"/>
                </a:lnTo>
                <a:lnTo>
                  <a:pt x="1958" y="2131"/>
                </a:lnTo>
                <a:cubicBezTo>
                  <a:pt x="2030" y="2174"/>
                  <a:pt x="2124" y="2149"/>
                  <a:pt x="2166" y="2077"/>
                </a:cubicBezTo>
                <a:cubicBezTo>
                  <a:pt x="2208" y="2005"/>
                  <a:pt x="2183" y="1911"/>
                  <a:pt x="2111" y="1869"/>
                </a:cubicBezTo>
                <a:close/>
                <a:moveTo>
                  <a:pt x="1514" y="1284"/>
                </a:moveTo>
                <a:lnTo>
                  <a:pt x="1299" y="1499"/>
                </a:lnTo>
                <a:cubicBezTo>
                  <a:pt x="1294" y="1506"/>
                  <a:pt x="1281" y="1511"/>
                  <a:pt x="1272" y="1511"/>
                </a:cubicBezTo>
                <a:lnTo>
                  <a:pt x="1257" y="1511"/>
                </a:lnTo>
                <a:lnTo>
                  <a:pt x="1225" y="1511"/>
                </a:lnTo>
                <a:lnTo>
                  <a:pt x="1209" y="1511"/>
                </a:lnTo>
                <a:cubicBezTo>
                  <a:pt x="1200" y="1511"/>
                  <a:pt x="1188" y="1506"/>
                  <a:pt x="1183" y="1499"/>
                </a:cubicBezTo>
                <a:lnTo>
                  <a:pt x="968" y="1284"/>
                </a:lnTo>
                <a:cubicBezTo>
                  <a:pt x="962" y="1279"/>
                  <a:pt x="957" y="1266"/>
                  <a:pt x="957" y="1257"/>
                </a:cubicBezTo>
                <a:lnTo>
                  <a:pt x="957" y="1243"/>
                </a:lnTo>
                <a:lnTo>
                  <a:pt x="957" y="1211"/>
                </a:lnTo>
                <a:lnTo>
                  <a:pt x="957" y="1195"/>
                </a:lnTo>
                <a:cubicBezTo>
                  <a:pt x="957" y="1186"/>
                  <a:pt x="962" y="1174"/>
                  <a:pt x="968" y="1168"/>
                </a:cubicBezTo>
                <a:lnTo>
                  <a:pt x="1183" y="954"/>
                </a:lnTo>
                <a:cubicBezTo>
                  <a:pt x="1190" y="946"/>
                  <a:pt x="1200" y="943"/>
                  <a:pt x="1209" y="943"/>
                </a:cubicBezTo>
                <a:lnTo>
                  <a:pt x="1225" y="943"/>
                </a:lnTo>
                <a:lnTo>
                  <a:pt x="1257" y="943"/>
                </a:lnTo>
                <a:lnTo>
                  <a:pt x="1272" y="943"/>
                </a:lnTo>
                <a:cubicBezTo>
                  <a:pt x="1281" y="943"/>
                  <a:pt x="1294" y="948"/>
                  <a:pt x="1299" y="954"/>
                </a:cubicBezTo>
                <a:lnTo>
                  <a:pt x="1514" y="1168"/>
                </a:lnTo>
                <a:cubicBezTo>
                  <a:pt x="1519" y="1174"/>
                  <a:pt x="1524" y="1186"/>
                  <a:pt x="1524" y="1195"/>
                </a:cubicBezTo>
                <a:lnTo>
                  <a:pt x="1524" y="1211"/>
                </a:lnTo>
                <a:lnTo>
                  <a:pt x="1524" y="1243"/>
                </a:lnTo>
                <a:lnTo>
                  <a:pt x="1524" y="1257"/>
                </a:lnTo>
                <a:cubicBezTo>
                  <a:pt x="1526" y="1266"/>
                  <a:pt x="1521" y="1279"/>
                  <a:pt x="1514" y="1284"/>
                </a:cubicBezTo>
                <a:close/>
                <a:moveTo>
                  <a:pt x="1343" y="1227"/>
                </a:moveTo>
                <a:cubicBezTo>
                  <a:pt x="1343" y="1218"/>
                  <a:pt x="1338" y="1205"/>
                  <a:pt x="1332" y="1200"/>
                </a:cubicBezTo>
                <a:lnTo>
                  <a:pt x="1271" y="1139"/>
                </a:lnTo>
                <a:cubicBezTo>
                  <a:pt x="1265" y="1133"/>
                  <a:pt x="1253" y="1128"/>
                  <a:pt x="1244" y="1128"/>
                </a:cubicBezTo>
                <a:lnTo>
                  <a:pt x="1242" y="1128"/>
                </a:lnTo>
                <a:cubicBezTo>
                  <a:pt x="1234" y="1128"/>
                  <a:pt x="1221" y="1133"/>
                  <a:pt x="1216" y="1139"/>
                </a:cubicBezTo>
                <a:lnTo>
                  <a:pt x="1154" y="1200"/>
                </a:lnTo>
                <a:cubicBezTo>
                  <a:pt x="1147" y="1207"/>
                  <a:pt x="1144" y="1220"/>
                  <a:pt x="1144" y="1227"/>
                </a:cubicBezTo>
                <a:lnTo>
                  <a:pt x="1144" y="1228"/>
                </a:lnTo>
                <a:cubicBezTo>
                  <a:pt x="1144" y="1237"/>
                  <a:pt x="1149" y="1249"/>
                  <a:pt x="1154" y="1254"/>
                </a:cubicBezTo>
                <a:lnTo>
                  <a:pt x="1216" y="1316"/>
                </a:lnTo>
                <a:cubicBezTo>
                  <a:pt x="1221" y="1321"/>
                  <a:pt x="1234" y="1326"/>
                  <a:pt x="1242" y="1326"/>
                </a:cubicBezTo>
                <a:lnTo>
                  <a:pt x="1244" y="1326"/>
                </a:lnTo>
                <a:cubicBezTo>
                  <a:pt x="1253" y="1326"/>
                  <a:pt x="1265" y="1321"/>
                  <a:pt x="1271" y="1316"/>
                </a:cubicBezTo>
                <a:lnTo>
                  <a:pt x="1332" y="1254"/>
                </a:lnTo>
                <a:cubicBezTo>
                  <a:pt x="1338" y="1247"/>
                  <a:pt x="1343" y="1237"/>
                  <a:pt x="1343" y="1228"/>
                </a:cubicBezTo>
                <a:lnTo>
                  <a:pt x="1343" y="1227"/>
                </a:lnTo>
                <a:close/>
                <a:moveTo>
                  <a:pt x="370" y="583"/>
                </a:moveTo>
                <a:lnTo>
                  <a:pt x="887" y="881"/>
                </a:lnTo>
                <a:cubicBezTo>
                  <a:pt x="915" y="897"/>
                  <a:pt x="945" y="904"/>
                  <a:pt x="975" y="901"/>
                </a:cubicBezTo>
                <a:cubicBezTo>
                  <a:pt x="1054" y="895"/>
                  <a:pt x="1116" y="828"/>
                  <a:pt x="1116" y="749"/>
                </a:cubicBezTo>
                <a:lnTo>
                  <a:pt x="1116" y="152"/>
                </a:lnTo>
                <a:cubicBezTo>
                  <a:pt x="1116" y="67"/>
                  <a:pt x="1047" y="0"/>
                  <a:pt x="964" y="0"/>
                </a:cubicBezTo>
                <a:cubicBezTo>
                  <a:pt x="879" y="0"/>
                  <a:pt x="812" y="69"/>
                  <a:pt x="812" y="152"/>
                </a:cubicBezTo>
                <a:lnTo>
                  <a:pt x="812" y="487"/>
                </a:lnTo>
                <a:lnTo>
                  <a:pt x="523" y="319"/>
                </a:lnTo>
                <a:cubicBezTo>
                  <a:pt x="451" y="277"/>
                  <a:pt x="358" y="302"/>
                  <a:pt x="316" y="376"/>
                </a:cubicBezTo>
                <a:cubicBezTo>
                  <a:pt x="273" y="450"/>
                  <a:pt x="298" y="543"/>
                  <a:pt x="370" y="583"/>
                </a:cubicBezTo>
                <a:close/>
                <a:moveTo>
                  <a:pt x="1505" y="902"/>
                </a:moveTo>
                <a:cubicBezTo>
                  <a:pt x="1535" y="904"/>
                  <a:pt x="1565" y="899"/>
                  <a:pt x="1593" y="883"/>
                </a:cubicBezTo>
                <a:lnTo>
                  <a:pt x="2109" y="585"/>
                </a:lnTo>
                <a:cubicBezTo>
                  <a:pt x="2182" y="543"/>
                  <a:pt x="2206" y="450"/>
                  <a:pt x="2166" y="377"/>
                </a:cubicBezTo>
                <a:cubicBezTo>
                  <a:pt x="2124" y="305"/>
                  <a:pt x="2030" y="280"/>
                  <a:pt x="1958" y="321"/>
                </a:cubicBezTo>
                <a:lnTo>
                  <a:pt x="1669" y="488"/>
                </a:lnTo>
                <a:lnTo>
                  <a:pt x="1669" y="153"/>
                </a:lnTo>
                <a:cubicBezTo>
                  <a:pt x="1669" y="69"/>
                  <a:pt x="1600" y="2"/>
                  <a:pt x="1517" y="2"/>
                </a:cubicBezTo>
                <a:cubicBezTo>
                  <a:pt x="1433" y="2"/>
                  <a:pt x="1366" y="71"/>
                  <a:pt x="1366" y="153"/>
                </a:cubicBezTo>
                <a:lnTo>
                  <a:pt x="1366" y="751"/>
                </a:lnTo>
                <a:cubicBezTo>
                  <a:pt x="1366" y="830"/>
                  <a:pt x="1428" y="897"/>
                  <a:pt x="1505" y="902"/>
                </a:cubicBezTo>
                <a:close/>
                <a:moveTo>
                  <a:pt x="976" y="1550"/>
                </a:moveTo>
                <a:cubicBezTo>
                  <a:pt x="946" y="1548"/>
                  <a:pt x="916" y="1553"/>
                  <a:pt x="888" y="1569"/>
                </a:cubicBezTo>
                <a:lnTo>
                  <a:pt x="372" y="1867"/>
                </a:lnTo>
                <a:cubicBezTo>
                  <a:pt x="300" y="1909"/>
                  <a:pt x="275" y="2003"/>
                  <a:pt x="316" y="2075"/>
                </a:cubicBezTo>
                <a:cubicBezTo>
                  <a:pt x="358" y="2147"/>
                  <a:pt x="451" y="2172"/>
                  <a:pt x="523" y="2130"/>
                </a:cubicBezTo>
                <a:lnTo>
                  <a:pt x="812" y="1962"/>
                </a:lnTo>
                <a:lnTo>
                  <a:pt x="812" y="2297"/>
                </a:lnTo>
                <a:cubicBezTo>
                  <a:pt x="812" y="2382"/>
                  <a:pt x="881" y="2449"/>
                  <a:pt x="964" y="2449"/>
                </a:cubicBezTo>
                <a:cubicBezTo>
                  <a:pt x="1049" y="2449"/>
                  <a:pt x="1116" y="2380"/>
                  <a:pt x="1116" y="2297"/>
                </a:cubicBezTo>
                <a:lnTo>
                  <a:pt x="1116" y="1700"/>
                </a:lnTo>
                <a:cubicBezTo>
                  <a:pt x="1117" y="1622"/>
                  <a:pt x="1056" y="1557"/>
                  <a:pt x="976" y="1550"/>
                </a:cubicBezTo>
                <a:close/>
                <a:moveTo>
                  <a:pt x="835" y="1271"/>
                </a:moveTo>
                <a:cubicBezTo>
                  <a:pt x="841" y="1256"/>
                  <a:pt x="842" y="1239"/>
                  <a:pt x="842" y="1223"/>
                </a:cubicBezTo>
                <a:cubicBezTo>
                  <a:pt x="842" y="1211"/>
                  <a:pt x="841" y="1198"/>
                  <a:pt x="837" y="1188"/>
                </a:cubicBezTo>
                <a:cubicBezTo>
                  <a:pt x="827" y="1151"/>
                  <a:pt x="802" y="1117"/>
                  <a:pt x="767" y="1096"/>
                </a:cubicBezTo>
                <a:lnTo>
                  <a:pt x="250" y="797"/>
                </a:lnTo>
                <a:cubicBezTo>
                  <a:pt x="178" y="754"/>
                  <a:pt x="85" y="779"/>
                  <a:pt x="42" y="853"/>
                </a:cubicBezTo>
                <a:cubicBezTo>
                  <a:pt x="0" y="925"/>
                  <a:pt x="25" y="1019"/>
                  <a:pt x="99" y="1061"/>
                </a:cubicBezTo>
                <a:lnTo>
                  <a:pt x="388" y="1228"/>
                </a:lnTo>
                <a:lnTo>
                  <a:pt x="99" y="1395"/>
                </a:lnTo>
                <a:cubicBezTo>
                  <a:pt x="27" y="1437"/>
                  <a:pt x="2" y="1530"/>
                  <a:pt x="42" y="1603"/>
                </a:cubicBezTo>
                <a:cubicBezTo>
                  <a:pt x="85" y="1675"/>
                  <a:pt x="178" y="1700"/>
                  <a:pt x="250" y="1659"/>
                </a:cubicBezTo>
                <a:lnTo>
                  <a:pt x="767" y="1361"/>
                </a:lnTo>
                <a:cubicBezTo>
                  <a:pt x="802" y="1338"/>
                  <a:pt x="825" y="1307"/>
                  <a:pt x="835" y="1271"/>
                </a:cubicBezTo>
                <a:close/>
                <a:moveTo>
                  <a:pt x="7251" y="379"/>
                </a:moveTo>
                <a:lnTo>
                  <a:pt x="7237" y="379"/>
                </a:lnTo>
                <a:cubicBezTo>
                  <a:pt x="7235" y="379"/>
                  <a:pt x="7233" y="379"/>
                  <a:pt x="7231" y="379"/>
                </a:cubicBezTo>
                <a:cubicBezTo>
                  <a:pt x="7229" y="379"/>
                  <a:pt x="7228" y="379"/>
                  <a:pt x="7226" y="379"/>
                </a:cubicBezTo>
                <a:cubicBezTo>
                  <a:pt x="7189" y="379"/>
                  <a:pt x="7154" y="383"/>
                  <a:pt x="7120" y="395"/>
                </a:cubicBezTo>
                <a:cubicBezTo>
                  <a:pt x="7087" y="405"/>
                  <a:pt x="7057" y="423"/>
                  <a:pt x="7034" y="451"/>
                </a:cubicBezTo>
                <a:lnTo>
                  <a:pt x="7034" y="451"/>
                </a:lnTo>
                <a:lnTo>
                  <a:pt x="7034" y="451"/>
                </a:lnTo>
                <a:lnTo>
                  <a:pt x="7034" y="451"/>
                </a:lnTo>
                <a:cubicBezTo>
                  <a:pt x="7009" y="478"/>
                  <a:pt x="6993" y="511"/>
                  <a:pt x="6985" y="546"/>
                </a:cubicBezTo>
                <a:cubicBezTo>
                  <a:pt x="6974" y="583"/>
                  <a:pt x="6970" y="624"/>
                  <a:pt x="6970" y="672"/>
                </a:cubicBezTo>
                <a:lnTo>
                  <a:pt x="6970" y="763"/>
                </a:lnTo>
                <a:lnTo>
                  <a:pt x="6870" y="763"/>
                </a:lnTo>
                <a:cubicBezTo>
                  <a:pt x="6835" y="763"/>
                  <a:pt x="6807" y="791"/>
                  <a:pt x="6807" y="825"/>
                </a:cubicBezTo>
                <a:cubicBezTo>
                  <a:pt x="6807" y="842"/>
                  <a:pt x="6814" y="860"/>
                  <a:pt x="6824" y="872"/>
                </a:cubicBezTo>
                <a:cubicBezTo>
                  <a:pt x="6836" y="885"/>
                  <a:pt x="6852" y="892"/>
                  <a:pt x="6870" y="894"/>
                </a:cubicBezTo>
                <a:lnTo>
                  <a:pt x="6970" y="894"/>
                </a:lnTo>
                <a:lnTo>
                  <a:pt x="6970" y="1634"/>
                </a:lnTo>
                <a:lnTo>
                  <a:pt x="6970" y="1636"/>
                </a:lnTo>
                <a:cubicBezTo>
                  <a:pt x="6970" y="1654"/>
                  <a:pt x="6977" y="1670"/>
                  <a:pt x="6990" y="1682"/>
                </a:cubicBezTo>
                <a:cubicBezTo>
                  <a:pt x="7002" y="1693"/>
                  <a:pt x="7018" y="1700"/>
                  <a:pt x="7036" y="1700"/>
                </a:cubicBezTo>
                <a:cubicBezTo>
                  <a:pt x="7069" y="1700"/>
                  <a:pt x="7097" y="1671"/>
                  <a:pt x="7097" y="1636"/>
                </a:cubicBezTo>
                <a:lnTo>
                  <a:pt x="7097" y="894"/>
                </a:lnTo>
                <a:lnTo>
                  <a:pt x="7205" y="894"/>
                </a:lnTo>
                <a:cubicBezTo>
                  <a:pt x="7222" y="892"/>
                  <a:pt x="7238" y="885"/>
                  <a:pt x="7251" y="874"/>
                </a:cubicBezTo>
                <a:cubicBezTo>
                  <a:pt x="7263" y="862"/>
                  <a:pt x="7270" y="846"/>
                  <a:pt x="7270" y="828"/>
                </a:cubicBezTo>
                <a:lnTo>
                  <a:pt x="7270" y="827"/>
                </a:lnTo>
                <a:cubicBezTo>
                  <a:pt x="7270" y="793"/>
                  <a:pt x="7242" y="765"/>
                  <a:pt x="7207" y="765"/>
                </a:cubicBezTo>
                <a:lnTo>
                  <a:pt x="7097" y="765"/>
                </a:lnTo>
                <a:lnTo>
                  <a:pt x="7097" y="673"/>
                </a:lnTo>
                <a:cubicBezTo>
                  <a:pt x="7097" y="633"/>
                  <a:pt x="7103" y="603"/>
                  <a:pt x="7108" y="582"/>
                </a:cubicBezTo>
                <a:cubicBezTo>
                  <a:pt x="7113" y="561"/>
                  <a:pt x="7122" y="546"/>
                  <a:pt x="7129" y="538"/>
                </a:cubicBezTo>
                <a:cubicBezTo>
                  <a:pt x="7136" y="531"/>
                  <a:pt x="7145" y="524"/>
                  <a:pt x="7161" y="518"/>
                </a:cubicBezTo>
                <a:cubicBezTo>
                  <a:pt x="7177" y="513"/>
                  <a:pt x="7196" y="509"/>
                  <a:pt x="7224" y="509"/>
                </a:cubicBezTo>
                <a:lnTo>
                  <a:pt x="7228" y="509"/>
                </a:lnTo>
                <a:cubicBezTo>
                  <a:pt x="7229" y="509"/>
                  <a:pt x="7231" y="509"/>
                  <a:pt x="7233" y="509"/>
                </a:cubicBezTo>
                <a:cubicBezTo>
                  <a:pt x="7235" y="509"/>
                  <a:pt x="7237" y="509"/>
                  <a:pt x="7238" y="509"/>
                </a:cubicBezTo>
                <a:lnTo>
                  <a:pt x="7247" y="509"/>
                </a:lnTo>
                <a:lnTo>
                  <a:pt x="7252" y="509"/>
                </a:lnTo>
                <a:cubicBezTo>
                  <a:pt x="7288" y="509"/>
                  <a:pt x="7318" y="481"/>
                  <a:pt x="7318" y="444"/>
                </a:cubicBezTo>
                <a:cubicBezTo>
                  <a:pt x="7314" y="409"/>
                  <a:pt x="7286" y="379"/>
                  <a:pt x="7251" y="379"/>
                </a:cubicBezTo>
                <a:close/>
                <a:moveTo>
                  <a:pt x="9482" y="862"/>
                </a:moveTo>
                <a:cubicBezTo>
                  <a:pt x="9494" y="850"/>
                  <a:pt x="9501" y="832"/>
                  <a:pt x="9501" y="816"/>
                </a:cubicBezTo>
                <a:cubicBezTo>
                  <a:pt x="9501" y="800"/>
                  <a:pt x="9494" y="784"/>
                  <a:pt x="9482" y="772"/>
                </a:cubicBezTo>
                <a:lnTo>
                  <a:pt x="9482" y="772"/>
                </a:lnTo>
                <a:lnTo>
                  <a:pt x="9482" y="772"/>
                </a:lnTo>
                <a:lnTo>
                  <a:pt x="9482" y="772"/>
                </a:lnTo>
                <a:lnTo>
                  <a:pt x="9482" y="772"/>
                </a:lnTo>
                <a:cubicBezTo>
                  <a:pt x="9469" y="760"/>
                  <a:pt x="9454" y="753"/>
                  <a:pt x="9438" y="753"/>
                </a:cubicBezTo>
                <a:cubicBezTo>
                  <a:pt x="9423" y="753"/>
                  <a:pt x="9406" y="760"/>
                  <a:pt x="9393" y="772"/>
                </a:cubicBezTo>
                <a:lnTo>
                  <a:pt x="8895" y="1256"/>
                </a:lnTo>
                <a:lnTo>
                  <a:pt x="8895" y="441"/>
                </a:lnTo>
                <a:cubicBezTo>
                  <a:pt x="8895" y="405"/>
                  <a:pt x="8865" y="377"/>
                  <a:pt x="8830" y="377"/>
                </a:cubicBezTo>
                <a:cubicBezTo>
                  <a:pt x="8812" y="377"/>
                  <a:pt x="8796" y="384"/>
                  <a:pt x="8785" y="397"/>
                </a:cubicBezTo>
                <a:cubicBezTo>
                  <a:pt x="8775" y="407"/>
                  <a:pt x="8766" y="425"/>
                  <a:pt x="8766" y="441"/>
                </a:cubicBezTo>
                <a:lnTo>
                  <a:pt x="8766" y="1634"/>
                </a:lnTo>
                <a:cubicBezTo>
                  <a:pt x="8766" y="1652"/>
                  <a:pt x="8773" y="1668"/>
                  <a:pt x="8785" y="1679"/>
                </a:cubicBezTo>
                <a:cubicBezTo>
                  <a:pt x="8796" y="1689"/>
                  <a:pt x="8814" y="1698"/>
                  <a:pt x="8830" y="1698"/>
                </a:cubicBezTo>
                <a:cubicBezTo>
                  <a:pt x="8867" y="1698"/>
                  <a:pt x="8895" y="1670"/>
                  <a:pt x="8895" y="1634"/>
                </a:cubicBezTo>
                <a:lnTo>
                  <a:pt x="8895" y="1437"/>
                </a:lnTo>
                <a:lnTo>
                  <a:pt x="9057" y="1275"/>
                </a:lnTo>
                <a:lnTo>
                  <a:pt x="9388" y="1673"/>
                </a:lnTo>
                <a:cubicBezTo>
                  <a:pt x="9395" y="1682"/>
                  <a:pt x="9402" y="1690"/>
                  <a:pt x="9411" y="1693"/>
                </a:cubicBezTo>
                <a:cubicBezTo>
                  <a:pt x="9420" y="1697"/>
                  <a:pt x="9430" y="1698"/>
                  <a:pt x="9438" y="1698"/>
                </a:cubicBezTo>
                <a:cubicBezTo>
                  <a:pt x="9448" y="1698"/>
                  <a:pt x="9466" y="1696"/>
                  <a:pt x="9480" y="1684"/>
                </a:cubicBezTo>
                <a:lnTo>
                  <a:pt x="9480" y="1684"/>
                </a:lnTo>
                <a:lnTo>
                  <a:pt x="9480" y="1684"/>
                </a:lnTo>
                <a:cubicBezTo>
                  <a:pt x="9494" y="1671"/>
                  <a:pt x="9501" y="1654"/>
                  <a:pt x="9501" y="1636"/>
                </a:cubicBezTo>
                <a:cubicBezTo>
                  <a:pt x="9501" y="1622"/>
                  <a:pt x="9496" y="1606"/>
                  <a:pt x="9485" y="1594"/>
                </a:cubicBezTo>
                <a:lnTo>
                  <a:pt x="9485" y="1594"/>
                </a:lnTo>
                <a:lnTo>
                  <a:pt x="9149" y="1186"/>
                </a:lnTo>
                <a:lnTo>
                  <a:pt x="9482" y="862"/>
                </a:lnTo>
                <a:close/>
                <a:moveTo>
                  <a:pt x="8581" y="779"/>
                </a:moveTo>
                <a:cubicBezTo>
                  <a:pt x="8593" y="790"/>
                  <a:pt x="8600" y="807"/>
                  <a:pt x="8600" y="825"/>
                </a:cubicBezTo>
                <a:lnTo>
                  <a:pt x="8600" y="1633"/>
                </a:lnTo>
                <a:cubicBezTo>
                  <a:pt x="8600" y="1650"/>
                  <a:pt x="8593" y="1666"/>
                  <a:pt x="8581" y="1677"/>
                </a:cubicBezTo>
                <a:cubicBezTo>
                  <a:pt x="8569" y="1687"/>
                  <a:pt x="8553" y="1696"/>
                  <a:pt x="8537" y="1696"/>
                </a:cubicBezTo>
                <a:cubicBezTo>
                  <a:pt x="8519" y="1696"/>
                  <a:pt x="8504" y="1689"/>
                  <a:pt x="8493" y="1677"/>
                </a:cubicBezTo>
                <a:cubicBezTo>
                  <a:pt x="8481" y="1666"/>
                  <a:pt x="8474" y="1650"/>
                  <a:pt x="8474" y="1633"/>
                </a:cubicBezTo>
                <a:lnTo>
                  <a:pt x="8474" y="1553"/>
                </a:lnTo>
                <a:cubicBezTo>
                  <a:pt x="8394" y="1640"/>
                  <a:pt x="8281" y="1696"/>
                  <a:pt x="8156" y="1696"/>
                </a:cubicBezTo>
                <a:cubicBezTo>
                  <a:pt x="8033" y="1696"/>
                  <a:pt x="7920" y="1643"/>
                  <a:pt x="7841" y="1557"/>
                </a:cubicBezTo>
                <a:cubicBezTo>
                  <a:pt x="7760" y="1472"/>
                  <a:pt x="7712" y="1354"/>
                  <a:pt x="7712" y="1228"/>
                </a:cubicBezTo>
                <a:cubicBezTo>
                  <a:pt x="7712" y="1100"/>
                  <a:pt x="7762" y="983"/>
                  <a:pt x="7841" y="899"/>
                </a:cubicBezTo>
                <a:cubicBezTo>
                  <a:pt x="7920" y="814"/>
                  <a:pt x="8033" y="760"/>
                  <a:pt x="8156" y="760"/>
                </a:cubicBezTo>
                <a:cubicBezTo>
                  <a:pt x="8281" y="760"/>
                  <a:pt x="8394" y="814"/>
                  <a:pt x="8474" y="901"/>
                </a:cubicBezTo>
                <a:lnTo>
                  <a:pt x="8474" y="823"/>
                </a:lnTo>
                <a:cubicBezTo>
                  <a:pt x="8474" y="805"/>
                  <a:pt x="8481" y="790"/>
                  <a:pt x="8493" y="777"/>
                </a:cubicBezTo>
                <a:cubicBezTo>
                  <a:pt x="8505" y="767"/>
                  <a:pt x="8521" y="760"/>
                  <a:pt x="8537" y="760"/>
                </a:cubicBezTo>
                <a:cubicBezTo>
                  <a:pt x="8555" y="761"/>
                  <a:pt x="8570" y="768"/>
                  <a:pt x="8581" y="779"/>
                </a:cubicBezTo>
                <a:close/>
                <a:moveTo>
                  <a:pt x="8474" y="1230"/>
                </a:moveTo>
                <a:cubicBezTo>
                  <a:pt x="8474" y="1135"/>
                  <a:pt x="8437" y="1049"/>
                  <a:pt x="8380" y="987"/>
                </a:cubicBezTo>
                <a:cubicBezTo>
                  <a:pt x="8322" y="925"/>
                  <a:pt x="8243" y="888"/>
                  <a:pt x="8156" y="888"/>
                </a:cubicBezTo>
                <a:cubicBezTo>
                  <a:pt x="8070" y="888"/>
                  <a:pt x="7992" y="925"/>
                  <a:pt x="7933" y="987"/>
                </a:cubicBezTo>
                <a:cubicBezTo>
                  <a:pt x="7875" y="1049"/>
                  <a:pt x="7837" y="1135"/>
                  <a:pt x="7837" y="1230"/>
                </a:cubicBezTo>
                <a:cubicBezTo>
                  <a:pt x="7837" y="1324"/>
                  <a:pt x="7874" y="1411"/>
                  <a:pt x="7933" y="1472"/>
                </a:cubicBezTo>
                <a:cubicBezTo>
                  <a:pt x="7991" y="1534"/>
                  <a:pt x="8070" y="1571"/>
                  <a:pt x="8156" y="1571"/>
                </a:cubicBezTo>
                <a:cubicBezTo>
                  <a:pt x="8243" y="1571"/>
                  <a:pt x="8322" y="1534"/>
                  <a:pt x="8380" y="1472"/>
                </a:cubicBezTo>
                <a:cubicBezTo>
                  <a:pt x="8437" y="1409"/>
                  <a:pt x="8474" y="1324"/>
                  <a:pt x="8474" y="1230"/>
                </a:cubicBezTo>
                <a:close/>
                <a:moveTo>
                  <a:pt x="3348" y="1207"/>
                </a:moveTo>
                <a:cubicBezTo>
                  <a:pt x="3297" y="1183"/>
                  <a:pt x="3239" y="1165"/>
                  <a:pt x="3181" y="1146"/>
                </a:cubicBezTo>
                <a:cubicBezTo>
                  <a:pt x="3128" y="1128"/>
                  <a:pt x="3073" y="1112"/>
                  <a:pt x="3035" y="1091"/>
                </a:cubicBezTo>
                <a:cubicBezTo>
                  <a:pt x="3015" y="1080"/>
                  <a:pt x="2999" y="1070"/>
                  <a:pt x="2991" y="1057"/>
                </a:cubicBezTo>
                <a:cubicBezTo>
                  <a:pt x="2980" y="1045"/>
                  <a:pt x="2976" y="1033"/>
                  <a:pt x="2975" y="1015"/>
                </a:cubicBezTo>
                <a:cubicBezTo>
                  <a:pt x="2975" y="992"/>
                  <a:pt x="2982" y="973"/>
                  <a:pt x="2992" y="955"/>
                </a:cubicBezTo>
                <a:cubicBezTo>
                  <a:pt x="3010" y="931"/>
                  <a:pt x="3038" y="911"/>
                  <a:pt x="3072" y="899"/>
                </a:cubicBezTo>
                <a:cubicBezTo>
                  <a:pt x="3103" y="887"/>
                  <a:pt x="3137" y="879"/>
                  <a:pt x="3162" y="879"/>
                </a:cubicBezTo>
                <a:cubicBezTo>
                  <a:pt x="3234" y="879"/>
                  <a:pt x="3280" y="904"/>
                  <a:pt x="3315" y="929"/>
                </a:cubicBezTo>
                <a:cubicBezTo>
                  <a:pt x="3332" y="941"/>
                  <a:pt x="3347" y="954"/>
                  <a:pt x="3361" y="964"/>
                </a:cubicBezTo>
                <a:cubicBezTo>
                  <a:pt x="3368" y="969"/>
                  <a:pt x="3375" y="975"/>
                  <a:pt x="3382" y="978"/>
                </a:cubicBezTo>
                <a:cubicBezTo>
                  <a:pt x="3389" y="982"/>
                  <a:pt x="3398" y="985"/>
                  <a:pt x="3406" y="985"/>
                </a:cubicBezTo>
                <a:cubicBezTo>
                  <a:pt x="3412" y="985"/>
                  <a:pt x="3419" y="983"/>
                  <a:pt x="3424" y="982"/>
                </a:cubicBezTo>
                <a:cubicBezTo>
                  <a:pt x="3429" y="980"/>
                  <a:pt x="3435" y="976"/>
                  <a:pt x="3440" y="971"/>
                </a:cubicBezTo>
                <a:cubicBezTo>
                  <a:pt x="3445" y="968"/>
                  <a:pt x="3449" y="962"/>
                  <a:pt x="3452" y="955"/>
                </a:cubicBezTo>
                <a:cubicBezTo>
                  <a:pt x="3454" y="950"/>
                  <a:pt x="3456" y="943"/>
                  <a:pt x="3456" y="938"/>
                </a:cubicBezTo>
                <a:cubicBezTo>
                  <a:pt x="3456" y="927"/>
                  <a:pt x="3452" y="916"/>
                  <a:pt x="3447" y="906"/>
                </a:cubicBezTo>
                <a:cubicBezTo>
                  <a:pt x="3438" y="888"/>
                  <a:pt x="3422" y="872"/>
                  <a:pt x="3403" y="855"/>
                </a:cubicBezTo>
                <a:cubicBezTo>
                  <a:pt x="3375" y="830"/>
                  <a:pt x="3337" y="805"/>
                  <a:pt x="3297" y="788"/>
                </a:cubicBezTo>
                <a:cubicBezTo>
                  <a:pt x="3256" y="770"/>
                  <a:pt x="3214" y="758"/>
                  <a:pt x="3174" y="758"/>
                </a:cubicBezTo>
                <a:cubicBezTo>
                  <a:pt x="3079" y="758"/>
                  <a:pt x="3001" y="779"/>
                  <a:pt x="2943" y="820"/>
                </a:cubicBezTo>
                <a:cubicBezTo>
                  <a:pt x="2913" y="841"/>
                  <a:pt x="2887" y="864"/>
                  <a:pt x="2869" y="894"/>
                </a:cubicBezTo>
                <a:cubicBezTo>
                  <a:pt x="2850" y="925"/>
                  <a:pt x="2839" y="964"/>
                  <a:pt x="2839" y="1013"/>
                </a:cubicBezTo>
                <a:cubicBezTo>
                  <a:pt x="2839" y="1015"/>
                  <a:pt x="2839" y="1019"/>
                  <a:pt x="2839" y="1020"/>
                </a:cubicBezTo>
                <a:cubicBezTo>
                  <a:pt x="2839" y="1070"/>
                  <a:pt x="2855" y="1109"/>
                  <a:pt x="2880" y="1140"/>
                </a:cubicBezTo>
                <a:cubicBezTo>
                  <a:pt x="2917" y="1188"/>
                  <a:pt x="2973" y="1215"/>
                  <a:pt x="3028" y="1235"/>
                </a:cubicBezTo>
                <a:cubicBezTo>
                  <a:pt x="3082" y="1254"/>
                  <a:pt x="3137" y="1266"/>
                  <a:pt x="3170" y="1279"/>
                </a:cubicBezTo>
                <a:cubicBezTo>
                  <a:pt x="3218" y="1294"/>
                  <a:pt x="3271" y="1312"/>
                  <a:pt x="3308" y="1335"/>
                </a:cubicBezTo>
                <a:cubicBezTo>
                  <a:pt x="3327" y="1347"/>
                  <a:pt x="3341" y="1360"/>
                  <a:pt x="3352" y="1374"/>
                </a:cubicBezTo>
                <a:cubicBezTo>
                  <a:pt x="3362" y="1388"/>
                  <a:pt x="3368" y="1404"/>
                  <a:pt x="3368" y="1421"/>
                </a:cubicBezTo>
                <a:lnTo>
                  <a:pt x="3368" y="1423"/>
                </a:lnTo>
                <a:cubicBezTo>
                  <a:pt x="3368" y="1449"/>
                  <a:pt x="3359" y="1471"/>
                  <a:pt x="3347" y="1490"/>
                </a:cubicBezTo>
                <a:cubicBezTo>
                  <a:pt x="3327" y="1516"/>
                  <a:pt x="3294" y="1538"/>
                  <a:pt x="3258" y="1550"/>
                </a:cubicBezTo>
                <a:cubicBezTo>
                  <a:pt x="3223" y="1562"/>
                  <a:pt x="3188" y="1568"/>
                  <a:pt x="3163" y="1568"/>
                </a:cubicBezTo>
                <a:cubicBezTo>
                  <a:pt x="3080" y="1568"/>
                  <a:pt x="3026" y="1548"/>
                  <a:pt x="2985" y="1527"/>
                </a:cubicBezTo>
                <a:cubicBezTo>
                  <a:pt x="2966" y="1516"/>
                  <a:pt x="2948" y="1508"/>
                  <a:pt x="2934" y="1499"/>
                </a:cubicBezTo>
                <a:cubicBezTo>
                  <a:pt x="2927" y="1495"/>
                  <a:pt x="2920" y="1492"/>
                  <a:pt x="2913" y="1488"/>
                </a:cubicBezTo>
                <a:cubicBezTo>
                  <a:pt x="2906" y="1485"/>
                  <a:pt x="2899" y="1483"/>
                  <a:pt x="2890" y="1483"/>
                </a:cubicBezTo>
                <a:cubicBezTo>
                  <a:pt x="2885" y="1483"/>
                  <a:pt x="2880" y="1483"/>
                  <a:pt x="2874" y="1486"/>
                </a:cubicBezTo>
                <a:cubicBezTo>
                  <a:pt x="2869" y="1488"/>
                  <a:pt x="2864" y="1492"/>
                  <a:pt x="2860" y="1495"/>
                </a:cubicBezTo>
                <a:cubicBezTo>
                  <a:pt x="2855" y="1501"/>
                  <a:pt x="2850" y="1506"/>
                  <a:pt x="2846" y="1513"/>
                </a:cubicBezTo>
                <a:cubicBezTo>
                  <a:pt x="2843" y="1520"/>
                  <a:pt x="2841" y="1527"/>
                  <a:pt x="2841" y="1534"/>
                </a:cubicBezTo>
                <a:cubicBezTo>
                  <a:pt x="2841" y="1546"/>
                  <a:pt x="2846" y="1559"/>
                  <a:pt x="2851" y="1568"/>
                </a:cubicBezTo>
                <a:cubicBezTo>
                  <a:pt x="2862" y="1582"/>
                  <a:pt x="2878" y="1596"/>
                  <a:pt x="2895" y="1610"/>
                </a:cubicBezTo>
                <a:cubicBezTo>
                  <a:pt x="2915" y="1622"/>
                  <a:pt x="2938" y="1636"/>
                  <a:pt x="2966" y="1649"/>
                </a:cubicBezTo>
                <a:cubicBezTo>
                  <a:pt x="3026" y="1677"/>
                  <a:pt x="3103" y="1691"/>
                  <a:pt x="3162" y="1693"/>
                </a:cubicBezTo>
                <a:lnTo>
                  <a:pt x="3162" y="1693"/>
                </a:lnTo>
                <a:cubicBezTo>
                  <a:pt x="3253" y="1693"/>
                  <a:pt x="3331" y="1671"/>
                  <a:pt x="3398" y="1622"/>
                </a:cubicBezTo>
                <a:lnTo>
                  <a:pt x="3398" y="1622"/>
                </a:lnTo>
                <a:lnTo>
                  <a:pt x="3398" y="1622"/>
                </a:lnTo>
                <a:cubicBezTo>
                  <a:pt x="3463" y="1573"/>
                  <a:pt x="3503" y="1501"/>
                  <a:pt x="3503" y="1419"/>
                </a:cubicBezTo>
                <a:cubicBezTo>
                  <a:pt x="3503" y="1375"/>
                  <a:pt x="3493" y="1337"/>
                  <a:pt x="3475" y="1305"/>
                </a:cubicBezTo>
                <a:cubicBezTo>
                  <a:pt x="3445" y="1261"/>
                  <a:pt x="3399" y="1232"/>
                  <a:pt x="3348" y="1207"/>
                </a:cubicBezTo>
                <a:close/>
                <a:moveTo>
                  <a:pt x="7513" y="377"/>
                </a:moveTo>
                <a:cubicBezTo>
                  <a:pt x="7496" y="377"/>
                  <a:pt x="7480" y="384"/>
                  <a:pt x="7469" y="397"/>
                </a:cubicBezTo>
                <a:cubicBezTo>
                  <a:pt x="7457" y="407"/>
                  <a:pt x="7450" y="425"/>
                  <a:pt x="7450" y="441"/>
                </a:cubicBezTo>
                <a:lnTo>
                  <a:pt x="7450" y="1634"/>
                </a:lnTo>
                <a:cubicBezTo>
                  <a:pt x="7450" y="1652"/>
                  <a:pt x="7457" y="1668"/>
                  <a:pt x="7469" y="1679"/>
                </a:cubicBezTo>
                <a:cubicBezTo>
                  <a:pt x="7481" y="1689"/>
                  <a:pt x="7497" y="1698"/>
                  <a:pt x="7513" y="1698"/>
                </a:cubicBezTo>
                <a:cubicBezTo>
                  <a:pt x="7550" y="1698"/>
                  <a:pt x="7578" y="1670"/>
                  <a:pt x="7578" y="1634"/>
                </a:cubicBezTo>
                <a:lnTo>
                  <a:pt x="7578" y="441"/>
                </a:lnTo>
                <a:cubicBezTo>
                  <a:pt x="7578" y="405"/>
                  <a:pt x="7548" y="377"/>
                  <a:pt x="7513" y="377"/>
                </a:cubicBezTo>
                <a:close/>
                <a:moveTo>
                  <a:pt x="10445" y="1200"/>
                </a:moveTo>
                <a:lnTo>
                  <a:pt x="10445" y="1207"/>
                </a:lnTo>
                <a:cubicBezTo>
                  <a:pt x="10445" y="1225"/>
                  <a:pt x="10438" y="1241"/>
                  <a:pt x="10426" y="1250"/>
                </a:cubicBezTo>
                <a:cubicBezTo>
                  <a:pt x="10414" y="1261"/>
                  <a:pt x="10398" y="1266"/>
                  <a:pt x="10382" y="1266"/>
                </a:cubicBezTo>
                <a:lnTo>
                  <a:pt x="9667" y="1266"/>
                </a:lnTo>
                <a:cubicBezTo>
                  <a:pt x="9684" y="1441"/>
                  <a:pt x="9823" y="1569"/>
                  <a:pt x="9991" y="1571"/>
                </a:cubicBezTo>
                <a:lnTo>
                  <a:pt x="10033" y="1571"/>
                </a:lnTo>
                <a:cubicBezTo>
                  <a:pt x="10088" y="1571"/>
                  <a:pt x="10142" y="1552"/>
                  <a:pt x="10188" y="1520"/>
                </a:cubicBezTo>
                <a:cubicBezTo>
                  <a:pt x="10236" y="1488"/>
                  <a:pt x="10276" y="1446"/>
                  <a:pt x="10305" y="1397"/>
                </a:cubicBezTo>
                <a:cubicBezTo>
                  <a:pt x="10310" y="1386"/>
                  <a:pt x="10319" y="1380"/>
                  <a:pt x="10327" y="1374"/>
                </a:cubicBezTo>
                <a:cubicBezTo>
                  <a:pt x="10336" y="1369"/>
                  <a:pt x="10347" y="1367"/>
                  <a:pt x="10357" y="1367"/>
                </a:cubicBezTo>
                <a:cubicBezTo>
                  <a:pt x="10368" y="1367"/>
                  <a:pt x="10380" y="1370"/>
                  <a:pt x="10389" y="1375"/>
                </a:cubicBezTo>
                <a:lnTo>
                  <a:pt x="10389" y="1375"/>
                </a:lnTo>
                <a:lnTo>
                  <a:pt x="10389" y="1375"/>
                </a:lnTo>
                <a:cubicBezTo>
                  <a:pt x="10407" y="1388"/>
                  <a:pt x="10419" y="1409"/>
                  <a:pt x="10419" y="1430"/>
                </a:cubicBezTo>
                <a:cubicBezTo>
                  <a:pt x="10419" y="1441"/>
                  <a:pt x="10416" y="1453"/>
                  <a:pt x="10410" y="1464"/>
                </a:cubicBezTo>
                <a:lnTo>
                  <a:pt x="10410" y="1464"/>
                </a:lnTo>
                <a:lnTo>
                  <a:pt x="10410" y="1464"/>
                </a:lnTo>
                <a:cubicBezTo>
                  <a:pt x="10370" y="1527"/>
                  <a:pt x="10315" y="1585"/>
                  <a:pt x="10252" y="1627"/>
                </a:cubicBezTo>
                <a:cubicBezTo>
                  <a:pt x="10186" y="1670"/>
                  <a:pt x="10112" y="1696"/>
                  <a:pt x="10031" y="1696"/>
                </a:cubicBezTo>
                <a:lnTo>
                  <a:pt x="9989" y="1696"/>
                </a:lnTo>
                <a:cubicBezTo>
                  <a:pt x="9864" y="1696"/>
                  <a:pt x="9749" y="1642"/>
                  <a:pt x="9668" y="1557"/>
                </a:cubicBezTo>
                <a:cubicBezTo>
                  <a:pt x="9587" y="1472"/>
                  <a:pt x="9536" y="1356"/>
                  <a:pt x="9536" y="1230"/>
                </a:cubicBezTo>
                <a:cubicBezTo>
                  <a:pt x="9536" y="1100"/>
                  <a:pt x="9587" y="983"/>
                  <a:pt x="9668" y="897"/>
                </a:cubicBezTo>
                <a:cubicBezTo>
                  <a:pt x="9751" y="813"/>
                  <a:pt x="9864" y="760"/>
                  <a:pt x="9991" y="760"/>
                </a:cubicBezTo>
                <a:cubicBezTo>
                  <a:pt x="10112" y="760"/>
                  <a:pt x="10220" y="807"/>
                  <a:pt x="10301" y="887"/>
                </a:cubicBezTo>
                <a:cubicBezTo>
                  <a:pt x="10382" y="966"/>
                  <a:pt x="10435" y="1075"/>
                  <a:pt x="10445" y="1200"/>
                </a:cubicBezTo>
                <a:close/>
                <a:moveTo>
                  <a:pt x="10305" y="1139"/>
                </a:moveTo>
                <a:cubicBezTo>
                  <a:pt x="10268" y="992"/>
                  <a:pt x="10139" y="887"/>
                  <a:pt x="9993" y="887"/>
                </a:cubicBezTo>
                <a:cubicBezTo>
                  <a:pt x="9841" y="887"/>
                  <a:pt x="9714" y="989"/>
                  <a:pt x="9675" y="1139"/>
                </a:cubicBezTo>
                <a:lnTo>
                  <a:pt x="10305" y="1139"/>
                </a:lnTo>
                <a:close/>
                <a:moveTo>
                  <a:pt x="4027" y="763"/>
                </a:moveTo>
                <a:cubicBezTo>
                  <a:pt x="3926" y="763"/>
                  <a:pt x="3836" y="802"/>
                  <a:pt x="3768" y="864"/>
                </a:cubicBezTo>
                <a:lnTo>
                  <a:pt x="3768" y="827"/>
                </a:lnTo>
                <a:cubicBezTo>
                  <a:pt x="3768" y="809"/>
                  <a:pt x="3761" y="793"/>
                  <a:pt x="3750" y="783"/>
                </a:cubicBezTo>
                <a:cubicBezTo>
                  <a:pt x="3740" y="770"/>
                  <a:pt x="3724" y="763"/>
                  <a:pt x="3706" y="763"/>
                </a:cubicBezTo>
                <a:cubicBezTo>
                  <a:pt x="3688" y="763"/>
                  <a:pt x="3670" y="770"/>
                  <a:pt x="3660" y="783"/>
                </a:cubicBezTo>
                <a:cubicBezTo>
                  <a:pt x="3649" y="795"/>
                  <a:pt x="3643" y="811"/>
                  <a:pt x="3643" y="827"/>
                </a:cubicBezTo>
                <a:lnTo>
                  <a:pt x="3643" y="1652"/>
                </a:lnTo>
                <a:lnTo>
                  <a:pt x="3644" y="1654"/>
                </a:lnTo>
                <a:lnTo>
                  <a:pt x="3644" y="1654"/>
                </a:lnTo>
                <a:cubicBezTo>
                  <a:pt x="3644" y="1657"/>
                  <a:pt x="3646" y="1659"/>
                  <a:pt x="3648" y="1663"/>
                </a:cubicBezTo>
                <a:cubicBezTo>
                  <a:pt x="3657" y="1679"/>
                  <a:pt x="3671" y="1689"/>
                  <a:pt x="3688" y="1694"/>
                </a:cubicBezTo>
                <a:lnTo>
                  <a:pt x="3690" y="1694"/>
                </a:lnTo>
                <a:lnTo>
                  <a:pt x="3704" y="1694"/>
                </a:lnTo>
                <a:cubicBezTo>
                  <a:pt x="3713" y="1694"/>
                  <a:pt x="3722" y="1693"/>
                  <a:pt x="3731" y="1689"/>
                </a:cubicBezTo>
                <a:cubicBezTo>
                  <a:pt x="3738" y="1686"/>
                  <a:pt x="3745" y="1680"/>
                  <a:pt x="3750" y="1673"/>
                </a:cubicBezTo>
                <a:lnTo>
                  <a:pt x="3750" y="1673"/>
                </a:lnTo>
                <a:cubicBezTo>
                  <a:pt x="3750" y="1673"/>
                  <a:pt x="3750" y="1671"/>
                  <a:pt x="3752" y="1671"/>
                </a:cubicBezTo>
                <a:lnTo>
                  <a:pt x="3752" y="1671"/>
                </a:lnTo>
                <a:cubicBezTo>
                  <a:pt x="3755" y="1668"/>
                  <a:pt x="3759" y="1663"/>
                  <a:pt x="3761" y="1659"/>
                </a:cubicBezTo>
                <a:cubicBezTo>
                  <a:pt x="3762" y="1654"/>
                  <a:pt x="3764" y="1650"/>
                  <a:pt x="3764" y="1645"/>
                </a:cubicBezTo>
                <a:lnTo>
                  <a:pt x="3764" y="1643"/>
                </a:lnTo>
                <a:lnTo>
                  <a:pt x="3764" y="1147"/>
                </a:lnTo>
                <a:cubicBezTo>
                  <a:pt x="3766" y="1077"/>
                  <a:pt x="3796" y="1012"/>
                  <a:pt x="3842" y="966"/>
                </a:cubicBezTo>
                <a:cubicBezTo>
                  <a:pt x="3888" y="920"/>
                  <a:pt x="3953" y="890"/>
                  <a:pt x="4023" y="890"/>
                </a:cubicBezTo>
                <a:cubicBezTo>
                  <a:pt x="4095" y="890"/>
                  <a:pt x="4159" y="918"/>
                  <a:pt x="4205" y="966"/>
                </a:cubicBezTo>
                <a:cubicBezTo>
                  <a:pt x="4251" y="1012"/>
                  <a:pt x="4279" y="1077"/>
                  <a:pt x="4279" y="1147"/>
                </a:cubicBezTo>
                <a:lnTo>
                  <a:pt x="4279" y="1634"/>
                </a:lnTo>
                <a:cubicBezTo>
                  <a:pt x="4279" y="1652"/>
                  <a:pt x="4286" y="1668"/>
                  <a:pt x="4298" y="1680"/>
                </a:cubicBezTo>
                <a:cubicBezTo>
                  <a:pt x="4310" y="1691"/>
                  <a:pt x="4326" y="1698"/>
                  <a:pt x="4342" y="1698"/>
                </a:cubicBezTo>
                <a:cubicBezTo>
                  <a:pt x="4360" y="1698"/>
                  <a:pt x="4376" y="1691"/>
                  <a:pt x="4386" y="1680"/>
                </a:cubicBezTo>
                <a:cubicBezTo>
                  <a:pt x="4399" y="1670"/>
                  <a:pt x="4406" y="1652"/>
                  <a:pt x="4406" y="1634"/>
                </a:cubicBezTo>
                <a:lnTo>
                  <a:pt x="4406" y="1147"/>
                </a:lnTo>
                <a:cubicBezTo>
                  <a:pt x="4413" y="936"/>
                  <a:pt x="4240" y="763"/>
                  <a:pt x="4027" y="763"/>
                </a:cubicBezTo>
                <a:close/>
                <a:moveTo>
                  <a:pt x="5294" y="901"/>
                </a:moveTo>
                <a:cubicBezTo>
                  <a:pt x="5375" y="985"/>
                  <a:pt x="5421" y="1103"/>
                  <a:pt x="5423" y="1230"/>
                </a:cubicBezTo>
                <a:cubicBezTo>
                  <a:pt x="5423" y="1356"/>
                  <a:pt x="5375" y="1472"/>
                  <a:pt x="5294" y="1559"/>
                </a:cubicBezTo>
                <a:cubicBezTo>
                  <a:pt x="5214" y="1643"/>
                  <a:pt x="5101" y="1698"/>
                  <a:pt x="4978" y="1698"/>
                </a:cubicBezTo>
                <a:cubicBezTo>
                  <a:pt x="4854" y="1698"/>
                  <a:pt x="4744" y="1644"/>
                  <a:pt x="4663" y="1559"/>
                </a:cubicBezTo>
                <a:cubicBezTo>
                  <a:pt x="4582" y="1475"/>
                  <a:pt x="4533" y="1356"/>
                  <a:pt x="4533" y="1230"/>
                </a:cubicBezTo>
                <a:cubicBezTo>
                  <a:pt x="4533" y="1103"/>
                  <a:pt x="4582" y="987"/>
                  <a:pt x="4663" y="901"/>
                </a:cubicBezTo>
                <a:cubicBezTo>
                  <a:pt x="4742" y="816"/>
                  <a:pt x="4855" y="761"/>
                  <a:pt x="4978" y="761"/>
                </a:cubicBezTo>
                <a:cubicBezTo>
                  <a:pt x="5103" y="761"/>
                  <a:pt x="5214" y="816"/>
                  <a:pt x="5294" y="901"/>
                </a:cubicBezTo>
                <a:close/>
                <a:moveTo>
                  <a:pt x="5296" y="1230"/>
                </a:moveTo>
                <a:cubicBezTo>
                  <a:pt x="5296" y="1135"/>
                  <a:pt x="5258" y="1049"/>
                  <a:pt x="5200" y="987"/>
                </a:cubicBezTo>
                <a:cubicBezTo>
                  <a:pt x="5141" y="925"/>
                  <a:pt x="5063" y="887"/>
                  <a:pt x="4978" y="887"/>
                </a:cubicBezTo>
                <a:cubicBezTo>
                  <a:pt x="4892" y="887"/>
                  <a:pt x="4813" y="925"/>
                  <a:pt x="4755" y="987"/>
                </a:cubicBezTo>
                <a:cubicBezTo>
                  <a:pt x="4696" y="1049"/>
                  <a:pt x="4659" y="1135"/>
                  <a:pt x="4659" y="1230"/>
                </a:cubicBezTo>
                <a:cubicBezTo>
                  <a:pt x="4659" y="1324"/>
                  <a:pt x="4696" y="1410"/>
                  <a:pt x="4755" y="1471"/>
                </a:cubicBezTo>
                <a:cubicBezTo>
                  <a:pt x="4813" y="1533"/>
                  <a:pt x="4892" y="1569"/>
                  <a:pt x="4978" y="1569"/>
                </a:cubicBezTo>
                <a:cubicBezTo>
                  <a:pt x="5065" y="1569"/>
                  <a:pt x="5144" y="1532"/>
                  <a:pt x="5200" y="1471"/>
                </a:cubicBezTo>
                <a:cubicBezTo>
                  <a:pt x="5259" y="1409"/>
                  <a:pt x="5296" y="1324"/>
                  <a:pt x="5296" y="1230"/>
                </a:cubicBezTo>
                <a:close/>
                <a:moveTo>
                  <a:pt x="6671" y="768"/>
                </a:moveTo>
                <a:lnTo>
                  <a:pt x="6671" y="768"/>
                </a:lnTo>
                <a:cubicBezTo>
                  <a:pt x="6669" y="768"/>
                  <a:pt x="6669" y="768"/>
                  <a:pt x="6671" y="768"/>
                </a:cubicBezTo>
                <a:cubicBezTo>
                  <a:pt x="6662" y="765"/>
                  <a:pt x="6655" y="763"/>
                  <a:pt x="6648" y="763"/>
                </a:cubicBezTo>
                <a:cubicBezTo>
                  <a:pt x="6636" y="763"/>
                  <a:pt x="6624" y="767"/>
                  <a:pt x="6613" y="774"/>
                </a:cubicBezTo>
                <a:cubicBezTo>
                  <a:pt x="6603" y="781"/>
                  <a:pt x="6593" y="790"/>
                  <a:pt x="6588" y="802"/>
                </a:cubicBezTo>
                <a:lnTo>
                  <a:pt x="6588" y="802"/>
                </a:lnTo>
                <a:lnTo>
                  <a:pt x="6345" y="1467"/>
                </a:lnTo>
                <a:lnTo>
                  <a:pt x="6158" y="1022"/>
                </a:lnTo>
                <a:lnTo>
                  <a:pt x="6158" y="1022"/>
                </a:lnTo>
                <a:cubicBezTo>
                  <a:pt x="6153" y="1010"/>
                  <a:pt x="6144" y="999"/>
                  <a:pt x="6133" y="994"/>
                </a:cubicBezTo>
                <a:cubicBezTo>
                  <a:pt x="6123" y="987"/>
                  <a:pt x="6110" y="983"/>
                  <a:pt x="6096" y="983"/>
                </a:cubicBezTo>
                <a:cubicBezTo>
                  <a:pt x="6084" y="983"/>
                  <a:pt x="6072" y="987"/>
                  <a:pt x="6061" y="994"/>
                </a:cubicBezTo>
                <a:cubicBezTo>
                  <a:pt x="6051" y="1001"/>
                  <a:pt x="6042" y="1010"/>
                  <a:pt x="6036" y="1022"/>
                </a:cubicBezTo>
                <a:lnTo>
                  <a:pt x="6036" y="1022"/>
                </a:lnTo>
                <a:lnTo>
                  <a:pt x="5848" y="1467"/>
                </a:lnTo>
                <a:lnTo>
                  <a:pt x="5603" y="802"/>
                </a:lnTo>
                <a:lnTo>
                  <a:pt x="5603" y="802"/>
                </a:lnTo>
                <a:cubicBezTo>
                  <a:pt x="5599" y="790"/>
                  <a:pt x="5591" y="779"/>
                  <a:pt x="5580" y="772"/>
                </a:cubicBezTo>
                <a:cubicBezTo>
                  <a:pt x="5569" y="765"/>
                  <a:pt x="5557" y="761"/>
                  <a:pt x="5545" y="761"/>
                </a:cubicBezTo>
                <a:cubicBezTo>
                  <a:pt x="5536" y="761"/>
                  <a:pt x="5529" y="763"/>
                  <a:pt x="5520" y="767"/>
                </a:cubicBezTo>
                <a:lnTo>
                  <a:pt x="5520" y="767"/>
                </a:lnTo>
                <a:lnTo>
                  <a:pt x="5520" y="767"/>
                </a:lnTo>
                <a:cubicBezTo>
                  <a:pt x="5497" y="777"/>
                  <a:pt x="5483" y="800"/>
                  <a:pt x="5483" y="825"/>
                </a:cubicBezTo>
                <a:cubicBezTo>
                  <a:pt x="5483" y="832"/>
                  <a:pt x="5485" y="841"/>
                  <a:pt x="5488" y="848"/>
                </a:cubicBezTo>
                <a:lnTo>
                  <a:pt x="5488" y="848"/>
                </a:lnTo>
                <a:lnTo>
                  <a:pt x="5790" y="1654"/>
                </a:lnTo>
                <a:lnTo>
                  <a:pt x="5790" y="1654"/>
                </a:lnTo>
                <a:cubicBezTo>
                  <a:pt x="5791" y="1659"/>
                  <a:pt x="5795" y="1666"/>
                  <a:pt x="5800" y="1671"/>
                </a:cubicBezTo>
                <a:cubicBezTo>
                  <a:pt x="5804" y="1675"/>
                  <a:pt x="5809" y="1679"/>
                  <a:pt x="5814" y="1682"/>
                </a:cubicBezTo>
                <a:cubicBezTo>
                  <a:pt x="5816" y="1684"/>
                  <a:pt x="5816" y="1684"/>
                  <a:pt x="5820" y="1686"/>
                </a:cubicBezTo>
                <a:cubicBezTo>
                  <a:pt x="5821" y="1687"/>
                  <a:pt x="5825" y="1687"/>
                  <a:pt x="5829" y="1689"/>
                </a:cubicBezTo>
                <a:cubicBezTo>
                  <a:pt x="5834" y="1691"/>
                  <a:pt x="5841" y="1693"/>
                  <a:pt x="5850" y="1693"/>
                </a:cubicBezTo>
                <a:cubicBezTo>
                  <a:pt x="5862" y="1693"/>
                  <a:pt x="5873" y="1689"/>
                  <a:pt x="5883" y="1682"/>
                </a:cubicBezTo>
                <a:cubicBezTo>
                  <a:pt x="5892" y="1675"/>
                  <a:pt x="5901" y="1666"/>
                  <a:pt x="5906" y="1654"/>
                </a:cubicBezTo>
                <a:lnTo>
                  <a:pt x="5906" y="1654"/>
                </a:lnTo>
                <a:lnTo>
                  <a:pt x="6096" y="1200"/>
                </a:lnTo>
                <a:lnTo>
                  <a:pt x="6287" y="1652"/>
                </a:lnTo>
                <a:lnTo>
                  <a:pt x="6287" y="1652"/>
                </a:lnTo>
                <a:cubicBezTo>
                  <a:pt x="6290" y="1664"/>
                  <a:pt x="6299" y="1673"/>
                  <a:pt x="6308" y="1680"/>
                </a:cubicBezTo>
                <a:cubicBezTo>
                  <a:pt x="6317" y="1687"/>
                  <a:pt x="6327" y="1693"/>
                  <a:pt x="6340" y="1693"/>
                </a:cubicBezTo>
                <a:lnTo>
                  <a:pt x="6348" y="1693"/>
                </a:lnTo>
                <a:cubicBezTo>
                  <a:pt x="6355" y="1693"/>
                  <a:pt x="6364" y="1691"/>
                  <a:pt x="6370" y="1689"/>
                </a:cubicBezTo>
                <a:cubicBezTo>
                  <a:pt x="6377" y="1687"/>
                  <a:pt x="6382" y="1684"/>
                  <a:pt x="6385" y="1680"/>
                </a:cubicBezTo>
                <a:cubicBezTo>
                  <a:pt x="6396" y="1673"/>
                  <a:pt x="6403" y="1661"/>
                  <a:pt x="6408" y="1650"/>
                </a:cubicBezTo>
                <a:lnTo>
                  <a:pt x="6408" y="1650"/>
                </a:lnTo>
                <a:lnTo>
                  <a:pt x="6708" y="848"/>
                </a:lnTo>
                <a:cubicBezTo>
                  <a:pt x="6711" y="841"/>
                  <a:pt x="6713" y="832"/>
                  <a:pt x="6713" y="825"/>
                </a:cubicBezTo>
                <a:cubicBezTo>
                  <a:pt x="6708" y="802"/>
                  <a:pt x="6694" y="779"/>
                  <a:pt x="6671" y="768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13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03">
  <p:cSld name="Data Cloud_1_1_3_1">
    <p:bg>
      <p:bgPr>
        <a:solidFill>
          <a:schemeClr val="accent1"/>
        </a:soli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0" name="Google Shape;160;p17"/>
          <p:cNvGrpSpPr/>
          <p:nvPr/>
        </p:nvGrpSpPr>
        <p:grpSpPr>
          <a:xfrm rot="-5400000">
            <a:off x="5223451" y="1196298"/>
            <a:ext cx="5164226" cy="2747927"/>
            <a:chOff x="1155183" y="3814094"/>
            <a:chExt cx="3118306" cy="1659276"/>
          </a:xfrm>
        </p:grpSpPr>
        <p:pic>
          <p:nvPicPr>
            <p:cNvPr id="161" name="Google Shape;161;p17"/>
            <p:cNvPicPr preferRelativeResize="0"/>
            <p:nvPr/>
          </p:nvPicPr>
          <p:blipFill rotWithShape="1">
            <a:blip r:embed="rId2">
              <a:alphaModFix/>
            </a:blip>
            <a:srcRect b="10228" l="37919" r="0" t="24706"/>
            <a:stretch/>
          </p:blipFill>
          <p:spPr>
            <a:xfrm>
              <a:off x="1155183" y="3814094"/>
              <a:ext cx="1891297" cy="165213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2" name="Google Shape;162;p17"/>
            <p:cNvPicPr preferRelativeResize="0"/>
            <p:nvPr/>
          </p:nvPicPr>
          <p:blipFill rotWithShape="1">
            <a:blip r:embed="rId3">
              <a:alphaModFix/>
            </a:blip>
            <a:srcRect b="9950" l="0" r="59873" t="25270"/>
            <a:stretch/>
          </p:blipFill>
          <p:spPr>
            <a:xfrm>
              <a:off x="3051053" y="3828390"/>
              <a:ext cx="1222436" cy="164498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63" name="Google Shape;163;p17"/>
          <p:cNvSpPr/>
          <p:nvPr/>
        </p:nvSpPr>
        <p:spPr>
          <a:xfrm>
            <a:off x="456932" y="4898925"/>
            <a:ext cx="16359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© </a:t>
            </a:r>
            <a:r>
              <a:rPr lang="en" sz="600">
                <a:solidFill>
                  <a:schemeClr val="dk1"/>
                </a:solidFill>
              </a:rPr>
              <a:t>2026</a:t>
            </a:r>
            <a:r>
              <a:rPr b="0" i="0" lang="en" sz="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 Snowflake Inc. All Rights Reserved</a:t>
            </a:r>
            <a:endParaRPr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17"/>
          <p:cNvSpPr txBox="1"/>
          <p:nvPr>
            <p:ph type="title"/>
          </p:nvPr>
        </p:nvSpPr>
        <p:spPr>
          <a:xfrm>
            <a:off x="366600" y="1188725"/>
            <a:ext cx="7408800" cy="1920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None/>
              <a:defRPr sz="4400"/>
            </a:lvl1pPr>
            <a:lvl2pPr lvl="1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 Black"/>
              <a:buNone/>
              <a:defRPr b="0" sz="1800">
                <a:latin typeface="Arial Black"/>
                <a:ea typeface="Arial Black"/>
                <a:cs typeface="Arial Black"/>
                <a:sym typeface="Arial Black"/>
              </a:defRPr>
            </a:lvl2pPr>
            <a:lvl3pPr lvl="2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 Black"/>
              <a:buNone/>
              <a:defRPr b="0" sz="1800">
                <a:latin typeface="Arial Black"/>
                <a:ea typeface="Arial Black"/>
                <a:cs typeface="Arial Black"/>
                <a:sym typeface="Arial Black"/>
              </a:defRPr>
            </a:lvl3pPr>
            <a:lvl4pPr lvl="3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 Black"/>
              <a:buNone/>
              <a:defRPr b="0" sz="1800">
                <a:latin typeface="Arial Black"/>
                <a:ea typeface="Arial Black"/>
                <a:cs typeface="Arial Black"/>
                <a:sym typeface="Arial Black"/>
              </a:defRPr>
            </a:lvl4pPr>
            <a:lvl5pPr lvl="4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 Black"/>
              <a:buNone/>
              <a:defRPr b="0" sz="1800">
                <a:latin typeface="Arial Black"/>
                <a:ea typeface="Arial Black"/>
                <a:cs typeface="Arial Black"/>
                <a:sym typeface="Arial Black"/>
              </a:defRPr>
            </a:lvl5pPr>
            <a:lvl6pPr lvl="5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 Black"/>
              <a:buNone/>
              <a:defRPr b="0" sz="1800">
                <a:latin typeface="Arial Black"/>
                <a:ea typeface="Arial Black"/>
                <a:cs typeface="Arial Black"/>
                <a:sym typeface="Arial Black"/>
              </a:defRPr>
            </a:lvl6pPr>
            <a:lvl7pPr lvl="6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 Black"/>
              <a:buNone/>
              <a:defRPr b="0" sz="1800">
                <a:latin typeface="Arial Black"/>
                <a:ea typeface="Arial Black"/>
                <a:cs typeface="Arial Black"/>
                <a:sym typeface="Arial Black"/>
              </a:defRPr>
            </a:lvl7pPr>
            <a:lvl8pPr lvl="7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 Black"/>
              <a:buNone/>
              <a:defRPr b="0" sz="1800">
                <a:latin typeface="Arial Black"/>
                <a:ea typeface="Arial Black"/>
                <a:cs typeface="Arial Black"/>
                <a:sym typeface="Arial Black"/>
              </a:defRPr>
            </a:lvl8pPr>
            <a:lvl9pPr lvl="8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 Black"/>
              <a:buNone/>
              <a:defRPr b="0" sz="1800">
                <a:latin typeface="Arial Black"/>
                <a:ea typeface="Arial Black"/>
                <a:cs typeface="Arial Black"/>
                <a:sym typeface="Arial Black"/>
              </a:defRPr>
            </a:lvl9pPr>
          </a:lstStyle>
          <a:p/>
        </p:txBody>
      </p:sp>
      <p:sp>
        <p:nvSpPr>
          <p:cNvPr id="165" name="Google Shape;165;p17"/>
          <p:cNvSpPr txBox="1"/>
          <p:nvPr>
            <p:ph idx="2" type="title"/>
          </p:nvPr>
        </p:nvSpPr>
        <p:spPr>
          <a:xfrm>
            <a:off x="366600" y="3160438"/>
            <a:ext cx="5394900" cy="44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i="0" sz="1800" u="none" cap="none" strike="noStrike">
                <a:solidFill>
                  <a:schemeClr val="dk1"/>
                </a:solidFill>
              </a:defRPr>
            </a:lvl1pPr>
            <a:lvl2pPr lvl="1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2pPr>
            <a:lvl3pPr lvl="2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3pPr>
            <a:lvl4pPr lvl="3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4pPr>
            <a:lvl5pPr lvl="4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5pPr>
            <a:lvl6pPr lvl="5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6pPr>
            <a:lvl7pPr lvl="6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7pPr>
            <a:lvl8pPr lvl="7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8pPr>
            <a:lvl9pPr lvl="8" rtl="0">
              <a:lnSpc>
                <a:spcPct val="105000"/>
              </a:lnSpc>
              <a:spcBef>
                <a:spcPts val="1000"/>
              </a:spcBef>
              <a:spcAft>
                <a:spcPts val="100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6" name="Google Shape;166;p17"/>
          <p:cNvSpPr txBox="1"/>
          <p:nvPr>
            <p:ph idx="3" type="title"/>
          </p:nvPr>
        </p:nvSpPr>
        <p:spPr>
          <a:xfrm>
            <a:off x="366600" y="4359693"/>
            <a:ext cx="4205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i="0" sz="1400" u="none" cap="none" strike="noStrike">
                <a:solidFill>
                  <a:schemeClr val="dk1"/>
                </a:solidFill>
              </a:defRPr>
            </a:lvl1pPr>
            <a:lvl2pPr lvl="1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2pPr>
            <a:lvl3pPr lvl="2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3pPr>
            <a:lvl4pPr lvl="3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4pPr>
            <a:lvl5pPr lvl="4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5pPr>
            <a:lvl6pPr lvl="5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6pPr>
            <a:lvl7pPr lvl="6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7pPr>
            <a:lvl8pPr lvl="7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8pPr>
            <a:lvl9pPr lvl="8" rtl="0">
              <a:lnSpc>
                <a:spcPct val="105000"/>
              </a:lnSpc>
              <a:spcBef>
                <a:spcPts val="1000"/>
              </a:spcBef>
              <a:spcAft>
                <a:spcPts val="100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7" name="Google Shape;167;p17"/>
          <p:cNvSpPr/>
          <p:nvPr/>
        </p:nvSpPr>
        <p:spPr>
          <a:xfrm>
            <a:off x="457200" y="548640"/>
            <a:ext cx="1828808" cy="418012"/>
          </a:xfrm>
          <a:custGeom>
            <a:rect b="b" l="l" r="r" t="t"/>
            <a:pathLst>
              <a:path extrusionOk="0" h="2451" w="10771">
                <a:moveTo>
                  <a:pt x="10625" y="726"/>
                </a:moveTo>
                <a:lnTo>
                  <a:pt x="10597" y="726"/>
                </a:lnTo>
                <a:lnTo>
                  <a:pt x="10597" y="761"/>
                </a:lnTo>
                <a:lnTo>
                  <a:pt x="10625" y="761"/>
                </a:lnTo>
                <a:cubicBezTo>
                  <a:pt x="10638" y="761"/>
                  <a:pt x="10646" y="756"/>
                  <a:pt x="10646" y="744"/>
                </a:cubicBezTo>
                <a:cubicBezTo>
                  <a:pt x="10646" y="731"/>
                  <a:pt x="10639" y="726"/>
                  <a:pt x="10625" y="726"/>
                </a:cubicBezTo>
                <a:close/>
                <a:moveTo>
                  <a:pt x="10562" y="693"/>
                </a:moveTo>
                <a:lnTo>
                  <a:pt x="10625" y="693"/>
                </a:lnTo>
                <a:cubicBezTo>
                  <a:pt x="10660" y="693"/>
                  <a:pt x="10683" y="712"/>
                  <a:pt x="10683" y="742"/>
                </a:cubicBezTo>
                <a:cubicBezTo>
                  <a:pt x="10683" y="760"/>
                  <a:pt x="10675" y="774"/>
                  <a:pt x="10660" y="783"/>
                </a:cubicBezTo>
                <a:lnTo>
                  <a:pt x="10685" y="820"/>
                </a:lnTo>
                <a:lnTo>
                  <a:pt x="10685" y="827"/>
                </a:lnTo>
                <a:lnTo>
                  <a:pt x="10648" y="827"/>
                </a:lnTo>
                <a:lnTo>
                  <a:pt x="10623" y="791"/>
                </a:lnTo>
                <a:lnTo>
                  <a:pt x="10595" y="791"/>
                </a:lnTo>
                <a:lnTo>
                  <a:pt x="10595" y="827"/>
                </a:lnTo>
                <a:lnTo>
                  <a:pt x="10560" y="827"/>
                </a:lnTo>
                <a:lnTo>
                  <a:pt x="10560" y="693"/>
                </a:lnTo>
                <a:lnTo>
                  <a:pt x="10562" y="693"/>
                </a:lnTo>
                <a:close/>
                <a:moveTo>
                  <a:pt x="10742" y="761"/>
                </a:moveTo>
                <a:cubicBezTo>
                  <a:pt x="10742" y="691"/>
                  <a:pt x="10694" y="636"/>
                  <a:pt x="10622" y="636"/>
                </a:cubicBezTo>
                <a:cubicBezTo>
                  <a:pt x="10551" y="636"/>
                  <a:pt x="10504" y="687"/>
                  <a:pt x="10504" y="761"/>
                </a:cubicBezTo>
                <a:cubicBezTo>
                  <a:pt x="10504" y="832"/>
                  <a:pt x="10551" y="887"/>
                  <a:pt x="10622" y="887"/>
                </a:cubicBezTo>
                <a:cubicBezTo>
                  <a:pt x="10694" y="888"/>
                  <a:pt x="10742" y="834"/>
                  <a:pt x="10742" y="761"/>
                </a:cubicBezTo>
                <a:close/>
                <a:moveTo>
                  <a:pt x="10770" y="761"/>
                </a:moveTo>
                <a:cubicBezTo>
                  <a:pt x="10770" y="846"/>
                  <a:pt x="10713" y="915"/>
                  <a:pt x="10620" y="915"/>
                </a:cubicBezTo>
                <a:cubicBezTo>
                  <a:pt x="10527" y="915"/>
                  <a:pt x="10472" y="844"/>
                  <a:pt x="10472" y="761"/>
                </a:cubicBezTo>
                <a:cubicBezTo>
                  <a:pt x="10472" y="677"/>
                  <a:pt x="10527" y="608"/>
                  <a:pt x="10620" y="608"/>
                </a:cubicBezTo>
                <a:cubicBezTo>
                  <a:pt x="10715" y="608"/>
                  <a:pt x="10770" y="679"/>
                  <a:pt x="10770" y="761"/>
                </a:cubicBezTo>
                <a:close/>
                <a:moveTo>
                  <a:pt x="2384" y="1061"/>
                </a:moveTo>
                <a:lnTo>
                  <a:pt x="2095" y="1228"/>
                </a:lnTo>
                <a:lnTo>
                  <a:pt x="2384" y="1395"/>
                </a:lnTo>
                <a:cubicBezTo>
                  <a:pt x="2457" y="1437"/>
                  <a:pt x="2483" y="1530"/>
                  <a:pt x="2441" y="1603"/>
                </a:cubicBezTo>
                <a:cubicBezTo>
                  <a:pt x="2398" y="1675"/>
                  <a:pt x="2305" y="1700"/>
                  <a:pt x="2233" y="1659"/>
                </a:cubicBezTo>
                <a:lnTo>
                  <a:pt x="1717" y="1361"/>
                </a:lnTo>
                <a:cubicBezTo>
                  <a:pt x="1681" y="1342"/>
                  <a:pt x="1658" y="1310"/>
                  <a:pt x="1648" y="1275"/>
                </a:cubicBezTo>
                <a:cubicBezTo>
                  <a:pt x="1642" y="1259"/>
                  <a:pt x="1641" y="1242"/>
                  <a:pt x="1641" y="1227"/>
                </a:cubicBezTo>
                <a:cubicBezTo>
                  <a:pt x="1641" y="1214"/>
                  <a:pt x="1642" y="1202"/>
                  <a:pt x="1646" y="1191"/>
                </a:cubicBezTo>
                <a:cubicBezTo>
                  <a:pt x="1657" y="1154"/>
                  <a:pt x="1681" y="1121"/>
                  <a:pt x="1717" y="1100"/>
                </a:cubicBezTo>
                <a:lnTo>
                  <a:pt x="2233" y="802"/>
                </a:lnTo>
                <a:cubicBezTo>
                  <a:pt x="2305" y="760"/>
                  <a:pt x="2398" y="784"/>
                  <a:pt x="2441" y="858"/>
                </a:cubicBezTo>
                <a:cubicBezTo>
                  <a:pt x="2483" y="925"/>
                  <a:pt x="2457" y="1019"/>
                  <a:pt x="2384" y="1061"/>
                </a:cubicBezTo>
                <a:close/>
                <a:moveTo>
                  <a:pt x="2111" y="1869"/>
                </a:moveTo>
                <a:lnTo>
                  <a:pt x="1595" y="1571"/>
                </a:lnTo>
                <a:cubicBezTo>
                  <a:pt x="1567" y="1555"/>
                  <a:pt x="1537" y="1548"/>
                  <a:pt x="1507" y="1552"/>
                </a:cubicBezTo>
                <a:cubicBezTo>
                  <a:pt x="1428" y="1557"/>
                  <a:pt x="1366" y="1624"/>
                  <a:pt x="1366" y="1703"/>
                </a:cubicBezTo>
                <a:lnTo>
                  <a:pt x="1366" y="2299"/>
                </a:lnTo>
                <a:cubicBezTo>
                  <a:pt x="1366" y="2383"/>
                  <a:pt x="1435" y="2450"/>
                  <a:pt x="1517" y="2450"/>
                </a:cubicBezTo>
                <a:cubicBezTo>
                  <a:pt x="1602" y="2450"/>
                  <a:pt x="1669" y="2382"/>
                  <a:pt x="1669" y="2299"/>
                </a:cubicBezTo>
                <a:lnTo>
                  <a:pt x="1669" y="1964"/>
                </a:lnTo>
                <a:lnTo>
                  <a:pt x="1958" y="2131"/>
                </a:lnTo>
                <a:cubicBezTo>
                  <a:pt x="2030" y="2174"/>
                  <a:pt x="2124" y="2149"/>
                  <a:pt x="2166" y="2077"/>
                </a:cubicBezTo>
                <a:cubicBezTo>
                  <a:pt x="2208" y="2005"/>
                  <a:pt x="2183" y="1911"/>
                  <a:pt x="2111" y="1869"/>
                </a:cubicBezTo>
                <a:close/>
                <a:moveTo>
                  <a:pt x="1514" y="1284"/>
                </a:moveTo>
                <a:lnTo>
                  <a:pt x="1299" y="1499"/>
                </a:lnTo>
                <a:cubicBezTo>
                  <a:pt x="1294" y="1506"/>
                  <a:pt x="1281" y="1511"/>
                  <a:pt x="1272" y="1511"/>
                </a:cubicBezTo>
                <a:lnTo>
                  <a:pt x="1257" y="1511"/>
                </a:lnTo>
                <a:lnTo>
                  <a:pt x="1225" y="1511"/>
                </a:lnTo>
                <a:lnTo>
                  <a:pt x="1209" y="1511"/>
                </a:lnTo>
                <a:cubicBezTo>
                  <a:pt x="1200" y="1511"/>
                  <a:pt x="1188" y="1506"/>
                  <a:pt x="1183" y="1499"/>
                </a:cubicBezTo>
                <a:lnTo>
                  <a:pt x="968" y="1284"/>
                </a:lnTo>
                <a:cubicBezTo>
                  <a:pt x="962" y="1279"/>
                  <a:pt x="957" y="1266"/>
                  <a:pt x="957" y="1257"/>
                </a:cubicBezTo>
                <a:lnTo>
                  <a:pt x="957" y="1243"/>
                </a:lnTo>
                <a:lnTo>
                  <a:pt x="957" y="1211"/>
                </a:lnTo>
                <a:lnTo>
                  <a:pt x="957" y="1195"/>
                </a:lnTo>
                <a:cubicBezTo>
                  <a:pt x="957" y="1186"/>
                  <a:pt x="962" y="1174"/>
                  <a:pt x="968" y="1168"/>
                </a:cubicBezTo>
                <a:lnTo>
                  <a:pt x="1183" y="954"/>
                </a:lnTo>
                <a:cubicBezTo>
                  <a:pt x="1190" y="946"/>
                  <a:pt x="1200" y="943"/>
                  <a:pt x="1209" y="943"/>
                </a:cubicBezTo>
                <a:lnTo>
                  <a:pt x="1225" y="943"/>
                </a:lnTo>
                <a:lnTo>
                  <a:pt x="1257" y="943"/>
                </a:lnTo>
                <a:lnTo>
                  <a:pt x="1272" y="943"/>
                </a:lnTo>
                <a:cubicBezTo>
                  <a:pt x="1281" y="943"/>
                  <a:pt x="1294" y="948"/>
                  <a:pt x="1299" y="954"/>
                </a:cubicBezTo>
                <a:lnTo>
                  <a:pt x="1514" y="1168"/>
                </a:lnTo>
                <a:cubicBezTo>
                  <a:pt x="1519" y="1174"/>
                  <a:pt x="1524" y="1186"/>
                  <a:pt x="1524" y="1195"/>
                </a:cubicBezTo>
                <a:lnTo>
                  <a:pt x="1524" y="1211"/>
                </a:lnTo>
                <a:lnTo>
                  <a:pt x="1524" y="1243"/>
                </a:lnTo>
                <a:lnTo>
                  <a:pt x="1524" y="1257"/>
                </a:lnTo>
                <a:cubicBezTo>
                  <a:pt x="1526" y="1266"/>
                  <a:pt x="1521" y="1279"/>
                  <a:pt x="1514" y="1284"/>
                </a:cubicBezTo>
                <a:close/>
                <a:moveTo>
                  <a:pt x="1343" y="1227"/>
                </a:moveTo>
                <a:cubicBezTo>
                  <a:pt x="1343" y="1218"/>
                  <a:pt x="1338" y="1205"/>
                  <a:pt x="1332" y="1200"/>
                </a:cubicBezTo>
                <a:lnTo>
                  <a:pt x="1271" y="1139"/>
                </a:lnTo>
                <a:cubicBezTo>
                  <a:pt x="1265" y="1133"/>
                  <a:pt x="1253" y="1128"/>
                  <a:pt x="1244" y="1128"/>
                </a:cubicBezTo>
                <a:lnTo>
                  <a:pt x="1242" y="1128"/>
                </a:lnTo>
                <a:cubicBezTo>
                  <a:pt x="1234" y="1128"/>
                  <a:pt x="1221" y="1133"/>
                  <a:pt x="1216" y="1139"/>
                </a:cubicBezTo>
                <a:lnTo>
                  <a:pt x="1154" y="1200"/>
                </a:lnTo>
                <a:cubicBezTo>
                  <a:pt x="1147" y="1207"/>
                  <a:pt x="1144" y="1220"/>
                  <a:pt x="1144" y="1227"/>
                </a:cubicBezTo>
                <a:lnTo>
                  <a:pt x="1144" y="1228"/>
                </a:lnTo>
                <a:cubicBezTo>
                  <a:pt x="1144" y="1237"/>
                  <a:pt x="1149" y="1249"/>
                  <a:pt x="1154" y="1254"/>
                </a:cubicBezTo>
                <a:lnTo>
                  <a:pt x="1216" y="1316"/>
                </a:lnTo>
                <a:cubicBezTo>
                  <a:pt x="1221" y="1321"/>
                  <a:pt x="1234" y="1326"/>
                  <a:pt x="1242" y="1326"/>
                </a:cubicBezTo>
                <a:lnTo>
                  <a:pt x="1244" y="1326"/>
                </a:lnTo>
                <a:cubicBezTo>
                  <a:pt x="1253" y="1326"/>
                  <a:pt x="1265" y="1321"/>
                  <a:pt x="1271" y="1316"/>
                </a:cubicBezTo>
                <a:lnTo>
                  <a:pt x="1332" y="1254"/>
                </a:lnTo>
                <a:cubicBezTo>
                  <a:pt x="1338" y="1247"/>
                  <a:pt x="1343" y="1237"/>
                  <a:pt x="1343" y="1228"/>
                </a:cubicBezTo>
                <a:lnTo>
                  <a:pt x="1343" y="1227"/>
                </a:lnTo>
                <a:close/>
                <a:moveTo>
                  <a:pt x="370" y="583"/>
                </a:moveTo>
                <a:lnTo>
                  <a:pt x="887" y="881"/>
                </a:lnTo>
                <a:cubicBezTo>
                  <a:pt x="915" y="897"/>
                  <a:pt x="945" y="904"/>
                  <a:pt x="975" y="901"/>
                </a:cubicBezTo>
                <a:cubicBezTo>
                  <a:pt x="1054" y="895"/>
                  <a:pt x="1116" y="828"/>
                  <a:pt x="1116" y="749"/>
                </a:cubicBezTo>
                <a:lnTo>
                  <a:pt x="1116" y="152"/>
                </a:lnTo>
                <a:cubicBezTo>
                  <a:pt x="1116" y="67"/>
                  <a:pt x="1047" y="0"/>
                  <a:pt x="964" y="0"/>
                </a:cubicBezTo>
                <a:cubicBezTo>
                  <a:pt x="879" y="0"/>
                  <a:pt x="812" y="69"/>
                  <a:pt x="812" y="152"/>
                </a:cubicBezTo>
                <a:lnTo>
                  <a:pt x="812" y="487"/>
                </a:lnTo>
                <a:lnTo>
                  <a:pt x="523" y="319"/>
                </a:lnTo>
                <a:cubicBezTo>
                  <a:pt x="451" y="277"/>
                  <a:pt x="358" y="302"/>
                  <a:pt x="316" y="376"/>
                </a:cubicBezTo>
                <a:cubicBezTo>
                  <a:pt x="273" y="450"/>
                  <a:pt x="298" y="543"/>
                  <a:pt x="370" y="583"/>
                </a:cubicBezTo>
                <a:close/>
                <a:moveTo>
                  <a:pt x="1505" y="902"/>
                </a:moveTo>
                <a:cubicBezTo>
                  <a:pt x="1535" y="904"/>
                  <a:pt x="1565" y="899"/>
                  <a:pt x="1593" y="883"/>
                </a:cubicBezTo>
                <a:lnTo>
                  <a:pt x="2109" y="585"/>
                </a:lnTo>
                <a:cubicBezTo>
                  <a:pt x="2182" y="543"/>
                  <a:pt x="2206" y="450"/>
                  <a:pt x="2166" y="377"/>
                </a:cubicBezTo>
                <a:cubicBezTo>
                  <a:pt x="2124" y="305"/>
                  <a:pt x="2030" y="280"/>
                  <a:pt x="1958" y="321"/>
                </a:cubicBezTo>
                <a:lnTo>
                  <a:pt x="1669" y="488"/>
                </a:lnTo>
                <a:lnTo>
                  <a:pt x="1669" y="153"/>
                </a:lnTo>
                <a:cubicBezTo>
                  <a:pt x="1669" y="69"/>
                  <a:pt x="1600" y="2"/>
                  <a:pt x="1517" y="2"/>
                </a:cubicBezTo>
                <a:cubicBezTo>
                  <a:pt x="1433" y="2"/>
                  <a:pt x="1366" y="71"/>
                  <a:pt x="1366" y="153"/>
                </a:cubicBezTo>
                <a:lnTo>
                  <a:pt x="1366" y="751"/>
                </a:lnTo>
                <a:cubicBezTo>
                  <a:pt x="1366" y="830"/>
                  <a:pt x="1428" y="897"/>
                  <a:pt x="1505" y="902"/>
                </a:cubicBezTo>
                <a:close/>
                <a:moveTo>
                  <a:pt x="976" y="1550"/>
                </a:moveTo>
                <a:cubicBezTo>
                  <a:pt x="946" y="1548"/>
                  <a:pt x="916" y="1553"/>
                  <a:pt x="888" y="1569"/>
                </a:cubicBezTo>
                <a:lnTo>
                  <a:pt x="372" y="1867"/>
                </a:lnTo>
                <a:cubicBezTo>
                  <a:pt x="300" y="1909"/>
                  <a:pt x="275" y="2003"/>
                  <a:pt x="316" y="2075"/>
                </a:cubicBezTo>
                <a:cubicBezTo>
                  <a:pt x="358" y="2147"/>
                  <a:pt x="451" y="2172"/>
                  <a:pt x="523" y="2130"/>
                </a:cubicBezTo>
                <a:lnTo>
                  <a:pt x="812" y="1962"/>
                </a:lnTo>
                <a:lnTo>
                  <a:pt x="812" y="2297"/>
                </a:lnTo>
                <a:cubicBezTo>
                  <a:pt x="812" y="2382"/>
                  <a:pt x="881" y="2449"/>
                  <a:pt x="964" y="2449"/>
                </a:cubicBezTo>
                <a:cubicBezTo>
                  <a:pt x="1049" y="2449"/>
                  <a:pt x="1116" y="2380"/>
                  <a:pt x="1116" y="2297"/>
                </a:cubicBezTo>
                <a:lnTo>
                  <a:pt x="1116" y="1700"/>
                </a:lnTo>
                <a:cubicBezTo>
                  <a:pt x="1117" y="1622"/>
                  <a:pt x="1056" y="1557"/>
                  <a:pt x="976" y="1550"/>
                </a:cubicBezTo>
                <a:close/>
                <a:moveTo>
                  <a:pt x="835" y="1271"/>
                </a:moveTo>
                <a:cubicBezTo>
                  <a:pt x="841" y="1256"/>
                  <a:pt x="842" y="1239"/>
                  <a:pt x="842" y="1223"/>
                </a:cubicBezTo>
                <a:cubicBezTo>
                  <a:pt x="842" y="1211"/>
                  <a:pt x="841" y="1198"/>
                  <a:pt x="837" y="1188"/>
                </a:cubicBezTo>
                <a:cubicBezTo>
                  <a:pt x="827" y="1151"/>
                  <a:pt x="802" y="1117"/>
                  <a:pt x="767" y="1096"/>
                </a:cubicBezTo>
                <a:lnTo>
                  <a:pt x="250" y="797"/>
                </a:lnTo>
                <a:cubicBezTo>
                  <a:pt x="178" y="754"/>
                  <a:pt x="85" y="779"/>
                  <a:pt x="42" y="853"/>
                </a:cubicBezTo>
                <a:cubicBezTo>
                  <a:pt x="0" y="925"/>
                  <a:pt x="25" y="1019"/>
                  <a:pt x="99" y="1061"/>
                </a:cubicBezTo>
                <a:lnTo>
                  <a:pt x="388" y="1228"/>
                </a:lnTo>
                <a:lnTo>
                  <a:pt x="99" y="1395"/>
                </a:lnTo>
                <a:cubicBezTo>
                  <a:pt x="27" y="1437"/>
                  <a:pt x="2" y="1530"/>
                  <a:pt x="42" y="1603"/>
                </a:cubicBezTo>
                <a:cubicBezTo>
                  <a:pt x="85" y="1675"/>
                  <a:pt x="178" y="1700"/>
                  <a:pt x="250" y="1659"/>
                </a:cubicBezTo>
                <a:lnTo>
                  <a:pt x="767" y="1361"/>
                </a:lnTo>
                <a:cubicBezTo>
                  <a:pt x="802" y="1338"/>
                  <a:pt x="825" y="1307"/>
                  <a:pt x="835" y="1271"/>
                </a:cubicBezTo>
                <a:close/>
                <a:moveTo>
                  <a:pt x="7251" y="379"/>
                </a:moveTo>
                <a:lnTo>
                  <a:pt x="7237" y="379"/>
                </a:lnTo>
                <a:cubicBezTo>
                  <a:pt x="7235" y="379"/>
                  <a:pt x="7233" y="379"/>
                  <a:pt x="7231" y="379"/>
                </a:cubicBezTo>
                <a:cubicBezTo>
                  <a:pt x="7229" y="379"/>
                  <a:pt x="7228" y="379"/>
                  <a:pt x="7226" y="379"/>
                </a:cubicBezTo>
                <a:cubicBezTo>
                  <a:pt x="7189" y="379"/>
                  <a:pt x="7154" y="383"/>
                  <a:pt x="7120" y="395"/>
                </a:cubicBezTo>
                <a:cubicBezTo>
                  <a:pt x="7087" y="405"/>
                  <a:pt x="7057" y="423"/>
                  <a:pt x="7034" y="451"/>
                </a:cubicBezTo>
                <a:lnTo>
                  <a:pt x="7034" y="451"/>
                </a:lnTo>
                <a:lnTo>
                  <a:pt x="7034" y="451"/>
                </a:lnTo>
                <a:lnTo>
                  <a:pt x="7034" y="451"/>
                </a:lnTo>
                <a:cubicBezTo>
                  <a:pt x="7009" y="478"/>
                  <a:pt x="6993" y="511"/>
                  <a:pt x="6985" y="546"/>
                </a:cubicBezTo>
                <a:cubicBezTo>
                  <a:pt x="6974" y="583"/>
                  <a:pt x="6970" y="624"/>
                  <a:pt x="6970" y="672"/>
                </a:cubicBezTo>
                <a:lnTo>
                  <a:pt x="6970" y="763"/>
                </a:lnTo>
                <a:lnTo>
                  <a:pt x="6870" y="763"/>
                </a:lnTo>
                <a:cubicBezTo>
                  <a:pt x="6835" y="763"/>
                  <a:pt x="6807" y="791"/>
                  <a:pt x="6807" y="825"/>
                </a:cubicBezTo>
                <a:cubicBezTo>
                  <a:pt x="6807" y="842"/>
                  <a:pt x="6814" y="860"/>
                  <a:pt x="6824" y="872"/>
                </a:cubicBezTo>
                <a:cubicBezTo>
                  <a:pt x="6836" y="885"/>
                  <a:pt x="6852" y="892"/>
                  <a:pt x="6870" y="894"/>
                </a:cubicBezTo>
                <a:lnTo>
                  <a:pt x="6970" y="894"/>
                </a:lnTo>
                <a:lnTo>
                  <a:pt x="6970" y="1634"/>
                </a:lnTo>
                <a:lnTo>
                  <a:pt x="6970" y="1636"/>
                </a:lnTo>
                <a:cubicBezTo>
                  <a:pt x="6970" y="1654"/>
                  <a:pt x="6977" y="1670"/>
                  <a:pt x="6990" y="1682"/>
                </a:cubicBezTo>
                <a:cubicBezTo>
                  <a:pt x="7002" y="1693"/>
                  <a:pt x="7018" y="1700"/>
                  <a:pt x="7036" y="1700"/>
                </a:cubicBezTo>
                <a:cubicBezTo>
                  <a:pt x="7069" y="1700"/>
                  <a:pt x="7097" y="1671"/>
                  <a:pt x="7097" y="1636"/>
                </a:cubicBezTo>
                <a:lnTo>
                  <a:pt x="7097" y="894"/>
                </a:lnTo>
                <a:lnTo>
                  <a:pt x="7205" y="894"/>
                </a:lnTo>
                <a:cubicBezTo>
                  <a:pt x="7222" y="892"/>
                  <a:pt x="7238" y="885"/>
                  <a:pt x="7251" y="874"/>
                </a:cubicBezTo>
                <a:cubicBezTo>
                  <a:pt x="7263" y="862"/>
                  <a:pt x="7270" y="846"/>
                  <a:pt x="7270" y="828"/>
                </a:cubicBezTo>
                <a:lnTo>
                  <a:pt x="7270" y="827"/>
                </a:lnTo>
                <a:cubicBezTo>
                  <a:pt x="7270" y="793"/>
                  <a:pt x="7242" y="765"/>
                  <a:pt x="7207" y="765"/>
                </a:cubicBezTo>
                <a:lnTo>
                  <a:pt x="7097" y="765"/>
                </a:lnTo>
                <a:lnTo>
                  <a:pt x="7097" y="673"/>
                </a:lnTo>
                <a:cubicBezTo>
                  <a:pt x="7097" y="633"/>
                  <a:pt x="7103" y="603"/>
                  <a:pt x="7108" y="582"/>
                </a:cubicBezTo>
                <a:cubicBezTo>
                  <a:pt x="7113" y="561"/>
                  <a:pt x="7122" y="546"/>
                  <a:pt x="7129" y="538"/>
                </a:cubicBezTo>
                <a:cubicBezTo>
                  <a:pt x="7136" y="531"/>
                  <a:pt x="7145" y="524"/>
                  <a:pt x="7161" y="518"/>
                </a:cubicBezTo>
                <a:cubicBezTo>
                  <a:pt x="7177" y="513"/>
                  <a:pt x="7196" y="509"/>
                  <a:pt x="7224" y="509"/>
                </a:cubicBezTo>
                <a:lnTo>
                  <a:pt x="7228" y="509"/>
                </a:lnTo>
                <a:cubicBezTo>
                  <a:pt x="7229" y="509"/>
                  <a:pt x="7231" y="509"/>
                  <a:pt x="7233" y="509"/>
                </a:cubicBezTo>
                <a:cubicBezTo>
                  <a:pt x="7235" y="509"/>
                  <a:pt x="7237" y="509"/>
                  <a:pt x="7238" y="509"/>
                </a:cubicBezTo>
                <a:lnTo>
                  <a:pt x="7247" y="509"/>
                </a:lnTo>
                <a:lnTo>
                  <a:pt x="7252" y="509"/>
                </a:lnTo>
                <a:cubicBezTo>
                  <a:pt x="7288" y="509"/>
                  <a:pt x="7318" y="481"/>
                  <a:pt x="7318" y="444"/>
                </a:cubicBezTo>
                <a:cubicBezTo>
                  <a:pt x="7314" y="409"/>
                  <a:pt x="7286" y="379"/>
                  <a:pt x="7251" y="379"/>
                </a:cubicBezTo>
                <a:close/>
                <a:moveTo>
                  <a:pt x="9482" y="862"/>
                </a:moveTo>
                <a:cubicBezTo>
                  <a:pt x="9494" y="850"/>
                  <a:pt x="9501" y="832"/>
                  <a:pt x="9501" y="816"/>
                </a:cubicBezTo>
                <a:cubicBezTo>
                  <a:pt x="9501" y="800"/>
                  <a:pt x="9494" y="784"/>
                  <a:pt x="9482" y="772"/>
                </a:cubicBezTo>
                <a:lnTo>
                  <a:pt x="9482" y="772"/>
                </a:lnTo>
                <a:lnTo>
                  <a:pt x="9482" y="772"/>
                </a:lnTo>
                <a:lnTo>
                  <a:pt x="9482" y="772"/>
                </a:lnTo>
                <a:lnTo>
                  <a:pt x="9482" y="772"/>
                </a:lnTo>
                <a:cubicBezTo>
                  <a:pt x="9469" y="760"/>
                  <a:pt x="9454" y="753"/>
                  <a:pt x="9438" y="753"/>
                </a:cubicBezTo>
                <a:cubicBezTo>
                  <a:pt x="9423" y="753"/>
                  <a:pt x="9406" y="760"/>
                  <a:pt x="9393" y="772"/>
                </a:cubicBezTo>
                <a:lnTo>
                  <a:pt x="8895" y="1256"/>
                </a:lnTo>
                <a:lnTo>
                  <a:pt x="8895" y="441"/>
                </a:lnTo>
                <a:cubicBezTo>
                  <a:pt x="8895" y="405"/>
                  <a:pt x="8865" y="377"/>
                  <a:pt x="8830" y="377"/>
                </a:cubicBezTo>
                <a:cubicBezTo>
                  <a:pt x="8812" y="377"/>
                  <a:pt x="8796" y="384"/>
                  <a:pt x="8785" y="397"/>
                </a:cubicBezTo>
                <a:cubicBezTo>
                  <a:pt x="8775" y="407"/>
                  <a:pt x="8766" y="425"/>
                  <a:pt x="8766" y="441"/>
                </a:cubicBezTo>
                <a:lnTo>
                  <a:pt x="8766" y="1634"/>
                </a:lnTo>
                <a:cubicBezTo>
                  <a:pt x="8766" y="1652"/>
                  <a:pt x="8773" y="1668"/>
                  <a:pt x="8785" y="1679"/>
                </a:cubicBezTo>
                <a:cubicBezTo>
                  <a:pt x="8796" y="1689"/>
                  <a:pt x="8814" y="1698"/>
                  <a:pt x="8830" y="1698"/>
                </a:cubicBezTo>
                <a:cubicBezTo>
                  <a:pt x="8867" y="1698"/>
                  <a:pt x="8895" y="1670"/>
                  <a:pt x="8895" y="1634"/>
                </a:cubicBezTo>
                <a:lnTo>
                  <a:pt x="8895" y="1437"/>
                </a:lnTo>
                <a:lnTo>
                  <a:pt x="9057" y="1275"/>
                </a:lnTo>
                <a:lnTo>
                  <a:pt x="9388" y="1673"/>
                </a:lnTo>
                <a:cubicBezTo>
                  <a:pt x="9395" y="1682"/>
                  <a:pt x="9402" y="1690"/>
                  <a:pt x="9411" y="1693"/>
                </a:cubicBezTo>
                <a:cubicBezTo>
                  <a:pt x="9420" y="1697"/>
                  <a:pt x="9430" y="1698"/>
                  <a:pt x="9438" y="1698"/>
                </a:cubicBezTo>
                <a:cubicBezTo>
                  <a:pt x="9448" y="1698"/>
                  <a:pt x="9466" y="1696"/>
                  <a:pt x="9480" y="1684"/>
                </a:cubicBezTo>
                <a:lnTo>
                  <a:pt x="9480" y="1684"/>
                </a:lnTo>
                <a:lnTo>
                  <a:pt x="9480" y="1684"/>
                </a:lnTo>
                <a:cubicBezTo>
                  <a:pt x="9494" y="1671"/>
                  <a:pt x="9501" y="1654"/>
                  <a:pt x="9501" y="1636"/>
                </a:cubicBezTo>
                <a:cubicBezTo>
                  <a:pt x="9501" y="1622"/>
                  <a:pt x="9496" y="1606"/>
                  <a:pt x="9485" y="1594"/>
                </a:cubicBezTo>
                <a:lnTo>
                  <a:pt x="9485" y="1594"/>
                </a:lnTo>
                <a:lnTo>
                  <a:pt x="9149" y="1186"/>
                </a:lnTo>
                <a:lnTo>
                  <a:pt x="9482" y="862"/>
                </a:lnTo>
                <a:close/>
                <a:moveTo>
                  <a:pt x="8581" y="779"/>
                </a:moveTo>
                <a:cubicBezTo>
                  <a:pt x="8593" y="790"/>
                  <a:pt x="8600" y="807"/>
                  <a:pt x="8600" y="825"/>
                </a:cubicBezTo>
                <a:lnTo>
                  <a:pt x="8600" y="1633"/>
                </a:lnTo>
                <a:cubicBezTo>
                  <a:pt x="8600" y="1650"/>
                  <a:pt x="8593" y="1666"/>
                  <a:pt x="8581" y="1677"/>
                </a:cubicBezTo>
                <a:cubicBezTo>
                  <a:pt x="8569" y="1687"/>
                  <a:pt x="8553" y="1696"/>
                  <a:pt x="8537" y="1696"/>
                </a:cubicBezTo>
                <a:cubicBezTo>
                  <a:pt x="8519" y="1696"/>
                  <a:pt x="8504" y="1689"/>
                  <a:pt x="8493" y="1677"/>
                </a:cubicBezTo>
                <a:cubicBezTo>
                  <a:pt x="8481" y="1666"/>
                  <a:pt x="8474" y="1650"/>
                  <a:pt x="8474" y="1633"/>
                </a:cubicBezTo>
                <a:lnTo>
                  <a:pt x="8474" y="1553"/>
                </a:lnTo>
                <a:cubicBezTo>
                  <a:pt x="8394" y="1640"/>
                  <a:pt x="8281" y="1696"/>
                  <a:pt x="8156" y="1696"/>
                </a:cubicBezTo>
                <a:cubicBezTo>
                  <a:pt x="8033" y="1696"/>
                  <a:pt x="7920" y="1643"/>
                  <a:pt x="7841" y="1557"/>
                </a:cubicBezTo>
                <a:cubicBezTo>
                  <a:pt x="7760" y="1472"/>
                  <a:pt x="7712" y="1354"/>
                  <a:pt x="7712" y="1228"/>
                </a:cubicBezTo>
                <a:cubicBezTo>
                  <a:pt x="7712" y="1100"/>
                  <a:pt x="7762" y="983"/>
                  <a:pt x="7841" y="899"/>
                </a:cubicBezTo>
                <a:cubicBezTo>
                  <a:pt x="7920" y="814"/>
                  <a:pt x="8033" y="760"/>
                  <a:pt x="8156" y="760"/>
                </a:cubicBezTo>
                <a:cubicBezTo>
                  <a:pt x="8281" y="760"/>
                  <a:pt x="8394" y="814"/>
                  <a:pt x="8474" y="901"/>
                </a:cubicBezTo>
                <a:lnTo>
                  <a:pt x="8474" y="823"/>
                </a:lnTo>
                <a:cubicBezTo>
                  <a:pt x="8474" y="805"/>
                  <a:pt x="8481" y="790"/>
                  <a:pt x="8493" y="777"/>
                </a:cubicBezTo>
                <a:cubicBezTo>
                  <a:pt x="8505" y="767"/>
                  <a:pt x="8521" y="760"/>
                  <a:pt x="8537" y="760"/>
                </a:cubicBezTo>
                <a:cubicBezTo>
                  <a:pt x="8555" y="761"/>
                  <a:pt x="8570" y="768"/>
                  <a:pt x="8581" y="779"/>
                </a:cubicBezTo>
                <a:close/>
                <a:moveTo>
                  <a:pt x="8474" y="1230"/>
                </a:moveTo>
                <a:cubicBezTo>
                  <a:pt x="8474" y="1135"/>
                  <a:pt x="8437" y="1049"/>
                  <a:pt x="8380" y="987"/>
                </a:cubicBezTo>
                <a:cubicBezTo>
                  <a:pt x="8322" y="925"/>
                  <a:pt x="8243" y="888"/>
                  <a:pt x="8156" y="888"/>
                </a:cubicBezTo>
                <a:cubicBezTo>
                  <a:pt x="8070" y="888"/>
                  <a:pt x="7992" y="925"/>
                  <a:pt x="7933" y="987"/>
                </a:cubicBezTo>
                <a:cubicBezTo>
                  <a:pt x="7875" y="1049"/>
                  <a:pt x="7837" y="1135"/>
                  <a:pt x="7837" y="1230"/>
                </a:cubicBezTo>
                <a:cubicBezTo>
                  <a:pt x="7837" y="1324"/>
                  <a:pt x="7874" y="1411"/>
                  <a:pt x="7933" y="1472"/>
                </a:cubicBezTo>
                <a:cubicBezTo>
                  <a:pt x="7991" y="1534"/>
                  <a:pt x="8070" y="1571"/>
                  <a:pt x="8156" y="1571"/>
                </a:cubicBezTo>
                <a:cubicBezTo>
                  <a:pt x="8243" y="1571"/>
                  <a:pt x="8322" y="1534"/>
                  <a:pt x="8380" y="1472"/>
                </a:cubicBezTo>
                <a:cubicBezTo>
                  <a:pt x="8437" y="1409"/>
                  <a:pt x="8474" y="1324"/>
                  <a:pt x="8474" y="1230"/>
                </a:cubicBezTo>
                <a:close/>
                <a:moveTo>
                  <a:pt x="3348" y="1207"/>
                </a:moveTo>
                <a:cubicBezTo>
                  <a:pt x="3297" y="1183"/>
                  <a:pt x="3239" y="1165"/>
                  <a:pt x="3181" y="1146"/>
                </a:cubicBezTo>
                <a:cubicBezTo>
                  <a:pt x="3128" y="1128"/>
                  <a:pt x="3073" y="1112"/>
                  <a:pt x="3035" y="1091"/>
                </a:cubicBezTo>
                <a:cubicBezTo>
                  <a:pt x="3015" y="1080"/>
                  <a:pt x="2999" y="1070"/>
                  <a:pt x="2991" y="1057"/>
                </a:cubicBezTo>
                <a:cubicBezTo>
                  <a:pt x="2980" y="1045"/>
                  <a:pt x="2976" y="1033"/>
                  <a:pt x="2975" y="1015"/>
                </a:cubicBezTo>
                <a:cubicBezTo>
                  <a:pt x="2975" y="992"/>
                  <a:pt x="2982" y="973"/>
                  <a:pt x="2992" y="955"/>
                </a:cubicBezTo>
                <a:cubicBezTo>
                  <a:pt x="3010" y="931"/>
                  <a:pt x="3038" y="911"/>
                  <a:pt x="3072" y="899"/>
                </a:cubicBezTo>
                <a:cubicBezTo>
                  <a:pt x="3103" y="887"/>
                  <a:pt x="3137" y="879"/>
                  <a:pt x="3162" y="879"/>
                </a:cubicBezTo>
                <a:cubicBezTo>
                  <a:pt x="3234" y="879"/>
                  <a:pt x="3280" y="904"/>
                  <a:pt x="3315" y="929"/>
                </a:cubicBezTo>
                <a:cubicBezTo>
                  <a:pt x="3332" y="941"/>
                  <a:pt x="3347" y="954"/>
                  <a:pt x="3361" y="964"/>
                </a:cubicBezTo>
                <a:cubicBezTo>
                  <a:pt x="3368" y="969"/>
                  <a:pt x="3375" y="975"/>
                  <a:pt x="3382" y="978"/>
                </a:cubicBezTo>
                <a:cubicBezTo>
                  <a:pt x="3389" y="982"/>
                  <a:pt x="3398" y="985"/>
                  <a:pt x="3406" y="985"/>
                </a:cubicBezTo>
                <a:cubicBezTo>
                  <a:pt x="3412" y="985"/>
                  <a:pt x="3419" y="983"/>
                  <a:pt x="3424" y="982"/>
                </a:cubicBezTo>
                <a:cubicBezTo>
                  <a:pt x="3429" y="980"/>
                  <a:pt x="3435" y="976"/>
                  <a:pt x="3440" y="971"/>
                </a:cubicBezTo>
                <a:cubicBezTo>
                  <a:pt x="3445" y="968"/>
                  <a:pt x="3449" y="962"/>
                  <a:pt x="3452" y="955"/>
                </a:cubicBezTo>
                <a:cubicBezTo>
                  <a:pt x="3454" y="950"/>
                  <a:pt x="3456" y="943"/>
                  <a:pt x="3456" y="938"/>
                </a:cubicBezTo>
                <a:cubicBezTo>
                  <a:pt x="3456" y="927"/>
                  <a:pt x="3452" y="916"/>
                  <a:pt x="3447" y="906"/>
                </a:cubicBezTo>
                <a:cubicBezTo>
                  <a:pt x="3438" y="888"/>
                  <a:pt x="3422" y="872"/>
                  <a:pt x="3403" y="855"/>
                </a:cubicBezTo>
                <a:cubicBezTo>
                  <a:pt x="3375" y="830"/>
                  <a:pt x="3337" y="805"/>
                  <a:pt x="3297" y="788"/>
                </a:cubicBezTo>
                <a:cubicBezTo>
                  <a:pt x="3256" y="770"/>
                  <a:pt x="3214" y="758"/>
                  <a:pt x="3174" y="758"/>
                </a:cubicBezTo>
                <a:cubicBezTo>
                  <a:pt x="3079" y="758"/>
                  <a:pt x="3001" y="779"/>
                  <a:pt x="2943" y="820"/>
                </a:cubicBezTo>
                <a:cubicBezTo>
                  <a:pt x="2913" y="841"/>
                  <a:pt x="2887" y="864"/>
                  <a:pt x="2869" y="894"/>
                </a:cubicBezTo>
                <a:cubicBezTo>
                  <a:pt x="2850" y="925"/>
                  <a:pt x="2839" y="964"/>
                  <a:pt x="2839" y="1013"/>
                </a:cubicBezTo>
                <a:cubicBezTo>
                  <a:pt x="2839" y="1015"/>
                  <a:pt x="2839" y="1019"/>
                  <a:pt x="2839" y="1020"/>
                </a:cubicBezTo>
                <a:cubicBezTo>
                  <a:pt x="2839" y="1070"/>
                  <a:pt x="2855" y="1109"/>
                  <a:pt x="2880" y="1140"/>
                </a:cubicBezTo>
                <a:cubicBezTo>
                  <a:pt x="2917" y="1188"/>
                  <a:pt x="2973" y="1215"/>
                  <a:pt x="3028" y="1235"/>
                </a:cubicBezTo>
                <a:cubicBezTo>
                  <a:pt x="3082" y="1254"/>
                  <a:pt x="3137" y="1266"/>
                  <a:pt x="3170" y="1279"/>
                </a:cubicBezTo>
                <a:cubicBezTo>
                  <a:pt x="3218" y="1294"/>
                  <a:pt x="3271" y="1312"/>
                  <a:pt x="3308" y="1335"/>
                </a:cubicBezTo>
                <a:cubicBezTo>
                  <a:pt x="3327" y="1347"/>
                  <a:pt x="3341" y="1360"/>
                  <a:pt x="3352" y="1374"/>
                </a:cubicBezTo>
                <a:cubicBezTo>
                  <a:pt x="3362" y="1388"/>
                  <a:pt x="3368" y="1404"/>
                  <a:pt x="3368" y="1421"/>
                </a:cubicBezTo>
                <a:lnTo>
                  <a:pt x="3368" y="1423"/>
                </a:lnTo>
                <a:cubicBezTo>
                  <a:pt x="3368" y="1449"/>
                  <a:pt x="3359" y="1471"/>
                  <a:pt x="3347" y="1490"/>
                </a:cubicBezTo>
                <a:cubicBezTo>
                  <a:pt x="3327" y="1516"/>
                  <a:pt x="3294" y="1538"/>
                  <a:pt x="3258" y="1550"/>
                </a:cubicBezTo>
                <a:cubicBezTo>
                  <a:pt x="3223" y="1562"/>
                  <a:pt x="3188" y="1568"/>
                  <a:pt x="3163" y="1568"/>
                </a:cubicBezTo>
                <a:cubicBezTo>
                  <a:pt x="3080" y="1568"/>
                  <a:pt x="3026" y="1548"/>
                  <a:pt x="2985" y="1527"/>
                </a:cubicBezTo>
                <a:cubicBezTo>
                  <a:pt x="2966" y="1516"/>
                  <a:pt x="2948" y="1508"/>
                  <a:pt x="2934" y="1499"/>
                </a:cubicBezTo>
                <a:cubicBezTo>
                  <a:pt x="2927" y="1495"/>
                  <a:pt x="2920" y="1492"/>
                  <a:pt x="2913" y="1488"/>
                </a:cubicBezTo>
                <a:cubicBezTo>
                  <a:pt x="2906" y="1485"/>
                  <a:pt x="2899" y="1483"/>
                  <a:pt x="2890" y="1483"/>
                </a:cubicBezTo>
                <a:cubicBezTo>
                  <a:pt x="2885" y="1483"/>
                  <a:pt x="2880" y="1483"/>
                  <a:pt x="2874" y="1486"/>
                </a:cubicBezTo>
                <a:cubicBezTo>
                  <a:pt x="2869" y="1488"/>
                  <a:pt x="2864" y="1492"/>
                  <a:pt x="2860" y="1495"/>
                </a:cubicBezTo>
                <a:cubicBezTo>
                  <a:pt x="2855" y="1501"/>
                  <a:pt x="2850" y="1506"/>
                  <a:pt x="2846" y="1513"/>
                </a:cubicBezTo>
                <a:cubicBezTo>
                  <a:pt x="2843" y="1520"/>
                  <a:pt x="2841" y="1527"/>
                  <a:pt x="2841" y="1534"/>
                </a:cubicBezTo>
                <a:cubicBezTo>
                  <a:pt x="2841" y="1546"/>
                  <a:pt x="2846" y="1559"/>
                  <a:pt x="2851" y="1568"/>
                </a:cubicBezTo>
                <a:cubicBezTo>
                  <a:pt x="2862" y="1582"/>
                  <a:pt x="2878" y="1596"/>
                  <a:pt x="2895" y="1610"/>
                </a:cubicBezTo>
                <a:cubicBezTo>
                  <a:pt x="2915" y="1622"/>
                  <a:pt x="2938" y="1636"/>
                  <a:pt x="2966" y="1649"/>
                </a:cubicBezTo>
                <a:cubicBezTo>
                  <a:pt x="3026" y="1677"/>
                  <a:pt x="3103" y="1691"/>
                  <a:pt x="3162" y="1693"/>
                </a:cubicBezTo>
                <a:lnTo>
                  <a:pt x="3162" y="1693"/>
                </a:lnTo>
                <a:cubicBezTo>
                  <a:pt x="3253" y="1693"/>
                  <a:pt x="3331" y="1671"/>
                  <a:pt x="3398" y="1622"/>
                </a:cubicBezTo>
                <a:lnTo>
                  <a:pt x="3398" y="1622"/>
                </a:lnTo>
                <a:lnTo>
                  <a:pt x="3398" y="1622"/>
                </a:lnTo>
                <a:cubicBezTo>
                  <a:pt x="3463" y="1573"/>
                  <a:pt x="3503" y="1501"/>
                  <a:pt x="3503" y="1419"/>
                </a:cubicBezTo>
                <a:cubicBezTo>
                  <a:pt x="3503" y="1375"/>
                  <a:pt x="3493" y="1337"/>
                  <a:pt x="3475" y="1305"/>
                </a:cubicBezTo>
                <a:cubicBezTo>
                  <a:pt x="3445" y="1261"/>
                  <a:pt x="3399" y="1232"/>
                  <a:pt x="3348" y="1207"/>
                </a:cubicBezTo>
                <a:close/>
                <a:moveTo>
                  <a:pt x="7513" y="377"/>
                </a:moveTo>
                <a:cubicBezTo>
                  <a:pt x="7496" y="377"/>
                  <a:pt x="7480" y="384"/>
                  <a:pt x="7469" y="397"/>
                </a:cubicBezTo>
                <a:cubicBezTo>
                  <a:pt x="7457" y="407"/>
                  <a:pt x="7450" y="425"/>
                  <a:pt x="7450" y="441"/>
                </a:cubicBezTo>
                <a:lnTo>
                  <a:pt x="7450" y="1634"/>
                </a:lnTo>
                <a:cubicBezTo>
                  <a:pt x="7450" y="1652"/>
                  <a:pt x="7457" y="1668"/>
                  <a:pt x="7469" y="1679"/>
                </a:cubicBezTo>
                <a:cubicBezTo>
                  <a:pt x="7481" y="1689"/>
                  <a:pt x="7497" y="1698"/>
                  <a:pt x="7513" y="1698"/>
                </a:cubicBezTo>
                <a:cubicBezTo>
                  <a:pt x="7550" y="1698"/>
                  <a:pt x="7578" y="1670"/>
                  <a:pt x="7578" y="1634"/>
                </a:cubicBezTo>
                <a:lnTo>
                  <a:pt x="7578" y="441"/>
                </a:lnTo>
                <a:cubicBezTo>
                  <a:pt x="7578" y="405"/>
                  <a:pt x="7548" y="377"/>
                  <a:pt x="7513" y="377"/>
                </a:cubicBezTo>
                <a:close/>
                <a:moveTo>
                  <a:pt x="10445" y="1200"/>
                </a:moveTo>
                <a:lnTo>
                  <a:pt x="10445" y="1207"/>
                </a:lnTo>
                <a:cubicBezTo>
                  <a:pt x="10445" y="1225"/>
                  <a:pt x="10438" y="1241"/>
                  <a:pt x="10426" y="1250"/>
                </a:cubicBezTo>
                <a:cubicBezTo>
                  <a:pt x="10414" y="1261"/>
                  <a:pt x="10398" y="1266"/>
                  <a:pt x="10382" y="1266"/>
                </a:cubicBezTo>
                <a:lnTo>
                  <a:pt x="9667" y="1266"/>
                </a:lnTo>
                <a:cubicBezTo>
                  <a:pt x="9684" y="1441"/>
                  <a:pt x="9823" y="1569"/>
                  <a:pt x="9991" y="1571"/>
                </a:cubicBezTo>
                <a:lnTo>
                  <a:pt x="10033" y="1571"/>
                </a:lnTo>
                <a:cubicBezTo>
                  <a:pt x="10088" y="1571"/>
                  <a:pt x="10142" y="1552"/>
                  <a:pt x="10188" y="1520"/>
                </a:cubicBezTo>
                <a:cubicBezTo>
                  <a:pt x="10236" y="1488"/>
                  <a:pt x="10276" y="1446"/>
                  <a:pt x="10305" y="1397"/>
                </a:cubicBezTo>
                <a:cubicBezTo>
                  <a:pt x="10310" y="1386"/>
                  <a:pt x="10319" y="1380"/>
                  <a:pt x="10327" y="1374"/>
                </a:cubicBezTo>
                <a:cubicBezTo>
                  <a:pt x="10336" y="1369"/>
                  <a:pt x="10347" y="1367"/>
                  <a:pt x="10357" y="1367"/>
                </a:cubicBezTo>
                <a:cubicBezTo>
                  <a:pt x="10368" y="1367"/>
                  <a:pt x="10380" y="1370"/>
                  <a:pt x="10389" y="1375"/>
                </a:cubicBezTo>
                <a:lnTo>
                  <a:pt x="10389" y="1375"/>
                </a:lnTo>
                <a:lnTo>
                  <a:pt x="10389" y="1375"/>
                </a:lnTo>
                <a:cubicBezTo>
                  <a:pt x="10407" y="1388"/>
                  <a:pt x="10419" y="1409"/>
                  <a:pt x="10419" y="1430"/>
                </a:cubicBezTo>
                <a:cubicBezTo>
                  <a:pt x="10419" y="1441"/>
                  <a:pt x="10416" y="1453"/>
                  <a:pt x="10410" y="1464"/>
                </a:cubicBezTo>
                <a:lnTo>
                  <a:pt x="10410" y="1464"/>
                </a:lnTo>
                <a:lnTo>
                  <a:pt x="10410" y="1464"/>
                </a:lnTo>
                <a:cubicBezTo>
                  <a:pt x="10370" y="1527"/>
                  <a:pt x="10315" y="1585"/>
                  <a:pt x="10252" y="1627"/>
                </a:cubicBezTo>
                <a:cubicBezTo>
                  <a:pt x="10186" y="1670"/>
                  <a:pt x="10112" y="1696"/>
                  <a:pt x="10031" y="1696"/>
                </a:cubicBezTo>
                <a:lnTo>
                  <a:pt x="9989" y="1696"/>
                </a:lnTo>
                <a:cubicBezTo>
                  <a:pt x="9864" y="1696"/>
                  <a:pt x="9749" y="1642"/>
                  <a:pt x="9668" y="1557"/>
                </a:cubicBezTo>
                <a:cubicBezTo>
                  <a:pt x="9587" y="1472"/>
                  <a:pt x="9536" y="1356"/>
                  <a:pt x="9536" y="1230"/>
                </a:cubicBezTo>
                <a:cubicBezTo>
                  <a:pt x="9536" y="1100"/>
                  <a:pt x="9587" y="983"/>
                  <a:pt x="9668" y="897"/>
                </a:cubicBezTo>
                <a:cubicBezTo>
                  <a:pt x="9751" y="813"/>
                  <a:pt x="9864" y="760"/>
                  <a:pt x="9991" y="760"/>
                </a:cubicBezTo>
                <a:cubicBezTo>
                  <a:pt x="10112" y="760"/>
                  <a:pt x="10220" y="807"/>
                  <a:pt x="10301" y="887"/>
                </a:cubicBezTo>
                <a:cubicBezTo>
                  <a:pt x="10382" y="966"/>
                  <a:pt x="10435" y="1075"/>
                  <a:pt x="10445" y="1200"/>
                </a:cubicBezTo>
                <a:close/>
                <a:moveTo>
                  <a:pt x="10305" y="1139"/>
                </a:moveTo>
                <a:cubicBezTo>
                  <a:pt x="10268" y="992"/>
                  <a:pt x="10139" y="887"/>
                  <a:pt x="9993" y="887"/>
                </a:cubicBezTo>
                <a:cubicBezTo>
                  <a:pt x="9841" y="887"/>
                  <a:pt x="9714" y="989"/>
                  <a:pt x="9675" y="1139"/>
                </a:cubicBezTo>
                <a:lnTo>
                  <a:pt x="10305" y="1139"/>
                </a:lnTo>
                <a:close/>
                <a:moveTo>
                  <a:pt x="4027" y="763"/>
                </a:moveTo>
                <a:cubicBezTo>
                  <a:pt x="3926" y="763"/>
                  <a:pt x="3836" y="802"/>
                  <a:pt x="3768" y="864"/>
                </a:cubicBezTo>
                <a:lnTo>
                  <a:pt x="3768" y="827"/>
                </a:lnTo>
                <a:cubicBezTo>
                  <a:pt x="3768" y="809"/>
                  <a:pt x="3761" y="793"/>
                  <a:pt x="3750" y="783"/>
                </a:cubicBezTo>
                <a:cubicBezTo>
                  <a:pt x="3740" y="770"/>
                  <a:pt x="3724" y="763"/>
                  <a:pt x="3706" y="763"/>
                </a:cubicBezTo>
                <a:cubicBezTo>
                  <a:pt x="3688" y="763"/>
                  <a:pt x="3670" y="770"/>
                  <a:pt x="3660" y="783"/>
                </a:cubicBezTo>
                <a:cubicBezTo>
                  <a:pt x="3649" y="795"/>
                  <a:pt x="3643" y="811"/>
                  <a:pt x="3643" y="827"/>
                </a:cubicBezTo>
                <a:lnTo>
                  <a:pt x="3643" y="1652"/>
                </a:lnTo>
                <a:lnTo>
                  <a:pt x="3644" y="1654"/>
                </a:lnTo>
                <a:lnTo>
                  <a:pt x="3644" y="1654"/>
                </a:lnTo>
                <a:cubicBezTo>
                  <a:pt x="3644" y="1657"/>
                  <a:pt x="3646" y="1659"/>
                  <a:pt x="3648" y="1663"/>
                </a:cubicBezTo>
                <a:cubicBezTo>
                  <a:pt x="3657" y="1679"/>
                  <a:pt x="3671" y="1689"/>
                  <a:pt x="3688" y="1694"/>
                </a:cubicBezTo>
                <a:lnTo>
                  <a:pt x="3690" y="1694"/>
                </a:lnTo>
                <a:lnTo>
                  <a:pt x="3704" y="1694"/>
                </a:lnTo>
                <a:cubicBezTo>
                  <a:pt x="3713" y="1694"/>
                  <a:pt x="3722" y="1693"/>
                  <a:pt x="3731" y="1689"/>
                </a:cubicBezTo>
                <a:cubicBezTo>
                  <a:pt x="3738" y="1686"/>
                  <a:pt x="3745" y="1680"/>
                  <a:pt x="3750" y="1673"/>
                </a:cubicBezTo>
                <a:lnTo>
                  <a:pt x="3750" y="1673"/>
                </a:lnTo>
                <a:cubicBezTo>
                  <a:pt x="3750" y="1673"/>
                  <a:pt x="3750" y="1671"/>
                  <a:pt x="3752" y="1671"/>
                </a:cubicBezTo>
                <a:lnTo>
                  <a:pt x="3752" y="1671"/>
                </a:lnTo>
                <a:cubicBezTo>
                  <a:pt x="3755" y="1668"/>
                  <a:pt x="3759" y="1663"/>
                  <a:pt x="3761" y="1659"/>
                </a:cubicBezTo>
                <a:cubicBezTo>
                  <a:pt x="3762" y="1654"/>
                  <a:pt x="3764" y="1650"/>
                  <a:pt x="3764" y="1645"/>
                </a:cubicBezTo>
                <a:lnTo>
                  <a:pt x="3764" y="1643"/>
                </a:lnTo>
                <a:lnTo>
                  <a:pt x="3764" y="1147"/>
                </a:lnTo>
                <a:cubicBezTo>
                  <a:pt x="3766" y="1077"/>
                  <a:pt x="3796" y="1012"/>
                  <a:pt x="3842" y="966"/>
                </a:cubicBezTo>
                <a:cubicBezTo>
                  <a:pt x="3888" y="920"/>
                  <a:pt x="3953" y="890"/>
                  <a:pt x="4023" y="890"/>
                </a:cubicBezTo>
                <a:cubicBezTo>
                  <a:pt x="4095" y="890"/>
                  <a:pt x="4159" y="918"/>
                  <a:pt x="4205" y="966"/>
                </a:cubicBezTo>
                <a:cubicBezTo>
                  <a:pt x="4251" y="1012"/>
                  <a:pt x="4279" y="1077"/>
                  <a:pt x="4279" y="1147"/>
                </a:cubicBezTo>
                <a:lnTo>
                  <a:pt x="4279" y="1634"/>
                </a:lnTo>
                <a:cubicBezTo>
                  <a:pt x="4279" y="1652"/>
                  <a:pt x="4286" y="1668"/>
                  <a:pt x="4298" y="1680"/>
                </a:cubicBezTo>
                <a:cubicBezTo>
                  <a:pt x="4310" y="1691"/>
                  <a:pt x="4326" y="1698"/>
                  <a:pt x="4342" y="1698"/>
                </a:cubicBezTo>
                <a:cubicBezTo>
                  <a:pt x="4360" y="1698"/>
                  <a:pt x="4376" y="1691"/>
                  <a:pt x="4386" y="1680"/>
                </a:cubicBezTo>
                <a:cubicBezTo>
                  <a:pt x="4399" y="1670"/>
                  <a:pt x="4406" y="1652"/>
                  <a:pt x="4406" y="1634"/>
                </a:cubicBezTo>
                <a:lnTo>
                  <a:pt x="4406" y="1147"/>
                </a:lnTo>
                <a:cubicBezTo>
                  <a:pt x="4413" y="936"/>
                  <a:pt x="4240" y="763"/>
                  <a:pt x="4027" y="763"/>
                </a:cubicBezTo>
                <a:close/>
                <a:moveTo>
                  <a:pt x="5294" y="901"/>
                </a:moveTo>
                <a:cubicBezTo>
                  <a:pt x="5375" y="985"/>
                  <a:pt x="5421" y="1103"/>
                  <a:pt x="5423" y="1230"/>
                </a:cubicBezTo>
                <a:cubicBezTo>
                  <a:pt x="5423" y="1356"/>
                  <a:pt x="5375" y="1472"/>
                  <a:pt x="5294" y="1559"/>
                </a:cubicBezTo>
                <a:cubicBezTo>
                  <a:pt x="5214" y="1643"/>
                  <a:pt x="5101" y="1698"/>
                  <a:pt x="4978" y="1698"/>
                </a:cubicBezTo>
                <a:cubicBezTo>
                  <a:pt x="4854" y="1698"/>
                  <a:pt x="4744" y="1644"/>
                  <a:pt x="4663" y="1559"/>
                </a:cubicBezTo>
                <a:cubicBezTo>
                  <a:pt x="4582" y="1475"/>
                  <a:pt x="4533" y="1356"/>
                  <a:pt x="4533" y="1230"/>
                </a:cubicBezTo>
                <a:cubicBezTo>
                  <a:pt x="4533" y="1103"/>
                  <a:pt x="4582" y="987"/>
                  <a:pt x="4663" y="901"/>
                </a:cubicBezTo>
                <a:cubicBezTo>
                  <a:pt x="4742" y="816"/>
                  <a:pt x="4855" y="761"/>
                  <a:pt x="4978" y="761"/>
                </a:cubicBezTo>
                <a:cubicBezTo>
                  <a:pt x="5103" y="761"/>
                  <a:pt x="5214" y="816"/>
                  <a:pt x="5294" y="901"/>
                </a:cubicBezTo>
                <a:close/>
                <a:moveTo>
                  <a:pt x="5296" y="1230"/>
                </a:moveTo>
                <a:cubicBezTo>
                  <a:pt x="5296" y="1135"/>
                  <a:pt x="5258" y="1049"/>
                  <a:pt x="5200" y="987"/>
                </a:cubicBezTo>
                <a:cubicBezTo>
                  <a:pt x="5141" y="925"/>
                  <a:pt x="5063" y="887"/>
                  <a:pt x="4978" y="887"/>
                </a:cubicBezTo>
                <a:cubicBezTo>
                  <a:pt x="4892" y="887"/>
                  <a:pt x="4813" y="925"/>
                  <a:pt x="4755" y="987"/>
                </a:cubicBezTo>
                <a:cubicBezTo>
                  <a:pt x="4696" y="1049"/>
                  <a:pt x="4659" y="1135"/>
                  <a:pt x="4659" y="1230"/>
                </a:cubicBezTo>
                <a:cubicBezTo>
                  <a:pt x="4659" y="1324"/>
                  <a:pt x="4696" y="1410"/>
                  <a:pt x="4755" y="1471"/>
                </a:cubicBezTo>
                <a:cubicBezTo>
                  <a:pt x="4813" y="1533"/>
                  <a:pt x="4892" y="1569"/>
                  <a:pt x="4978" y="1569"/>
                </a:cubicBezTo>
                <a:cubicBezTo>
                  <a:pt x="5065" y="1569"/>
                  <a:pt x="5144" y="1532"/>
                  <a:pt x="5200" y="1471"/>
                </a:cubicBezTo>
                <a:cubicBezTo>
                  <a:pt x="5259" y="1409"/>
                  <a:pt x="5296" y="1324"/>
                  <a:pt x="5296" y="1230"/>
                </a:cubicBezTo>
                <a:close/>
                <a:moveTo>
                  <a:pt x="6671" y="768"/>
                </a:moveTo>
                <a:lnTo>
                  <a:pt x="6671" y="768"/>
                </a:lnTo>
                <a:cubicBezTo>
                  <a:pt x="6669" y="768"/>
                  <a:pt x="6669" y="768"/>
                  <a:pt x="6671" y="768"/>
                </a:cubicBezTo>
                <a:cubicBezTo>
                  <a:pt x="6662" y="765"/>
                  <a:pt x="6655" y="763"/>
                  <a:pt x="6648" y="763"/>
                </a:cubicBezTo>
                <a:cubicBezTo>
                  <a:pt x="6636" y="763"/>
                  <a:pt x="6624" y="767"/>
                  <a:pt x="6613" y="774"/>
                </a:cubicBezTo>
                <a:cubicBezTo>
                  <a:pt x="6603" y="781"/>
                  <a:pt x="6593" y="790"/>
                  <a:pt x="6588" y="802"/>
                </a:cubicBezTo>
                <a:lnTo>
                  <a:pt x="6588" y="802"/>
                </a:lnTo>
                <a:lnTo>
                  <a:pt x="6345" y="1467"/>
                </a:lnTo>
                <a:lnTo>
                  <a:pt x="6158" y="1022"/>
                </a:lnTo>
                <a:lnTo>
                  <a:pt x="6158" y="1022"/>
                </a:lnTo>
                <a:cubicBezTo>
                  <a:pt x="6153" y="1010"/>
                  <a:pt x="6144" y="999"/>
                  <a:pt x="6133" y="994"/>
                </a:cubicBezTo>
                <a:cubicBezTo>
                  <a:pt x="6123" y="987"/>
                  <a:pt x="6110" y="983"/>
                  <a:pt x="6096" y="983"/>
                </a:cubicBezTo>
                <a:cubicBezTo>
                  <a:pt x="6084" y="983"/>
                  <a:pt x="6072" y="987"/>
                  <a:pt x="6061" y="994"/>
                </a:cubicBezTo>
                <a:cubicBezTo>
                  <a:pt x="6051" y="1001"/>
                  <a:pt x="6042" y="1010"/>
                  <a:pt x="6036" y="1022"/>
                </a:cubicBezTo>
                <a:lnTo>
                  <a:pt x="6036" y="1022"/>
                </a:lnTo>
                <a:lnTo>
                  <a:pt x="5848" y="1467"/>
                </a:lnTo>
                <a:lnTo>
                  <a:pt x="5603" y="802"/>
                </a:lnTo>
                <a:lnTo>
                  <a:pt x="5603" y="802"/>
                </a:lnTo>
                <a:cubicBezTo>
                  <a:pt x="5599" y="790"/>
                  <a:pt x="5591" y="779"/>
                  <a:pt x="5580" y="772"/>
                </a:cubicBezTo>
                <a:cubicBezTo>
                  <a:pt x="5569" y="765"/>
                  <a:pt x="5557" y="761"/>
                  <a:pt x="5545" y="761"/>
                </a:cubicBezTo>
                <a:cubicBezTo>
                  <a:pt x="5536" y="761"/>
                  <a:pt x="5529" y="763"/>
                  <a:pt x="5520" y="767"/>
                </a:cubicBezTo>
                <a:lnTo>
                  <a:pt x="5520" y="767"/>
                </a:lnTo>
                <a:lnTo>
                  <a:pt x="5520" y="767"/>
                </a:lnTo>
                <a:cubicBezTo>
                  <a:pt x="5497" y="777"/>
                  <a:pt x="5483" y="800"/>
                  <a:pt x="5483" y="825"/>
                </a:cubicBezTo>
                <a:cubicBezTo>
                  <a:pt x="5483" y="832"/>
                  <a:pt x="5485" y="841"/>
                  <a:pt x="5488" y="848"/>
                </a:cubicBezTo>
                <a:lnTo>
                  <a:pt x="5488" y="848"/>
                </a:lnTo>
                <a:lnTo>
                  <a:pt x="5790" y="1654"/>
                </a:lnTo>
                <a:lnTo>
                  <a:pt x="5790" y="1654"/>
                </a:lnTo>
                <a:cubicBezTo>
                  <a:pt x="5791" y="1659"/>
                  <a:pt x="5795" y="1666"/>
                  <a:pt x="5800" y="1671"/>
                </a:cubicBezTo>
                <a:cubicBezTo>
                  <a:pt x="5804" y="1675"/>
                  <a:pt x="5809" y="1679"/>
                  <a:pt x="5814" y="1682"/>
                </a:cubicBezTo>
                <a:cubicBezTo>
                  <a:pt x="5816" y="1684"/>
                  <a:pt x="5816" y="1684"/>
                  <a:pt x="5820" y="1686"/>
                </a:cubicBezTo>
                <a:cubicBezTo>
                  <a:pt x="5821" y="1687"/>
                  <a:pt x="5825" y="1687"/>
                  <a:pt x="5829" y="1689"/>
                </a:cubicBezTo>
                <a:cubicBezTo>
                  <a:pt x="5834" y="1691"/>
                  <a:pt x="5841" y="1693"/>
                  <a:pt x="5850" y="1693"/>
                </a:cubicBezTo>
                <a:cubicBezTo>
                  <a:pt x="5862" y="1693"/>
                  <a:pt x="5873" y="1689"/>
                  <a:pt x="5883" y="1682"/>
                </a:cubicBezTo>
                <a:cubicBezTo>
                  <a:pt x="5892" y="1675"/>
                  <a:pt x="5901" y="1666"/>
                  <a:pt x="5906" y="1654"/>
                </a:cubicBezTo>
                <a:lnTo>
                  <a:pt x="5906" y="1654"/>
                </a:lnTo>
                <a:lnTo>
                  <a:pt x="6096" y="1200"/>
                </a:lnTo>
                <a:lnTo>
                  <a:pt x="6287" y="1652"/>
                </a:lnTo>
                <a:lnTo>
                  <a:pt x="6287" y="1652"/>
                </a:lnTo>
                <a:cubicBezTo>
                  <a:pt x="6290" y="1664"/>
                  <a:pt x="6299" y="1673"/>
                  <a:pt x="6308" y="1680"/>
                </a:cubicBezTo>
                <a:cubicBezTo>
                  <a:pt x="6317" y="1687"/>
                  <a:pt x="6327" y="1693"/>
                  <a:pt x="6340" y="1693"/>
                </a:cubicBezTo>
                <a:lnTo>
                  <a:pt x="6348" y="1693"/>
                </a:lnTo>
                <a:cubicBezTo>
                  <a:pt x="6355" y="1693"/>
                  <a:pt x="6364" y="1691"/>
                  <a:pt x="6370" y="1689"/>
                </a:cubicBezTo>
                <a:cubicBezTo>
                  <a:pt x="6377" y="1687"/>
                  <a:pt x="6382" y="1684"/>
                  <a:pt x="6385" y="1680"/>
                </a:cubicBezTo>
                <a:cubicBezTo>
                  <a:pt x="6396" y="1673"/>
                  <a:pt x="6403" y="1661"/>
                  <a:pt x="6408" y="1650"/>
                </a:cubicBezTo>
                <a:lnTo>
                  <a:pt x="6408" y="1650"/>
                </a:lnTo>
                <a:lnTo>
                  <a:pt x="6708" y="848"/>
                </a:lnTo>
                <a:cubicBezTo>
                  <a:pt x="6711" y="841"/>
                  <a:pt x="6713" y="832"/>
                  <a:pt x="6713" y="825"/>
                </a:cubicBezTo>
                <a:cubicBezTo>
                  <a:pt x="6708" y="802"/>
                  <a:pt x="6694" y="779"/>
                  <a:pt x="6671" y="768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13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04">
  <p:cSld name="Data Cloud_1_1_2">
    <p:bg>
      <p:bgPr>
        <a:solidFill>
          <a:schemeClr val="accent1"/>
        </a:solid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8"/>
          <p:cNvSpPr/>
          <p:nvPr/>
        </p:nvSpPr>
        <p:spPr>
          <a:xfrm>
            <a:off x="456932" y="4898925"/>
            <a:ext cx="16359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© </a:t>
            </a:r>
            <a:r>
              <a:rPr lang="en" sz="600">
                <a:solidFill>
                  <a:schemeClr val="dk1"/>
                </a:solidFill>
              </a:rPr>
              <a:t>2026</a:t>
            </a:r>
            <a:r>
              <a:rPr b="0" i="0" lang="en" sz="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 Snowflake Inc. All Rights Reserved</a:t>
            </a:r>
            <a:endParaRPr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18"/>
          <p:cNvSpPr txBox="1"/>
          <p:nvPr>
            <p:ph type="title"/>
          </p:nvPr>
        </p:nvSpPr>
        <p:spPr>
          <a:xfrm>
            <a:off x="366600" y="1188725"/>
            <a:ext cx="7408800" cy="1920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None/>
              <a:defRPr sz="4400"/>
            </a:lvl1pPr>
            <a:lvl2pPr lvl="1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 Black"/>
              <a:buNone/>
              <a:defRPr b="0" sz="1800">
                <a:latin typeface="Arial Black"/>
                <a:ea typeface="Arial Black"/>
                <a:cs typeface="Arial Black"/>
                <a:sym typeface="Arial Black"/>
              </a:defRPr>
            </a:lvl2pPr>
            <a:lvl3pPr lvl="2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 Black"/>
              <a:buNone/>
              <a:defRPr b="0" sz="1800">
                <a:latin typeface="Arial Black"/>
                <a:ea typeface="Arial Black"/>
                <a:cs typeface="Arial Black"/>
                <a:sym typeface="Arial Black"/>
              </a:defRPr>
            </a:lvl3pPr>
            <a:lvl4pPr lvl="3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 Black"/>
              <a:buNone/>
              <a:defRPr b="0" sz="1800">
                <a:latin typeface="Arial Black"/>
                <a:ea typeface="Arial Black"/>
                <a:cs typeface="Arial Black"/>
                <a:sym typeface="Arial Black"/>
              </a:defRPr>
            </a:lvl4pPr>
            <a:lvl5pPr lvl="4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 Black"/>
              <a:buNone/>
              <a:defRPr b="0" sz="1800">
                <a:latin typeface="Arial Black"/>
                <a:ea typeface="Arial Black"/>
                <a:cs typeface="Arial Black"/>
                <a:sym typeface="Arial Black"/>
              </a:defRPr>
            </a:lvl5pPr>
            <a:lvl6pPr lvl="5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 Black"/>
              <a:buNone/>
              <a:defRPr b="0" sz="1800">
                <a:latin typeface="Arial Black"/>
                <a:ea typeface="Arial Black"/>
                <a:cs typeface="Arial Black"/>
                <a:sym typeface="Arial Black"/>
              </a:defRPr>
            </a:lvl6pPr>
            <a:lvl7pPr lvl="6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 Black"/>
              <a:buNone/>
              <a:defRPr b="0" sz="1800">
                <a:latin typeface="Arial Black"/>
                <a:ea typeface="Arial Black"/>
                <a:cs typeface="Arial Black"/>
                <a:sym typeface="Arial Black"/>
              </a:defRPr>
            </a:lvl7pPr>
            <a:lvl8pPr lvl="7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 Black"/>
              <a:buNone/>
              <a:defRPr b="0" sz="1800">
                <a:latin typeface="Arial Black"/>
                <a:ea typeface="Arial Black"/>
                <a:cs typeface="Arial Black"/>
                <a:sym typeface="Arial Black"/>
              </a:defRPr>
            </a:lvl8pPr>
            <a:lvl9pPr lvl="8" rtl="0">
              <a:lnSpc>
                <a:spcPct val="105000"/>
              </a:lnSpc>
              <a:spcBef>
                <a:spcPts val="1000"/>
              </a:spcBef>
              <a:spcAft>
                <a:spcPts val="1000"/>
              </a:spcAft>
              <a:buSzPts val="1400"/>
              <a:buFont typeface="Arial Black"/>
              <a:buNone/>
              <a:defRPr b="0" sz="1800">
                <a:latin typeface="Arial Black"/>
                <a:ea typeface="Arial Black"/>
                <a:cs typeface="Arial Black"/>
                <a:sym typeface="Arial Black"/>
              </a:defRPr>
            </a:lvl9pPr>
          </a:lstStyle>
          <a:p/>
        </p:txBody>
      </p:sp>
      <p:sp>
        <p:nvSpPr>
          <p:cNvPr id="171" name="Google Shape;171;p18"/>
          <p:cNvSpPr txBox="1"/>
          <p:nvPr>
            <p:ph idx="2" type="title"/>
          </p:nvPr>
        </p:nvSpPr>
        <p:spPr>
          <a:xfrm>
            <a:off x="366600" y="3160438"/>
            <a:ext cx="5394900" cy="44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i="0" sz="1800" u="none" cap="none" strike="noStrike">
                <a:solidFill>
                  <a:schemeClr val="dk1"/>
                </a:solidFill>
              </a:defRPr>
            </a:lvl1pPr>
            <a:lvl2pPr lvl="1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2pPr>
            <a:lvl3pPr lvl="2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3pPr>
            <a:lvl4pPr lvl="3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4pPr>
            <a:lvl5pPr lvl="4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5pPr>
            <a:lvl6pPr lvl="5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6pPr>
            <a:lvl7pPr lvl="6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7pPr>
            <a:lvl8pPr lvl="7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8pPr>
            <a:lvl9pPr lvl="8" rtl="0">
              <a:lnSpc>
                <a:spcPct val="105000"/>
              </a:lnSpc>
              <a:spcBef>
                <a:spcPts val="1000"/>
              </a:spcBef>
              <a:spcAft>
                <a:spcPts val="100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72" name="Google Shape;172;p18"/>
          <p:cNvSpPr txBox="1"/>
          <p:nvPr>
            <p:ph idx="3" type="title"/>
          </p:nvPr>
        </p:nvSpPr>
        <p:spPr>
          <a:xfrm>
            <a:off x="366600" y="4359693"/>
            <a:ext cx="4205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i="0" sz="1400" u="none" cap="none" strike="noStrike">
                <a:solidFill>
                  <a:schemeClr val="dk1"/>
                </a:solidFill>
              </a:defRPr>
            </a:lvl1pPr>
            <a:lvl2pPr lvl="1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2pPr>
            <a:lvl3pPr lvl="2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3pPr>
            <a:lvl4pPr lvl="3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4pPr>
            <a:lvl5pPr lvl="4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5pPr>
            <a:lvl6pPr lvl="5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6pPr>
            <a:lvl7pPr lvl="6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7pPr>
            <a:lvl8pPr lvl="7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8pPr>
            <a:lvl9pPr lvl="8" rtl="0">
              <a:lnSpc>
                <a:spcPct val="105000"/>
              </a:lnSpc>
              <a:spcBef>
                <a:spcPts val="1000"/>
              </a:spcBef>
              <a:spcAft>
                <a:spcPts val="100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73" name="Google Shape;173;p18"/>
          <p:cNvSpPr/>
          <p:nvPr/>
        </p:nvSpPr>
        <p:spPr>
          <a:xfrm>
            <a:off x="457200" y="548640"/>
            <a:ext cx="1828808" cy="418012"/>
          </a:xfrm>
          <a:custGeom>
            <a:rect b="b" l="l" r="r" t="t"/>
            <a:pathLst>
              <a:path extrusionOk="0" h="2451" w="10771">
                <a:moveTo>
                  <a:pt x="10625" y="726"/>
                </a:moveTo>
                <a:lnTo>
                  <a:pt x="10597" y="726"/>
                </a:lnTo>
                <a:lnTo>
                  <a:pt x="10597" y="761"/>
                </a:lnTo>
                <a:lnTo>
                  <a:pt x="10625" y="761"/>
                </a:lnTo>
                <a:cubicBezTo>
                  <a:pt x="10638" y="761"/>
                  <a:pt x="10646" y="756"/>
                  <a:pt x="10646" y="744"/>
                </a:cubicBezTo>
                <a:cubicBezTo>
                  <a:pt x="10646" y="731"/>
                  <a:pt x="10639" y="726"/>
                  <a:pt x="10625" y="726"/>
                </a:cubicBezTo>
                <a:close/>
                <a:moveTo>
                  <a:pt x="10562" y="693"/>
                </a:moveTo>
                <a:lnTo>
                  <a:pt x="10625" y="693"/>
                </a:lnTo>
                <a:cubicBezTo>
                  <a:pt x="10660" y="693"/>
                  <a:pt x="10683" y="712"/>
                  <a:pt x="10683" y="742"/>
                </a:cubicBezTo>
                <a:cubicBezTo>
                  <a:pt x="10683" y="760"/>
                  <a:pt x="10675" y="774"/>
                  <a:pt x="10660" y="783"/>
                </a:cubicBezTo>
                <a:lnTo>
                  <a:pt x="10685" y="820"/>
                </a:lnTo>
                <a:lnTo>
                  <a:pt x="10685" y="827"/>
                </a:lnTo>
                <a:lnTo>
                  <a:pt x="10648" y="827"/>
                </a:lnTo>
                <a:lnTo>
                  <a:pt x="10623" y="791"/>
                </a:lnTo>
                <a:lnTo>
                  <a:pt x="10595" y="791"/>
                </a:lnTo>
                <a:lnTo>
                  <a:pt x="10595" y="827"/>
                </a:lnTo>
                <a:lnTo>
                  <a:pt x="10560" y="827"/>
                </a:lnTo>
                <a:lnTo>
                  <a:pt x="10560" y="693"/>
                </a:lnTo>
                <a:lnTo>
                  <a:pt x="10562" y="693"/>
                </a:lnTo>
                <a:close/>
                <a:moveTo>
                  <a:pt x="10742" y="761"/>
                </a:moveTo>
                <a:cubicBezTo>
                  <a:pt x="10742" y="691"/>
                  <a:pt x="10694" y="636"/>
                  <a:pt x="10622" y="636"/>
                </a:cubicBezTo>
                <a:cubicBezTo>
                  <a:pt x="10551" y="636"/>
                  <a:pt x="10504" y="687"/>
                  <a:pt x="10504" y="761"/>
                </a:cubicBezTo>
                <a:cubicBezTo>
                  <a:pt x="10504" y="832"/>
                  <a:pt x="10551" y="887"/>
                  <a:pt x="10622" y="887"/>
                </a:cubicBezTo>
                <a:cubicBezTo>
                  <a:pt x="10694" y="888"/>
                  <a:pt x="10742" y="834"/>
                  <a:pt x="10742" y="761"/>
                </a:cubicBezTo>
                <a:close/>
                <a:moveTo>
                  <a:pt x="10770" y="761"/>
                </a:moveTo>
                <a:cubicBezTo>
                  <a:pt x="10770" y="846"/>
                  <a:pt x="10713" y="915"/>
                  <a:pt x="10620" y="915"/>
                </a:cubicBezTo>
                <a:cubicBezTo>
                  <a:pt x="10527" y="915"/>
                  <a:pt x="10472" y="844"/>
                  <a:pt x="10472" y="761"/>
                </a:cubicBezTo>
                <a:cubicBezTo>
                  <a:pt x="10472" y="677"/>
                  <a:pt x="10527" y="608"/>
                  <a:pt x="10620" y="608"/>
                </a:cubicBezTo>
                <a:cubicBezTo>
                  <a:pt x="10715" y="608"/>
                  <a:pt x="10770" y="679"/>
                  <a:pt x="10770" y="761"/>
                </a:cubicBezTo>
                <a:close/>
                <a:moveTo>
                  <a:pt x="2384" y="1061"/>
                </a:moveTo>
                <a:lnTo>
                  <a:pt x="2095" y="1228"/>
                </a:lnTo>
                <a:lnTo>
                  <a:pt x="2384" y="1395"/>
                </a:lnTo>
                <a:cubicBezTo>
                  <a:pt x="2457" y="1437"/>
                  <a:pt x="2483" y="1530"/>
                  <a:pt x="2441" y="1603"/>
                </a:cubicBezTo>
                <a:cubicBezTo>
                  <a:pt x="2398" y="1675"/>
                  <a:pt x="2305" y="1700"/>
                  <a:pt x="2233" y="1659"/>
                </a:cubicBezTo>
                <a:lnTo>
                  <a:pt x="1717" y="1361"/>
                </a:lnTo>
                <a:cubicBezTo>
                  <a:pt x="1681" y="1342"/>
                  <a:pt x="1658" y="1310"/>
                  <a:pt x="1648" y="1275"/>
                </a:cubicBezTo>
                <a:cubicBezTo>
                  <a:pt x="1642" y="1259"/>
                  <a:pt x="1641" y="1242"/>
                  <a:pt x="1641" y="1227"/>
                </a:cubicBezTo>
                <a:cubicBezTo>
                  <a:pt x="1641" y="1214"/>
                  <a:pt x="1642" y="1202"/>
                  <a:pt x="1646" y="1191"/>
                </a:cubicBezTo>
                <a:cubicBezTo>
                  <a:pt x="1657" y="1154"/>
                  <a:pt x="1681" y="1121"/>
                  <a:pt x="1717" y="1100"/>
                </a:cubicBezTo>
                <a:lnTo>
                  <a:pt x="2233" y="802"/>
                </a:lnTo>
                <a:cubicBezTo>
                  <a:pt x="2305" y="760"/>
                  <a:pt x="2398" y="784"/>
                  <a:pt x="2441" y="858"/>
                </a:cubicBezTo>
                <a:cubicBezTo>
                  <a:pt x="2483" y="925"/>
                  <a:pt x="2457" y="1019"/>
                  <a:pt x="2384" y="1061"/>
                </a:cubicBezTo>
                <a:close/>
                <a:moveTo>
                  <a:pt x="2111" y="1869"/>
                </a:moveTo>
                <a:lnTo>
                  <a:pt x="1595" y="1571"/>
                </a:lnTo>
                <a:cubicBezTo>
                  <a:pt x="1567" y="1555"/>
                  <a:pt x="1537" y="1548"/>
                  <a:pt x="1507" y="1552"/>
                </a:cubicBezTo>
                <a:cubicBezTo>
                  <a:pt x="1428" y="1557"/>
                  <a:pt x="1366" y="1624"/>
                  <a:pt x="1366" y="1703"/>
                </a:cubicBezTo>
                <a:lnTo>
                  <a:pt x="1366" y="2299"/>
                </a:lnTo>
                <a:cubicBezTo>
                  <a:pt x="1366" y="2383"/>
                  <a:pt x="1435" y="2450"/>
                  <a:pt x="1517" y="2450"/>
                </a:cubicBezTo>
                <a:cubicBezTo>
                  <a:pt x="1602" y="2450"/>
                  <a:pt x="1669" y="2382"/>
                  <a:pt x="1669" y="2299"/>
                </a:cubicBezTo>
                <a:lnTo>
                  <a:pt x="1669" y="1964"/>
                </a:lnTo>
                <a:lnTo>
                  <a:pt x="1958" y="2131"/>
                </a:lnTo>
                <a:cubicBezTo>
                  <a:pt x="2030" y="2174"/>
                  <a:pt x="2124" y="2149"/>
                  <a:pt x="2166" y="2077"/>
                </a:cubicBezTo>
                <a:cubicBezTo>
                  <a:pt x="2208" y="2005"/>
                  <a:pt x="2183" y="1911"/>
                  <a:pt x="2111" y="1869"/>
                </a:cubicBezTo>
                <a:close/>
                <a:moveTo>
                  <a:pt x="1514" y="1284"/>
                </a:moveTo>
                <a:lnTo>
                  <a:pt x="1299" y="1499"/>
                </a:lnTo>
                <a:cubicBezTo>
                  <a:pt x="1294" y="1506"/>
                  <a:pt x="1281" y="1511"/>
                  <a:pt x="1272" y="1511"/>
                </a:cubicBezTo>
                <a:lnTo>
                  <a:pt x="1257" y="1511"/>
                </a:lnTo>
                <a:lnTo>
                  <a:pt x="1225" y="1511"/>
                </a:lnTo>
                <a:lnTo>
                  <a:pt x="1209" y="1511"/>
                </a:lnTo>
                <a:cubicBezTo>
                  <a:pt x="1200" y="1511"/>
                  <a:pt x="1188" y="1506"/>
                  <a:pt x="1183" y="1499"/>
                </a:cubicBezTo>
                <a:lnTo>
                  <a:pt x="968" y="1284"/>
                </a:lnTo>
                <a:cubicBezTo>
                  <a:pt x="962" y="1279"/>
                  <a:pt x="957" y="1266"/>
                  <a:pt x="957" y="1257"/>
                </a:cubicBezTo>
                <a:lnTo>
                  <a:pt x="957" y="1243"/>
                </a:lnTo>
                <a:lnTo>
                  <a:pt x="957" y="1211"/>
                </a:lnTo>
                <a:lnTo>
                  <a:pt x="957" y="1195"/>
                </a:lnTo>
                <a:cubicBezTo>
                  <a:pt x="957" y="1186"/>
                  <a:pt x="962" y="1174"/>
                  <a:pt x="968" y="1168"/>
                </a:cubicBezTo>
                <a:lnTo>
                  <a:pt x="1183" y="954"/>
                </a:lnTo>
                <a:cubicBezTo>
                  <a:pt x="1190" y="946"/>
                  <a:pt x="1200" y="943"/>
                  <a:pt x="1209" y="943"/>
                </a:cubicBezTo>
                <a:lnTo>
                  <a:pt x="1225" y="943"/>
                </a:lnTo>
                <a:lnTo>
                  <a:pt x="1257" y="943"/>
                </a:lnTo>
                <a:lnTo>
                  <a:pt x="1272" y="943"/>
                </a:lnTo>
                <a:cubicBezTo>
                  <a:pt x="1281" y="943"/>
                  <a:pt x="1294" y="948"/>
                  <a:pt x="1299" y="954"/>
                </a:cubicBezTo>
                <a:lnTo>
                  <a:pt x="1514" y="1168"/>
                </a:lnTo>
                <a:cubicBezTo>
                  <a:pt x="1519" y="1174"/>
                  <a:pt x="1524" y="1186"/>
                  <a:pt x="1524" y="1195"/>
                </a:cubicBezTo>
                <a:lnTo>
                  <a:pt x="1524" y="1211"/>
                </a:lnTo>
                <a:lnTo>
                  <a:pt x="1524" y="1243"/>
                </a:lnTo>
                <a:lnTo>
                  <a:pt x="1524" y="1257"/>
                </a:lnTo>
                <a:cubicBezTo>
                  <a:pt x="1526" y="1266"/>
                  <a:pt x="1521" y="1279"/>
                  <a:pt x="1514" y="1284"/>
                </a:cubicBezTo>
                <a:close/>
                <a:moveTo>
                  <a:pt x="1343" y="1227"/>
                </a:moveTo>
                <a:cubicBezTo>
                  <a:pt x="1343" y="1218"/>
                  <a:pt x="1338" y="1205"/>
                  <a:pt x="1332" y="1200"/>
                </a:cubicBezTo>
                <a:lnTo>
                  <a:pt x="1271" y="1139"/>
                </a:lnTo>
                <a:cubicBezTo>
                  <a:pt x="1265" y="1133"/>
                  <a:pt x="1253" y="1128"/>
                  <a:pt x="1244" y="1128"/>
                </a:cubicBezTo>
                <a:lnTo>
                  <a:pt x="1242" y="1128"/>
                </a:lnTo>
                <a:cubicBezTo>
                  <a:pt x="1234" y="1128"/>
                  <a:pt x="1221" y="1133"/>
                  <a:pt x="1216" y="1139"/>
                </a:cubicBezTo>
                <a:lnTo>
                  <a:pt x="1154" y="1200"/>
                </a:lnTo>
                <a:cubicBezTo>
                  <a:pt x="1147" y="1207"/>
                  <a:pt x="1144" y="1220"/>
                  <a:pt x="1144" y="1227"/>
                </a:cubicBezTo>
                <a:lnTo>
                  <a:pt x="1144" y="1228"/>
                </a:lnTo>
                <a:cubicBezTo>
                  <a:pt x="1144" y="1237"/>
                  <a:pt x="1149" y="1249"/>
                  <a:pt x="1154" y="1254"/>
                </a:cubicBezTo>
                <a:lnTo>
                  <a:pt x="1216" y="1316"/>
                </a:lnTo>
                <a:cubicBezTo>
                  <a:pt x="1221" y="1321"/>
                  <a:pt x="1234" y="1326"/>
                  <a:pt x="1242" y="1326"/>
                </a:cubicBezTo>
                <a:lnTo>
                  <a:pt x="1244" y="1326"/>
                </a:lnTo>
                <a:cubicBezTo>
                  <a:pt x="1253" y="1326"/>
                  <a:pt x="1265" y="1321"/>
                  <a:pt x="1271" y="1316"/>
                </a:cubicBezTo>
                <a:lnTo>
                  <a:pt x="1332" y="1254"/>
                </a:lnTo>
                <a:cubicBezTo>
                  <a:pt x="1338" y="1247"/>
                  <a:pt x="1343" y="1237"/>
                  <a:pt x="1343" y="1228"/>
                </a:cubicBezTo>
                <a:lnTo>
                  <a:pt x="1343" y="1227"/>
                </a:lnTo>
                <a:close/>
                <a:moveTo>
                  <a:pt x="370" y="583"/>
                </a:moveTo>
                <a:lnTo>
                  <a:pt x="887" y="881"/>
                </a:lnTo>
                <a:cubicBezTo>
                  <a:pt x="915" y="897"/>
                  <a:pt x="945" y="904"/>
                  <a:pt x="975" y="901"/>
                </a:cubicBezTo>
                <a:cubicBezTo>
                  <a:pt x="1054" y="895"/>
                  <a:pt x="1116" y="828"/>
                  <a:pt x="1116" y="749"/>
                </a:cubicBezTo>
                <a:lnTo>
                  <a:pt x="1116" y="152"/>
                </a:lnTo>
                <a:cubicBezTo>
                  <a:pt x="1116" y="67"/>
                  <a:pt x="1047" y="0"/>
                  <a:pt x="964" y="0"/>
                </a:cubicBezTo>
                <a:cubicBezTo>
                  <a:pt x="879" y="0"/>
                  <a:pt x="812" y="69"/>
                  <a:pt x="812" y="152"/>
                </a:cubicBezTo>
                <a:lnTo>
                  <a:pt x="812" y="487"/>
                </a:lnTo>
                <a:lnTo>
                  <a:pt x="523" y="319"/>
                </a:lnTo>
                <a:cubicBezTo>
                  <a:pt x="451" y="277"/>
                  <a:pt x="358" y="302"/>
                  <a:pt x="316" y="376"/>
                </a:cubicBezTo>
                <a:cubicBezTo>
                  <a:pt x="273" y="450"/>
                  <a:pt x="298" y="543"/>
                  <a:pt x="370" y="583"/>
                </a:cubicBezTo>
                <a:close/>
                <a:moveTo>
                  <a:pt x="1505" y="902"/>
                </a:moveTo>
                <a:cubicBezTo>
                  <a:pt x="1535" y="904"/>
                  <a:pt x="1565" y="899"/>
                  <a:pt x="1593" y="883"/>
                </a:cubicBezTo>
                <a:lnTo>
                  <a:pt x="2109" y="585"/>
                </a:lnTo>
                <a:cubicBezTo>
                  <a:pt x="2182" y="543"/>
                  <a:pt x="2206" y="450"/>
                  <a:pt x="2166" y="377"/>
                </a:cubicBezTo>
                <a:cubicBezTo>
                  <a:pt x="2124" y="305"/>
                  <a:pt x="2030" y="280"/>
                  <a:pt x="1958" y="321"/>
                </a:cubicBezTo>
                <a:lnTo>
                  <a:pt x="1669" y="488"/>
                </a:lnTo>
                <a:lnTo>
                  <a:pt x="1669" y="153"/>
                </a:lnTo>
                <a:cubicBezTo>
                  <a:pt x="1669" y="69"/>
                  <a:pt x="1600" y="2"/>
                  <a:pt x="1517" y="2"/>
                </a:cubicBezTo>
                <a:cubicBezTo>
                  <a:pt x="1433" y="2"/>
                  <a:pt x="1366" y="71"/>
                  <a:pt x="1366" y="153"/>
                </a:cubicBezTo>
                <a:lnTo>
                  <a:pt x="1366" y="751"/>
                </a:lnTo>
                <a:cubicBezTo>
                  <a:pt x="1366" y="830"/>
                  <a:pt x="1428" y="897"/>
                  <a:pt x="1505" y="902"/>
                </a:cubicBezTo>
                <a:close/>
                <a:moveTo>
                  <a:pt x="976" y="1550"/>
                </a:moveTo>
                <a:cubicBezTo>
                  <a:pt x="946" y="1548"/>
                  <a:pt x="916" y="1553"/>
                  <a:pt x="888" y="1569"/>
                </a:cubicBezTo>
                <a:lnTo>
                  <a:pt x="372" y="1867"/>
                </a:lnTo>
                <a:cubicBezTo>
                  <a:pt x="300" y="1909"/>
                  <a:pt x="275" y="2003"/>
                  <a:pt x="316" y="2075"/>
                </a:cubicBezTo>
                <a:cubicBezTo>
                  <a:pt x="358" y="2147"/>
                  <a:pt x="451" y="2172"/>
                  <a:pt x="523" y="2130"/>
                </a:cubicBezTo>
                <a:lnTo>
                  <a:pt x="812" y="1962"/>
                </a:lnTo>
                <a:lnTo>
                  <a:pt x="812" y="2297"/>
                </a:lnTo>
                <a:cubicBezTo>
                  <a:pt x="812" y="2382"/>
                  <a:pt x="881" y="2449"/>
                  <a:pt x="964" y="2449"/>
                </a:cubicBezTo>
                <a:cubicBezTo>
                  <a:pt x="1049" y="2449"/>
                  <a:pt x="1116" y="2380"/>
                  <a:pt x="1116" y="2297"/>
                </a:cubicBezTo>
                <a:lnTo>
                  <a:pt x="1116" y="1700"/>
                </a:lnTo>
                <a:cubicBezTo>
                  <a:pt x="1117" y="1622"/>
                  <a:pt x="1056" y="1557"/>
                  <a:pt x="976" y="1550"/>
                </a:cubicBezTo>
                <a:close/>
                <a:moveTo>
                  <a:pt x="835" y="1271"/>
                </a:moveTo>
                <a:cubicBezTo>
                  <a:pt x="841" y="1256"/>
                  <a:pt x="842" y="1239"/>
                  <a:pt x="842" y="1223"/>
                </a:cubicBezTo>
                <a:cubicBezTo>
                  <a:pt x="842" y="1211"/>
                  <a:pt x="841" y="1198"/>
                  <a:pt x="837" y="1188"/>
                </a:cubicBezTo>
                <a:cubicBezTo>
                  <a:pt x="827" y="1151"/>
                  <a:pt x="802" y="1117"/>
                  <a:pt x="767" y="1096"/>
                </a:cubicBezTo>
                <a:lnTo>
                  <a:pt x="250" y="797"/>
                </a:lnTo>
                <a:cubicBezTo>
                  <a:pt x="178" y="754"/>
                  <a:pt x="85" y="779"/>
                  <a:pt x="42" y="853"/>
                </a:cubicBezTo>
                <a:cubicBezTo>
                  <a:pt x="0" y="925"/>
                  <a:pt x="25" y="1019"/>
                  <a:pt x="99" y="1061"/>
                </a:cubicBezTo>
                <a:lnTo>
                  <a:pt x="388" y="1228"/>
                </a:lnTo>
                <a:lnTo>
                  <a:pt x="99" y="1395"/>
                </a:lnTo>
                <a:cubicBezTo>
                  <a:pt x="27" y="1437"/>
                  <a:pt x="2" y="1530"/>
                  <a:pt x="42" y="1603"/>
                </a:cubicBezTo>
                <a:cubicBezTo>
                  <a:pt x="85" y="1675"/>
                  <a:pt x="178" y="1700"/>
                  <a:pt x="250" y="1659"/>
                </a:cubicBezTo>
                <a:lnTo>
                  <a:pt x="767" y="1361"/>
                </a:lnTo>
                <a:cubicBezTo>
                  <a:pt x="802" y="1338"/>
                  <a:pt x="825" y="1307"/>
                  <a:pt x="835" y="1271"/>
                </a:cubicBezTo>
                <a:close/>
                <a:moveTo>
                  <a:pt x="7251" y="379"/>
                </a:moveTo>
                <a:lnTo>
                  <a:pt x="7237" y="379"/>
                </a:lnTo>
                <a:cubicBezTo>
                  <a:pt x="7235" y="379"/>
                  <a:pt x="7233" y="379"/>
                  <a:pt x="7231" y="379"/>
                </a:cubicBezTo>
                <a:cubicBezTo>
                  <a:pt x="7229" y="379"/>
                  <a:pt x="7228" y="379"/>
                  <a:pt x="7226" y="379"/>
                </a:cubicBezTo>
                <a:cubicBezTo>
                  <a:pt x="7189" y="379"/>
                  <a:pt x="7154" y="383"/>
                  <a:pt x="7120" y="395"/>
                </a:cubicBezTo>
                <a:cubicBezTo>
                  <a:pt x="7087" y="405"/>
                  <a:pt x="7057" y="423"/>
                  <a:pt x="7034" y="451"/>
                </a:cubicBezTo>
                <a:lnTo>
                  <a:pt x="7034" y="451"/>
                </a:lnTo>
                <a:lnTo>
                  <a:pt x="7034" y="451"/>
                </a:lnTo>
                <a:lnTo>
                  <a:pt x="7034" y="451"/>
                </a:lnTo>
                <a:cubicBezTo>
                  <a:pt x="7009" y="478"/>
                  <a:pt x="6993" y="511"/>
                  <a:pt x="6985" y="546"/>
                </a:cubicBezTo>
                <a:cubicBezTo>
                  <a:pt x="6974" y="583"/>
                  <a:pt x="6970" y="624"/>
                  <a:pt x="6970" y="672"/>
                </a:cubicBezTo>
                <a:lnTo>
                  <a:pt x="6970" y="763"/>
                </a:lnTo>
                <a:lnTo>
                  <a:pt x="6870" y="763"/>
                </a:lnTo>
                <a:cubicBezTo>
                  <a:pt x="6835" y="763"/>
                  <a:pt x="6807" y="791"/>
                  <a:pt x="6807" y="825"/>
                </a:cubicBezTo>
                <a:cubicBezTo>
                  <a:pt x="6807" y="842"/>
                  <a:pt x="6814" y="860"/>
                  <a:pt x="6824" y="872"/>
                </a:cubicBezTo>
                <a:cubicBezTo>
                  <a:pt x="6836" y="885"/>
                  <a:pt x="6852" y="892"/>
                  <a:pt x="6870" y="894"/>
                </a:cubicBezTo>
                <a:lnTo>
                  <a:pt x="6970" y="894"/>
                </a:lnTo>
                <a:lnTo>
                  <a:pt x="6970" y="1634"/>
                </a:lnTo>
                <a:lnTo>
                  <a:pt x="6970" y="1636"/>
                </a:lnTo>
                <a:cubicBezTo>
                  <a:pt x="6970" y="1654"/>
                  <a:pt x="6977" y="1670"/>
                  <a:pt x="6990" y="1682"/>
                </a:cubicBezTo>
                <a:cubicBezTo>
                  <a:pt x="7002" y="1693"/>
                  <a:pt x="7018" y="1700"/>
                  <a:pt x="7036" y="1700"/>
                </a:cubicBezTo>
                <a:cubicBezTo>
                  <a:pt x="7069" y="1700"/>
                  <a:pt x="7097" y="1671"/>
                  <a:pt x="7097" y="1636"/>
                </a:cubicBezTo>
                <a:lnTo>
                  <a:pt x="7097" y="894"/>
                </a:lnTo>
                <a:lnTo>
                  <a:pt x="7205" y="894"/>
                </a:lnTo>
                <a:cubicBezTo>
                  <a:pt x="7222" y="892"/>
                  <a:pt x="7238" y="885"/>
                  <a:pt x="7251" y="874"/>
                </a:cubicBezTo>
                <a:cubicBezTo>
                  <a:pt x="7263" y="862"/>
                  <a:pt x="7270" y="846"/>
                  <a:pt x="7270" y="828"/>
                </a:cubicBezTo>
                <a:lnTo>
                  <a:pt x="7270" y="827"/>
                </a:lnTo>
                <a:cubicBezTo>
                  <a:pt x="7270" y="793"/>
                  <a:pt x="7242" y="765"/>
                  <a:pt x="7207" y="765"/>
                </a:cubicBezTo>
                <a:lnTo>
                  <a:pt x="7097" y="765"/>
                </a:lnTo>
                <a:lnTo>
                  <a:pt x="7097" y="673"/>
                </a:lnTo>
                <a:cubicBezTo>
                  <a:pt x="7097" y="633"/>
                  <a:pt x="7103" y="603"/>
                  <a:pt x="7108" y="582"/>
                </a:cubicBezTo>
                <a:cubicBezTo>
                  <a:pt x="7113" y="561"/>
                  <a:pt x="7122" y="546"/>
                  <a:pt x="7129" y="538"/>
                </a:cubicBezTo>
                <a:cubicBezTo>
                  <a:pt x="7136" y="531"/>
                  <a:pt x="7145" y="524"/>
                  <a:pt x="7161" y="518"/>
                </a:cubicBezTo>
                <a:cubicBezTo>
                  <a:pt x="7177" y="513"/>
                  <a:pt x="7196" y="509"/>
                  <a:pt x="7224" y="509"/>
                </a:cubicBezTo>
                <a:lnTo>
                  <a:pt x="7228" y="509"/>
                </a:lnTo>
                <a:cubicBezTo>
                  <a:pt x="7229" y="509"/>
                  <a:pt x="7231" y="509"/>
                  <a:pt x="7233" y="509"/>
                </a:cubicBezTo>
                <a:cubicBezTo>
                  <a:pt x="7235" y="509"/>
                  <a:pt x="7237" y="509"/>
                  <a:pt x="7238" y="509"/>
                </a:cubicBezTo>
                <a:lnTo>
                  <a:pt x="7247" y="509"/>
                </a:lnTo>
                <a:lnTo>
                  <a:pt x="7252" y="509"/>
                </a:lnTo>
                <a:cubicBezTo>
                  <a:pt x="7288" y="509"/>
                  <a:pt x="7318" y="481"/>
                  <a:pt x="7318" y="444"/>
                </a:cubicBezTo>
                <a:cubicBezTo>
                  <a:pt x="7314" y="409"/>
                  <a:pt x="7286" y="379"/>
                  <a:pt x="7251" y="379"/>
                </a:cubicBezTo>
                <a:close/>
                <a:moveTo>
                  <a:pt x="9482" y="862"/>
                </a:moveTo>
                <a:cubicBezTo>
                  <a:pt x="9494" y="850"/>
                  <a:pt x="9501" y="832"/>
                  <a:pt x="9501" y="816"/>
                </a:cubicBezTo>
                <a:cubicBezTo>
                  <a:pt x="9501" y="800"/>
                  <a:pt x="9494" y="784"/>
                  <a:pt x="9482" y="772"/>
                </a:cubicBezTo>
                <a:lnTo>
                  <a:pt x="9482" y="772"/>
                </a:lnTo>
                <a:lnTo>
                  <a:pt x="9482" y="772"/>
                </a:lnTo>
                <a:lnTo>
                  <a:pt x="9482" y="772"/>
                </a:lnTo>
                <a:lnTo>
                  <a:pt x="9482" y="772"/>
                </a:lnTo>
                <a:cubicBezTo>
                  <a:pt x="9469" y="760"/>
                  <a:pt x="9454" y="753"/>
                  <a:pt x="9438" y="753"/>
                </a:cubicBezTo>
                <a:cubicBezTo>
                  <a:pt x="9423" y="753"/>
                  <a:pt x="9406" y="760"/>
                  <a:pt x="9393" y="772"/>
                </a:cubicBezTo>
                <a:lnTo>
                  <a:pt x="8895" y="1256"/>
                </a:lnTo>
                <a:lnTo>
                  <a:pt x="8895" y="441"/>
                </a:lnTo>
                <a:cubicBezTo>
                  <a:pt x="8895" y="405"/>
                  <a:pt x="8865" y="377"/>
                  <a:pt x="8830" y="377"/>
                </a:cubicBezTo>
                <a:cubicBezTo>
                  <a:pt x="8812" y="377"/>
                  <a:pt x="8796" y="384"/>
                  <a:pt x="8785" y="397"/>
                </a:cubicBezTo>
                <a:cubicBezTo>
                  <a:pt x="8775" y="407"/>
                  <a:pt x="8766" y="425"/>
                  <a:pt x="8766" y="441"/>
                </a:cubicBezTo>
                <a:lnTo>
                  <a:pt x="8766" y="1634"/>
                </a:lnTo>
                <a:cubicBezTo>
                  <a:pt x="8766" y="1652"/>
                  <a:pt x="8773" y="1668"/>
                  <a:pt x="8785" y="1679"/>
                </a:cubicBezTo>
                <a:cubicBezTo>
                  <a:pt x="8796" y="1689"/>
                  <a:pt x="8814" y="1698"/>
                  <a:pt x="8830" y="1698"/>
                </a:cubicBezTo>
                <a:cubicBezTo>
                  <a:pt x="8867" y="1698"/>
                  <a:pt x="8895" y="1670"/>
                  <a:pt x="8895" y="1634"/>
                </a:cubicBezTo>
                <a:lnTo>
                  <a:pt x="8895" y="1437"/>
                </a:lnTo>
                <a:lnTo>
                  <a:pt x="9057" y="1275"/>
                </a:lnTo>
                <a:lnTo>
                  <a:pt x="9388" y="1673"/>
                </a:lnTo>
                <a:cubicBezTo>
                  <a:pt x="9395" y="1682"/>
                  <a:pt x="9402" y="1690"/>
                  <a:pt x="9411" y="1693"/>
                </a:cubicBezTo>
                <a:cubicBezTo>
                  <a:pt x="9420" y="1697"/>
                  <a:pt x="9430" y="1698"/>
                  <a:pt x="9438" y="1698"/>
                </a:cubicBezTo>
                <a:cubicBezTo>
                  <a:pt x="9448" y="1698"/>
                  <a:pt x="9466" y="1696"/>
                  <a:pt x="9480" y="1684"/>
                </a:cubicBezTo>
                <a:lnTo>
                  <a:pt x="9480" y="1684"/>
                </a:lnTo>
                <a:lnTo>
                  <a:pt x="9480" y="1684"/>
                </a:lnTo>
                <a:cubicBezTo>
                  <a:pt x="9494" y="1671"/>
                  <a:pt x="9501" y="1654"/>
                  <a:pt x="9501" y="1636"/>
                </a:cubicBezTo>
                <a:cubicBezTo>
                  <a:pt x="9501" y="1622"/>
                  <a:pt x="9496" y="1606"/>
                  <a:pt x="9485" y="1594"/>
                </a:cubicBezTo>
                <a:lnTo>
                  <a:pt x="9485" y="1594"/>
                </a:lnTo>
                <a:lnTo>
                  <a:pt x="9149" y="1186"/>
                </a:lnTo>
                <a:lnTo>
                  <a:pt x="9482" y="862"/>
                </a:lnTo>
                <a:close/>
                <a:moveTo>
                  <a:pt x="8581" y="779"/>
                </a:moveTo>
                <a:cubicBezTo>
                  <a:pt x="8593" y="790"/>
                  <a:pt x="8600" y="807"/>
                  <a:pt x="8600" y="825"/>
                </a:cubicBezTo>
                <a:lnTo>
                  <a:pt x="8600" y="1633"/>
                </a:lnTo>
                <a:cubicBezTo>
                  <a:pt x="8600" y="1650"/>
                  <a:pt x="8593" y="1666"/>
                  <a:pt x="8581" y="1677"/>
                </a:cubicBezTo>
                <a:cubicBezTo>
                  <a:pt x="8569" y="1687"/>
                  <a:pt x="8553" y="1696"/>
                  <a:pt x="8537" y="1696"/>
                </a:cubicBezTo>
                <a:cubicBezTo>
                  <a:pt x="8519" y="1696"/>
                  <a:pt x="8504" y="1689"/>
                  <a:pt x="8493" y="1677"/>
                </a:cubicBezTo>
                <a:cubicBezTo>
                  <a:pt x="8481" y="1666"/>
                  <a:pt x="8474" y="1650"/>
                  <a:pt x="8474" y="1633"/>
                </a:cubicBezTo>
                <a:lnTo>
                  <a:pt x="8474" y="1553"/>
                </a:lnTo>
                <a:cubicBezTo>
                  <a:pt x="8394" y="1640"/>
                  <a:pt x="8281" y="1696"/>
                  <a:pt x="8156" y="1696"/>
                </a:cubicBezTo>
                <a:cubicBezTo>
                  <a:pt x="8033" y="1696"/>
                  <a:pt x="7920" y="1643"/>
                  <a:pt x="7841" y="1557"/>
                </a:cubicBezTo>
                <a:cubicBezTo>
                  <a:pt x="7760" y="1472"/>
                  <a:pt x="7712" y="1354"/>
                  <a:pt x="7712" y="1228"/>
                </a:cubicBezTo>
                <a:cubicBezTo>
                  <a:pt x="7712" y="1100"/>
                  <a:pt x="7762" y="983"/>
                  <a:pt x="7841" y="899"/>
                </a:cubicBezTo>
                <a:cubicBezTo>
                  <a:pt x="7920" y="814"/>
                  <a:pt x="8033" y="760"/>
                  <a:pt x="8156" y="760"/>
                </a:cubicBezTo>
                <a:cubicBezTo>
                  <a:pt x="8281" y="760"/>
                  <a:pt x="8394" y="814"/>
                  <a:pt x="8474" y="901"/>
                </a:cubicBezTo>
                <a:lnTo>
                  <a:pt x="8474" y="823"/>
                </a:lnTo>
                <a:cubicBezTo>
                  <a:pt x="8474" y="805"/>
                  <a:pt x="8481" y="790"/>
                  <a:pt x="8493" y="777"/>
                </a:cubicBezTo>
                <a:cubicBezTo>
                  <a:pt x="8505" y="767"/>
                  <a:pt x="8521" y="760"/>
                  <a:pt x="8537" y="760"/>
                </a:cubicBezTo>
                <a:cubicBezTo>
                  <a:pt x="8555" y="761"/>
                  <a:pt x="8570" y="768"/>
                  <a:pt x="8581" y="779"/>
                </a:cubicBezTo>
                <a:close/>
                <a:moveTo>
                  <a:pt x="8474" y="1230"/>
                </a:moveTo>
                <a:cubicBezTo>
                  <a:pt x="8474" y="1135"/>
                  <a:pt x="8437" y="1049"/>
                  <a:pt x="8380" y="987"/>
                </a:cubicBezTo>
                <a:cubicBezTo>
                  <a:pt x="8322" y="925"/>
                  <a:pt x="8243" y="888"/>
                  <a:pt x="8156" y="888"/>
                </a:cubicBezTo>
                <a:cubicBezTo>
                  <a:pt x="8070" y="888"/>
                  <a:pt x="7992" y="925"/>
                  <a:pt x="7933" y="987"/>
                </a:cubicBezTo>
                <a:cubicBezTo>
                  <a:pt x="7875" y="1049"/>
                  <a:pt x="7837" y="1135"/>
                  <a:pt x="7837" y="1230"/>
                </a:cubicBezTo>
                <a:cubicBezTo>
                  <a:pt x="7837" y="1324"/>
                  <a:pt x="7874" y="1411"/>
                  <a:pt x="7933" y="1472"/>
                </a:cubicBezTo>
                <a:cubicBezTo>
                  <a:pt x="7991" y="1534"/>
                  <a:pt x="8070" y="1571"/>
                  <a:pt x="8156" y="1571"/>
                </a:cubicBezTo>
                <a:cubicBezTo>
                  <a:pt x="8243" y="1571"/>
                  <a:pt x="8322" y="1534"/>
                  <a:pt x="8380" y="1472"/>
                </a:cubicBezTo>
                <a:cubicBezTo>
                  <a:pt x="8437" y="1409"/>
                  <a:pt x="8474" y="1324"/>
                  <a:pt x="8474" y="1230"/>
                </a:cubicBezTo>
                <a:close/>
                <a:moveTo>
                  <a:pt x="3348" y="1207"/>
                </a:moveTo>
                <a:cubicBezTo>
                  <a:pt x="3297" y="1183"/>
                  <a:pt x="3239" y="1165"/>
                  <a:pt x="3181" y="1146"/>
                </a:cubicBezTo>
                <a:cubicBezTo>
                  <a:pt x="3128" y="1128"/>
                  <a:pt x="3073" y="1112"/>
                  <a:pt x="3035" y="1091"/>
                </a:cubicBezTo>
                <a:cubicBezTo>
                  <a:pt x="3015" y="1080"/>
                  <a:pt x="2999" y="1070"/>
                  <a:pt x="2991" y="1057"/>
                </a:cubicBezTo>
                <a:cubicBezTo>
                  <a:pt x="2980" y="1045"/>
                  <a:pt x="2976" y="1033"/>
                  <a:pt x="2975" y="1015"/>
                </a:cubicBezTo>
                <a:cubicBezTo>
                  <a:pt x="2975" y="992"/>
                  <a:pt x="2982" y="973"/>
                  <a:pt x="2992" y="955"/>
                </a:cubicBezTo>
                <a:cubicBezTo>
                  <a:pt x="3010" y="931"/>
                  <a:pt x="3038" y="911"/>
                  <a:pt x="3072" y="899"/>
                </a:cubicBezTo>
                <a:cubicBezTo>
                  <a:pt x="3103" y="887"/>
                  <a:pt x="3137" y="879"/>
                  <a:pt x="3162" y="879"/>
                </a:cubicBezTo>
                <a:cubicBezTo>
                  <a:pt x="3234" y="879"/>
                  <a:pt x="3280" y="904"/>
                  <a:pt x="3315" y="929"/>
                </a:cubicBezTo>
                <a:cubicBezTo>
                  <a:pt x="3332" y="941"/>
                  <a:pt x="3347" y="954"/>
                  <a:pt x="3361" y="964"/>
                </a:cubicBezTo>
                <a:cubicBezTo>
                  <a:pt x="3368" y="969"/>
                  <a:pt x="3375" y="975"/>
                  <a:pt x="3382" y="978"/>
                </a:cubicBezTo>
                <a:cubicBezTo>
                  <a:pt x="3389" y="982"/>
                  <a:pt x="3398" y="985"/>
                  <a:pt x="3406" y="985"/>
                </a:cubicBezTo>
                <a:cubicBezTo>
                  <a:pt x="3412" y="985"/>
                  <a:pt x="3419" y="983"/>
                  <a:pt x="3424" y="982"/>
                </a:cubicBezTo>
                <a:cubicBezTo>
                  <a:pt x="3429" y="980"/>
                  <a:pt x="3435" y="976"/>
                  <a:pt x="3440" y="971"/>
                </a:cubicBezTo>
                <a:cubicBezTo>
                  <a:pt x="3445" y="968"/>
                  <a:pt x="3449" y="962"/>
                  <a:pt x="3452" y="955"/>
                </a:cubicBezTo>
                <a:cubicBezTo>
                  <a:pt x="3454" y="950"/>
                  <a:pt x="3456" y="943"/>
                  <a:pt x="3456" y="938"/>
                </a:cubicBezTo>
                <a:cubicBezTo>
                  <a:pt x="3456" y="927"/>
                  <a:pt x="3452" y="916"/>
                  <a:pt x="3447" y="906"/>
                </a:cubicBezTo>
                <a:cubicBezTo>
                  <a:pt x="3438" y="888"/>
                  <a:pt x="3422" y="872"/>
                  <a:pt x="3403" y="855"/>
                </a:cubicBezTo>
                <a:cubicBezTo>
                  <a:pt x="3375" y="830"/>
                  <a:pt x="3337" y="805"/>
                  <a:pt x="3297" y="788"/>
                </a:cubicBezTo>
                <a:cubicBezTo>
                  <a:pt x="3256" y="770"/>
                  <a:pt x="3214" y="758"/>
                  <a:pt x="3174" y="758"/>
                </a:cubicBezTo>
                <a:cubicBezTo>
                  <a:pt x="3079" y="758"/>
                  <a:pt x="3001" y="779"/>
                  <a:pt x="2943" y="820"/>
                </a:cubicBezTo>
                <a:cubicBezTo>
                  <a:pt x="2913" y="841"/>
                  <a:pt x="2887" y="864"/>
                  <a:pt x="2869" y="894"/>
                </a:cubicBezTo>
                <a:cubicBezTo>
                  <a:pt x="2850" y="925"/>
                  <a:pt x="2839" y="964"/>
                  <a:pt x="2839" y="1013"/>
                </a:cubicBezTo>
                <a:cubicBezTo>
                  <a:pt x="2839" y="1015"/>
                  <a:pt x="2839" y="1019"/>
                  <a:pt x="2839" y="1020"/>
                </a:cubicBezTo>
                <a:cubicBezTo>
                  <a:pt x="2839" y="1070"/>
                  <a:pt x="2855" y="1109"/>
                  <a:pt x="2880" y="1140"/>
                </a:cubicBezTo>
                <a:cubicBezTo>
                  <a:pt x="2917" y="1188"/>
                  <a:pt x="2973" y="1215"/>
                  <a:pt x="3028" y="1235"/>
                </a:cubicBezTo>
                <a:cubicBezTo>
                  <a:pt x="3082" y="1254"/>
                  <a:pt x="3137" y="1266"/>
                  <a:pt x="3170" y="1279"/>
                </a:cubicBezTo>
                <a:cubicBezTo>
                  <a:pt x="3218" y="1294"/>
                  <a:pt x="3271" y="1312"/>
                  <a:pt x="3308" y="1335"/>
                </a:cubicBezTo>
                <a:cubicBezTo>
                  <a:pt x="3327" y="1347"/>
                  <a:pt x="3341" y="1360"/>
                  <a:pt x="3352" y="1374"/>
                </a:cubicBezTo>
                <a:cubicBezTo>
                  <a:pt x="3362" y="1388"/>
                  <a:pt x="3368" y="1404"/>
                  <a:pt x="3368" y="1421"/>
                </a:cubicBezTo>
                <a:lnTo>
                  <a:pt x="3368" y="1423"/>
                </a:lnTo>
                <a:cubicBezTo>
                  <a:pt x="3368" y="1449"/>
                  <a:pt x="3359" y="1471"/>
                  <a:pt x="3347" y="1490"/>
                </a:cubicBezTo>
                <a:cubicBezTo>
                  <a:pt x="3327" y="1516"/>
                  <a:pt x="3294" y="1538"/>
                  <a:pt x="3258" y="1550"/>
                </a:cubicBezTo>
                <a:cubicBezTo>
                  <a:pt x="3223" y="1562"/>
                  <a:pt x="3188" y="1568"/>
                  <a:pt x="3163" y="1568"/>
                </a:cubicBezTo>
                <a:cubicBezTo>
                  <a:pt x="3080" y="1568"/>
                  <a:pt x="3026" y="1548"/>
                  <a:pt x="2985" y="1527"/>
                </a:cubicBezTo>
                <a:cubicBezTo>
                  <a:pt x="2966" y="1516"/>
                  <a:pt x="2948" y="1508"/>
                  <a:pt x="2934" y="1499"/>
                </a:cubicBezTo>
                <a:cubicBezTo>
                  <a:pt x="2927" y="1495"/>
                  <a:pt x="2920" y="1492"/>
                  <a:pt x="2913" y="1488"/>
                </a:cubicBezTo>
                <a:cubicBezTo>
                  <a:pt x="2906" y="1485"/>
                  <a:pt x="2899" y="1483"/>
                  <a:pt x="2890" y="1483"/>
                </a:cubicBezTo>
                <a:cubicBezTo>
                  <a:pt x="2885" y="1483"/>
                  <a:pt x="2880" y="1483"/>
                  <a:pt x="2874" y="1486"/>
                </a:cubicBezTo>
                <a:cubicBezTo>
                  <a:pt x="2869" y="1488"/>
                  <a:pt x="2864" y="1492"/>
                  <a:pt x="2860" y="1495"/>
                </a:cubicBezTo>
                <a:cubicBezTo>
                  <a:pt x="2855" y="1501"/>
                  <a:pt x="2850" y="1506"/>
                  <a:pt x="2846" y="1513"/>
                </a:cubicBezTo>
                <a:cubicBezTo>
                  <a:pt x="2843" y="1520"/>
                  <a:pt x="2841" y="1527"/>
                  <a:pt x="2841" y="1534"/>
                </a:cubicBezTo>
                <a:cubicBezTo>
                  <a:pt x="2841" y="1546"/>
                  <a:pt x="2846" y="1559"/>
                  <a:pt x="2851" y="1568"/>
                </a:cubicBezTo>
                <a:cubicBezTo>
                  <a:pt x="2862" y="1582"/>
                  <a:pt x="2878" y="1596"/>
                  <a:pt x="2895" y="1610"/>
                </a:cubicBezTo>
                <a:cubicBezTo>
                  <a:pt x="2915" y="1622"/>
                  <a:pt x="2938" y="1636"/>
                  <a:pt x="2966" y="1649"/>
                </a:cubicBezTo>
                <a:cubicBezTo>
                  <a:pt x="3026" y="1677"/>
                  <a:pt x="3103" y="1691"/>
                  <a:pt x="3162" y="1693"/>
                </a:cubicBezTo>
                <a:lnTo>
                  <a:pt x="3162" y="1693"/>
                </a:lnTo>
                <a:cubicBezTo>
                  <a:pt x="3253" y="1693"/>
                  <a:pt x="3331" y="1671"/>
                  <a:pt x="3398" y="1622"/>
                </a:cubicBezTo>
                <a:lnTo>
                  <a:pt x="3398" y="1622"/>
                </a:lnTo>
                <a:lnTo>
                  <a:pt x="3398" y="1622"/>
                </a:lnTo>
                <a:cubicBezTo>
                  <a:pt x="3463" y="1573"/>
                  <a:pt x="3503" y="1501"/>
                  <a:pt x="3503" y="1419"/>
                </a:cubicBezTo>
                <a:cubicBezTo>
                  <a:pt x="3503" y="1375"/>
                  <a:pt x="3493" y="1337"/>
                  <a:pt x="3475" y="1305"/>
                </a:cubicBezTo>
                <a:cubicBezTo>
                  <a:pt x="3445" y="1261"/>
                  <a:pt x="3399" y="1232"/>
                  <a:pt x="3348" y="1207"/>
                </a:cubicBezTo>
                <a:close/>
                <a:moveTo>
                  <a:pt x="7513" y="377"/>
                </a:moveTo>
                <a:cubicBezTo>
                  <a:pt x="7496" y="377"/>
                  <a:pt x="7480" y="384"/>
                  <a:pt x="7469" y="397"/>
                </a:cubicBezTo>
                <a:cubicBezTo>
                  <a:pt x="7457" y="407"/>
                  <a:pt x="7450" y="425"/>
                  <a:pt x="7450" y="441"/>
                </a:cubicBezTo>
                <a:lnTo>
                  <a:pt x="7450" y="1634"/>
                </a:lnTo>
                <a:cubicBezTo>
                  <a:pt x="7450" y="1652"/>
                  <a:pt x="7457" y="1668"/>
                  <a:pt x="7469" y="1679"/>
                </a:cubicBezTo>
                <a:cubicBezTo>
                  <a:pt x="7481" y="1689"/>
                  <a:pt x="7497" y="1698"/>
                  <a:pt x="7513" y="1698"/>
                </a:cubicBezTo>
                <a:cubicBezTo>
                  <a:pt x="7550" y="1698"/>
                  <a:pt x="7578" y="1670"/>
                  <a:pt x="7578" y="1634"/>
                </a:cubicBezTo>
                <a:lnTo>
                  <a:pt x="7578" y="441"/>
                </a:lnTo>
                <a:cubicBezTo>
                  <a:pt x="7578" y="405"/>
                  <a:pt x="7548" y="377"/>
                  <a:pt x="7513" y="377"/>
                </a:cubicBezTo>
                <a:close/>
                <a:moveTo>
                  <a:pt x="10445" y="1200"/>
                </a:moveTo>
                <a:lnTo>
                  <a:pt x="10445" y="1207"/>
                </a:lnTo>
                <a:cubicBezTo>
                  <a:pt x="10445" y="1225"/>
                  <a:pt x="10438" y="1241"/>
                  <a:pt x="10426" y="1250"/>
                </a:cubicBezTo>
                <a:cubicBezTo>
                  <a:pt x="10414" y="1261"/>
                  <a:pt x="10398" y="1266"/>
                  <a:pt x="10382" y="1266"/>
                </a:cubicBezTo>
                <a:lnTo>
                  <a:pt x="9667" y="1266"/>
                </a:lnTo>
                <a:cubicBezTo>
                  <a:pt x="9684" y="1441"/>
                  <a:pt x="9823" y="1569"/>
                  <a:pt x="9991" y="1571"/>
                </a:cubicBezTo>
                <a:lnTo>
                  <a:pt x="10033" y="1571"/>
                </a:lnTo>
                <a:cubicBezTo>
                  <a:pt x="10088" y="1571"/>
                  <a:pt x="10142" y="1552"/>
                  <a:pt x="10188" y="1520"/>
                </a:cubicBezTo>
                <a:cubicBezTo>
                  <a:pt x="10236" y="1488"/>
                  <a:pt x="10276" y="1446"/>
                  <a:pt x="10305" y="1397"/>
                </a:cubicBezTo>
                <a:cubicBezTo>
                  <a:pt x="10310" y="1386"/>
                  <a:pt x="10319" y="1380"/>
                  <a:pt x="10327" y="1374"/>
                </a:cubicBezTo>
                <a:cubicBezTo>
                  <a:pt x="10336" y="1369"/>
                  <a:pt x="10347" y="1367"/>
                  <a:pt x="10357" y="1367"/>
                </a:cubicBezTo>
                <a:cubicBezTo>
                  <a:pt x="10368" y="1367"/>
                  <a:pt x="10380" y="1370"/>
                  <a:pt x="10389" y="1375"/>
                </a:cubicBezTo>
                <a:lnTo>
                  <a:pt x="10389" y="1375"/>
                </a:lnTo>
                <a:lnTo>
                  <a:pt x="10389" y="1375"/>
                </a:lnTo>
                <a:cubicBezTo>
                  <a:pt x="10407" y="1388"/>
                  <a:pt x="10419" y="1409"/>
                  <a:pt x="10419" y="1430"/>
                </a:cubicBezTo>
                <a:cubicBezTo>
                  <a:pt x="10419" y="1441"/>
                  <a:pt x="10416" y="1453"/>
                  <a:pt x="10410" y="1464"/>
                </a:cubicBezTo>
                <a:lnTo>
                  <a:pt x="10410" y="1464"/>
                </a:lnTo>
                <a:lnTo>
                  <a:pt x="10410" y="1464"/>
                </a:lnTo>
                <a:cubicBezTo>
                  <a:pt x="10370" y="1527"/>
                  <a:pt x="10315" y="1585"/>
                  <a:pt x="10252" y="1627"/>
                </a:cubicBezTo>
                <a:cubicBezTo>
                  <a:pt x="10186" y="1670"/>
                  <a:pt x="10112" y="1696"/>
                  <a:pt x="10031" y="1696"/>
                </a:cubicBezTo>
                <a:lnTo>
                  <a:pt x="9989" y="1696"/>
                </a:lnTo>
                <a:cubicBezTo>
                  <a:pt x="9864" y="1696"/>
                  <a:pt x="9749" y="1642"/>
                  <a:pt x="9668" y="1557"/>
                </a:cubicBezTo>
                <a:cubicBezTo>
                  <a:pt x="9587" y="1472"/>
                  <a:pt x="9536" y="1356"/>
                  <a:pt x="9536" y="1230"/>
                </a:cubicBezTo>
                <a:cubicBezTo>
                  <a:pt x="9536" y="1100"/>
                  <a:pt x="9587" y="983"/>
                  <a:pt x="9668" y="897"/>
                </a:cubicBezTo>
                <a:cubicBezTo>
                  <a:pt x="9751" y="813"/>
                  <a:pt x="9864" y="760"/>
                  <a:pt x="9991" y="760"/>
                </a:cubicBezTo>
                <a:cubicBezTo>
                  <a:pt x="10112" y="760"/>
                  <a:pt x="10220" y="807"/>
                  <a:pt x="10301" y="887"/>
                </a:cubicBezTo>
                <a:cubicBezTo>
                  <a:pt x="10382" y="966"/>
                  <a:pt x="10435" y="1075"/>
                  <a:pt x="10445" y="1200"/>
                </a:cubicBezTo>
                <a:close/>
                <a:moveTo>
                  <a:pt x="10305" y="1139"/>
                </a:moveTo>
                <a:cubicBezTo>
                  <a:pt x="10268" y="992"/>
                  <a:pt x="10139" y="887"/>
                  <a:pt x="9993" y="887"/>
                </a:cubicBezTo>
                <a:cubicBezTo>
                  <a:pt x="9841" y="887"/>
                  <a:pt x="9714" y="989"/>
                  <a:pt x="9675" y="1139"/>
                </a:cubicBezTo>
                <a:lnTo>
                  <a:pt x="10305" y="1139"/>
                </a:lnTo>
                <a:close/>
                <a:moveTo>
                  <a:pt x="4027" y="763"/>
                </a:moveTo>
                <a:cubicBezTo>
                  <a:pt x="3926" y="763"/>
                  <a:pt x="3836" y="802"/>
                  <a:pt x="3768" y="864"/>
                </a:cubicBezTo>
                <a:lnTo>
                  <a:pt x="3768" y="827"/>
                </a:lnTo>
                <a:cubicBezTo>
                  <a:pt x="3768" y="809"/>
                  <a:pt x="3761" y="793"/>
                  <a:pt x="3750" y="783"/>
                </a:cubicBezTo>
                <a:cubicBezTo>
                  <a:pt x="3740" y="770"/>
                  <a:pt x="3724" y="763"/>
                  <a:pt x="3706" y="763"/>
                </a:cubicBezTo>
                <a:cubicBezTo>
                  <a:pt x="3688" y="763"/>
                  <a:pt x="3670" y="770"/>
                  <a:pt x="3660" y="783"/>
                </a:cubicBezTo>
                <a:cubicBezTo>
                  <a:pt x="3649" y="795"/>
                  <a:pt x="3643" y="811"/>
                  <a:pt x="3643" y="827"/>
                </a:cubicBezTo>
                <a:lnTo>
                  <a:pt x="3643" y="1652"/>
                </a:lnTo>
                <a:lnTo>
                  <a:pt x="3644" y="1654"/>
                </a:lnTo>
                <a:lnTo>
                  <a:pt x="3644" y="1654"/>
                </a:lnTo>
                <a:cubicBezTo>
                  <a:pt x="3644" y="1657"/>
                  <a:pt x="3646" y="1659"/>
                  <a:pt x="3648" y="1663"/>
                </a:cubicBezTo>
                <a:cubicBezTo>
                  <a:pt x="3657" y="1679"/>
                  <a:pt x="3671" y="1689"/>
                  <a:pt x="3688" y="1694"/>
                </a:cubicBezTo>
                <a:lnTo>
                  <a:pt x="3690" y="1694"/>
                </a:lnTo>
                <a:lnTo>
                  <a:pt x="3704" y="1694"/>
                </a:lnTo>
                <a:cubicBezTo>
                  <a:pt x="3713" y="1694"/>
                  <a:pt x="3722" y="1693"/>
                  <a:pt x="3731" y="1689"/>
                </a:cubicBezTo>
                <a:cubicBezTo>
                  <a:pt x="3738" y="1686"/>
                  <a:pt x="3745" y="1680"/>
                  <a:pt x="3750" y="1673"/>
                </a:cubicBezTo>
                <a:lnTo>
                  <a:pt x="3750" y="1673"/>
                </a:lnTo>
                <a:cubicBezTo>
                  <a:pt x="3750" y="1673"/>
                  <a:pt x="3750" y="1671"/>
                  <a:pt x="3752" y="1671"/>
                </a:cubicBezTo>
                <a:lnTo>
                  <a:pt x="3752" y="1671"/>
                </a:lnTo>
                <a:cubicBezTo>
                  <a:pt x="3755" y="1668"/>
                  <a:pt x="3759" y="1663"/>
                  <a:pt x="3761" y="1659"/>
                </a:cubicBezTo>
                <a:cubicBezTo>
                  <a:pt x="3762" y="1654"/>
                  <a:pt x="3764" y="1650"/>
                  <a:pt x="3764" y="1645"/>
                </a:cubicBezTo>
                <a:lnTo>
                  <a:pt x="3764" y="1643"/>
                </a:lnTo>
                <a:lnTo>
                  <a:pt x="3764" y="1147"/>
                </a:lnTo>
                <a:cubicBezTo>
                  <a:pt x="3766" y="1077"/>
                  <a:pt x="3796" y="1012"/>
                  <a:pt x="3842" y="966"/>
                </a:cubicBezTo>
                <a:cubicBezTo>
                  <a:pt x="3888" y="920"/>
                  <a:pt x="3953" y="890"/>
                  <a:pt x="4023" y="890"/>
                </a:cubicBezTo>
                <a:cubicBezTo>
                  <a:pt x="4095" y="890"/>
                  <a:pt x="4159" y="918"/>
                  <a:pt x="4205" y="966"/>
                </a:cubicBezTo>
                <a:cubicBezTo>
                  <a:pt x="4251" y="1012"/>
                  <a:pt x="4279" y="1077"/>
                  <a:pt x="4279" y="1147"/>
                </a:cubicBezTo>
                <a:lnTo>
                  <a:pt x="4279" y="1634"/>
                </a:lnTo>
                <a:cubicBezTo>
                  <a:pt x="4279" y="1652"/>
                  <a:pt x="4286" y="1668"/>
                  <a:pt x="4298" y="1680"/>
                </a:cubicBezTo>
                <a:cubicBezTo>
                  <a:pt x="4310" y="1691"/>
                  <a:pt x="4326" y="1698"/>
                  <a:pt x="4342" y="1698"/>
                </a:cubicBezTo>
                <a:cubicBezTo>
                  <a:pt x="4360" y="1698"/>
                  <a:pt x="4376" y="1691"/>
                  <a:pt x="4386" y="1680"/>
                </a:cubicBezTo>
                <a:cubicBezTo>
                  <a:pt x="4399" y="1670"/>
                  <a:pt x="4406" y="1652"/>
                  <a:pt x="4406" y="1634"/>
                </a:cubicBezTo>
                <a:lnTo>
                  <a:pt x="4406" y="1147"/>
                </a:lnTo>
                <a:cubicBezTo>
                  <a:pt x="4413" y="936"/>
                  <a:pt x="4240" y="763"/>
                  <a:pt x="4027" y="763"/>
                </a:cubicBezTo>
                <a:close/>
                <a:moveTo>
                  <a:pt x="5294" y="901"/>
                </a:moveTo>
                <a:cubicBezTo>
                  <a:pt x="5375" y="985"/>
                  <a:pt x="5421" y="1103"/>
                  <a:pt x="5423" y="1230"/>
                </a:cubicBezTo>
                <a:cubicBezTo>
                  <a:pt x="5423" y="1356"/>
                  <a:pt x="5375" y="1472"/>
                  <a:pt x="5294" y="1559"/>
                </a:cubicBezTo>
                <a:cubicBezTo>
                  <a:pt x="5214" y="1643"/>
                  <a:pt x="5101" y="1698"/>
                  <a:pt x="4978" y="1698"/>
                </a:cubicBezTo>
                <a:cubicBezTo>
                  <a:pt x="4854" y="1698"/>
                  <a:pt x="4744" y="1644"/>
                  <a:pt x="4663" y="1559"/>
                </a:cubicBezTo>
                <a:cubicBezTo>
                  <a:pt x="4582" y="1475"/>
                  <a:pt x="4533" y="1356"/>
                  <a:pt x="4533" y="1230"/>
                </a:cubicBezTo>
                <a:cubicBezTo>
                  <a:pt x="4533" y="1103"/>
                  <a:pt x="4582" y="987"/>
                  <a:pt x="4663" y="901"/>
                </a:cubicBezTo>
                <a:cubicBezTo>
                  <a:pt x="4742" y="816"/>
                  <a:pt x="4855" y="761"/>
                  <a:pt x="4978" y="761"/>
                </a:cubicBezTo>
                <a:cubicBezTo>
                  <a:pt x="5103" y="761"/>
                  <a:pt x="5214" y="816"/>
                  <a:pt x="5294" y="901"/>
                </a:cubicBezTo>
                <a:close/>
                <a:moveTo>
                  <a:pt x="5296" y="1230"/>
                </a:moveTo>
                <a:cubicBezTo>
                  <a:pt x="5296" y="1135"/>
                  <a:pt x="5258" y="1049"/>
                  <a:pt x="5200" y="987"/>
                </a:cubicBezTo>
                <a:cubicBezTo>
                  <a:pt x="5141" y="925"/>
                  <a:pt x="5063" y="887"/>
                  <a:pt x="4978" y="887"/>
                </a:cubicBezTo>
                <a:cubicBezTo>
                  <a:pt x="4892" y="887"/>
                  <a:pt x="4813" y="925"/>
                  <a:pt x="4755" y="987"/>
                </a:cubicBezTo>
                <a:cubicBezTo>
                  <a:pt x="4696" y="1049"/>
                  <a:pt x="4659" y="1135"/>
                  <a:pt x="4659" y="1230"/>
                </a:cubicBezTo>
                <a:cubicBezTo>
                  <a:pt x="4659" y="1324"/>
                  <a:pt x="4696" y="1410"/>
                  <a:pt x="4755" y="1471"/>
                </a:cubicBezTo>
                <a:cubicBezTo>
                  <a:pt x="4813" y="1533"/>
                  <a:pt x="4892" y="1569"/>
                  <a:pt x="4978" y="1569"/>
                </a:cubicBezTo>
                <a:cubicBezTo>
                  <a:pt x="5065" y="1569"/>
                  <a:pt x="5144" y="1532"/>
                  <a:pt x="5200" y="1471"/>
                </a:cubicBezTo>
                <a:cubicBezTo>
                  <a:pt x="5259" y="1409"/>
                  <a:pt x="5296" y="1324"/>
                  <a:pt x="5296" y="1230"/>
                </a:cubicBezTo>
                <a:close/>
                <a:moveTo>
                  <a:pt x="6671" y="768"/>
                </a:moveTo>
                <a:lnTo>
                  <a:pt x="6671" y="768"/>
                </a:lnTo>
                <a:cubicBezTo>
                  <a:pt x="6669" y="768"/>
                  <a:pt x="6669" y="768"/>
                  <a:pt x="6671" y="768"/>
                </a:cubicBezTo>
                <a:cubicBezTo>
                  <a:pt x="6662" y="765"/>
                  <a:pt x="6655" y="763"/>
                  <a:pt x="6648" y="763"/>
                </a:cubicBezTo>
                <a:cubicBezTo>
                  <a:pt x="6636" y="763"/>
                  <a:pt x="6624" y="767"/>
                  <a:pt x="6613" y="774"/>
                </a:cubicBezTo>
                <a:cubicBezTo>
                  <a:pt x="6603" y="781"/>
                  <a:pt x="6593" y="790"/>
                  <a:pt x="6588" y="802"/>
                </a:cubicBezTo>
                <a:lnTo>
                  <a:pt x="6588" y="802"/>
                </a:lnTo>
                <a:lnTo>
                  <a:pt x="6345" y="1467"/>
                </a:lnTo>
                <a:lnTo>
                  <a:pt x="6158" y="1022"/>
                </a:lnTo>
                <a:lnTo>
                  <a:pt x="6158" y="1022"/>
                </a:lnTo>
                <a:cubicBezTo>
                  <a:pt x="6153" y="1010"/>
                  <a:pt x="6144" y="999"/>
                  <a:pt x="6133" y="994"/>
                </a:cubicBezTo>
                <a:cubicBezTo>
                  <a:pt x="6123" y="987"/>
                  <a:pt x="6110" y="983"/>
                  <a:pt x="6096" y="983"/>
                </a:cubicBezTo>
                <a:cubicBezTo>
                  <a:pt x="6084" y="983"/>
                  <a:pt x="6072" y="987"/>
                  <a:pt x="6061" y="994"/>
                </a:cubicBezTo>
                <a:cubicBezTo>
                  <a:pt x="6051" y="1001"/>
                  <a:pt x="6042" y="1010"/>
                  <a:pt x="6036" y="1022"/>
                </a:cubicBezTo>
                <a:lnTo>
                  <a:pt x="6036" y="1022"/>
                </a:lnTo>
                <a:lnTo>
                  <a:pt x="5848" y="1467"/>
                </a:lnTo>
                <a:lnTo>
                  <a:pt x="5603" y="802"/>
                </a:lnTo>
                <a:lnTo>
                  <a:pt x="5603" y="802"/>
                </a:lnTo>
                <a:cubicBezTo>
                  <a:pt x="5599" y="790"/>
                  <a:pt x="5591" y="779"/>
                  <a:pt x="5580" y="772"/>
                </a:cubicBezTo>
                <a:cubicBezTo>
                  <a:pt x="5569" y="765"/>
                  <a:pt x="5557" y="761"/>
                  <a:pt x="5545" y="761"/>
                </a:cubicBezTo>
                <a:cubicBezTo>
                  <a:pt x="5536" y="761"/>
                  <a:pt x="5529" y="763"/>
                  <a:pt x="5520" y="767"/>
                </a:cubicBezTo>
                <a:lnTo>
                  <a:pt x="5520" y="767"/>
                </a:lnTo>
                <a:lnTo>
                  <a:pt x="5520" y="767"/>
                </a:lnTo>
                <a:cubicBezTo>
                  <a:pt x="5497" y="777"/>
                  <a:pt x="5483" y="800"/>
                  <a:pt x="5483" y="825"/>
                </a:cubicBezTo>
                <a:cubicBezTo>
                  <a:pt x="5483" y="832"/>
                  <a:pt x="5485" y="841"/>
                  <a:pt x="5488" y="848"/>
                </a:cubicBezTo>
                <a:lnTo>
                  <a:pt x="5488" y="848"/>
                </a:lnTo>
                <a:lnTo>
                  <a:pt x="5790" y="1654"/>
                </a:lnTo>
                <a:lnTo>
                  <a:pt x="5790" y="1654"/>
                </a:lnTo>
                <a:cubicBezTo>
                  <a:pt x="5791" y="1659"/>
                  <a:pt x="5795" y="1666"/>
                  <a:pt x="5800" y="1671"/>
                </a:cubicBezTo>
                <a:cubicBezTo>
                  <a:pt x="5804" y="1675"/>
                  <a:pt x="5809" y="1679"/>
                  <a:pt x="5814" y="1682"/>
                </a:cubicBezTo>
                <a:cubicBezTo>
                  <a:pt x="5816" y="1684"/>
                  <a:pt x="5816" y="1684"/>
                  <a:pt x="5820" y="1686"/>
                </a:cubicBezTo>
                <a:cubicBezTo>
                  <a:pt x="5821" y="1687"/>
                  <a:pt x="5825" y="1687"/>
                  <a:pt x="5829" y="1689"/>
                </a:cubicBezTo>
                <a:cubicBezTo>
                  <a:pt x="5834" y="1691"/>
                  <a:pt x="5841" y="1693"/>
                  <a:pt x="5850" y="1693"/>
                </a:cubicBezTo>
                <a:cubicBezTo>
                  <a:pt x="5862" y="1693"/>
                  <a:pt x="5873" y="1689"/>
                  <a:pt x="5883" y="1682"/>
                </a:cubicBezTo>
                <a:cubicBezTo>
                  <a:pt x="5892" y="1675"/>
                  <a:pt x="5901" y="1666"/>
                  <a:pt x="5906" y="1654"/>
                </a:cubicBezTo>
                <a:lnTo>
                  <a:pt x="5906" y="1654"/>
                </a:lnTo>
                <a:lnTo>
                  <a:pt x="6096" y="1200"/>
                </a:lnTo>
                <a:lnTo>
                  <a:pt x="6287" y="1652"/>
                </a:lnTo>
                <a:lnTo>
                  <a:pt x="6287" y="1652"/>
                </a:lnTo>
                <a:cubicBezTo>
                  <a:pt x="6290" y="1664"/>
                  <a:pt x="6299" y="1673"/>
                  <a:pt x="6308" y="1680"/>
                </a:cubicBezTo>
                <a:cubicBezTo>
                  <a:pt x="6317" y="1687"/>
                  <a:pt x="6327" y="1693"/>
                  <a:pt x="6340" y="1693"/>
                </a:cubicBezTo>
                <a:lnTo>
                  <a:pt x="6348" y="1693"/>
                </a:lnTo>
                <a:cubicBezTo>
                  <a:pt x="6355" y="1693"/>
                  <a:pt x="6364" y="1691"/>
                  <a:pt x="6370" y="1689"/>
                </a:cubicBezTo>
                <a:cubicBezTo>
                  <a:pt x="6377" y="1687"/>
                  <a:pt x="6382" y="1684"/>
                  <a:pt x="6385" y="1680"/>
                </a:cubicBezTo>
                <a:cubicBezTo>
                  <a:pt x="6396" y="1673"/>
                  <a:pt x="6403" y="1661"/>
                  <a:pt x="6408" y="1650"/>
                </a:cubicBezTo>
                <a:lnTo>
                  <a:pt x="6408" y="1650"/>
                </a:lnTo>
                <a:lnTo>
                  <a:pt x="6708" y="848"/>
                </a:lnTo>
                <a:cubicBezTo>
                  <a:pt x="6711" y="841"/>
                  <a:pt x="6713" y="832"/>
                  <a:pt x="6713" y="825"/>
                </a:cubicBezTo>
                <a:cubicBezTo>
                  <a:pt x="6708" y="802"/>
                  <a:pt x="6694" y="779"/>
                  <a:pt x="6671" y="768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13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w/ Customer Logo">
  <p:cSld name="Data Cloud_1_1_1">
    <p:bg>
      <p:bgPr>
        <a:solidFill>
          <a:schemeClr val="accent1"/>
        </a:solidFill>
      </p:bgPr>
    </p:bg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5" name="Google Shape;175;p19"/>
          <p:cNvGrpSpPr/>
          <p:nvPr/>
        </p:nvGrpSpPr>
        <p:grpSpPr>
          <a:xfrm rot="-5400000">
            <a:off x="3113903" y="1996926"/>
            <a:ext cx="5157146" cy="1163295"/>
            <a:chOff x="49487" y="3735321"/>
            <a:chExt cx="6094477" cy="1408177"/>
          </a:xfrm>
        </p:grpSpPr>
        <p:pic>
          <p:nvPicPr>
            <p:cNvPr id="176" name="Google Shape;176;p19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49487" y="3735321"/>
              <a:ext cx="3044952" cy="140817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7" name="Google Shape;177;p19"/>
            <p:cNvPicPr preferRelativeResize="0"/>
            <p:nvPr/>
          </p:nvPicPr>
          <p:blipFill rotWithShape="1">
            <a:blip r:embed="rId3">
              <a:alphaModFix/>
            </a:blip>
            <a:srcRect b="140" l="0" r="0" t="140"/>
            <a:stretch/>
          </p:blipFill>
          <p:spPr>
            <a:xfrm>
              <a:off x="3099012" y="3735321"/>
              <a:ext cx="3044952" cy="140817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78" name="Google Shape;178;p19"/>
          <p:cNvGrpSpPr/>
          <p:nvPr/>
        </p:nvGrpSpPr>
        <p:grpSpPr>
          <a:xfrm rot="-5400000">
            <a:off x="3113903" y="1996926"/>
            <a:ext cx="5157146" cy="1163295"/>
            <a:chOff x="49487" y="3735321"/>
            <a:chExt cx="6094477" cy="1408177"/>
          </a:xfrm>
        </p:grpSpPr>
        <p:pic>
          <p:nvPicPr>
            <p:cNvPr id="179" name="Google Shape;179;p19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49487" y="3735321"/>
              <a:ext cx="3044952" cy="140817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0" name="Google Shape;180;p19"/>
            <p:cNvPicPr preferRelativeResize="0"/>
            <p:nvPr/>
          </p:nvPicPr>
          <p:blipFill rotWithShape="1">
            <a:blip r:embed="rId3">
              <a:alphaModFix/>
            </a:blip>
            <a:srcRect b="140" l="0" r="0" t="140"/>
            <a:stretch/>
          </p:blipFill>
          <p:spPr>
            <a:xfrm>
              <a:off x="3099012" y="3735321"/>
              <a:ext cx="3044952" cy="140817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81" name="Google Shape;181;p19"/>
          <p:cNvSpPr txBox="1"/>
          <p:nvPr>
            <p:ph idx="12" type="sldNum"/>
          </p:nvPr>
        </p:nvSpPr>
        <p:spPr>
          <a:xfrm>
            <a:off x="8229600" y="4864608"/>
            <a:ext cx="473700" cy="9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indent="0" lvl="0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1pPr>
            <a:lvl2pPr indent="0" lvl="1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2pPr>
            <a:lvl3pPr indent="0" lvl="2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3pPr>
            <a:lvl4pPr indent="0" lvl="3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4pPr>
            <a:lvl5pPr indent="0" lvl="4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5pPr>
            <a:lvl6pPr indent="0" lvl="5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6pPr>
            <a:lvl7pPr indent="0" lvl="6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7pPr>
            <a:lvl8pPr indent="0" lvl="7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8pPr>
            <a:lvl9pPr indent="0" lvl="8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2" name="Google Shape;182;p19"/>
          <p:cNvSpPr/>
          <p:nvPr/>
        </p:nvSpPr>
        <p:spPr>
          <a:xfrm>
            <a:off x="456932" y="4898925"/>
            <a:ext cx="16359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© </a:t>
            </a:r>
            <a:r>
              <a:rPr lang="en" sz="600">
                <a:solidFill>
                  <a:schemeClr val="dk1"/>
                </a:solidFill>
              </a:rPr>
              <a:t>2026</a:t>
            </a:r>
            <a:r>
              <a:rPr b="0" i="0" lang="en" sz="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 Snowflake Inc. All Rights Reserved</a:t>
            </a:r>
            <a:endParaRPr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19"/>
          <p:cNvSpPr txBox="1"/>
          <p:nvPr>
            <p:ph type="title"/>
          </p:nvPr>
        </p:nvSpPr>
        <p:spPr>
          <a:xfrm>
            <a:off x="366600" y="1188725"/>
            <a:ext cx="5730900" cy="1920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None/>
              <a:defRPr sz="4400"/>
            </a:lvl1pPr>
            <a:lvl2pPr lvl="1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b="1" sz="1800"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b="1" sz="1800"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b="1" sz="1800"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b="1" sz="1800"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b="1" sz="1800"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b="1" sz="1800"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b="1" sz="1800"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b="1" sz="18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184" name="Google Shape;184;p19"/>
          <p:cNvSpPr txBox="1"/>
          <p:nvPr>
            <p:ph idx="2" type="title"/>
          </p:nvPr>
        </p:nvSpPr>
        <p:spPr>
          <a:xfrm>
            <a:off x="366600" y="3160438"/>
            <a:ext cx="5394900" cy="44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u="none" cap="none" strike="noStrike">
                <a:solidFill>
                  <a:schemeClr val="dk1"/>
                </a:solidFill>
              </a:defRPr>
            </a:lvl1pPr>
            <a:lvl2pPr lvl="1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2pPr>
            <a:lvl3pPr lvl="2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3pPr>
            <a:lvl4pPr lvl="3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4pPr>
            <a:lvl5pPr lvl="4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5pPr>
            <a:lvl6pPr lvl="5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6pPr>
            <a:lvl7pPr lvl="6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7pPr>
            <a:lvl8pPr lvl="7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8pPr>
            <a:lvl9pPr lvl="8" rtl="0">
              <a:lnSpc>
                <a:spcPct val="105000"/>
              </a:lnSpc>
              <a:spcBef>
                <a:spcPts val="1000"/>
              </a:spcBef>
              <a:spcAft>
                <a:spcPts val="100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85" name="Google Shape;185;p19"/>
          <p:cNvSpPr txBox="1"/>
          <p:nvPr>
            <p:ph idx="3" type="title"/>
          </p:nvPr>
        </p:nvSpPr>
        <p:spPr>
          <a:xfrm>
            <a:off x="366600" y="4359693"/>
            <a:ext cx="4205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u="none" cap="none" strike="noStrike">
                <a:solidFill>
                  <a:schemeClr val="dk1"/>
                </a:solidFill>
              </a:defRPr>
            </a:lvl1pPr>
            <a:lvl2pPr lvl="1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2pPr>
            <a:lvl3pPr lvl="2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3pPr>
            <a:lvl4pPr lvl="3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4pPr>
            <a:lvl5pPr lvl="4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5pPr>
            <a:lvl6pPr lvl="5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6pPr>
            <a:lvl7pPr lvl="6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7pPr>
            <a:lvl8pPr lvl="7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8pPr>
            <a:lvl9pPr lvl="8" rtl="0">
              <a:lnSpc>
                <a:spcPct val="105000"/>
              </a:lnSpc>
              <a:spcBef>
                <a:spcPts val="1000"/>
              </a:spcBef>
              <a:spcAft>
                <a:spcPts val="100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86" name="Google Shape;186;p19"/>
          <p:cNvSpPr/>
          <p:nvPr/>
        </p:nvSpPr>
        <p:spPr>
          <a:xfrm>
            <a:off x="6097525" y="0"/>
            <a:ext cx="30465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19"/>
          <p:cNvSpPr/>
          <p:nvPr/>
        </p:nvSpPr>
        <p:spPr>
          <a:xfrm>
            <a:off x="457200" y="548640"/>
            <a:ext cx="1828808" cy="418012"/>
          </a:xfrm>
          <a:custGeom>
            <a:rect b="b" l="l" r="r" t="t"/>
            <a:pathLst>
              <a:path extrusionOk="0" h="2451" w="10771">
                <a:moveTo>
                  <a:pt x="10625" y="726"/>
                </a:moveTo>
                <a:lnTo>
                  <a:pt x="10597" y="726"/>
                </a:lnTo>
                <a:lnTo>
                  <a:pt x="10597" y="761"/>
                </a:lnTo>
                <a:lnTo>
                  <a:pt x="10625" y="761"/>
                </a:lnTo>
                <a:cubicBezTo>
                  <a:pt x="10638" y="761"/>
                  <a:pt x="10646" y="756"/>
                  <a:pt x="10646" y="744"/>
                </a:cubicBezTo>
                <a:cubicBezTo>
                  <a:pt x="10646" y="731"/>
                  <a:pt x="10639" y="726"/>
                  <a:pt x="10625" y="726"/>
                </a:cubicBezTo>
                <a:close/>
                <a:moveTo>
                  <a:pt x="10562" y="693"/>
                </a:moveTo>
                <a:lnTo>
                  <a:pt x="10625" y="693"/>
                </a:lnTo>
                <a:cubicBezTo>
                  <a:pt x="10660" y="693"/>
                  <a:pt x="10683" y="712"/>
                  <a:pt x="10683" y="742"/>
                </a:cubicBezTo>
                <a:cubicBezTo>
                  <a:pt x="10683" y="760"/>
                  <a:pt x="10675" y="774"/>
                  <a:pt x="10660" y="783"/>
                </a:cubicBezTo>
                <a:lnTo>
                  <a:pt x="10685" y="820"/>
                </a:lnTo>
                <a:lnTo>
                  <a:pt x="10685" y="827"/>
                </a:lnTo>
                <a:lnTo>
                  <a:pt x="10648" y="827"/>
                </a:lnTo>
                <a:lnTo>
                  <a:pt x="10623" y="791"/>
                </a:lnTo>
                <a:lnTo>
                  <a:pt x="10595" y="791"/>
                </a:lnTo>
                <a:lnTo>
                  <a:pt x="10595" y="827"/>
                </a:lnTo>
                <a:lnTo>
                  <a:pt x="10560" y="827"/>
                </a:lnTo>
                <a:lnTo>
                  <a:pt x="10560" y="693"/>
                </a:lnTo>
                <a:lnTo>
                  <a:pt x="10562" y="693"/>
                </a:lnTo>
                <a:close/>
                <a:moveTo>
                  <a:pt x="10742" y="761"/>
                </a:moveTo>
                <a:cubicBezTo>
                  <a:pt x="10742" y="691"/>
                  <a:pt x="10694" y="636"/>
                  <a:pt x="10622" y="636"/>
                </a:cubicBezTo>
                <a:cubicBezTo>
                  <a:pt x="10551" y="636"/>
                  <a:pt x="10504" y="687"/>
                  <a:pt x="10504" y="761"/>
                </a:cubicBezTo>
                <a:cubicBezTo>
                  <a:pt x="10504" y="832"/>
                  <a:pt x="10551" y="887"/>
                  <a:pt x="10622" y="887"/>
                </a:cubicBezTo>
                <a:cubicBezTo>
                  <a:pt x="10694" y="888"/>
                  <a:pt x="10742" y="834"/>
                  <a:pt x="10742" y="761"/>
                </a:cubicBezTo>
                <a:close/>
                <a:moveTo>
                  <a:pt x="10770" y="761"/>
                </a:moveTo>
                <a:cubicBezTo>
                  <a:pt x="10770" y="846"/>
                  <a:pt x="10713" y="915"/>
                  <a:pt x="10620" y="915"/>
                </a:cubicBezTo>
                <a:cubicBezTo>
                  <a:pt x="10527" y="915"/>
                  <a:pt x="10472" y="844"/>
                  <a:pt x="10472" y="761"/>
                </a:cubicBezTo>
                <a:cubicBezTo>
                  <a:pt x="10472" y="677"/>
                  <a:pt x="10527" y="608"/>
                  <a:pt x="10620" y="608"/>
                </a:cubicBezTo>
                <a:cubicBezTo>
                  <a:pt x="10715" y="608"/>
                  <a:pt x="10770" y="679"/>
                  <a:pt x="10770" y="761"/>
                </a:cubicBezTo>
                <a:close/>
                <a:moveTo>
                  <a:pt x="2384" y="1061"/>
                </a:moveTo>
                <a:lnTo>
                  <a:pt x="2095" y="1228"/>
                </a:lnTo>
                <a:lnTo>
                  <a:pt x="2384" y="1395"/>
                </a:lnTo>
                <a:cubicBezTo>
                  <a:pt x="2457" y="1437"/>
                  <a:pt x="2483" y="1530"/>
                  <a:pt x="2441" y="1603"/>
                </a:cubicBezTo>
                <a:cubicBezTo>
                  <a:pt x="2398" y="1675"/>
                  <a:pt x="2305" y="1700"/>
                  <a:pt x="2233" y="1659"/>
                </a:cubicBezTo>
                <a:lnTo>
                  <a:pt x="1717" y="1361"/>
                </a:lnTo>
                <a:cubicBezTo>
                  <a:pt x="1681" y="1342"/>
                  <a:pt x="1658" y="1310"/>
                  <a:pt x="1648" y="1275"/>
                </a:cubicBezTo>
                <a:cubicBezTo>
                  <a:pt x="1642" y="1259"/>
                  <a:pt x="1641" y="1242"/>
                  <a:pt x="1641" y="1227"/>
                </a:cubicBezTo>
                <a:cubicBezTo>
                  <a:pt x="1641" y="1214"/>
                  <a:pt x="1642" y="1202"/>
                  <a:pt x="1646" y="1191"/>
                </a:cubicBezTo>
                <a:cubicBezTo>
                  <a:pt x="1657" y="1154"/>
                  <a:pt x="1681" y="1121"/>
                  <a:pt x="1717" y="1100"/>
                </a:cubicBezTo>
                <a:lnTo>
                  <a:pt x="2233" y="802"/>
                </a:lnTo>
                <a:cubicBezTo>
                  <a:pt x="2305" y="760"/>
                  <a:pt x="2398" y="784"/>
                  <a:pt x="2441" y="858"/>
                </a:cubicBezTo>
                <a:cubicBezTo>
                  <a:pt x="2483" y="925"/>
                  <a:pt x="2457" y="1019"/>
                  <a:pt x="2384" y="1061"/>
                </a:cubicBezTo>
                <a:close/>
                <a:moveTo>
                  <a:pt x="2111" y="1869"/>
                </a:moveTo>
                <a:lnTo>
                  <a:pt x="1595" y="1571"/>
                </a:lnTo>
                <a:cubicBezTo>
                  <a:pt x="1567" y="1555"/>
                  <a:pt x="1537" y="1548"/>
                  <a:pt x="1507" y="1552"/>
                </a:cubicBezTo>
                <a:cubicBezTo>
                  <a:pt x="1428" y="1557"/>
                  <a:pt x="1366" y="1624"/>
                  <a:pt x="1366" y="1703"/>
                </a:cubicBezTo>
                <a:lnTo>
                  <a:pt x="1366" y="2299"/>
                </a:lnTo>
                <a:cubicBezTo>
                  <a:pt x="1366" y="2383"/>
                  <a:pt x="1435" y="2450"/>
                  <a:pt x="1517" y="2450"/>
                </a:cubicBezTo>
                <a:cubicBezTo>
                  <a:pt x="1602" y="2450"/>
                  <a:pt x="1669" y="2382"/>
                  <a:pt x="1669" y="2299"/>
                </a:cubicBezTo>
                <a:lnTo>
                  <a:pt x="1669" y="1964"/>
                </a:lnTo>
                <a:lnTo>
                  <a:pt x="1958" y="2131"/>
                </a:lnTo>
                <a:cubicBezTo>
                  <a:pt x="2030" y="2174"/>
                  <a:pt x="2124" y="2149"/>
                  <a:pt x="2166" y="2077"/>
                </a:cubicBezTo>
                <a:cubicBezTo>
                  <a:pt x="2208" y="2005"/>
                  <a:pt x="2183" y="1911"/>
                  <a:pt x="2111" y="1869"/>
                </a:cubicBezTo>
                <a:close/>
                <a:moveTo>
                  <a:pt x="1514" y="1284"/>
                </a:moveTo>
                <a:lnTo>
                  <a:pt x="1299" y="1499"/>
                </a:lnTo>
                <a:cubicBezTo>
                  <a:pt x="1294" y="1506"/>
                  <a:pt x="1281" y="1511"/>
                  <a:pt x="1272" y="1511"/>
                </a:cubicBezTo>
                <a:lnTo>
                  <a:pt x="1257" y="1511"/>
                </a:lnTo>
                <a:lnTo>
                  <a:pt x="1225" y="1511"/>
                </a:lnTo>
                <a:lnTo>
                  <a:pt x="1209" y="1511"/>
                </a:lnTo>
                <a:cubicBezTo>
                  <a:pt x="1200" y="1511"/>
                  <a:pt x="1188" y="1506"/>
                  <a:pt x="1183" y="1499"/>
                </a:cubicBezTo>
                <a:lnTo>
                  <a:pt x="968" y="1284"/>
                </a:lnTo>
                <a:cubicBezTo>
                  <a:pt x="962" y="1279"/>
                  <a:pt x="957" y="1266"/>
                  <a:pt x="957" y="1257"/>
                </a:cubicBezTo>
                <a:lnTo>
                  <a:pt x="957" y="1243"/>
                </a:lnTo>
                <a:lnTo>
                  <a:pt x="957" y="1211"/>
                </a:lnTo>
                <a:lnTo>
                  <a:pt x="957" y="1195"/>
                </a:lnTo>
                <a:cubicBezTo>
                  <a:pt x="957" y="1186"/>
                  <a:pt x="962" y="1174"/>
                  <a:pt x="968" y="1168"/>
                </a:cubicBezTo>
                <a:lnTo>
                  <a:pt x="1183" y="954"/>
                </a:lnTo>
                <a:cubicBezTo>
                  <a:pt x="1190" y="946"/>
                  <a:pt x="1200" y="943"/>
                  <a:pt x="1209" y="943"/>
                </a:cubicBezTo>
                <a:lnTo>
                  <a:pt x="1225" y="943"/>
                </a:lnTo>
                <a:lnTo>
                  <a:pt x="1257" y="943"/>
                </a:lnTo>
                <a:lnTo>
                  <a:pt x="1272" y="943"/>
                </a:lnTo>
                <a:cubicBezTo>
                  <a:pt x="1281" y="943"/>
                  <a:pt x="1294" y="948"/>
                  <a:pt x="1299" y="954"/>
                </a:cubicBezTo>
                <a:lnTo>
                  <a:pt x="1514" y="1168"/>
                </a:lnTo>
                <a:cubicBezTo>
                  <a:pt x="1519" y="1174"/>
                  <a:pt x="1524" y="1186"/>
                  <a:pt x="1524" y="1195"/>
                </a:cubicBezTo>
                <a:lnTo>
                  <a:pt x="1524" y="1211"/>
                </a:lnTo>
                <a:lnTo>
                  <a:pt x="1524" y="1243"/>
                </a:lnTo>
                <a:lnTo>
                  <a:pt x="1524" y="1257"/>
                </a:lnTo>
                <a:cubicBezTo>
                  <a:pt x="1526" y="1266"/>
                  <a:pt x="1521" y="1279"/>
                  <a:pt x="1514" y="1284"/>
                </a:cubicBezTo>
                <a:close/>
                <a:moveTo>
                  <a:pt x="1343" y="1227"/>
                </a:moveTo>
                <a:cubicBezTo>
                  <a:pt x="1343" y="1218"/>
                  <a:pt x="1338" y="1205"/>
                  <a:pt x="1332" y="1200"/>
                </a:cubicBezTo>
                <a:lnTo>
                  <a:pt x="1271" y="1139"/>
                </a:lnTo>
                <a:cubicBezTo>
                  <a:pt x="1265" y="1133"/>
                  <a:pt x="1253" y="1128"/>
                  <a:pt x="1244" y="1128"/>
                </a:cubicBezTo>
                <a:lnTo>
                  <a:pt x="1242" y="1128"/>
                </a:lnTo>
                <a:cubicBezTo>
                  <a:pt x="1234" y="1128"/>
                  <a:pt x="1221" y="1133"/>
                  <a:pt x="1216" y="1139"/>
                </a:cubicBezTo>
                <a:lnTo>
                  <a:pt x="1154" y="1200"/>
                </a:lnTo>
                <a:cubicBezTo>
                  <a:pt x="1147" y="1207"/>
                  <a:pt x="1144" y="1220"/>
                  <a:pt x="1144" y="1227"/>
                </a:cubicBezTo>
                <a:lnTo>
                  <a:pt x="1144" y="1228"/>
                </a:lnTo>
                <a:cubicBezTo>
                  <a:pt x="1144" y="1237"/>
                  <a:pt x="1149" y="1249"/>
                  <a:pt x="1154" y="1254"/>
                </a:cubicBezTo>
                <a:lnTo>
                  <a:pt x="1216" y="1316"/>
                </a:lnTo>
                <a:cubicBezTo>
                  <a:pt x="1221" y="1321"/>
                  <a:pt x="1234" y="1326"/>
                  <a:pt x="1242" y="1326"/>
                </a:cubicBezTo>
                <a:lnTo>
                  <a:pt x="1244" y="1326"/>
                </a:lnTo>
                <a:cubicBezTo>
                  <a:pt x="1253" y="1326"/>
                  <a:pt x="1265" y="1321"/>
                  <a:pt x="1271" y="1316"/>
                </a:cubicBezTo>
                <a:lnTo>
                  <a:pt x="1332" y="1254"/>
                </a:lnTo>
                <a:cubicBezTo>
                  <a:pt x="1338" y="1247"/>
                  <a:pt x="1343" y="1237"/>
                  <a:pt x="1343" y="1228"/>
                </a:cubicBezTo>
                <a:lnTo>
                  <a:pt x="1343" y="1227"/>
                </a:lnTo>
                <a:close/>
                <a:moveTo>
                  <a:pt x="370" y="583"/>
                </a:moveTo>
                <a:lnTo>
                  <a:pt x="887" y="881"/>
                </a:lnTo>
                <a:cubicBezTo>
                  <a:pt x="915" y="897"/>
                  <a:pt x="945" y="904"/>
                  <a:pt x="975" y="901"/>
                </a:cubicBezTo>
                <a:cubicBezTo>
                  <a:pt x="1054" y="895"/>
                  <a:pt x="1116" y="828"/>
                  <a:pt x="1116" y="749"/>
                </a:cubicBezTo>
                <a:lnTo>
                  <a:pt x="1116" y="152"/>
                </a:lnTo>
                <a:cubicBezTo>
                  <a:pt x="1116" y="67"/>
                  <a:pt x="1047" y="0"/>
                  <a:pt x="964" y="0"/>
                </a:cubicBezTo>
                <a:cubicBezTo>
                  <a:pt x="879" y="0"/>
                  <a:pt x="812" y="69"/>
                  <a:pt x="812" y="152"/>
                </a:cubicBezTo>
                <a:lnTo>
                  <a:pt x="812" y="487"/>
                </a:lnTo>
                <a:lnTo>
                  <a:pt x="523" y="319"/>
                </a:lnTo>
                <a:cubicBezTo>
                  <a:pt x="451" y="277"/>
                  <a:pt x="358" y="302"/>
                  <a:pt x="316" y="376"/>
                </a:cubicBezTo>
                <a:cubicBezTo>
                  <a:pt x="273" y="450"/>
                  <a:pt x="298" y="543"/>
                  <a:pt x="370" y="583"/>
                </a:cubicBezTo>
                <a:close/>
                <a:moveTo>
                  <a:pt x="1505" y="902"/>
                </a:moveTo>
                <a:cubicBezTo>
                  <a:pt x="1535" y="904"/>
                  <a:pt x="1565" y="899"/>
                  <a:pt x="1593" y="883"/>
                </a:cubicBezTo>
                <a:lnTo>
                  <a:pt x="2109" y="585"/>
                </a:lnTo>
                <a:cubicBezTo>
                  <a:pt x="2182" y="543"/>
                  <a:pt x="2206" y="450"/>
                  <a:pt x="2166" y="377"/>
                </a:cubicBezTo>
                <a:cubicBezTo>
                  <a:pt x="2124" y="305"/>
                  <a:pt x="2030" y="280"/>
                  <a:pt x="1958" y="321"/>
                </a:cubicBezTo>
                <a:lnTo>
                  <a:pt x="1669" y="488"/>
                </a:lnTo>
                <a:lnTo>
                  <a:pt x="1669" y="153"/>
                </a:lnTo>
                <a:cubicBezTo>
                  <a:pt x="1669" y="69"/>
                  <a:pt x="1600" y="2"/>
                  <a:pt x="1517" y="2"/>
                </a:cubicBezTo>
                <a:cubicBezTo>
                  <a:pt x="1433" y="2"/>
                  <a:pt x="1366" y="71"/>
                  <a:pt x="1366" y="153"/>
                </a:cubicBezTo>
                <a:lnTo>
                  <a:pt x="1366" y="751"/>
                </a:lnTo>
                <a:cubicBezTo>
                  <a:pt x="1366" y="830"/>
                  <a:pt x="1428" y="897"/>
                  <a:pt x="1505" y="902"/>
                </a:cubicBezTo>
                <a:close/>
                <a:moveTo>
                  <a:pt x="976" y="1550"/>
                </a:moveTo>
                <a:cubicBezTo>
                  <a:pt x="946" y="1548"/>
                  <a:pt x="916" y="1553"/>
                  <a:pt x="888" y="1569"/>
                </a:cubicBezTo>
                <a:lnTo>
                  <a:pt x="372" y="1867"/>
                </a:lnTo>
                <a:cubicBezTo>
                  <a:pt x="300" y="1909"/>
                  <a:pt x="275" y="2003"/>
                  <a:pt x="316" y="2075"/>
                </a:cubicBezTo>
                <a:cubicBezTo>
                  <a:pt x="358" y="2147"/>
                  <a:pt x="451" y="2172"/>
                  <a:pt x="523" y="2130"/>
                </a:cubicBezTo>
                <a:lnTo>
                  <a:pt x="812" y="1962"/>
                </a:lnTo>
                <a:lnTo>
                  <a:pt x="812" y="2297"/>
                </a:lnTo>
                <a:cubicBezTo>
                  <a:pt x="812" y="2382"/>
                  <a:pt x="881" y="2449"/>
                  <a:pt x="964" y="2449"/>
                </a:cubicBezTo>
                <a:cubicBezTo>
                  <a:pt x="1049" y="2449"/>
                  <a:pt x="1116" y="2380"/>
                  <a:pt x="1116" y="2297"/>
                </a:cubicBezTo>
                <a:lnTo>
                  <a:pt x="1116" y="1700"/>
                </a:lnTo>
                <a:cubicBezTo>
                  <a:pt x="1117" y="1622"/>
                  <a:pt x="1056" y="1557"/>
                  <a:pt x="976" y="1550"/>
                </a:cubicBezTo>
                <a:close/>
                <a:moveTo>
                  <a:pt x="835" y="1271"/>
                </a:moveTo>
                <a:cubicBezTo>
                  <a:pt x="841" y="1256"/>
                  <a:pt x="842" y="1239"/>
                  <a:pt x="842" y="1223"/>
                </a:cubicBezTo>
                <a:cubicBezTo>
                  <a:pt x="842" y="1211"/>
                  <a:pt x="841" y="1198"/>
                  <a:pt x="837" y="1188"/>
                </a:cubicBezTo>
                <a:cubicBezTo>
                  <a:pt x="827" y="1151"/>
                  <a:pt x="802" y="1117"/>
                  <a:pt x="767" y="1096"/>
                </a:cubicBezTo>
                <a:lnTo>
                  <a:pt x="250" y="797"/>
                </a:lnTo>
                <a:cubicBezTo>
                  <a:pt x="178" y="754"/>
                  <a:pt x="85" y="779"/>
                  <a:pt x="42" y="853"/>
                </a:cubicBezTo>
                <a:cubicBezTo>
                  <a:pt x="0" y="925"/>
                  <a:pt x="25" y="1019"/>
                  <a:pt x="99" y="1061"/>
                </a:cubicBezTo>
                <a:lnTo>
                  <a:pt x="388" y="1228"/>
                </a:lnTo>
                <a:lnTo>
                  <a:pt x="99" y="1395"/>
                </a:lnTo>
                <a:cubicBezTo>
                  <a:pt x="27" y="1437"/>
                  <a:pt x="2" y="1530"/>
                  <a:pt x="42" y="1603"/>
                </a:cubicBezTo>
                <a:cubicBezTo>
                  <a:pt x="85" y="1675"/>
                  <a:pt x="178" y="1700"/>
                  <a:pt x="250" y="1659"/>
                </a:cubicBezTo>
                <a:lnTo>
                  <a:pt x="767" y="1361"/>
                </a:lnTo>
                <a:cubicBezTo>
                  <a:pt x="802" y="1338"/>
                  <a:pt x="825" y="1307"/>
                  <a:pt x="835" y="1271"/>
                </a:cubicBezTo>
                <a:close/>
                <a:moveTo>
                  <a:pt x="7251" y="379"/>
                </a:moveTo>
                <a:lnTo>
                  <a:pt x="7237" y="379"/>
                </a:lnTo>
                <a:cubicBezTo>
                  <a:pt x="7235" y="379"/>
                  <a:pt x="7233" y="379"/>
                  <a:pt x="7231" y="379"/>
                </a:cubicBezTo>
                <a:cubicBezTo>
                  <a:pt x="7229" y="379"/>
                  <a:pt x="7228" y="379"/>
                  <a:pt x="7226" y="379"/>
                </a:cubicBezTo>
                <a:cubicBezTo>
                  <a:pt x="7189" y="379"/>
                  <a:pt x="7154" y="383"/>
                  <a:pt x="7120" y="395"/>
                </a:cubicBezTo>
                <a:cubicBezTo>
                  <a:pt x="7087" y="405"/>
                  <a:pt x="7057" y="423"/>
                  <a:pt x="7034" y="451"/>
                </a:cubicBezTo>
                <a:lnTo>
                  <a:pt x="7034" y="451"/>
                </a:lnTo>
                <a:lnTo>
                  <a:pt x="7034" y="451"/>
                </a:lnTo>
                <a:lnTo>
                  <a:pt x="7034" y="451"/>
                </a:lnTo>
                <a:cubicBezTo>
                  <a:pt x="7009" y="478"/>
                  <a:pt x="6993" y="511"/>
                  <a:pt x="6985" y="546"/>
                </a:cubicBezTo>
                <a:cubicBezTo>
                  <a:pt x="6974" y="583"/>
                  <a:pt x="6970" y="624"/>
                  <a:pt x="6970" y="672"/>
                </a:cubicBezTo>
                <a:lnTo>
                  <a:pt x="6970" y="763"/>
                </a:lnTo>
                <a:lnTo>
                  <a:pt x="6870" y="763"/>
                </a:lnTo>
                <a:cubicBezTo>
                  <a:pt x="6835" y="763"/>
                  <a:pt x="6807" y="791"/>
                  <a:pt x="6807" y="825"/>
                </a:cubicBezTo>
                <a:cubicBezTo>
                  <a:pt x="6807" y="842"/>
                  <a:pt x="6814" y="860"/>
                  <a:pt x="6824" y="872"/>
                </a:cubicBezTo>
                <a:cubicBezTo>
                  <a:pt x="6836" y="885"/>
                  <a:pt x="6852" y="892"/>
                  <a:pt x="6870" y="894"/>
                </a:cubicBezTo>
                <a:lnTo>
                  <a:pt x="6970" y="894"/>
                </a:lnTo>
                <a:lnTo>
                  <a:pt x="6970" y="1634"/>
                </a:lnTo>
                <a:lnTo>
                  <a:pt x="6970" y="1636"/>
                </a:lnTo>
                <a:cubicBezTo>
                  <a:pt x="6970" y="1654"/>
                  <a:pt x="6977" y="1670"/>
                  <a:pt x="6990" y="1682"/>
                </a:cubicBezTo>
                <a:cubicBezTo>
                  <a:pt x="7002" y="1693"/>
                  <a:pt x="7018" y="1700"/>
                  <a:pt x="7036" y="1700"/>
                </a:cubicBezTo>
                <a:cubicBezTo>
                  <a:pt x="7069" y="1700"/>
                  <a:pt x="7097" y="1671"/>
                  <a:pt x="7097" y="1636"/>
                </a:cubicBezTo>
                <a:lnTo>
                  <a:pt x="7097" y="894"/>
                </a:lnTo>
                <a:lnTo>
                  <a:pt x="7205" y="894"/>
                </a:lnTo>
                <a:cubicBezTo>
                  <a:pt x="7222" y="892"/>
                  <a:pt x="7238" y="885"/>
                  <a:pt x="7251" y="874"/>
                </a:cubicBezTo>
                <a:cubicBezTo>
                  <a:pt x="7263" y="862"/>
                  <a:pt x="7270" y="846"/>
                  <a:pt x="7270" y="828"/>
                </a:cubicBezTo>
                <a:lnTo>
                  <a:pt x="7270" y="827"/>
                </a:lnTo>
                <a:cubicBezTo>
                  <a:pt x="7270" y="793"/>
                  <a:pt x="7242" y="765"/>
                  <a:pt x="7207" y="765"/>
                </a:cubicBezTo>
                <a:lnTo>
                  <a:pt x="7097" y="765"/>
                </a:lnTo>
                <a:lnTo>
                  <a:pt x="7097" y="673"/>
                </a:lnTo>
                <a:cubicBezTo>
                  <a:pt x="7097" y="633"/>
                  <a:pt x="7103" y="603"/>
                  <a:pt x="7108" y="582"/>
                </a:cubicBezTo>
                <a:cubicBezTo>
                  <a:pt x="7113" y="561"/>
                  <a:pt x="7122" y="546"/>
                  <a:pt x="7129" y="538"/>
                </a:cubicBezTo>
                <a:cubicBezTo>
                  <a:pt x="7136" y="531"/>
                  <a:pt x="7145" y="524"/>
                  <a:pt x="7161" y="518"/>
                </a:cubicBezTo>
                <a:cubicBezTo>
                  <a:pt x="7177" y="513"/>
                  <a:pt x="7196" y="509"/>
                  <a:pt x="7224" y="509"/>
                </a:cubicBezTo>
                <a:lnTo>
                  <a:pt x="7228" y="509"/>
                </a:lnTo>
                <a:cubicBezTo>
                  <a:pt x="7229" y="509"/>
                  <a:pt x="7231" y="509"/>
                  <a:pt x="7233" y="509"/>
                </a:cubicBezTo>
                <a:cubicBezTo>
                  <a:pt x="7235" y="509"/>
                  <a:pt x="7237" y="509"/>
                  <a:pt x="7238" y="509"/>
                </a:cubicBezTo>
                <a:lnTo>
                  <a:pt x="7247" y="509"/>
                </a:lnTo>
                <a:lnTo>
                  <a:pt x="7252" y="509"/>
                </a:lnTo>
                <a:cubicBezTo>
                  <a:pt x="7288" y="509"/>
                  <a:pt x="7318" y="481"/>
                  <a:pt x="7318" y="444"/>
                </a:cubicBezTo>
                <a:cubicBezTo>
                  <a:pt x="7314" y="409"/>
                  <a:pt x="7286" y="379"/>
                  <a:pt x="7251" y="379"/>
                </a:cubicBezTo>
                <a:close/>
                <a:moveTo>
                  <a:pt x="9482" y="862"/>
                </a:moveTo>
                <a:cubicBezTo>
                  <a:pt x="9494" y="850"/>
                  <a:pt x="9501" y="832"/>
                  <a:pt x="9501" y="816"/>
                </a:cubicBezTo>
                <a:cubicBezTo>
                  <a:pt x="9501" y="800"/>
                  <a:pt x="9494" y="784"/>
                  <a:pt x="9482" y="772"/>
                </a:cubicBezTo>
                <a:lnTo>
                  <a:pt x="9482" y="772"/>
                </a:lnTo>
                <a:lnTo>
                  <a:pt x="9482" y="772"/>
                </a:lnTo>
                <a:lnTo>
                  <a:pt x="9482" y="772"/>
                </a:lnTo>
                <a:lnTo>
                  <a:pt x="9482" y="772"/>
                </a:lnTo>
                <a:cubicBezTo>
                  <a:pt x="9469" y="760"/>
                  <a:pt x="9454" y="753"/>
                  <a:pt x="9438" y="753"/>
                </a:cubicBezTo>
                <a:cubicBezTo>
                  <a:pt x="9423" y="753"/>
                  <a:pt x="9406" y="760"/>
                  <a:pt x="9393" y="772"/>
                </a:cubicBezTo>
                <a:lnTo>
                  <a:pt x="8895" y="1256"/>
                </a:lnTo>
                <a:lnTo>
                  <a:pt x="8895" y="441"/>
                </a:lnTo>
                <a:cubicBezTo>
                  <a:pt x="8895" y="405"/>
                  <a:pt x="8865" y="377"/>
                  <a:pt x="8830" y="377"/>
                </a:cubicBezTo>
                <a:cubicBezTo>
                  <a:pt x="8812" y="377"/>
                  <a:pt x="8796" y="384"/>
                  <a:pt x="8785" y="397"/>
                </a:cubicBezTo>
                <a:cubicBezTo>
                  <a:pt x="8775" y="407"/>
                  <a:pt x="8766" y="425"/>
                  <a:pt x="8766" y="441"/>
                </a:cubicBezTo>
                <a:lnTo>
                  <a:pt x="8766" y="1634"/>
                </a:lnTo>
                <a:cubicBezTo>
                  <a:pt x="8766" y="1652"/>
                  <a:pt x="8773" y="1668"/>
                  <a:pt x="8785" y="1679"/>
                </a:cubicBezTo>
                <a:cubicBezTo>
                  <a:pt x="8796" y="1689"/>
                  <a:pt x="8814" y="1698"/>
                  <a:pt x="8830" y="1698"/>
                </a:cubicBezTo>
                <a:cubicBezTo>
                  <a:pt x="8867" y="1698"/>
                  <a:pt x="8895" y="1670"/>
                  <a:pt x="8895" y="1634"/>
                </a:cubicBezTo>
                <a:lnTo>
                  <a:pt x="8895" y="1437"/>
                </a:lnTo>
                <a:lnTo>
                  <a:pt x="9057" y="1275"/>
                </a:lnTo>
                <a:lnTo>
                  <a:pt x="9388" y="1673"/>
                </a:lnTo>
                <a:cubicBezTo>
                  <a:pt x="9395" y="1682"/>
                  <a:pt x="9402" y="1690"/>
                  <a:pt x="9411" y="1693"/>
                </a:cubicBezTo>
                <a:cubicBezTo>
                  <a:pt x="9420" y="1697"/>
                  <a:pt x="9430" y="1698"/>
                  <a:pt x="9438" y="1698"/>
                </a:cubicBezTo>
                <a:cubicBezTo>
                  <a:pt x="9448" y="1698"/>
                  <a:pt x="9466" y="1696"/>
                  <a:pt x="9480" y="1684"/>
                </a:cubicBezTo>
                <a:lnTo>
                  <a:pt x="9480" y="1684"/>
                </a:lnTo>
                <a:lnTo>
                  <a:pt x="9480" y="1684"/>
                </a:lnTo>
                <a:cubicBezTo>
                  <a:pt x="9494" y="1671"/>
                  <a:pt x="9501" y="1654"/>
                  <a:pt x="9501" y="1636"/>
                </a:cubicBezTo>
                <a:cubicBezTo>
                  <a:pt x="9501" y="1622"/>
                  <a:pt x="9496" y="1606"/>
                  <a:pt x="9485" y="1594"/>
                </a:cubicBezTo>
                <a:lnTo>
                  <a:pt x="9485" y="1594"/>
                </a:lnTo>
                <a:lnTo>
                  <a:pt x="9149" y="1186"/>
                </a:lnTo>
                <a:lnTo>
                  <a:pt x="9482" y="862"/>
                </a:lnTo>
                <a:close/>
                <a:moveTo>
                  <a:pt x="8581" y="779"/>
                </a:moveTo>
                <a:cubicBezTo>
                  <a:pt x="8593" y="790"/>
                  <a:pt x="8600" y="807"/>
                  <a:pt x="8600" y="825"/>
                </a:cubicBezTo>
                <a:lnTo>
                  <a:pt x="8600" y="1633"/>
                </a:lnTo>
                <a:cubicBezTo>
                  <a:pt x="8600" y="1650"/>
                  <a:pt x="8593" y="1666"/>
                  <a:pt x="8581" y="1677"/>
                </a:cubicBezTo>
                <a:cubicBezTo>
                  <a:pt x="8569" y="1687"/>
                  <a:pt x="8553" y="1696"/>
                  <a:pt x="8537" y="1696"/>
                </a:cubicBezTo>
                <a:cubicBezTo>
                  <a:pt x="8519" y="1696"/>
                  <a:pt x="8504" y="1689"/>
                  <a:pt x="8493" y="1677"/>
                </a:cubicBezTo>
                <a:cubicBezTo>
                  <a:pt x="8481" y="1666"/>
                  <a:pt x="8474" y="1650"/>
                  <a:pt x="8474" y="1633"/>
                </a:cubicBezTo>
                <a:lnTo>
                  <a:pt x="8474" y="1553"/>
                </a:lnTo>
                <a:cubicBezTo>
                  <a:pt x="8394" y="1640"/>
                  <a:pt x="8281" y="1696"/>
                  <a:pt x="8156" y="1696"/>
                </a:cubicBezTo>
                <a:cubicBezTo>
                  <a:pt x="8033" y="1696"/>
                  <a:pt x="7920" y="1643"/>
                  <a:pt x="7841" y="1557"/>
                </a:cubicBezTo>
                <a:cubicBezTo>
                  <a:pt x="7760" y="1472"/>
                  <a:pt x="7712" y="1354"/>
                  <a:pt x="7712" y="1228"/>
                </a:cubicBezTo>
                <a:cubicBezTo>
                  <a:pt x="7712" y="1100"/>
                  <a:pt x="7762" y="983"/>
                  <a:pt x="7841" y="899"/>
                </a:cubicBezTo>
                <a:cubicBezTo>
                  <a:pt x="7920" y="814"/>
                  <a:pt x="8033" y="760"/>
                  <a:pt x="8156" y="760"/>
                </a:cubicBezTo>
                <a:cubicBezTo>
                  <a:pt x="8281" y="760"/>
                  <a:pt x="8394" y="814"/>
                  <a:pt x="8474" y="901"/>
                </a:cubicBezTo>
                <a:lnTo>
                  <a:pt x="8474" y="823"/>
                </a:lnTo>
                <a:cubicBezTo>
                  <a:pt x="8474" y="805"/>
                  <a:pt x="8481" y="790"/>
                  <a:pt x="8493" y="777"/>
                </a:cubicBezTo>
                <a:cubicBezTo>
                  <a:pt x="8505" y="767"/>
                  <a:pt x="8521" y="760"/>
                  <a:pt x="8537" y="760"/>
                </a:cubicBezTo>
                <a:cubicBezTo>
                  <a:pt x="8555" y="761"/>
                  <a:pt x="8570" y="768"/>
                  <a:pt x="8581" y="779"/>
                </a:cubicBezTo>
                <a:close/>
                <a:moveTo>
                  <a:pt x="8474" y="1230"/>
                </a:moveTo>
                <a:cubicBezTo>
                  <a:pt x="8474" y="1135"/>
                  <a:pt x="8437" y="1049"/>
                  <a:pt x="8380" y="987"/>
                </a:cubicBezTo>
                <a:cubicBezTo>
                  <a:pt x="8322" y="925"/>
                  <a:pt x="8243" y="888"/>
                  <a:pt x="8156" y="888"/>
                </a:cubicBezTo>
                <a:cubicBezTo>
                  <a:pt x="8070" y="888"/>
                  <a:pt x="7992" y="925"/>
                  <a:pt x="7933" y="987"/>
                </a:cubicBezTo>
                <a:cubicBezTo>
                  <a:pt x="7875" y="1049"/>
                  <a:pt x="7837" y="1135"/>
                  <a:pt x="7837" y="1230"/>
                </a:cubicBezTo>
                <a:cubicBezTo>
                  <a:pt x="7837" y="1324"/>
                  <a:pt x="7874" y="1411"/>
                  <a:pt x="7933" y="1472"/>
                </a:cubicBezTo>
                <a:cubicBezTo>
                  <a:pt x="7991" y="1534"/>
                  <a:pt x="8070" y="1571"/>
                  <a:pt x="8156" y="1571"/>
                </a:cubicBezTo>
                <a:cubicBezTo>
                  <a:pt x="8243" y="1571"/>
                  <a:pt x="8322" y="1534"/>
                  <a:pt x="8380" y="1472"/>
                </a:cubicBezTo>
                <a:cubicBezTo>
                  <a:pt x="8437" y="1409"/>
                  <a:pt x="8474" y="1324"/>
                  <a:pt x="8474" y="1230"/>
                </a:cubicBezTo>
                <a:close/>
                <a:moveTo>
                  <a:pt x="3348" y="1207"/>
                </a:moveTo>
                <a:cubicBezTo>
                  <a:pt x="3297" y="1183"/>
                  <a:pt x="3239" y="1165"/>
                  <a:pt x="3181" y="1146"/>
                </a:cubicBezTo>
                <a:cubicBezTo>
                  <a:pt x="3128" y="1128"/>
                  <a:pt x="3073" y="1112"/>
                  <a:pt x="3035" y="1091"/>
                </a:cubicBezTo>
                <a:cubicBezTo>
                  <a:pt x="3015" y="1080"/>
                  <a:pt x="2999" y="1070"/>
                  <a:pt x="2991" y="1057"/>
                </a:cubicBezTo>
                <a:cubicBezTo>
                  <a:pt x="2980" y="1045"/>
                  <a:pt x="2976" y="1033"/>
                  <a:pt x="2975" y="1015"/>
                </a:cubicBezTo>
                <a:cubicBezTo>
                  <a:pt x="2975" y="992"/>
                  <a:pt x="2982" y="973"/>
                  <a:pt x="2992" y="955"/>
                </a:cubicBezTo>
                <a:cubicBezTo>
                  <a:pt x="3010" y="931"/>
                  <a:pt x="3038" y="911"/>
                  <a:pt x="3072" y="899"/>
                </a:cubicBezTo>
                <a:cubicBezTo>
                  <a:pt x="3103" y="887"/>
                  <a:pt x="3137" y="879"/>
                  <a:pt x="3162" y="879"/>
                </a:cubicBezTo>
                <a:cubicBezTo>
                  <a:pt x="3234" y="879"/>
                  <a:pt x="3280" y="904"/>
                  <a:pt x="3315" y="929"/>
                </a:cubicBezTo>
                <a:cubicBezTo>
                  <a:pt x="3332" y="941"/>
                  <a:pt x="3347" y="954"/>
                  <a:pt x="3361" y="964"/>
                </a:cubicBezTo>
                <a:cubicBezTo>
                  <a:pt x="3368" y="969"/>
                  <a:pt x="3375" y="975"/>
                  <a:pt x="3382" y="978"/>
                </a:cubicBezTo>
                <a:cubicBezTo>
                  <a:pt x="3389" y="982"/>
                  <a:pt x="3398" y="985"/>
                  <a:pt x="3406" y="985"/>
                </a:cubicBezTo>
                <a:cubicBezTo>
                  <a:pt x="3412" y="985"/>
                  <a:pt x="3419" y="983"/>
                  <a:pt x="3424" y="982"/>
                </a:cubicBezTo>
                <a:cubicBezTo>
                  <a:pt x="3429" y="980"/>
                  <a:pt x="3435" y="976"/>
                  <a:pt x="3440" y="971"/>
                </a:cubicBezTo>
                <a:cubicBezTo>
                  <a:pt x="3445" y="968"/>
                  <a:pt x="3449" y="962"/>
                  <a:pt x="3452" y="955"/>
                </a:cubicBezTo>
                <a:cubicBezTo>
                  <a:pt x="3454" y="950"/>
                  <a:pt x="3456" y="943"/>
                  <a:pt x="3456" y="938"/>
                </a:cubicBezTo>
                <a:cubicBezTo>
                  <a:pt x="3456" y="927"/>
                  <a:pt x="3452" y="916"/>
                  <a:pt x="3447" y="906"/>
                </a:cubicBezTo>
                <a:cubicBezTo>
                  <a:pt x="3438" y="888"/>
                  <a:pt x="3422" y="872"/>
                  <a:pt x="3403" y="855"/>
                </a:cubicBezTo>
                <a:cubicBezTo>
                  <a:pt x="3375" y="830"/>
                  <a:pt x="3337" y="805"/>
                  <a:pt x="3297" y="788"/>
                </a:cubicBezTo>
                <a:cubicBezTo>
                  <a:pt x="3256" y="770"/>
                  <a:pt x="3214" y="758"/>
                  <a:pt x="3174" y="758"/>
                </a:cubicBezTo>
                <a:cubicBezTo>
                  <a:pt x="3079" y="758"/>
                  <a:pt x="3001" y="779"/>
                  <a:pt x="2943" y="820"/>
                </a:cubicBezTo>
                <a:cubicBezTo>
                  <a:pt x="2913" y="841"/>
                  <a:pt x="2887" y="864"/>
                  <a:pt x="2869" y="894"/>
                </a:cubicBezTo>
                <a:cubicBezTo>
                  <a:pt x="2850" y="925"/>
                  <a:pt x="2839" y="964"/>
                  <a:pt x="2839" y="1013"/>
                </a:cubicBezTo>
                <a:cubicBezTo>
                  <a:pt x="2839" y="1015"/>
                  <a:pt x="2839" y="1019"/>
                  <a:pt x="2839" y="1020"/>
                </a:cubicBezTo>
                <a:cubicBezTo>
                  <a:pt x="2839" y="1070"/>
                  <a:pt x="2855" y="1109"/>
                  <a:pt x="2880" y="1140"/>
                </a:cubicBezTo>
                <a:cubicBezTo>
                  <a:pt x="2917" y="1188"/>
                  <a:pt x="2973" y="1215"/>
                  <a:pt x="3028" y="1235"/>
                </a:cubicBezTo>
                <a:cubicBezTo>
                  <a:pt x="3082" y="1254"/>
                  <a:pt x="3137" y="1266"/>
                  <a:pt x="3170" y="1279"/>
                </a:cubicBezTo>
                <a:cubicBezTo>
                  <a:pt x="3218" y="1294"/>
                  <a:pt x="3271" y="1312"/>
                  <a:pt x="3308" y="1335"/>
                </a:cubicBezTo>
                <a:cubicBezTo>
                  <a:pt x="3327" y="1347"/>
                  <a:pt x="3341" y="1360"/>
                  <a:pt x="3352" y="1374"/>
                </a:cubicBezTo>
                <a:cubicBezTo>
                  <a:pt x="3362" y="1388"/>
                  <a:pt x="3368" y="1404"/>
                  <a:pt x="3368" y="1421"/>
                </a:cubicBezTo>
                <a:lnTo>
                  <a:pt x="3368" y="1423"/>
                </a:lnTo>
                <a:cubicBezTo>
                  <a:pt x="3368" y="1449"/>
                  <a:pt x="3359" y="1471"/>
                  <a:pt x="3347" y="1490"/>
                </a:cubicBezTo>
                <a:cubicBezTo>
                  <a:pt x="3327" y="1516"/>
                  <a:pt x="3294" y="1538"/>
                  <a:pt x="3258" y="1550"/>
                </a:cubicBezTo>
                <a:cubicBezTo>
                  <a:pt x="3223" y="1562"/>
                  <a:pt x="3188" y="1568"/>
                  <a:pt x="3163" y="1568"/>
                </a:cubicBezTo>
                <a:cubicBezTo>
                  <a:pt x="3080" y="1568"/>
                  <a:pt x="3026" y="1548"/>
                  <a:pt x="2985" y="1527"/>
                </a:cubicBezTo>
                <a:cubicBezTo>
                  <a:pt x="2966" y="1516"/>
                  <a:pt x="2948" y="1508"/>
                  <a:pt x="2934" y="1499"/>
                </a:cubicBezTo>
                <a:cubicBezTo>
                  <a:pt x="2927" y="1495"/>
                  <a:pt x="2920" y="1492"/>
                  <a:pt x="2913" y="1488"/>
                </a:cubicBezTo>
                <a:cubicBezTo>
                  <a:pt x="2906" y="1485"/>
                  <a:pt x="2899" y="1483"/>
                  <a:pt x="2890" y="1483"/>
                </a:cubicBezTo>
                <a:cubicBezTo>
                  <a:pt x="2885" y="1483"/>
                  <a:pt x="2880" y="1483"/>
                  <a:pt x="2874" y="1486"/>
                </a:cubicBezTo>
                <a:cubicBezTo>
                  <a:pt x="2869" y="1488"/>
                  <a:pt x="2864" y="1492"/>
                  <a:pt x="2860" y="1495"/>
                </a:cubicBezTo>
                <a:cubicBezTo>
                  <a:pt x="2855" y="1501"/>
                  <a:pt x="2850" y="1506"/>
                  <a:pt x="2846" y="1513"/>
                </a:cubicBezTo>
                <a:cubicBezTo>
                  <a:pt x="2843" y="1520"/>
                  <a:pt x="2841" y="1527"/>
                  <a:pt x="2841" y="1534"/>
                </a:cubicBezTo>
                <a:cubicBezTo>
                  <a:pt x="2841" y="1546"/>
                  <a:pt x="2846" y="1559"/>
                  <a:pt x="2851" y="1568"/>
                </a:cubicBezTo>
                <a:cubicBezTo>
                  <a:pt x="2862" y="1582"/>
                  <a:pt x="2878" y="1596"/>
                  <a:pt x="2895" y="1610"/>
                </a:cubicBezTo>
                <a:cubicBezTo>
                  <a:pt x="2915" y="1622"/>
                  <a:pt x="2938" y="1636"/>
                  <a:pt x="2966" y="1649"/>
                </a:cubicBezTo>
                <a:cubicBezTo>
                  <a:pt x="3026" y="1677"/>
                  <a:pt x="3103" y="1691"/>
                  <a:pt x="3162" y="1693"/>
                </a:cubicBezTo>
                <a:lnTo>
                  <a:pt x="3162" y="1693"/>
                </a:lnTo>
                <a:cubicBezTo>
                  <a:pt x="3253" y="1693"/>
                  <a:pt x="3331" y="1671"/>
                  <a:pt x="3398" y="1622"/>
                </a:cubicBezTo>
                <a:lnTo>
                  <a:pt x="3398" y="1622"/>
                </a:lnTo>
                <a:lnTo>
                  <a:pt x="3398" y="1622"/>
                </a:lnTo>
                <a:cubicBezTo>
                  <a:pt x="3463" y="1573"/>
                  <a:pt x="3503" y="1501"/>
                  <a:pt x="3503" y="1419"/>
                </a:cubicBezTo>
                <a:cubicBezTo>
                  <a:pt x="3503" y="1375"/>
                  <a:pt x="3493" y="1337"/>
                  <a:pt x="3475" y="1305"/>
                </a:cubicBezTo>
                <a:cubicBezTo>
                  <a:pt x="3445" y="1261"/>
                  <a:pt x="3399" y="1232"/>
                  <a:pt x="3348" y="1207"/>
                </a:cubicBezTo>
                <a:close/>
                <a:moveTo>
                  <a:pt x="7513" y="377"/>
                </a:moveTo>
                <a:cubicBezTo>
                  <a:pt x="7496" y="377"/>
                  <a:pt x="7480" y="384"/>
                  <a:pt x="7469" y="397"/>
                </a:cubicBezTo>
                <a:cubicBezTo>
                  <a:pt x="7457" y="407"/>
                  <a:pt x="7450" y="425"/>
                  <a:pt x="7450" y="441"/>
                </a:cubicBezTo>
                <a:lnTo>
                  <a:pt x="7450" y="1634"/>
                </a:lnTo>
                <a:cubicBezTo>
                  <a:pt x="7450" y="1652"/>
                  <a:pt x="7457" y="1668"/>
                  <a:pt x="7469" y="1679"/>
                </a:cubicBezTo>
                <a:cubicBezTo>
                  <a:pt x="7481" y="1689"/>
                  <a:pt x="7497" y="1698"/>
                  <a:pt x="7513" y="1698"/>
                </a:cubicBezTo>
                <a:cubicBezTo>
                  <a:pt x="7550" y="1698"/>
                  <a:pt x="7578" y="1670"/>
                  <a:pt x="7578" y="1634"/>
                </a:cubicBezTo>
                <a:lnTo>
                  <a:pt x="7578" y="441"/>
                </a:lnTo>
                <a:cubicBezTo>
                  <a:pt x="7578" y="405"/>
                  <a:pt x="7548" y="377"/>
                  <a:pt x="7513" y="377"/>
                </a:cubicBezTo>
                <a:close/>
                <a:moveTo>
                  <a:pt x="10445" y="1200"/>
                </a:moveTo>
                <a:lnTo>
                  <a:pt x="10445" y="1207"/>
                </a:lnTo>
                <a:cubicBezTo>
                  <a:pt x="10445" y="1225"/>
                  <a:pt x="10438" y="1241"/>
                  <a:pt x="10426" y="1250"/>
                </a:cubicBezTo>
                <a:cubicBezTo>
                  <a:pt x="10414" y="1261"/>
                  <a:pt x="10398" y="1266"/>
                  <a:pt x="10382" y="1266"/>
                </a:cubicBezTo>
                <a:lnTo>
                  <a:pt x="9667" y="1266"/>
                </a:lnTo>
                <a:cubicBezTo>
                  <a:pt x="9684" y="1441"/>
                  <a:pt x="9823" y="1569"/>
                  <a:pt x="9991" y="1571"/>
                </a:cubicBezTo>
                <a:lnTo>
                  <a:pt x="10033" y="1571"/>
                </a:lnTo>
                <a:cubicBezTo>
                  <a:pt x="10088" y="1571"/>
                  <a:pt x="10142" y="1552"/>
                  <a:pt x="10188" y="1520"/>
                </a:cubicBezTo>
                <a:cubicBezTo>
                  <a:pt x="10236" y="1488"/>
                  <a:pt x="10276" y="1446"/>
                  <a:pt x="10305" y="1397"/>
                </a:cubicBezTo>
                <a:cubicBezTo>
                  <a:pt x="10310" y="1386"/>
                  <a:pt x="10319" y="1380"/>
                  <a:pt x="10327" y="1374"/>
                </a:cubicBezTo>
                <a:cubicBezTo>
                  <a:pt x="10336" y="1369"/>
                  <a:pt x="10347" y="1367"/>
                  <a:pt x="10357" y="1367"/>
                </a:cubicBezTo>
                <a:cubicBezTo>
                  <a:pt x="10368" y="1367"/>
                  <a:pt x="10380" y="1370"/>
                  <a:pt x="10389" y="1375"/>
                </a:cubicBezTo>
                <a:lnTo>
                  <a:pt x="10389" y="1375"/>
                </a:lnTo>
                <a:lnTo>
                  <a:pt x="10389" y="1375"/>
                </a:lnTo>
                <a:cubicBezTo>
                  <a:pt x="10407" y="1388"/>
                  <a:pt x="10419" y="1409"/>
                  <a:pt x="10419" y="1430"/>
                </a:cubicBezTo>
                <a:cubicBezTo>
                  <a:pt x="10419" y="1441"/>
                  <a:pt x="10416" y="1453"/>
                  <a:pt x="10410" y="1464"/>
                </a:cubicBezTo>
                <a:lnTo>
                  <a:pt x="10410" y="1464"/>
                </a:lnTo>
                <a:lnTo>
                  <a:pt x="10410" y="1464"/>
                </a:lnTo>
                <a:cubicBezTo>
                  <a:pt x="10370" y="1527"/>
                  <a:pt x="10315" y="1585"/>
                  <a:pt x="10252" y="1627"/>
                </a:cubicBezTo>
                <a:cubicBezTo>
                  <a:pt x="10186" y="1670"/>
                  <a:pt x="10112" y="1696"/>
                  <a:pt x="10031" y="1696"/>
                </a:cubicBezTo>
                <a:lnTo>
                  <a:pt x="9989" y="1696"/>
                </a:lnTo>
                <a:cubicBezTo>
                  <a:pt x="9864" y="1696"/>
                  <a:pt x="9749" y="1642"/>
                  <a:pt x="9668" y="1557"/>
                </a:cubicBezTo>
                <a:cubicBezTo>
                  <a:pt x="9587" y="1472"/>
                  <a:pt x="9536" y="1356"/>
                  <a:pt x="9536" y="1230"/>
                </a:cubicBezTo>
                <a:cubicBezTo>
                  <a:pt x="9536" y="1100"/>
                  <a:pt x="9587" y="983"/>
                  <a:pt x="9668" y="897"/>
                </a:cubicBezTo>
                <a:cubicBezTo>
                  <a:pt x="9751" y="813"/>
                  <a:pt x="9864" y="760"/>
                  <a:pt x="9991" y="760"/>
                </a:cubicBezTo>
                <a:cubicBezTo>
                  <a:pt x="10112" y="760"/>
                  <a:pt x="10220" y="807"/>
                  <a:pt x="10301" y="887"/>
                </a:cubicBezTo>
                <a:cubicBezTo>
                  <a:pt x="10382" y="966"/>
                  <a:pt x="10435" y="1075"/>
                  <a:pt x="10445" y="1200"/>
                </a:cubicBezTo>
                <a:close/>
                <a:moveTo>
                  <a:pt x="10305" y="1139"/>
                </a:moveTo>
                <a:cubicBezTo>
                  <a:pt x="10268" y="992"/>
                  <a:pt x="10139" y="887"/>
                  <a:pt x="9993" y="887"/>
                </a:cubicBezTo>
                <a:cubicBezTo>
                  <a:pt x="9841" y="887"/>
                  <a:pt x="9714" y="989"/>
                  <a:pt x="9675" y="1139"/>
                </a:cubicBezTo>
                <a:lnTo>
                  <a:pt x="10305" y="1139"/>
                </a:lnTo>
                <a:close/>
                <a:moveTo>
                  <a:pt x="4027" y="763"/>
                </a:moveTo>
                <a:cubicBezTo>
                  <a:pt x="3926" y="763"/>
                  <a:pt x="3836" y="802"/>
                  <a:pt x="3768" y="864"/>
                </a:cubicBezTo>
                <a:lnTo>
                  <a:pt x="3768" y="827"/>
                </a:lnTo>
                <a:cubicBezTo>
                  <a:pt x="3768" y="809"/>
                  <a:pt x="3761" y="793"/>
                  <a:pt x="3750" y="783"/>
                </a:cubicBezTo>
                <a:cubicBezTo>
                  <a:pt x="3740" y="770"/>
                  <a:pt x="3724" y="763"/>
                  <a:pt x="3706" y="763"/>
                </a:cubicBezTo>
                <a:cubicBezTo>
                  <a:pt x="3688" y="763"/>
                  <a:pt x="3670" y="770"/>
                  <a:pt x="3660" y="783"/>
                </a:cubicBezTo>
                <a:cubicBezTo>
                  <a:pt x="3649" y="795"/>
                  <a:pt x="3643" y="811"/>
                  <a:pt x="3643" y="827"/>
                </a:cubicBezTo>
                <a:lnTo>
                  <a:pt x="3643" y="1652"/>
                </a:lnTo>
                <a:lnTo>
                  <a:pt x="3644" y="1654"/>
                </a:lnTo>
                <a:lnTo>
                  <a:pt x="3644" y="1654"/>
                </a:lnTo>
                <a:cubicBezTo>
                  <a:pt x="3644" y="1657"/>
                  <a:pt x="3646" y="1659"/>
                  <a:pt x="3648" y="1663"/>
                </a:cubicBezTo>
                <a:cubicBezTo>
                  <a:pt x="3657" y="1679"/>
                  <a:pt x="3671" y="1689"/>
                  <a:pt x="3688" y="1694"/>
                </a:cubicBezTo>
                <a:lnTo>
                  <a:pt x="3690" y="1694"/>
                </a:lnTo>
                <a:lnTo>
                  <a:pt x="3704" y="1694"/>
                </a:lnTo>
                <a:cubicBezTo>
                  <a:pt x="3713" y="1694"/>
                  <a:pt x="3722" y="1693"/>
                  <a:pt x="3731" y="1689"/>
                </a:cubicBezTo>
                <a:cubicBezTo>
                  <a:pt x="3738" y="1686"/>
                  <a:pt x="3745" y="1680"/>
                  <a:pt x="3750" y="1673"/>
                </a:cubicBezTo>
                <a:lnTo>
                  <a:pt x="3750" y="1673"/>
                </a:lnTo>
                <a:cubicBezTo>
                  <a:pt x="3750" y="1673"/>
                  <a:pt x="3750" y="1671"/>
                  <a:pt x="3752" y="1671"/>
                </a:cubicBezTo>
                <a:lnTo>
                  <a:pt x="3752" y="1671"/>
                </a:lnTo>
                <a:cubicBezTo>
                  <a:pt x="3755" y="1668"/>
                  <a:pt x="3759" y="1663"/>
                  <a:pt x="3761" y="1659"/>
                </a:cubicBezTo>
                <a:cubicBezTo>
                  <a:pt x="3762" y="1654"/>
                  <a:pt x="3764" y="1650"/>
                  <a:pt x="3764" y="1645"/>
                </a:cubicBezTo>
                <a:lnTo>
                  <a:pt x="3764" y="1643"/>
                </a:lnTo>
                <a:lnTo>
                  <a:pt x="3764" y="1147"/>
                </a:lnTo>
                <a:cubicBezTo>
                  <a:pt x="3766" y="1077"/>
                  <a:pt x="3796" y="1012"/>
                  <a:pt x="3842" y="966"/>
                </a:cubicBezTo>
                <a:cubicBezTo>
                  <a:pt x="3888" y="920"/>
                  <a:pt x="3953" y="890"/>
                  <a:pt x="4023" y="890"/>
                </a:cubicBezTo>
                <a:cubicBezTo>
                  <a:pt x="4095" y="890"/>
                  <a:pt x="4159" y="918"/>
                  <a:pt x="4205" y="966"/>
                </a:cubicBezTo>
                <a:cubicBezTo>
                  <a:pt x="4251" y="1012"/>
                  <a:pt x="4279" y="1077"/>
                  <a:pt x="4279" y="1147"/>
                </a:cubicBezTo>
                <a:lnTo>
                  <a:pt x="4279" y="1634"/>
                </a:lnTo>
                <a:cubicBezTo>
                  <a:pt x="4279" y="1652"/>
                  <a:pt x="4286" y="1668"/>
                  <a:pt x="4298" y="1680"/>
                </a:cubicBezTo>
                <a:cubicBezTo>
                  <a:pt x="4310" y="1691"/>
                  <a:pt x="4326" y="1698"/>
                  <a:pt x="4342" y="1698"/>
                </a:cubicBezTo>
                <a:cubicBezTo>
                  <a:pt x="4360" y="1698"/>
                  <a:pt x="4376" y="1691"/>
                  <a:pt x="4386" y="1680"/>
                </a:cubicBezTo>
                <a:cubicBezTo>
                  <a:pt x="4399" y="1670"/>
                  <a:pt x="4406" y="1652"/>
                  <a:pt x="4406" y="1634"/>
                </a:cubicBezTo>
                <a:lnTo>
                  <a:pt x="4406" y="1147"/>
                </a:lnTo>
                <a:cubicBezTo>
                  <a:pt x="4413" y="936"/>
                  <a:pt x="4240" y="763"/>
                  <a:pt x="4027" y="763"/>
                </a:cubicBezTo>
                <a:close/>
                <a:moveTo>
                  <a:pt x="5294" y="901"/>
                </a:moveTo>
                <a:cubicBezTo>
                  <a:pt x="5375" y="985"/>
                  <a:pt x="5421" y="1103"/>
                  <a:pt x="5423" y="1230"/>
                </a:cubicBezTo>
                <a:cubicBezTo>
                  <a:pt x="5423" y="1356"/>
                  <a:pt x="5375" y="1472"/>
                  <a:pt x="5294" y="1559"/>
                </a:cubicBezTo>
                <a:cubicBezTo>
                  <a:pt x="5214" y="1643"/>
                  <a:pt x="5101" y="1698"/>
                  <a:pt x="4978" y="1698"/>
                </a:cubicBezTo>
                <a:cubicBezTo>
                  <a:pt x="4854" y="1698"/>
                  <a:pt x="4744" y="1644"/>
                  <a:pt x="4663" y="1559"/>
                </a:cubicBezTo>
                <a:cubicBezTo>
                  <a:pt x="4582" y="1475"/>
                  <a:pt x="4533" y="1356"/>
                  <a:pt x="4533" y="1230"/>
                </a:cubicBezTo>
                <a:cubicBezTo>
                  <a:pt x="4533" y="1103"/>
                  <a:pt x="4582" y="987"/>
                  <a:pt x="4663" y="901"/>
                </a:cubicBezTo>
                <a:cubicBezTo>
                  <a:pt x="4742" y="816"/>
                  <a:pt x="4855" y="761"/>
                  <a:pt x="4978" y="761"/>
                </a:cubicBezTo>
                <a:cubicBezTo>
                  <a:pt x="5103" y="761"/>
                  <a:pt x="5214" y="816"/>
                  <a:pt x="5294" y="901"/>
                </a:cubicBezTo>
                <a:close/>
                <a:moveTo>
                  <a:pt x="5296" y="1230"/>
                </a:moveTo>
                <a:cubicBezTo>
                  <a:pt x="5296" y="1135"/>
                  <a:pt x="5258" y="1049"/>
                  <a:pt x="5200" y="987"/>
                </a:cubicBezTo>
                <a:cubicBezTo>
                  <a:pt x="5141" y="925"/>
                  <a:pt x="5063" y="887"/>
                  <a:pt x="4978" y="887"/>
                </a:cubicBezTo>
                <a:cubicBezTo>
                  <a:pt x="4892" y="887"/>
                  <a:pt x="4813" y="925"/>
                  <a:pt x="4755" y="987"/>
                </a:cubicBezTo>
                <a:cubicBezTo>
                  <a:pt x="4696" y="1049"/>
                  <a:pt x="4659" y="1135"/>
                  <a:pt x="4659" y="1230"/>
                </a:cubicBezTo>
                <a:cubicBezTo>
                  <a:pt x="4659" y="1324"/>
                  <a:pt x="4696" y="1410"/>
                  <a:pt x="4755" y="1471"/>
                </a:cubicBezTo>
                <a:cubicBezTo>
                  <a:pt x="4813" y="1533"/>
                  <a:pt x="4892" y="1569"/>
                  <a:pt x="4978" y="1569"/>
                </a:cubicBezTo>
                <a:cubicBezTo>
                  <a:pt x="5065" y="1569"/>
                  <a:pt x="5144" y="1532"/>
                  <a:pt x="5200" y="1471"/>
                </a:cubicBezTo>
                <a:cubicBezTo>
                  <a:pt x="5259" y="1409"/>
                  <a:pt x="5296" y="1324"/>
                  <a:pt x="5296" y="1230"/>
                </a:cubicBezTo>
                <a:close/>
                <a:moveTo>
                  <a:pt x="6671" y="768"/>
                </a:moveTo>
                <a:lnTo>
                  <a:pt x="6671" y="768"/>
                </a:lnTo>
                <a:cubicBezTo>
                  <a:pt x="6669" y="768"/>
                  <a:pt x="6669" y="768"/>
                  <a:pt x="6671" y="768"/>
                </a:cubicBezTo>
                <a:cubicBezTo>
                  <a:pt x="6662" y="765"/>
                  <a:pt x="6655" y="763"/>
                  <a:pt x="6648" y="763"/>
                </a:cubicBezTo>
                <a:cubicBezTo>
                  <a:pt x="6636" y="763"/>
                  <a:pt x="6624" y="767"/>
                  <a:pt x="6613" y="774"/>
                </a:cubicBezTo>
                <a:cubicBezTo>
                  <a:pt x="6603" y="781"/>
                  <a:pt x="6593" y="790"/>
                  <a:pt x="6588" y="802"/>
                </a:cubicBezTo>
                <a:lnTo>
                  <a:pt x="6588" y="802"/>
                </a:lnTo>
                <a:lnTo>
                  <a:pt x="6345" y="1467"/>
                </a:lnTo>
                <a:lnTo>
                  <a:pt x="6158" y="1022"/>
                </a:lnTo>
                <a:lnTo>
                  <a:pt x="6158" y="1022"/>
                </a:lnTo>
                <a:cubicBezTo>
                  <a:pt x="6153" y="1010"/>
                  <a:pt x="6144" y="999"/>
                  <a:pt x="6133" y="994"/>
                </a:cubicBezTo>
                <a:cubicBezTo>
                  <a:pt x="6123" y="987"/>
                  <a:pt x="6110" y="983"/>
                  <a:pt x="6096" y="983"/>
                </a:cubicBezTo>
                <a:cubicBezTo>
                  <a:pt x="6084" y="983"/>
                  <a:pt x="6072" y="987"/>
                  <a:pt x="6061" y="994"/>
                </a:cubicBezTo>
                <a:cubicBezTo>
                  <a:pt x="6051" y="1001"/>
                  <a:pt x="6042" y="1010"/>
                  <a:pt x="6036" y="1022"/>
                </a:cubicBezTo>
                <a:lnTo>
                  <a:pt x="6036" y="1022"/>
                </a:lnTo>
                <a:lnTo>
                  <a:pt x="5848" y="1467"/>
                </a:lnTo>
                <a:lnTo>
                  <a:pt x="5603" y="802"/>
                </a:lnTo>
                <a:lnTo>
                  <a:pt x="5603" y="802"/>
                </a:lnTo>
                <a:cubicBezTo>
                  <a:pt x="5599" y="790"/>
                  <a:pt x="5591" y="779"/>
                  <a:pt x="5580" y="772"/>
                </a:cubicBezTo>
                <a:cubicBezTo>
                  <a:pt x="5569" y="765"/>
                  <a:pt x="5557" y="761"/>
                  <a:pt x="5545" y="761"/>
                </a:cubicBezTo>
                <a:cubicBezTo>
                  <a:pt x="5536" y="761"/>
                  <a:pt x="5529" y="763"/>
                  <a:pt x="5520" y="767"/>
                </a:cubicBezTo>
                <a:lnTo>
                  <a:pt x="5520" y="767"/>
                </a:lnTo>
                <a:lnTo>
                  <a:pt x="5520" y="767"/>
                </a:lnTo>
                <a:cubicBezTo>
                  <a:pt x="5497" y="777"/>
                  <a:pt x="5483" y="800"/>
                  <a:pt x="5483" y="825"/>
                </a:cubicBezTo>
                <a:cubicBezTo>
                  <a:pt x="5483" y="832"/>
                  <a:pt x="5485" y="841"/>
                  <a:pt x="5488" y="848"/>
                </a:cubicBezTo>
                <a:lnTo>
                  <a:pt x="5488" y="848"/>
                </a:lnTo>
                <a:lnTo>
                  <a:pt x="5790" y="1654"/>
                </a:lnTo>
                <a:lnTo>
                  <a:pt x="5790" y="1654"/>
                </a:lnTo>
                <a:cubicBezTo>
                  <a:pt x="5791" y="1659"/>
                  <a:pt x="5795" y="1666"/>
                  <a:pt x="5800" y="1671"/>
                </a:cubicBezTo>
                <a:cubicBezTo>
                  <a:pt x="5804" y="1675"/>
                  <a:pt x="5809" y="1679"/>
                  <a:pt x="5814" y="1682"/>
                </a:cubicBezTo>
                <a:cubicBezTo>
                  <a:pt x="5816" y="1684"/>
                  <a:pt x="5816" y="1684"/>
                  <a:pt x="5820" y="1686"/>
                </a:cubicBezTo>
                <a:cubicBezTo>
                  <a:pt x="5821" y="1687"/>
                  <a:pt x="5825" y="1687"/>
                  <a:pt x="5829" y="1689"/>
                </a:cubicBezTo>
                <a:cubicBezTo>
                  <a:pt x="5834" y="1691"/>
                  <a:pt x="5841" y="1693"/>
                  <a:pt x="5850" y="1693"/>
                </a:cubicBezTo>
                <a:cubicBezTo>
                  <a:pt x="5862" y="1693"/>
                  <a:pt x="5873" y="1689"/>
                  <a:pt x="5883" y="1682"/>
                </a:cubicBezTo>
                <a:cubicBezTo>
                  <a:pt x="5892" y="1675"/>
                  <a:pt x="5901" y="1666"/>
                  <a:pt x="5906" y="1654"/>
                </a:cubicBezTo>
                <a:lnTo>
                  <a:pt x="5906" y="1654"/>
                </a:lnTo>
                <a:lnTo>
                  <a:pt x="6096" y="1200"/>
                </a:lnTo>
                <a:lnTo>
                  <a:pt x="6287" y="1652"/>
                </a:lnTo>
                <a:lnTo>
                  <a:pt x="6287" y="1652"/>
                </a:lnTo>
                <a:cubicBezTo>
                  <a:pt x="6290" y="1664"/>
                  <a:pt x="6299" y="1673"/>
                  <a:pt x="6308" y="1680"/>
                </a:cubicBezTo>
                <a:cubicBezTo>
                  <a:pt x="6317" y="1687"/>
                  <a:pt x="6327" y="1693"/>
                  <a:pt x="6340" y="1693"/>
                </a:cubicBezTo>
                <a:lnTo>
                  <a:pt x="6348" y="1693"/>
                </a:lnTo>
                <a:cubicBezTo>
                  <a:pt x="6355" y="1693"/>
                  <a:pt x="6364" y="1691"/>
                  <a:pt x="6370" y="1689"/>
                </a:cubicBezTo>
                <a:cubicBezTo>
                  <a:pt x="6377" y="1687"/>
                  <a:pt x="6382" y="1684"/>
                  <a:pt x="6385" y="1680"/>
                </a:cubicBezTo>
                <a:cubicBezTo>
                  <a:pt x="6396" y="1673"/>
                  <a:pt x="6403" y="1661"/>
                  <a:pt x="6408" y="1650"/>
                </a:cubicBezTo>
                <a:lnTo>
                  <a:pt x="6408" y="1650"/>
                </a:lnTo>
                <a:lnTo>
                  <a:pt x="6708" y="848"/>
                </a:lnTo>
                <a:cubicBezTo>
                  <a:pt x="6711" y="841"/>
                  <a:pt x="6713" y="832"/>
                  <a:pt x="6713" y="825"/>
                </a:cubicBezTo>
                <a:cubicBezTo>
                  <a:pt x="6708" y="802"/>
                  <a:pt x="6694" y="779"/>
                  <a:pt x="6671" y="768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13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vider - Dark Blue 01 (No Graphics)">
  <p:cSld name="Quote - Violet_1_1">
    <p:bg>
      <p:bgPr>
        <a:solidFill>
          <a:schemeClr val="dk2"/>
        </a:solidFill>
      </p:bgPr>
    </p:bg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0"/>
          <p:cNvSpPr txBox="1"/>
          <p:nvPr>
            <p:ph idx="1" type="body"/>
          </p:nvPr>
        </p:nvSpPr>
        <p:spPr>
          <a:xfrm>
            <a:off x="365760" y="1214450"/>
            <a:ext cx="7484400" cy="271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b="1" sz="4000">
                <a:solidFill>
                  <a:schemeClr val="lt1"/>
                </a:solidFill>
              </a:defRPr>
            </a:lvl1pPr>
            <a:lvl2pPr indent="-342900" lvl="1" marL="914400" rtl="0">
              <a:lnSpc>
                <a:spcPct val="74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2pPr>
            <a:lvl3pPr indent="-342900" lvl="2" marL="1371600" rtl="0">
              <a:lnSpc>
                <a:spcPct val="74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3pPr>
            <a:lvl4pPr indent="-342900" lvl="3" marL="1828800" rtl="0">
              <a:lnSpc>
                <a:spcPct val="74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4pPr>
            <a:lvl5pPr indent="-342900" lvl="4" marL="2286000" rtl="0">
              <a:lnSpc>
                <a:spcPct val="74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5pPr>
            <a:lvl6pPr indent="-342900" lvl="5" marL="2743200" rtl="0">
              <a:lnSpc>
                <a:spcPct val="74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indent="-342900" lvl="6" marL="3200400" rtl="0">
              <a:lnSpc>
                <a:spcPct val="74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indent="-342900" lvl="7" marL="3657600" rtl="0">
              <a:lnSpc>
                <a:spcPct val="74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indent="-342900" lvl="8" marL="4114800" rtl="0">
              <a:lnSpc>
                <a:spcPct val="74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90" name="Google Shape;190;p20"/>
          <p:cNvSpPr/>
          <p:nvPr/>
        </p:nvSpPr>
        <p:spPr>
          <a:xfrm>
            <a:off x="660652" y="4866916"/>
            <a:ext cx="17085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 xml:space="preserve">© </a:t>
            </a:r>
            <a:r>
              <a:rPr lang="en" sz="600">
                <a:solidFill>
                  <a:schemeClr val="lt1"/>
                </a:solidFill>
              </a:rPr>
              <a:t>2026</a:t>
            </a:r>
            <a:r>
              <a:rPr b="0" i="0" lang="en" sz="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 xml:space="preserve"> Snowflake Inc. All Rights Reserved</a:t>
            </a:r>
            <a:endParaRPr sz="6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20"/>
          <p:cNvSpPr/>
          <p:nvPr/>
        </p:nvSpPr>
        <p:spPr>
          <a:xfrm>
            <a:off x="457195" y="4846320"/>
            <a:ext cx="135250" cy="128588"/>
          </a:xfrm>
          <a:custGeom>
            <a:rect b="b" l="l" r="r" t="t"/>
            <a:pathLst>
              <a:path extrusionOk="0" h="5143500" w="5409981">
                <a:moveTo>
                  <a:pt x="4983153" y="2221521"/>
                </a:moveTo>
                <a:lnTo>
                  <a:pt x="4374172" y="2572015"/>
                </a:lnTo>
                <a:lnTo>
                  <a:pt x="4983153" y="2921450"/>
                </a:lnTo>
                <a:cubicBezTo>
                  <a:pt x="5136954" y="3010067"/>
                  <a:pt x="5189546" y="3205051"/>
                  <a:pt x="5100656" y="3358310"/>
                </a:cubicBezTo>
                <a:cubicBezTo>
                  <a:pt x="5011767" y="3511568"/>
                  <a:pt x="4815574" y="3562963"/>
                  <a:pt x="4662302" y="3474876"/>
                </a:cubicBezTo>
                <a:lnTo>
                  <a:pt x="3571781" y="2848198"/>
                </a:lnTo>
                <a:cubicBezTo>
                  <a:pt x="3499053" y="2805943"/>
                  <a:pt x="3448581" y="2739977"/>
                  <a:pt x="3426193" y="2665798"/>
                </a:cubicBezTo>
                <a:cubicBezTo>
                  <a:pt x="3407864" y="2607519"/>
                  <a:pt x="3406806" y="2545180"/>
                  <a:pt x="3423146" y="2486312"/>
                </a:cubicBezTo>
                <a:cubicBezTo>
                  <a:pt x="3445647" y="2405409"/>
                  <a:pt x="3499023" y="2336577"/>
                  <a:pt x="3571781" y="2294640"/>
                </a:cubicBezTo>
                <a:lnTo>
                  <a:pt x="4662302" y="1668359"/>
                </a:lnTo>
                <a:cubicBezTo>
                  <a:pt x="4815574" y="1580272"/>
                  <a:pt x="5011899" y="1632594"/>
                  <a:pt x="5100656" y="1785456"/>
                </a:cubicBezTo>
                <a:cubicBezTo>
                  <a:pt x="5189414" y="1938317"/>
                  <a:pt x="5136954" y="2133168"/>
                  <a:pt x="4983153" y="2221521"/>
                </a:cubicBezTo>
                <a:close/>
                <a:moveTo>
                  <a:pt x="4406628" y="3920213"/>
                </a:moveTo>
                <a:lnTo>
                  <a:pt x="3316240" y="3294330"/>
                </a:lnTo>
                <a:cubicBezTo>
                  <a:pt x="3260045" y="3261658"/>
                  <a:pt x="3195149" y="3247089"/>
                  <a:pt x="3130380" y="3252605"/>
                </a:cubicBezTo>
                <a:cubicBezTo>
                  <a:pt x="2964126" y="3264526"/>
                  <a:pt x="2833507" y="3402684"/>
                  <a:pt x="2833507" y="3570911"/>
                </a:cubicBezTo>
                <a:lnTo>
                  <a:pt x="2833507" y="4823869"/>
                </a:lnTo>
                <a:cubicBezTo>
                  <a:pt x="2833507" y="5000441"/>
                  <a:pt x="2976578" y="5143500"/>
                  <a:pt x="3154225" y="5143500"/>
                </a:cubicBezTo>
                <a:cubicBezTo>
                  <a:pt x="3331872" y="5143500"/>
                  <a:pt x="3475473" y="5000441"/>
                  <a:pt x="3475473" y="4823869"/>
                </a:cubicBezTo>
                <a:lnTo>
                  <a:pt x="3475473" y="4123013"/>
                </a:lnTo>
                <a:lnTo>
                  <a:pt x="4086043" y="4473772"/>
                </a:lnTo>
                <a:cubicBezTo>
                  <a:pt x="4239447" y="4562389"/>
                  <a:pt x="4435640" y="4509934"/>
                  <a:pt x="4524132" y="4357471"/>
                </a:cubicBezTo>
                <a:cubicBezTo>
                  <a:pt x="4612625" y="4205007"/>
                  <a:pt x="4560298" y="4008566"/>
                  <a:pt x="4406628" y="3920213"/>
                </a:cubicBezTo>
                <a:close/>
                <a:moveTo>
                  <a:pt x="3148529" y="2694410"/>
                </a:moveTo>
                <a:lnTo>
                  <a:pt x="2695205" y="3144913"/>
                </a:lnTo>
                <a:cubicBezTo>
                  <a:pt x="2682222" y="3158159"/>
                  <a:pt x="2657185" y="3169021"/>
                  <a:pt x="2638374" y="3169021"/>
                </a:cubicBezTo>
                <a:lnTo>
                  <a:pt x="2504973" y="3169021"/>
                </a:lnTo>
                <a:cubicBezTo>
                  <a:pt x="2486692" y="3169021"/>
                  <a:pt x="2461257" y="3158159"/>
                  <a:pt x="2448142" y="3144913"/>
                </a:cubicBezTo>
                <a:lnTo>
                  <a:pt x="1995083" y="2694410"/>
                </a:lnTo>
                <a:cubicBezTo>
                  <a:pt x="1982100" y="2681694"/>
                  <a:pt x="1971635" y="2656261"/>
                  <a:pt x="1971635" y="2638246"/>
                </a:cubicBezTo>
                <a:lnTo>
                  <a:pt x="1971635" y="2505387"/>
                </a:lnTo>
                <a:cubicBezTo>
                  <a:pt x="1971635" y="2486974"/>
                  <a:pt x="1982100" y="2461409"/>
                  <a:pt x="1995083" y="2448560"/>
                </a:cubicBezTo>
                <a:lnTo>
                  <a:pt x="2448142" y="1998057"/>
                </a:lnTo>
                <a:cubicBezTo>
                  <a:pt x="2461257" y="1984811"/>
                  <a:pt x="2486692" y="1974346"/>
                  <a:pt x="2504973" y="1974346"/>
                </a:cubicBezTo>
                <a:lnTo>
                  <a:pt x="2638374" y="1974346"/>
                </a:lnTo>
                <a:cubicBezTo>
                  <a:pt x="2656787" y="1974346"/>
                  <a:pt x="2682222" y="1984811"/>
                  <a:pt x="2695205" y="1998057"/>
                </a:cubicBezTo>
                <a:lnTo>
                  <a:pt x="3148529" y="2448560"/>
                </a:lnTo>
                <a:cubicBezTo>
                  <a:pt x="3161379" y="2461409"/>
                  <a:pt x="3171844" y="2486974"/>
                  <a:pt x="3171844" y="2505387"/>
                </a:cubicBezTo>
                <a:lnTo>
                  <a:pt x="3171844" y="2638246"/>
                </a:lnTo>
                <a:cubicBezTo>
                  <a:pt x="3171844" y="2656261"/>
                  <a:pt x="3161379" y="2681694"/>
                  <a:pt x="3148529" y="2694410"/>
                </a:cubicBezTo>
                <a:close/>
                <a:moveTo>
                  <a:pt x="2786214" y="2569366"/>
                </a:moveTo>
                <a:cubicBezTo>
                  <a:pt x="2786214" y="2551086"/>
                  <a:pt x="2775086" y="2525786"/>
                  <a:pt x="2762236" y="2512275"/>
                </a:cubicBezTo>
                <a:lnTo>
                  <a:pt x="2630955" y="2382329"/>
                </a:lnTo>
                <a:cubicBezTo>
                  <a:pt x="2617973" y="2369481"/>
                  <a:pt x="2592538" y="2358751"/>
                  <a:pt x="2574257" y="2358751"/>
                </a:cubicBezTo>
                <a:lnTo>
                  <a:pt x="2569090" y="2358751"/>
                </a:lnTo>
                <a:cubicBezTo>
                  <a:pt x="2550809" y="2358751"/>
                  <a:pt x="2525374" y="2369481"/>
                  <a:pt x="2512656" y="2382329"/>
                </a:cubicBezTo>
                <a:lnTo>
                  <a:pt x="2381375" y="2512275"/>
                </a:lnTo>
                <a:cubicBezTo>
                  <a:pt x="2368260" y="2525786"/>
                  <a:pt x="2358192" y="2551086"/>
                  <a:pt x="2358192" y="2569366"/>
                </a:cubicBezTo>
                <a:lnTo>
                  <a:pt x="2358192" y="2574399"/>
                </a:lnTo>
                <a:cubicBezTo>
                  <a:pt x="2358192" y="2592414"/>
                  <a:pt x="2368260" y="2617582"/>
                  <a:pt x="2381375" y="2630696"/>
                </a:cubicBezTo>
                <a:lnTo>
                  <a:pt x="2512656" y="2761038"/>
                </a:lnTo>
                <a:cubicBezTo>
                  <a:pt x="2525506" y="2773887"/>
                  <a:pt x="2550809" y="2784617"/>
                  <a:pt x="2569090" y="2784617"/>
                </a:cubicBezTo>
                <a:lnTo>
                  <a:pt x="2574257" y="2784617"/>
                </a:lnTo>
                <a:cubicBezTo>
                  <a:pt x="2592538" y="2784617"/>
                  <a:pt x="2617973" y="2773887"/>
                  <a:pt x="2630955" y="2761038"/>
                </a:cubicBezTo>
                <a:lnTo>
                  <a:pt x="2762236" y="2630696"/>
                </a:lnTo>
                <a:cubicBezTo>
                  <a:pt x="2775086" y="2617582"/>
                  <a:pt x="2786214" y="2592414"/>
                  <a:pt x="2786214" y="2574399"/>
                </a:cubicBezTo>
                <a:close/>
                <a:moveTo>
                  <a:pt x="736718" y="1222757"/>
                </a:moveTo>
                <a:lnTo>
                  <a:pt x="1827239" y="1849170"/>
                </a:lnTo>
                <a:cubicBezTo>
                  <a:pt x="1883672" y="1881603"/>
                  <a:pt x="1948619" y="1896152"/>
                  <a:pt x="2013497" y="1890895"/>
                </a:cubicBezTo>
                <a:cubicBezTo>
                  <a:pt x="2179486" y="1878709"/>
                  <a:pt x="2310502" y="1740286"/>
                  <a:pt x="2310502" y="1572324"/>
                </a:cubicBezTo>
                <a:lnTo>
                  <a:pt x="2310502" y="319233"/>
                </a:lnTo>
                <a:cubicBezTo>
                  <a:pt x="2310502" y="143059"/>
                  <a:pt x="2166503" y="0"/>
                  <a:pt x="1989651" y="0"/>
                </a:cubicBezTo>
                <a:cubicBezTo>
                  <a:pt x="1812799" y="0"/>
                  <a:pt x="1668536" y="143059"/>
                  <a:pt x="1668536" y="319233"/>
                </a:cubicBezTo>
                <a:lnTo>
                  <a:pt x="1668536" y="1020355"/>
                </a:lnTo>
                <a:lnTo>
                  <a:pt x="1057436" y="669198"/>
                </a:lnTo>
                <a:cubicBezTo>
                  <a:pt x="904297" y="580978"/>
                  <a:pt x="708369" y="633301"/>
                  <a:pt x="619347" y="785897"/>
                </a:cubicBezTo>
                <a:cubicBezTo>
                  <a:pt x="530985" y="938468"/>
                  <a:pt x="583048" y="1133777"/>
                  <a:pt x="735632" y="1222131"/>
                </a:cubicBezTo>
                <a:cubicBezTo>
                  <a:pt x="735994" y="1222340"/>
                  <a:pt x="736356" y="1222549"/>
                  <a:pt x="736718" y="1222757"/>
                </a:cubicBezTo>
                <a:close/>
                <a:moveTo>
                  <a:pt x="3130380" y="1890895"/>
                </a:moveTo>
                <a:cubicBezTo>
                  <a:pt x="3195131" y="1896154"/>
                  <a:pt x="3259952" y="1881602"/>
                  <a:pt x="3316240" y="1849170"/>
                </a:cubicBezTo>
                <a:lnTo>
                  <a:pt x="4406628" y="1222757"/>
                </a:lnTo>
                <a:cubicBezTo>
                  <a:pt x="4559590" y="1135057"/>
                  <a:pt x="4612489" y="939974"/>
                  <a:pt x="4524782" y="787025"/>
                </a:cubicBezTo>
                <a:cubicBezTo>
                  <a:pt x="4524567" y="786649"/>
                  <a:pt x="4524350" y="786273"/>
                  <a:pt x="4524132" y="785897"/>
                </a:cubicBezTo>
                <a:cubicBezTo>
                  <a:pt x="4435640" y="633301"/>
                  <a:pt x="4239447" y="580978"/>
                  <a:pt x="4086043" y="669198"/>
                </a:cubicBezTo>
                <a:lnTo>
                  <a:pt x="3475473" y="1020355"/>
                </a:lnTo>
                <a:lnTo>
                  <a:pt x="3475473" y="319233"/>
                </a:lnTo>
                <a:cubicBezTo>
                  <a:pt x="3475473" y="143059"/>
                  <a:pt x="3331872" y="0"/>
                  <a:pt x="3154225" y="0"/>
                </a:cubicBezTo>
                <a:cubicBezTo>
                  <a:pt x="2976578" y="0"/>
                  <a:pt x="2833507" y="143059"/>
                  <a:pt x="2833507" y="319233"/>
                </a:cubicBezTo>
                <a:lnTo>
                  <a:pt x="2833507" y="1572324"/>
                </a:lnTo>
                <a:cubicBezTo>
                  <a:pt x="2833507" y="1740286"/>
                  <a:pt x="2964126" y="1878709"/>
                  <a:pt x="3130380" y="1890895"/>
                </a:cubicBezTo>
                <a:close/>
                <a:moveTo>
                  <a:pt x="2013497" y="3252605"/>
                </a:moveTo>
                <a:cubicBezTo>
                  <a:pt x="1948600" y="3247084"/>
                  <a:pt x="1883576" y="3261651"/>
                  <a:pt x="1827239" y="3294330"/>
                </a:cubicBezTo>
                <a:lnTo>
                  <a:pt x="736718" y="3920213"/>
                </a:lnTo>
                <a:cubicBezTo>
                  <a:pt x="583314" y="4008566"/>
                  <a:pt x="530854" y="4204477"/>
                  <a:pt x="619347" y="4357471"/>
                </a:cubicBezTo>
                <a:cubicBezTo>
                  <a:pt x="707839" y="4510464"/>
                  <a:pt x="904297" y="4562389"/>
                  <a:pt x="1057436" y="4473772"/>
                </a:cubicBezTo>
                <a:lnTo>
                  <a:pt x="1668536" y="4123013"/>
                </a:lnTo>
                <a:lnTo>
                  <a:pt x="1668536" y="4823869"/>
                </a:lnTo>
                <a:cubicBezTo>
                  <a:pt x="1668536" y="5000441"/>
                  <a:pt x="1812137" y="5143500"/>
                  <a:pt x="1989651" y="5143500"/>
                </a:cubicBezTo>
                <a:cubicBezTo>
                  <a:pt x="2167166" y="5143500"/>
                  <a:pt x="2310502" y="5000441"/>
                  <a:pt x="2310502" y="4823869"/>
                </a:cubicBezTo>
                <a:lnTo>
                  <a:pt x="2310502" y="3570911"/>
                </a:lnTo>
                <a:cubicBezTo>
                  <a:pt x="2310502" y="3402684"/>
                  <a:pt x="2179486" y="3264526"/>
                  <a:pt x="2013497" y="3252605"/>
                </a:cubicBezTo>
                <a:close/>
                <a:moveTo>
                  <a:pt x="1717816" y="2665798"/>
                </a:moveTo>
                <a:cubicBezTo>
                  <a:pt x="1728394" y="2632182"/>
                  <a:pt x="1733318" y="2597044"/>
                  <a:pt x="1732388" y="2561815"/>
                </a:cubicBezTo>
                <a:cubicBezTo>
                  <a:pt x="1731063" y="2536648"/>
                  <a:pt x="1727884" y="2511480"/>
                  <a:pt x="1720730" y="2486312"/>
                </a:cubicBezTo>
                <a:cubicBezTo>
                  <a:pt x="1699137" y="2408292"/>
                  <a:pt x="1648002" y="2338617"/>
                  <a:pt x="1571300" y="2294640"/>
                </a:cubicBezTo>
                <a:lnTo>
                  <a:pt x="481574" y="1668359"/>
                </a:lnTo>
                <a:cubicBezTo>
                  <a:pt x="327773" y="1580272"/>
                  <a:pt x="131580" y="1632594"/>
                  <a:pt x="43352" y="1785456"/>
                </a:cubicBezTo>
                <a:cubicBezTo>
                  <a:pt x="-44875" y="1938317"/>
                  <a:pt x="6790" y="2133168"/>
                  <a:pt x="160591" y="2221521"/>
                </a:cubicBezTo>
                <a:lnTo>
                  <a:pt x="769571" y="2572015"/>
                </a:lnTo>
                <a:lnTo>
                  <a:pt x="160591" y="2921450"/>
                </a:lnTo>
                <a:cubicBezTo>
                  <a:pt x="6790" y="3010067"/>
                  <a:pt x="-45670" y="3205051"/>
                  <a:pt x="43352" y="3358310"/>
                </a:cubicBezTo>
                <a:cubicBezTo>
                  <a:pt x="132374" y="3511568"/>
                  <a:pt x="327773" y="3562963"/>
                  <a:pt x="481574" y="3474876"/>
                </a:cubicBezTo>
                <a:lnTo>
                  <a:pt x="1571300" y="2848198"/>
                </a:lnTo>
                <a:cubicBezTo>
                  <a:pt x="1641515" y="2808189"/>
                  <a:pt x="1693892" y="2742984"/>
                  <a:pt x="1717816" y="2665798"/>
                </a:cubicBezTo>
                <a:close/>
                <a:moveTo>
                  <a:pt x="5160799" y="588131"/>
                </a:moveTo>
                <a:lnTo>
                  <a:pt x="5112049" y="588131"/>
                </a:lnTo>
                <a:lnTo>
                  <a:pt x="5112049" y="648137"/>
                </a:lnTo>
                <a:lnTo>
                  <a:pt x="5160799" y="648137"/>
                </a:lnTo>
                <a:cubicBezTo>
                  <a:pt x="5183452" y="648137"/>
                  <a:pt x="5198157" y="637937"/>
                  <a:pt x="5198157" y="618730"/>
                </a:cubicBezTo>
                <a:cubicBezTo>
                  <a:pt x="5198157" y="599523"/>
                  <a:pt x="5184512" y="588131"/>
                  <a:pt x="5160799" y="588131"/>
                </a:cubicBezTo>
                <a:close/>
                <a:moveTo>
                  <a:pt x="5052039" y="532630"/>
                </a:moveTo>
                <a:lnTo>
                  <a:pt x="5161859" y="532630"/>
                </a:lnTo>
                <a:cubicBezTo>
                  <a:pt x="5222002" y="532630"/>
                  <a:pt x="5261612" y="565480"/>
                  <a:pt x="5261612" y="616346"/>
                </a:cubicBezTo>
                <a:cubicBezTo>
                  <a:pt x="5261612" y="648137"/>
                  <a:pt x="5245715" y="671847"/>
                  <a:pt x="5222002" y="686683"/>
                </a:cubicBezTo>
                <a:lnTo>
                  <a:pt x="5265056" y="748940"/>
                </a:lnTo>
                <a:lnTo>
                  <a:pt x="5265056" y="761392"/>
                </a:lnTo>
                <a:lnTo>
                  <a:pt x="5202661" y="761392"/>
                </a:lnTo>
                <a:lnTo>
                  <a:pt x="5160799" y="701386"/>
                </a:lnTo>
                <a:lnTo>
                  <a:pt x="5112049" y="701386"/>
                </a:lnTo>
                <a:lnTo>
                  <a:pt x="5112049" y="761392"/>
                </a:lnTo>
                <a:lnTo>
                  <a:pt x="5052039" y="761392"/>
                </a:lnTo>
                <a:close/>
                <a:moveTo>
                  <a:pt x="5358979" y="651581"/>
                </a:moveTo>
                <a:cubicBezTo>
                  <a:pt x="5358979" y="529186"/>
                  <a:pt x="5277508" y="436330"/>
                  <a:pt x="5152851" y="436330"/>
                </a:cubicBezTo>
                <a:cubicBezTo>
                  <a:pt x="5030445" y="436330"/>
                  <a:pt x="4948842" y="524682"/>
                  <a:pt x="4948842" y="651581"/>
                </a:cubicBezTo>
                <a:cubicBezTo>
                  <a:pt x="4948842" y="772783"/>
                  <a:pt x="5030445" y="866699"/>
                  <a:pt x="5152851" y="866699"/>
                </a:cubicBezTo>
                <a:cubicBezTo>
                  <a:pt x="5277508" y="866699"/>
                  <a:pt x="5358979" y="773843"/>
                  <a:pt x="5358979" y="651581"/>
                </a:cubicBezTo>
                <a:close/>
                <a:moveTo>
                  <a:pt x="5409982" y="651581"/>
                </a:moveTo>
                <a:cubicBezTo>
                  <a:pt x="5409982" y="795434"/>
                  <a:pt x="5313674" y="915445"/>
                  <a:pt x="5152851" y="915445"/>
                </a:cubicBezTo>
                <a:cubicBezTo>
                  <a:pt x="4992028" y="915445"/>
                  <a:pt x="4897972" y="794242"/>
                  <a:pt x="4897972" y="651581"/>
                </a:cubicBezTo>
                <a:cubicBezTo>
                  <a:pt x="4897972" y="508919"/>
                  <a:pt x="4993088" y="387584"/>
                  <a:pt x="5152851" y="387584"/>
                </a:cubicBezTo>
                <a:cubicBezTo>
                  <a:pt x="5312614" y="387584"/>
                  <a:pt x="5409982" y="507594"/>
                  <a:pt x="5409982" y="65158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vider - Dark Blue 02">
  <p:cSld name="Quote - Violet_1_1_2_1">
    <p:bg>
      <p:bgPr>
        <a:solidFill>
          <a:schemeClr val="dk2"/>
        </a:solidFill>
      </p:bgPr>
    </p:bg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1"/>
          <p:cNvSpPr/>
          <p:nvPr/>
        </p:nvSpPr>
        <p:spPr>
          <a:xfrm>
            <a:off x="660652" y="4866916"/>
            <a:ext cx="17085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 xml:space="preserve">© </a:t>
            </a:r>
            <a:r>
              <a:rPr lang="en" sz="600">
                <a:solidFill>
                  <a:schemeClr val="lt1"/>
                </a:solidFill>
              </a:rPr>
              <a:t>2026</a:t>
            </a:r>
            <a:r>
              <a:rPr b="0" i="0" lang="en" sz="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 xml:space="preserve"> Snowflake Inc. All Rights Reserved</a:t>
            </a:r>
            <a:endParaRPr sz="6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21"/>
          <p:cNvSpPr/>
          <p:nvPr/>
        </p:nvSpPr>
        <p:spPr>
          <a:xfrm>
            <a:off x="457195" y="4846320"/>
            <a:ext cx="135250" cy="128588"/>
          </a:xfrm>
          <a:custGeom>
            <a:rect b="b" l="l" r="r" t="t"/>
            <a:pathLst>
              <a:path extrusionOk="0" h="5143500" w="5409981">
                <a:moveTo>
                  <a:pt x="4983153" y="2221521"/>
                </a:moveTo>
                <a:lnTo>
                  <a:pt x="4374172" y="2572015"/>
                </a:lnTo>
                <a:lnTo>
                  <a:pt x="4983153" y="2921450"/>
                </a:lnTo>
                <a:cubicBezTo>
                  <a:pt x="5136954" y="3010067"/>
                  <a:pt x="5189546" y="3205051"/>
                  <a:pt x="5100656" y="3358310"/>
                </a:cubicBezTo>
                <a:cubicBezTo>
                  <a:pt x="5011767" y="3511568"/>
                  <a:pt x="4815574" y="3562963"/>
                  <a:pt x="4662302" y="3474876"/>
                </a:cubicBezTo>
                <a:lnTo>
                  <a:pt x="3571781" y="2848198"/>
                </a:lnTo>
                <a:cubicBezTo>
                  <a:pt x="3499053" y="2805943"/>
                  <a:pt x="3448581" y="2739977"/>
                  <a:pt x="3426193" y="2665798"/>
                </a:cubicBezTo>
                <a:cubicBezTo>
                  <a:pt x="3407864" y="2607519"/>
                  <a:pt x="3406806" y="2545180"/>
                  <a:pt x="3423146" y="2486312"/>
                </a:cubicBezTo>
                <a:cubicBezTo>
                  <a:pt x="3445647" y="2405409"/>
                  <a:pt x="3499023" y="2336577"/>
                  <a:pt x="3571781" y="2294640"/>
                </a:cubicBezTo>
                <a:lnTo>
                  <a:pt x="4662302" y="1668359"/>
                </a:lnTo>
                <a:cubicBezTo>
                  <a:pt x="4815574" y="1580272"/>
                  <a:pt x="5011899" y="1632594"/>
                  <a:pt x="5100656" y="1785456"/>
                </a:cubicBezTo>
                <a:cubicBezTo>
                  <a:pt x="5189414" y="1938317"/>
                  <a:pt x="5136954" y="2133168"/>
                  <a:pt x="4983153" y="2221521"/>
                </a:cubicBezTo>
                <a:close/>
                <a:moveTo>
                  <a:pt x="4406628" y="3920213"/>
                </a:moveTo>
                <a:lnTo>
                  <a:pt x="3316240" y="3294330"/>
                </a:lnTo>
                <a:cubicBezTo>
                  <a:pt x="3260045" y="3261658"/>
                  <a:pt x="3195149" y="3247089"/>
                  <a:pt x="3130380" y="3252605"/>
                </a:cubicBezTo>
                <a:cubicBezTo>
                  <a:pt x="2964126" y="3264526"/>
                  <a:pt x="2833507" y="3402684"/>
                  <a:pt x="2833507" y="3570911"/>
                </a:cubicBezTo>
                <a:lnTo>
                  <a:pt x="2833507" y="4823869"/>
                </a:lnTo>
                <a:cubicBezTo>
                  <a:pt x="2833507" y="5000441"/>
                  <a:pt x="2976578" y="5143500"/>
                  <a:pt x="3154225" y="5143500"/>
                </a:cubicBezTo>
                <a:cubicBezTo>
                  <a:pt x="3331872" y="5143500"/>
                  <a:pt x="3475473" y="5000441"/>
                  <a:pt x="3475473" y="4823869"/>
                </a:cubicBezTo>
                <a:lnTo>
                  <a:pt x="3475473" y="4123013"/>
                </a:lnTo>
                <a:lnTo>
                  <a:pt x="4086043" y="4473772"/>
                </a:lnTo>
                <a:cubicBezTo>
                  <a:pt x="4239447" y="4562389"/>
                  <a:pt x="4435640" y="4509934"/>
                  <a:pt x="4524132" y="4357471"/>
                </a:cubicBezTo>
                <a:cubicBezTo>
                  <a:pt x="4612625" y="4205007"/>
                  <a:pt x="4560298" y="4008566"/>
                  <a:pt x="4406628" y="3920213"/>
                </a:cubicBezTo>
                <a:close/>
                <a:moveTo>
                  <a:pt x="3148529" y="2694410"/>
                </a:moveTo>
                <a:lnTo>
                  <a:pt x="2695205" y="3144913"/>
                </a:lnTo>
                <a:cubicBezTo>
                  <a:pt x="2682222" y="3158159"/>
                  <a:pt x="2657185" y="3169021"/>
                  <a:pt x="2638374" y="3169021"/>
                </a:cubicBezTo>
                <a:lnTo>
                  <a:pt x="2504973" y="3169021"/>
                </a:lnTo>
                <a:cubicBezTo>
                  <a:pt x="2486692" y="3169021"/>
                  <a:pt x="2461257" y="3158159"/>
                  <a:pt x="2448142" y="3144913"/>
                </a:cubicBezTo>
                <a:lnTo>
                  <a:pt x="1995083" y="2694410"/>
                </a:lnTo>
                <a:cubicBezTo>
                  <a:pt x="1982100" y="2681694"/>
                  <a:pt x="1971635" y="2656261"/>
                  <a:pt x="1971635" y="2638246"/>
                </a:cubicBezTo>
                <a:lnTo>
                  <a:pt x="1971635" y="2505387"/>
                </a:lnTo>
                <a:cubicBezTo>
                  <a:pt x="1971635" y="2486974"/>
                  <a:pt x="1982100" y="2461409"/>
                  <a:pt x="1995083" y="2448560"/>
                </a:cubicBezTo>
                <a:lnTo>
                  <a:pt x="2448142" y="1998057"/>
                </a:lnTo>
                <a:cubicBezTo>
                  <a:pt x="2461257" y="1984811"/>
                  <a:pt x="2486692" y="1974346"/>
                  <a:pt x="2504973" y="1974346"/>
                </a:cubicBezTo>
                <a:lnTo>
                  <a:pt x="2638374" y="1974346"/>
                </a:lnTo>
                <a:cubicBezTo>
                  <a:pt x="2656787" y="1974346"/>
                  <a:pt x="2682222" y="1984811"/>
                  <a:pt x="2695205" y="1998057"/>
                </a:cubicBezTo>
                <a:lnTo>
                  <a:pt x="3148529" y="2448560"/>
                </a:lnTo>
                <a:cubicBezTo>
                  <a:pt x="3161379" y="2461409"/>
                  <a:pt x="3171844" y="2486974"/>
                  <a:pt x="3171844" y="2505387"/>
                </a:cubicBezTo>
                <a:lnTo>
                  <a:pt x="3171844" y="2638246"/>
                </a:lnTo>
                <a:cubicBezTo>
                  <a:pt x="3171844" y="2656261"/>
                  <a:pt x="3161379" y="2681694"/>
                  <a:pt x="3148529" y="2694410"/>
                </a:cubicBezTo>
                <a:close/>
                <a:moveTo>
                  <a:pt x="2786214" y="2569366"/>
                </a:moveTo>
                <a:cubicBezTo>
                  <a:pt x="2786214" y="2551086"/>
                  <a:pt x="2775086" y="2525786"/>
                  <a:pt x="2762236" y="2512275"/>
                </a:cubicBezTo>
                <a:lnTo>
                  <a:pt x="2630955" y="2382329"/>
                </a:lnTo>
                <a:cubicBezTo>
                  <a:pt x="2617973" y="2369481"/>
                  <a:pt x="2592538" y="2358751"/>
                  <a:pt x="2574257" y="2358751"/>
                </a:cubicBezTo>
                <a:lnTo>
                  <a:pt x="2569090" y="2358751"/>
                </a:lnTo>
                <a:cubicBezTo>
                  <a:pt x="2550809" y="2358751"/>
                  <a:pt x="2525374" y="2369481"/>
                  <a:pt x="2512656" y="2382329"/>
                </a:cubicBezTo>
                <a:lnTo>
                  <a:pt x="2381375" y="2512275"/>
                </a:lnTo>
                <a:cubicBezTo>
                  <a:pt x="2368260" y="2525786"/>
                  <a:pt x="2358192" y="2551086"/>
                  <a:pt x="2358192" y="2569366"/>
                </a:cubicBezTo>
                <a:lnTo>
                  <a:pt x="2358192" y="2574399"/>
                </a:lnTo>
                <a:cubicBezTo>
                  <a:pt x="2358192" y="2592414"/>
                  <a:pt x="2368260" y="2617582"/>
                  <a:pt x="2381375" y="2630696"/>
                </a:cubicBezTo>
                <a:lnTo>
                  <a:pt x="2512656" y="2761038"/>
                </a:lnTo>
                <a:cubicBezTo>
                  <a:pt x="2525506" y="2773887"/>
                  <a:pt x="2550809" y="2784617"/>
                  <a:pt x="2569090" y="2784617"/>
                </a:cubicBezTo>
                <a:lnTo>
                  <a:pt x="2574257" y="2784617"/>
                </a:lnTo>
                <a:cubicBezTo>
                  <a:pt x="2592538" y="2784617"/>
                  <a:pt x="2617973" y="2773887"/>
                  <a:pt x="2630955" y="2761038"/>
                </a:cubicBezTo>
                <a:lnTo>
                  <a:pt x="2762236" y="2630696"/>
                </a:lnTo>
                <a:cubicBezTo>
                  <a:pt x="2775086" y="2617582"/>
                  <a:pt x="2786214" y="2592414"/>
                  <a:pt x="2786214" y="2574399"/>
                </a:cubicBezTo>
                <a:close/>
                <a:moveTo>
                  <a:pt x="736718" y="1222757"/>
                </a:moveTo>
                <a:lnTo>
                  <a:pt x="1827239" y="1849170"/>
                </a:lnTo>
                <a:cubicBezTo>
                  <a:pt x="1883672" y="1881603"/>
                  <a:pt x="1948619" y="1896152"/>
                  <a:pt x="2013497" y="1890895"/>
                </a:cubicBezTo>
                <a:cubicBezTo>
                  <a:pt x="2179486" y="1878709"/>
                  <a:pt x="2310502" y="1740286"/>
                  <a:pt x="2310502" y="1572324"/>
                </a:cubicBezTo>
                <a:lnTo>
                  <a:pt x="2310502" y="319233"/>
                </a:lnTo>
                <a:cubicBezTo>
                  <a:pt x="2310502" y="143059"/>
                  <a:pt x="2166503" y="0"/>
                  <a:pt x="1989651" y="0"/>
                </a:cubicBezTo>
                <a:cubicBezTo>
                  <a:pt x="1812799" y="0"/>
                  <a:pt x="1668536" y="143059"/>
                  <a:pt x="1668536" y="319233"/>
                </a:cubicBezTo>
                <a:lnTo>
                  <a:pt x="1668536" y="1020355"/>
                </a:lnTo>
                <a:lnTo>
                  <a:pt x="1057436" y="669198"/>
                </a:lnTo>
                <a:cubicBezTo>
                  <a:pt x="904297" y="580978"/>
                  <a:pt x="708369" y="633301"/>
                  <a:pt x="619347" y="785897"/>
                </a:cubicBezTo>
                <a:cubicBezTo>
                  <a:pt x="530985" y="938468"/>
                  <a:pt x="583048" y="1133777"/>
                  <a:pt x="735632" y="1222131"/>
                </a:cubicBezTo>
                <a:cubicBezTo>
                  <a:pt x="735994" y="1222340"/>
                  <a:pt x="736356" y="1222549"/>
                  <a:pt x="736718" y="1222757"/>
                </a:cubicBezTo>
                <a:close/>
                <a:moveTo>
                  <a:pt x="3130380" y="1890895"/>
                </a:moveTo>
                <a:cubicBezTo>
                  <a:pt x="3195131" y="1896154"/>
                  <a:pt x="3259952" y="1881602"/>
                  <a:pt x="3316240" y="1849170"/>
                </a:cubicBezTo>
                <a:lnTo>
                  <a:pt x="4406628" y="1222757"/>
                </a:lnTo>
                <a:cubicBezTo>
                  <a:pt x="4559590" y="1135057"/>
                  <a:pt x="4612489" y="939974"/>
                  <a:pt x="4524782" y="787025"/>
                </a:cubicBezTo>
                <a:cubicBezTo>
                  <a:pt x="4524567" y="786649"/>
                  <a:pt x="4524350" y="786273"/>
                  <a:pt x="4524132" y="785897"/>
                </a:cubicBezTo>
                <a:cubicBezTo>
                  <a:pt x="4435640" y="633301"/>
                  <a:pt x="4239447" y="580978"/>
                  <a:pt x="4086043" y="669198"/>
                </a:cubicBezTo>
                <a:lnTo>
                  <a:pt x="3475473" y="1020355"/>
                </a:lnTo>
                <a:lnTo>
                  <a:pt x="3475473" y="319233"/>
                </a:lnTo>
                <a:cubicBezTo>
                  <a:pt x="3475473" y="143059"/>
                  <a:pt x="3331872" y="0"/>
                  <a:pt x="3154225" y="0"/>
                </a:cubicBezTo>
                <a:cubicBezTo>
                  <a:pt x="2976578" y="0"/>
                  <a:pt x="2833507" y="143059"/>
                  <a:pt x="2833507" y="319233"/>
                </a:cubicBezTo>
                <a:lnTo>
                  <a:pt x="2833507" y="1572324"/>
                </a:lnTo>
                <a:cubicBezTo>
                  <a:pt x="2833507" y="1740286"/>
                  <a:pt x="2964126" y="1878709"/>
                  <a:pt x="3130380" y="1890895"/>
                </a:cubicBezTo>
                <a:close/>
                <a:moveTo>
                  <a:pt x="2013497" y="3252605"/>
                </a:moveTo>
                <a:cubicBezTo>
                  <a:pt x="1948600" y="3247084"/>
                  <a:pt x="1883576" y="3261651"/>
                  <a:pt x="1827239" y="3294330"/>
                </a:cubicBezTo>
                <a:lnTo>
                  <a:pt x="736718" y="3920213"/>
                </a:lnTo>
                <a:cubicBezTo>
                  <a:pt x="583314" y="4008566"/>
                  <a:pt x="530854" y="4204477"/>
                  <a:pt x="619347" y="4357471"/>
                </a:cubicBezTo>
                <a:cubicBezTo>
                  <a:pt x="707839" y="4510464"/>
                  <a:pt x="904297" y="4562389"/>
                  <a:pt x="1057436" y="4473772"/>
                </a:cubicBezTo>
                <a:lnTo>
                  <a:pt x="1668536" y="4123013"/>
                </a:lnTo>
                <a:lnTo>
                  <a:pt x="1668536" y="4823869"/>
                </a:lnTo>
                <a:cubicBezTo>
                  <a:pt x="1668536" y="5000441"/>
                  <a:pt x="1812137" y="5143500"/>
                  <a:pt x="1989651" y="5143500"/>
                </a:cubicBezTo>
                <a:cubicBezTo>
                  <a:pt x="2167166" y="5143500"/>
                  <a:pt x="2310502" y="5000441"/>
                  <a:pt x="2310502" y="4823869"/>
                </a:cubicBezTo>
                <a:lnTo>
                  <a:pt x="2310502" y="3570911"/>
                </a:lnTo>
                <a:cubicBezTo>
                  <a:pt x="2310502" y="3402684"/>
                  <a:pt x="2179486" y="3264526"/>
                  <a:pt x="2013497" y="3252605"/>
                </a:cubicBezTo>
                <a:close/>
                <a:moveTo>
                  <a:pt x="1717816" y="2665798"/>
                </a:moveTo>
                <a:cubicBezTo>
                  <a:pt x="1728394" y="2632182"/>
                  <a:pt x="1733318" y="2597044"/>
                  <a:pt x="1732388" y="2561815"/>
                </a:cubicBezTo>
                <a:cubicBezTo>
                  <a:pt x="1731063" y="2536648"/>
                  <a:pt x="1727884" y="2511480"/>
                  <a:pt x="1720730" y="2486312"/>
                </a:cubicBezTo>
                <a:cubicBezTo>
                  <a:pt x="1699137" y="2408292"/>
                  <a:pt x="1648002" y="2338617"/>
                  <a:pt x="1571300" y="2294640"/>
                </a:cubicBezTo>
                <a:lnTo>
                  <a:pt x="481574" y="1668359"/>
                </a:lnTo>
                <a:cubicBezTo>
                  <a:pt x="327773" y="1580272"/>
                  <a:pt x="131580" y="1632594"/>
                  <a:pt x="43352" y="1785456"/>
                </a:cubicBezTo>
                <a:cubicBezTo>
                  <a:pt x="-44875" y="1938317"/>
                  <a:pt x="6790" y="2133168"/>
                  <a:pt x="160591" y="2221521"/>
                </a:cubicBezTo>
                <a:lnTo>
                  <a:pt x="769571" y="2572015"/>
                </a:lnTo>
                <a:lnTo>
                  <a:pt x="160591" y="2921450"/>
                </a:lnTo>
                <a:cubicBezTo>
                  <a:pt x="6790" y="3010067"/>
                  <a:pt x="-45670" y="3205051"/>
                  <a:pt x="43352" y="3358310"/>
                </a:cubicBezTo>
                <a:cubicBezTo>
                  <a:pt x="132374" y="3511568"/>
                  <a:pt x="327773" y="3562963"/>
                  <a:pt x="481574" y="3474876"/>
                </a:cubicBezTo>
                <a:lnTo>
                  <a:pt x="1571300" y="2848198"/>
                </a:lnTo>
                <a:cubicBezTo>
                  <a:pt x="1641515" y="2808189"/>
                  <a:pt x="1693892" y="2742984"/>
                  <a:pt x="1717816" y="2665798"/>
                </a:cubicBezTo>
                <a:close/>
                <a:moveTo>
                  <a:pt x="5160799" y="588131"/>
                </a:moveTo>
                <a:lnTo>
                  <a:pt x="5112049" y="588131"/>
                </a:lnTo>
                <a:lnTo>
                  <a:pt x="5112049" y="648137"/>
                </a:lnTo>
                <a:lnTo>
                  <a:pt x="5160799" y="648137"/>
                </a:lnTo>
                <a:cubicBezTo>
                  <a:pt x="5183452" y="648137"/>
                  <a:pt x="5198157" y="637937"/>
                  <a:pt x="5198157" y="618730"/>
                </a:cubicBezTo>
                <a:cubicBezTo>
                  <a:pt x="5198157" y="599523"/>
                  <a:pt x="5184512" y="588131"/>
                  <a:pt x="5160799" y="588131"/>
                </a:cubicBezTo>
                <a:close/>
                <a:moveTo>
                  <a:pt x="5052039" y="532630"/>
                </a:moveTo>
                <a:lnTo>
                  <a:pt x="5161859" y="532630"/>
                </a:lnTo>
                <a:cubicBezTo>
                  <a:pt x="5222002" y="532630"/>
                  <a:pt x="5261612" y="565480"/>
                  <a:pt x="5261612" y="616346"/>
                </a:cubicBezTo>
                <a:cubicBezTo>
                  <a:pt x="5261612" y="648137"/>
                  <a:pt x="5245715" y="671847"/>
                  <a:pt x="5222002" y="686683"/>
                </a:cubicBezTo>
                <a:lnTo>
                  <a:pt x="5265056" y="748940"/>
                </a:lnTo>
                <a:lnTo>
                  <a:pt x="5265056" y="761392"/>
                </a:lnTo>
                <a:lnTo>
                  <a:pt x="5202661" y="761392"/>
                </a:lnTo>
                <a:lnTo>
                  <a:pt x="5160799" y="701386"/>
                </a:lnTo>
                <a:lnTo>
                  <a:pt x="5112049" y="701386"/>
                </a:lnTo>
                <a:lnTo>
                  <a:pt x="5112049" y="761392"/>
                </a:lnTo>
                <a:lnTo>
                  <a:pt x="5052039" y="761392"/>
                </a:lnTo>
                <a:close/>
                <a:moveTo>
                  <a:pt x="5358979" y="651581"/>
                </a:moveTo>
                <a:cubicBezTo>
                  <a:pt x="5358979" y="529186"/>
                  <a:pt x="5277508" y="436330"/>
                  <a:pt x="5152851" y="436330"/>
                </a:cubicBezTo>
                <a:cubicBezTo>
                  <a:pt x="5030445" y="436330"/>
                  <a:pt x="4948842" y="524682"/>
                  <a:pt x="4948842" y="651581"/>
                </a:cubicBezTo>
                <a:cubicBezTo>
                  <a:pt x="4948842" y="772783"/>
                  <a:pt x="5030445" y="866699"/>
                  <a:pt x="5152851" y="866699"/>
                </a:cubicBezTo>
                <a:cubicBezTo>
                  <a:pt x="5277508" y="866699"/>
                  <a:pt x="5358979" y="773843"/>
                  <a:pt x="5358979" y="651581"/>
                </a:cubicBezTo>
                <a:close/>
                <a:moveTo>
                  <a:pt x="5409982" y="651581"/>
                </a:moveTo>
                <a:cubicBezTo>
                  <a:pt x="5409982" y="795434"/>
                  <a:pt x="5313674" y="915445"/>
                  <a:pt x="5152851" y="915445"/>
                </a:cubicBezTo>
                <a:cubicBezTo>
                  <a:pt x="4992028" y="915445"/>
                  <a:pt x="4897972" y="794242"/>
                  <a:pt x="4897972" y="651581"/>
                </a:cubicBezTo>
                <a:cubicBezTo>
                  <a:pt x="4897972" y="508919"/>
                  <a:pt x="4993088" y="387584"/>
                  <a:pt x="5152851" y="387584"/>
                </a:cubicBezTo>
                <a:cubicBezTo>
                  <a:pt x="5312614" y="387584"/>
                  <a:pt x="5409982" y="507594"/>
                  <a:pt x="5409982" y="65158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5" name="Google Shape;195;p21"/>
          <p:cNvPicPr preferRelativeResize="0"/>
          <p:nvPr/>
        </p:nvPicPr>
        <p:blipFill rotWithShape="1">
          <a:blip r:embed="rId2">
            <a:alphaModFix amt="27000"/>
          </a:blip>
          <a:srcRect b="0" l="21476" r="0" t="0"/>
          <a:stretch/>
        </p:blipFill>
        <p:spPr>
          <a:xfrm flipH="1">
            <a:off x="7048002" y="1780300"/>
            <a:ext cx="2095998" cy="2905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21"/>
          <p:cNvPicPr preferRelativeResize="0"/>
          <p:nvPr/>
        </p:nvPicPr>
        <p:blipFill rotWithShape="1">
          <a:blip r:embed="rId3">
            <a:alphaModFix/>
          </a:blip>
          <a:srcRect b="0" l="20792" r="0" t="10992"/>
          <a:stretch/>
        </p:blipFill>
        <p:spPr>
          <a:xfrm>
            <a:off x="0" y="0"/>
            <a:ext cx="1320175" cy="1615227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21"/>
          <p:cNvSpPr txBox="1"/>
          <p:nvPr>
            <p:ph idx="1" type="body"/>
          </p:nvPr>
        </p:nvSpPr>
        <p:spPr>
          <a:xfrm>
            <a:off x="365760" y="1214450"/>
            <a:ext cx="7484400" cy="271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b="1" sz="4000">
                <a:solidFill>
                  <a:schemeClr val="lt1"/>
                </a:solidFill>
              </a:defRPr>
            </a:lvl1pPr>
            <a:lvl2pPr indent="-342900" lvl="1" marL="914400" rtl="0">
              <a:lnSpc>
                <a:spcPct val="74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2pPr>
            <a:lvl3pPr indent="-342900" lvl="2" marL="1371600" rtl="0">
              <a:lnSpc>
                <a:spcPct val="74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3pPr>
            <a:lvl4pPr indent="-342900" lvl="3" marL="1828800" rtl="0">
              <a:lnSpc>
                <a:spcPct val="74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4pPr>
            <a:lvl5pPr indent="-342900" lvl="4" marL="2286000" rtl="0">
              <a:lnSpc>
                <a:spcPct val="74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5pPr>
            <a:lvl6pPr indent="-342900" lvl="5" marL="2743200" rtl="0">
              <a:lnSpc>
                <a:spcPct val="74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indent="-342900" lvl="6" marL="3200400" rtl="0">
              <a:lnSpc>
                <a:spcPct val="74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indent="-342900" lvl="7" marL="3657600" rtl="0">
              <a:lnSpc>
                <a:spcPct val="74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indent="-342900" lvl="8" marL="4114800" rtl="0">
              <a:lnSpc>
                <a:spcPct val="74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vider - Dark Blue 03">
  <p:cSld name="Quote - Violet_1_1_2_1_1">
    <p:bg>
      <p:bgPr>
        <a:solidFill>
          <a:schemeClr val="dk2"/>
        </a:solidFill>
      </p:bgPr>
    </p:bg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9" name="Google Shape;199;p22"/>
          <p:cNvGrpSpPr/>
          <p:nvPr/>
        </p:nvGrpSpPr>
        <p:grpSpPr>
          <a:xfrm>
            <a:off x="-10" y="3770439"/>
            <a:ext cx="9143997" cy="1371564"/>
            <a:chOff x="-10" y="3735321"/>
            <a:chExt cx="9139427" cy="1408177"/>
          </a:xfrm>
        </p:grpSpPr>
        <p:pic>
          <p:nvPicPr>
            <p:cNvPr id="200" name="Google Shape;200;p22"/>
            <p:cNvPicPr preferRelativeResize="0"/>
            <p:nvPr/>
          </p:nvPicPr>
          <p:blipFill>
            <a:blip r:embed="rId2">
              <a:alphaModFix amt="72000"/>
            </a:blip>
            <a:stretch>
              <a:fillRect/>
            </a:stretch>
          </p:blipFill>
          <p:spPr>
            <a:xfrm>
              <a:off x="-10" y="3735321"/>
              <a:ext cx="3044952" cy="140817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1" name="Google Shape;201;p22"/>
            <p:cNvPicPr preferRelativeResize="0"/>
            <p:nvPr/>
          </p:nvPicPr>
          <p:blipFill rotWithShape="1">
            <a:blip r:embed="rId3">
              <a:alphaModFix amt="72000"/>
            </a:blip>
            <a:srcRect b="140" l="0" r="0" t="140"/>
            <a:stretch/>
          </p:blipFill>
          <p:spPr>
            <a:xfrm>
              <a:off x="3049515" y="3735321"/>
              <a:ext cx="3044952" cy="140817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2" name="Google Shape;202;p22"/>
            <p:cNvPicPr preferRelativeResize="0"/>
            <p:nvPr/>
          </p:nvPicPr>
          <p:blipFill rotWithShape="1">
            <a:blip r:embed="rId4">
              <a:alphaModFix amt="72000"/>
            </a:blip>
            <a:srcRect b="140" l="0" r="0" t="140"/>
            <a:stretch/>
          </p:blipFill>
          <p:spPr>
            <a:xfrm>
              <a:off x="6094465" y="3735321"/>
              <a:ext cx="3044952" cy="140817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03" name="Google Shape;203;p22"/>
          <p:cNvSpPr/>
          <p:nvPr/>
        </p:nvSpPr>
        <p:spPr>
          <a:xfrm>
            <a:off x="660652" y="4866916"/>
            <a:ext cx="17085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 xml:space="preserve">© </a:t>
            </a:r>
            <a:r>
              <a:rPr lang="en" sz="600">
                <a:solidFill>
                  <a:schemeClr val="lt1"/>
                </a:solidFill>
              </a:rPr>
              <a:t>2026</a:t>
            </a:r>
            <a:r>
              <a:rPr b="0" i="0" lang="en" sz="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 xml:space="preserve"> Snowflake Inc. All Rights Reserved</a:t>
            </a:r>
            <a:endParaRPr sz="6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22"/>
          <p:cNvSpPr/>
          <p:nvPr/>
        </p:nvSpPr>
        <p:spPr>
          <a:xfrm>
            <a:off x="457195" y="4846320"/>
            <a:ext cx="135250" cy="128588"/>
          </a:xfrm>
          <a:custGeom>
            <a:rect b="b" l="l" r="r" t="t"/>
            <a:pathLst>
              <a:path extrusionOk="0" h="5143500" w="5409981">
                <a:moveTo>
                  <a:pt x="4983153" y="2221521"/>
                </a:moveTo>
                <a:lnTo>
                  <a:pt x="4374172" y="2572015"/>
                </a:lnTo>
                <a:lnTo>
                  <a:pt x="4983153" y="2921450"/>
                </a:lnTo>
                <a:cubicBezTo>
                  <a:pt x="5136954" y="3010067"/>
                  <a:pt x="5189546" y="3205051"/>
                  <a:pt x="5100656" y="3358310"/>
                </a:cubicBezTo>
                <a:cubicBezTo>
                  <a:pt x="5011767" y="3511568"/>
                  <a:pt x="4815574" y="3562963"/>
                  <a:pt x="4662302" y="3474876"/>
                </a:cubicBezTo>
                <a:lnTo>
                  <a:pt x="3571781" y="2848198"/>
                </a:lnTo>
                <a:cubicBezTo>
                  <a:pt x="3499053" y="2805943"/>
                  <a:pt x="3448581" y="2739977"/>
                  <a:pt x="3426193" y="2665798"/>
                </a:cubicBezTo>
                <a:cubicBezTo>
                  <a:pt x="3407864" y="2607519"/>
                  <a:pt x="3406806" y="2545180"/>
                  <a:pt x="3423146" y="2486312"/>
                </a:cubicBezTo>
                <a:cubicBezTo>
                  <a:pt x="3445647" y="2405409"/>
                  <a:pt x="3499023" y="2336577"/>
                  <a:pt x="3571781" y="2294640"/>
                </a:cubicBezTo>
                <a:lnTo>
                  <a:pt x="4662302" y="1668359"/>
                </a:lnTo>
                <a:cubicBezTo>
                  <a:pt x="4815574" y="1580272"/>
                  <a:pt x="5011899" y="1632594"/>
                  <a:pt x="5100656" y="1785456"/>
                </a:cubicBezTo>
                <a:cubicBezTo>
                  <a:pt x="5189414" y="1938317"/>
                  <a:pt x="5136954" y="2133168"/>
                  <a:pt x="4983153" y="2221521"/>
                </a:cubicBezTo>
                <a:close/>
                <a:moveTo>
                  <a:pt x="4406628" y="3920213"/>
                </a:moveTo>
                <a:lnTo>
                  <a:pt x="3316240" y="3294330"/>
                </a:lnTo>
                <a:cubicBezTo>
                  <a:pt x="3260045" y="3261658"/>
                  <a:pt x="3195149" y="3247089"/>
                  <a:pt x="3130380" y="3252605"/>
                </a:cubicBezTo>
                <a:cubicBezTo>
                  <a:pt x="2964126" y="3264526"/>
                  <a:pt x="2833507" y="3402684"/>
                  <a:pt x="2833507" y="3570911"/>
                </a:cubicBezTo>
                <a:lnTo>
                  <a:pt x="2833507" y="4823869"/>
                </a:lnTo>
                <a:cubicBezTo>
                  <a:pt x="2833507" y="5000441"/>
                  <a:pt x="2976578" y="5143500"/>
                  <a:pt x="3154225" y="5143500"/>
                </a:cubicBezTo>
                <a:cubicBezTo>
                  <a:pt x="3331872" y="5143500"/>
                  <a:pt x="3475473" y="5000441"/>
                  <a:pt x="3475473" y="4823869"/>
                </a:cubicBezTo>
                <a:lnTo>
                  <a:pt x="3475473" y="4123013"/>
                </a:lnTo>
                <a:lnTo>
                  <a:pt x="4086043" y="4473772"/>
                </a:lnTo>
                <a:cubicBezTo>
                  <a:pt x="4239447" y="4562389"/>
                  <a:pt x="4435640" y="4509934"/>
                  <a:pt x="4524132" y="4357471"/>
                </a:cubicBezTo>
                <a:cubicBezTo>
                  <a:pt x="4612625" y="4205007"/>
                  <a:pt x="4560298" y="4008566"/>
                  <a:pt x="4406628" y="3920213"/>
                </a:cubicBezTo>
                <a:close/>
                <a:moveTo>
                  <a:pt x="3148529" y="2694410"/>
                </a:moveTo>
                <a:lnTo>
                  <a:pt x="2695205" y="3144913"/>
                </a:lnTo>
                <a:cubicBezTo>
                  <a:pt x="2682222" y="3158159"/>
                  <a:pt x="2657185" y="3169021"/>
                  <a:pt x="2638374" y="3169021"/>
                </a:cubicBezTo>
                <a:lnTo>
                  <a:pt x="2504973" y="3169021"/>
                </a:lnTo>
                <a:cubicBezTo>
                  <a:pt x="2486692" y="3169021"/>
                  <a:pt x="2461257" y="3158159"/>
                  <a:pt x="2448142" y="3144913"/>
                </a:cubicBezTo>
                <a:lnTo>
                  <a:pt x="1995083" y="2694410"/>
                </a:lnTo>
                <a:cubicBezTo>
                  <a:pt x="1982100" y="2681694"/>
                  <a:pt x="1971635" y="2656261"/>
                  <a:pt x="1971635" y="2638246"/>
                </a:cubicBezTo>
                <a:lnTo>
                  <a:pt x="1971635" y="2505387"/>
                </a:lnTo>
                <a:cubicBezTo>
                  <a:pt x="1971635" y="2486974"/>
                  <a:pt x="1982100" y="2461409"/>
                  <a:pt x="1995083" y="2448560"/>
                </a:cubicBezTo>
                <a:lnTo>
                  <a:pt x="2448142" y="1998057"/>
                </a:lnTo>
                <a:cubicBezTo>
                  <a:pt x="2461257" y="1984811"/>
                  <a:pt x="2486692" y="1974346"/>
                  <a:pt x="2504973" y="1974346"/>
                </a:cubicBezTo>
                <a:lnTo>
                  <a:pt x="2638374" y="1974346"/>
                </a:lnTo>
                <a:cubicBezTo>
                  <a:pt x="2656787" y="1974346"/>
                  <a:pt x="2682222" y="1984811"/>
                  <a:pt x="2695205" y="1998057"/>
                </a:cubicBezTo>
                <a:lnTo>
                  <a:pt x="3148529" y="2448560"/>
                </a:lnTo>
                <a:cubicBezTo>
                  <a:pt x="3161379" y="2461409"/>
                  <a:pt x="3171844" y="2486974"/>
                  <a:pt x="3171844" y="2505387"/>
                </a:cubicBezTo>
                <a:lnTo>
                  <a:pt x="3171844" y="2638246"/>
                </a:lnTo>
                <a:cubicBezTo>
                  <a:pt x="3171844" y="2656261"/>
                  <a:pt x="3161379" y="2681694"/>
                  <a:pt x="3148529" y="2694410"/>
                </a:cubicBezTo>
                <a:close/>
                <a:moveTo>
                  <a:pt x="2786214" y="2569366"/>
                </a:moveTo>
                <a:cubicBezTo>
                  <a:pt x="2786214" y="2551086"/>
                  <a:pt x="2775086" y="2525786"/>
                  <a:pt x="2762236" y="2512275"/>
                </a:cubicBezTo>
                <a:lnTo>
                  <a:pt x="2630955" y="2382329"/>
                </a:lnTo>
                <a:cubicBezTo>
                  <a:pt x="2617973" y="2369481"/>
                  <a:pt x="2592538" y="2358751"/>
                  <a:pt x="2574257" y="2358751"/>
                </a:cubicBezTo>
                <a:lnTo>
                  <a:pt x="2569090" y="2358751"/>
                </a:lnTo>
                <a:cubicBezTo>
                  <a:pt x="2550809" y="2358751"/>
                  <a:pt x="2525374" y="2369481"/>
                  <a:pt x="2512656" y="2382329"/>
                </a:cubicBezTo>
                <a:lnTo>
                  <a:pt x="2381375" y="2512275"/>
                </a:lnTo>
                <a:cubicBezTo>
                  <a:pt x="2368260" y="2525786"/>
                  <a:pt x="2358192" y="2551086"/>
                  <a:pt x="2358192" y="2569366"/>
                </a:cubicBezTo>
                <a:lnTo>
                  <a:pt x="2358192" y="2574399"/>
                </a:lnTo>
                <a:cubicBezTo>
                  <a:pt x="2358192" y="2592414"/>
                  <a:pt x="2368260" y="2617582"/>
                  <a:pt x="2381375" y="2630696"/>
                </a:cubicBezTo>
                <a:lnTo>
                  <a:pt x="2512656" y="2761038"/>
                </a:lnTo>
                <a:cubicBezTo>
                  <a:pt x="2525506" y="2773887"/>
                  <a:pt x="2550809" y="2784617"/>
                  <a:pt x="2569090" y="2784617"/>
                </a:cubicBezTo>
                <a:lnTo>
                  <a:pt x="2574257" y="2784617"/>
                </a:lnTo>
                <a:cubicBezTo>
                  <a:pt x="2592538" y="2784617"/>
                  <a:pt x="2617973" y="2773887"/>
                  <a:pt x="2630955" y="2761038"/>
                </a:cubicBezTo>
                <a:lnTo>
                  <a:pt x="2762236" y="2630696"/>
                </a:lnTo>
                <a:cubicBezTo>
                  <a:pt x="2775086" y="2617582"/>
                  <a:pt x="2786214" y="2592414"/>
                  <a:pt x="2786214" y="2574399"/>
                </a:cubicBezTo>
                <a:close/>
                <a:moveTo>
                  <a:pt x="736718" y="1222757"/>
                </a:moveTo>
                <a:lnTo>
                  <a:pt x="1827239" y="1849170"/>
                </a:lnTo>
                <a:cubicBezTo>
                  <a:pt x="1883672" y="1881603"/>
                  <a:pt x="1948619" y="1896152"/>
                  <a:pt x="2013497" y="1890895"/>
                </a:cubicBezTo>
                <a:cubicBezTo>
                  <a:pt x="2179486" y="1878709"/>
                  <a:pt x="2310502" y="1740286"/>
                  <a:pt x="2310502" y="1572324"/>
                </a:cubicBezTo>
                <a:lnTo>
                  <a:pt x="2310502" y="319233"/>
                </a:lnTo>
                <a:cubicBezTo>
                  <a:pt x="2310502" y="143059"/>
                  <a:pt x="2166503" y="0"/>
                  <a:pt x="1989651" y="0"/>
                </a:cubicBezTo>
                <a:cubicBezTo>
                  <a:pt x="1812799" y="0"/>
                  <a:pt x="1668536" y="143059"/>
                  <a:pt x="1668536" y="319233"/>
                </a:cubicBezTo>
                <a:lnTo>
                  <a:pt x="1668536" y="1020355"/>
                </a:lnTo>
                <a:lnTo>
                  <a:pt x="1057436" y="669198"/>
                </a:lnTo>
                <a:cubicBezTo>
                  <a:pt x="904297" y="580978"/>
                  <a:pt x="708369" y="633301"/>
                  <a:pt x="619347" y="785897"/>
                </a:cubicBezTo>
                <a:cubicBezTo>
                  <a:pt x="530985" y="938468"/>
                  <a:pt x="583048" y="1133777"/>
                  <a:pt x="735632" y="1222131"/>
                </a:cubicBezTo>
                <a:cubicBezTo>
                  <a:pt x="735994" y="1222340"/>
                  <a:pt x="736356" y="1222549"/>
                  <a:pt x="736718" y="1222757"/>
                </a:cubicBezTo>
                <a:close/>
                <a:moveTo>
                  <a:pt x="3130380" y="1890895"/>
                </a:moveTo>
                <a:cubicBezTo>
                  <a:pt x="3195131" y="1896154"/>
                  <a:pt x="3259952" y="1881602"/>
                  <a:pt x="3316240" y="1849170"/>
                </a:cubicBezTo>
                <a:lnTo>
                  <a:pt x="4406628" y="1222757"/>
                </a:lnTo>
                <a:cubicBezTo>
                  <a:pt x="4559590" y="1135057"/>
                  <a:pt x="4612489" y="939974"/>
                  <a:pt x="4524782" y="787025"/>
                </a:cubicBezTo>
                <a:cubicBezTo>
                  <a:pt x="4524567" y="786649"/>
                  <a:pt x="4524350" y="786273"/>
                  <a:pt x="4524132" y="785897"/>
                </a:cubicBezTo>
                <a:cubicBezTo>
                  <a:pt x="4435640" y="633301"/>
                  <a:pt x="4239447" y="580978"/>
                  <a:pt x="4086043" y="669198"/>
                </a:cubicBezTo>
                <a:lnTo>
                  <a:pt x="3475473" y="1020355"/>
                </a:lnTo>
                <a:lnTo>
                  <a:pt x="3475473" y="319233"/>
                </a:lnTo>
                <a:cubicBezTo>
                  <a:pt x="3475473" y="143059"/>
                  <a:pt x="3331872" y="0"/>
                  <a:pt x="3154225" y="0"/>
                </a:cubicBezTo>
                <a:cubicBezTo>
                  <a:pt x="2976578" y="0"/>
                  <a:pt x="2833507" y="143059"/>
                  <a:pt x="2833507" y="319233"/>
                </a:cubicBezTo>
                <a:lnTo>
                  <a:pt x="2833507" y="1572324"/>
                </a:lnTo>
                <a:cubicBezTo>
                  <a:pt x="2833507" y="1740286"/>
                  <a:pt x="2964126" y="1878709"/>
                  <a:pt x="3130380" y="1890895"/>
                </a:cubicBezTo>
                <a:close/>
                <a:moveTo>
                  <a:pt x="2013497" y="3252605"/>
                </a:moveTo>
                <a:cubicBezTo>
                  <a:pt x="1948600" y="3247084"/>
                  <a:pt x="1883576" y="3261651"/>
                  <a:pt x="1827239" y="3294330"/>
                </a:cubicBezTo>
                <a:lnTo>
                  <a:pt x="736718" y="3920213"/>
                </a:lnTo>
                <a:cubicBezTo>
                  <a:pt x="583314" y="4008566"/>
                  <a:pt x="530854" y="4204477"/>
                  <a:pt x="619347" y="4357471"/>
                </a:cubicBezTo>
                <a:cubicBezTo>
                  <a:pt x="707839" y="4510464"/>
                  <a:pt x="904297" y="4562389"/>
                  <a:pt x="1057436" y="4473772"/>
                </a:cubicBezTo>
                <a:lnTo>
                  <a:pt x="1668536" y="4123013"/>
                </a:lnTo>
                <a:lnTo>
                  <a:pt x="1668536" y="4823869"/>
                </a:lnTo>
                <a:cubicBezTo>
                  <a:pt x="1668536" y="5000441"/>
                  <a:pt x="1812137" y="5143500"/>
                  <a:pt x="1989651" y="5143500"/>
                </a:cubicBezTo>
                <a:cubicBezTo>
                  <a:pt x="2167166" y="5143500"/>
                  <a:pt x="2310502" y="5000441"/>
                  <a:pt x="2310502" y="4823869"/>
                </a:cubicBezTo>
                <a:lnTo>
                  <a:pt x="2310502" y="3570911"/>
                </a:lnTo>
                <a:cubicBezTo>
                  <a:pt x="2310502" y="3402684"/>
                  <a:pt x="2179486" y="3264526"/>
                  <a:pt x="2013497" y="3252605"/>
                </a:cubicBezTo>
                <a:close/>
                <a:moveTo>
                  <a:pt x="1717816" y="2665798"/>
                </a:moveTo>
                <a:cubicBezTo>
                  <a:pt x="1728394" y="2632182"/>
                  <a:pt x="1733318" y="2597044"/>
                  <a:pt x="1732388" y="2561815"/>
                </a:cubicBezTo>
                <a:cubicBezTo>
                  <a:pt x="1731063" y="2536648"/>
                  <a:pt x="1727884" y="2511480"/>
                  <a:pt x="1720730" y="2486312"/>
                </a:cubicBezTo>
                <a:cubicBezTo>
                  <a:pt x="1699137" y="2408292"/>
                  <a:pt x="1648002" y="2338617"/>
                  <a:pt x="1571300" y="2294640"/>
                </a:cubicBezTo>
                <a:lnTo>
                  <a:pt x="481574" y="1668359"/>
                </a:lnTo>
                <a:cubicBezTo>
                  <a:pt x="327773" y="1580272"/>
                  <a:pt x="131580" y="1632594"/>
                  <a:pt x="43352" y="1785456"/>
                </a:cubicBezTo>
                <a:cubicBezTo>
                  <a:pt x="-44875" y="1938317"/>
                  <a:pt x="6790" y="2133168"/>
                  <a:pt x="160591" y="2221521"/>
                </a:cubicBezTo>
                <a:lnTo>
                  <a:pt x="769571" y="2572015"/>
                </a:lnTo>
                <a:lnTo>
                  <a:pt x="160591" y="2921450"/>
                </a:lnTo>
                <a:cubicBezTo>
                  <a:pt x="6790" y="3010067"/>
                  <a:pt x="-45670" y="3205051"/>
                  <a:pt x="43352" y="3358310"/>
                </a:cubicBezTo>
                <a:cubicBezTo>
                  <a:pt x="132374" y="3511568"/>
                  <a:pt x="327773" y="3562963"/>
                  <a:pt x="481574" y="3474876"/>
                </a:cubicBezTo>
                <a:lnTo>
                  <a:pt x="1571300" y="2848198"/>
                </a:lnTo>
                <a:cubicBezTo>
                  <a:pt x="1641515" y="2808189"/>
                  <a:pt x="1693892" y="2742984"/>
                  <a:pt x="1717816" y="2665798"/>
                </a:cubicBezTo>
                <a:close/>
                <a:moveTo>
                  <a:pt x="5160799" y="588131"/>
                </a:moveTo>
                <a:lnTo>
                  <a:pt x="5112049" y="588131"/>
                </a:lnTo>
                <a:lnTo>
                  <a:pt x="5112049" y="648137"/>
                </a:lnTo>
                <a:lnTo>
                  <a:pt x="5160799" y="648137"/>
                </a:lnTo>
                <a:cubicBezTo>
                  <a:pt x="5183452" y="648137"/>
                  <a:pt x="5198157" y="637937"/>
                  <a:pt x="5198157" y="618730"/>
                </a:cubicBezTo>
                <a:cubicBezTo>
                  <a:pt x="5198157" y="599523"/>
                  <a:pt x="5184512" y="588131"/>
                  <a:pt x="5160799" y="588131"/>
                </a:cubicBezTo>
                <a:close/>
                <a:moveTo>
                  <a:pt x="5052039" y="532630"/>
                </a:moveTo>
                <a:lnTo>
                  <a:pt x="5161859" y="532630"/>
                </a:lnTo>
                <a:cubicBezTo>
                  <a:pt x="5222002" y="532630"/>
                  <a:pt x="5261612" y="565480"/>
                  <a:pt x="5261612" y="616346"/>
                </a:cubicBezTo>
                <a:cubicBezTo>
                  <a:pt x="5261612" y="648137"/>
                  <a:pt x="5245715" y="671847"/>
                  <a:pt x="5222002" y="686683"/>
                </a:cubicBezTo>
                <a:lnTo>
                  <a:pt x="5265056" y="748940"/>
                </a:lnTo>
                <a:lnTo>
                  <a:pt x="5265056" y="761392"/>
                </a:lnTo>
                <a:lnTo>
                  <a:pt x="5202661" y="761392"/>
                </a:lnTo>
                <a:lnTo>
                  <a:pt x="5160799" y="701386"/>
                </a:lnTo>
                <a:lnTo>
                  <a:pt x="5112049" y="701386"/>
                </a:lnTo>
                <a:lnTo>
                  <a:pt x="5112049" y="761392"/>
                </a:lnTo>
                <a:lnTo>
                  <a:pt x="5052039" y="761392"/>
                </a:lnTo>
                <a:close/>
                <a:moveTo>
                  <a:pt x="5358979" y="651581"/>
                </a:moveTo>
                <a:cubicBezTo>
                  <a:pt x="5358979" y="529186"/>
                  <a:pt x="5277508" y="436330"/>
                  <a:pt x="5152851" y="436330"/>
                </a:cubicBezTo>
                <a:cubicBezTo>
                  <a:pt x="5030445" y="436330"/>
                  <a:pt x="4948842" y="524682"/>
                  <a:pt x="4948842" y="651581"/>
                </a:cubicBezTo>
                <a:cubicBezTo>
                  <a:pt x="4948842" y="772783"/>
                  <a:pt x="5030445" y="866699"/>
                  <a:pt x="5152851" y="866699"/>
                </a:cubicBezTo>
                <a:cubicBezTo>
                  <a:pt x="5277508" y="866699"/>
                  <a:pt x="5358979" y="773843"/>
                  <a:pt x="5358979" y="651581"/>
                </a:cubicBezTo>
                <a:close/>
                <a:moveTo>
                  <a:pt x="5409982" y="651581"/>
                </a:moveTo>
                <a:cubicBezTo>
                  <a:pt x="5409982" y="795434"/>
                  <a:pt x="5313674" y="915445"/>
                  <a:pt x="5152851" y="915445"/>
                </a:cubicBezTo>
                <a:cubicBezTo>
                  <a:pt x="4992028" y="915445"/>
                  <a:pt x="4897972" y="794242"/>
                  <a:pt x="4897972" y="651581"/>
                </a:cubicBezTo>
                <a:cubicBezTo>
                  <a:pt x="4897972" y="508919"/>
                  <a:pt x="4993088" y="387584"/>
                  <a:pt x="5152851" y="387584"/>
                </a:cubicBezTo>
                <a:cubicBezTo>
                  <a:pt x="5312614" y="387584"/>
                  <a:pt x="5409982" y="507594"/>
                  <a:pt x="5409982" y="65158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22"/>
          <p:cNvSpPr txBox="1"/>
          <p:nvPr>
            <p:ph idx="1" type="body"/>
          </p:nvPr>
        </p:nvSpPr>
        <p:spPr>
          <a:xfrm>
            <a:off x="365760" y="1214450"/>
            <a:ext cx="7484400" cy="271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b="1" sz="4000">
                <a:solidFill>
                  <a:schemeClr val="lt1"/>
                </a:solidFill>
              </a:defRPr>
            </a:lvl1pPr>
            <a:lvl2pPr indent="-342900" lvl="1" marL="914400" rtl="0">
              <a:lnSpc>
                <a:spcPct val="74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2pPr>
            <a:lvl3pPr indent="-342900" lvl="2" marL="1371600" rtl="0">
              <a:lnSpc>
                <a:spcPct val="74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3pPr>
            <a:lvl4pPr indent="-342900" lvl="3" marL="1828800" rtl="0">
              <a:lnSpc>
                <a:spcPct val="74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4pPr>
            <a:lvl5pPr indent="-342900" lvl="4" marL="2286000" rtl="0">
              <a:lnSpc>
                <a:spcPct val="74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5pPr>
            <a:lvl6pPr indent="-342900" lvl="5" marL="2743200" rtl="0">
              <a:lnSpc>
                <a:spcPct val="74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indent="-342900" lvl="6" marL="3200400" rtl="0">
              <a:lnSpc>
                <a:spcPct val="74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indent="-342900" lvl="7" marL="3657600" rtl="0">
              <a:lnSpc>
                <a:spcPct val="74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indent="-342900" lvl="8" marL="4114800" rtl="0">
              <a:lnSpc>
                <a:spcPct val="74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vider - Dark Blue 04">
  <p:cSld name="Quote - Violet_1_1_2_1_1_1">
    <p:bg>
      <p:bgPr>
        <a:solidFill>
          <a:schemeClr val="dk2"/>
        </a:solidFill>
      </p:bgPr>
    </p:bg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3"/>
          <p:cNvSpPr/>
          <p:nvPr/>
        </p:nvSpPr>
        <p:spPr>
          <a:xfrm>
            <a:off x="660652" y="4866916"/>
            <a:ext cx="17085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 xml:space="preserve">© </a:t>
            </a:r>
            <a:r>
              <a:rPr lang="en" sz="600">
                <a:solidFill>
                  <a:schemeClr val="lt1"/>
                </a:solidFill>
              </a:rPr>
              <a:t>2026</a:t>
            </a:r>
            <a:r>
              <a:rPr b="0" i="0" lang="en" sz="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 xml:space="preserve"> Snowflake Inc. All Rights Reserved</a:t>
            </a:r>
            <a:endParaRPr sz="6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23"/>
          <p:cNvSpPr/>
          <p:nvPr/>
        </p:nvSpPr>
        <p:spPr>
          <a:xfrm>
            <a:off x="457195" y="4846320"/>
            <a:ext cx="135250" cy="128588"/>
          </a:xfrm>
          <a:custGeom>
            <a:rect b="b" l="l" r="r" t="t"/>
            <a:pathLst>
              <a:path extrusionOk="0" h="5143500" w="5409981">
                <a:moveTo>
                  <a:pt x="4983153" y="2221521"/>
                </a:moveTo>
                <a:lnTo>
                  <a:pt x="4374172" y="2572015"/>
                </a:lnTo>
                <a:lnTo>
                  <a:pt x="4983153" y="2921450"/>
                </a:lnTo>
                <a:cubicBezTo>
                  <a:pt x="5136954" y="3010067"/>
                  <a:pt x="5189546" y="3205051"/>
                  <a:pt x="5100656" y="3358310"/>
                </a:cubicBezTo>
                <a:cubicBezTo>
                  <a:pt x="5011767" y="3511568"/>
                  <a:pt x="4815574" y="3562963"/>
                  <a:pt x="4662302" y="3474876"/>
                </a:cubicBezTo>
                <a:lnTo>
                  <a:pt x="3571781" y="2848198"/>
                </a:lnTo>
                <a:cubicBezTo>
                  <a:pt x="3499053" y="2805943"/>
                  <a:pt x="3448581" y="2739977"/>
                  <a:pt x="3426193" y="2665798"/>
                </a:cubicBezTo>
                <a:cubicBezTo>
                  <a:pt x="3407864" y="2607519"/>
                  <a:pt x="3406806" y="2545180"/>
                  <a:pt x="3423146" y="2486312"/>
                </a:cubicBezTo>
                <a:cubicBezTo>
                  <a:pt x="3445647" y="2405409"/>
                  <a:pt x="3499023" y="2336577"/>
                  <a:pt x="3571781" y="2294640"/>
                </a:cubicBezTo>
                <a:lnTo>
                  <a:pt x="4662302" y="1668359"/>
                </a:lnTo>
                <a:cubicBezTo>
                  <a:pt x="4815574" y="1580272"/>
                  <a:pt x="5011899" y="1632594"/>
                  <a:pt x="5100656" y="1785456"/>
                </a:cubicBezTo>
                <a:cubicBezTo>
                  <a:pt x="5189414" y="1938317"/>
                  <a:pt x="5136954" y="2133168"/>
                  <a:pt x="4983153" y="2221521"/>
                </a:cubicBezTo>
                <a:close/>
                <a:moveTo>
                  <a:pt x="4406628" y="3920213"/>
                </a:moveTo>
                <a:lnTo>
                  <a:pt x="3316240" y="3294330"/>
                </a:lnTo>
                <a:cubicBezTo>
                  <a:pt x="3260045" y="3261658"/>
                  <a:pt x="3195149" y="3247089"/>
                  <a:pt x="3130380" y="3252605"/>
                </a:cubicBezTo>
                <a:cubicBezTo>
                  <a:pt x="2964126" y="3264526"/>
                  <a:pt x="2833507" y="3402684"/>
                  <a:pt x="2833507" y="3570911"/>
                </a:cubicBezTo>
                <a:lnTo>
                  <a:pt x="2833507" y="4823869"/>
                </a:lnTo>
                <a:cubicBezTo>
                  <a:pt x="2833507" y="5000441"/>
                  <a:pt x="2976578" y="5143500"/>
                  <a:pt x="3154225" y="5143500"/>
                </a:cubicBezTo>
                <a:cubicBezTo>
                  <a:pt x="3331872" y="5143500"/>
                  <a:pt x="3475473" y="5000441"/>
                  <a:pt x="3475473" y="4823869"/>
                </a:cubicBezTo>
                <a:lnTo>
                  <a:pt x="3475473" y="4123013"/>
                </a:lnTo>
                <a:lnTo>
                  <a:pt x="4086043" y="4473772"/>
                </a:lnTo>
                <a:cubicBezTo>
                  <a:pt x="4239447" y="4562389"/>
                  <a:pt x="4435640" y="4509934"/>
                  <a:pt x="4524132" y="4357471"/>
                </a:cubicBezTo>
                <a:cubicBezTo>
                  <a:pt x="4612625" y="4205007"/>
                  <a:pt x="4560298" y="4008566"/>
                  <a:pt x="4406628" y="3920213"/>
                </a:cubicBezTo>
                <a:close/>
                <a:moveTo>
                  <a:pt x="3148529" y="2694410"/>
                </a:moveTo>
                <a:lnTo>
                  <a:pt x="2695205" y="3144913"/>
                </a:lnTo>
                <a:cubicBezTo>
                  <a:pt x="2682222" y="3158159"/>
                  <a:pt x="2657185" y="3169021"/>
                  <a:pt x="2638374" y="3169021"/>
                </a:cubicBezTo>
                <a:lnTo>
                  <a:pt x="2504973" y="3169021"/>
                </a:lnTo>
                <a:cubicBezTo>
                  <a:pt x="2486692" y="3169021"/>
                  <a:pt x="2461257" y="3158159"/>
                  <a:pt x="2448142" y="3144913"/>
                </a:cubicBezTo>
                <a:lnTo>
                  <a:pt x="1995083" y="2694410"/>
                </a:lnTo>
                <a:cubicBezTo>
                  <a:pt x="1982100" y="2681694"/>
                  <a:pt x="1971635" y="2656261"/>
                  <a:pt x="1971635" y="2638246"/>
                </a:cubicBezTo>
                <a:lnTo>
                  <a:pt x="1971635" y="2505387"/>
                </a:lnTo>
                <a:cubicBezTo>
                  <a:pt x="1971635" y="2486974"/>
                  <a:pt x="1982100" y="2461409"/>
                  <a:pt x="1995083" y="2448560"/>
                </a:cubicBezTo>
                <a:lnTo>
                  <a:pt x="2448142" y="1998057"/>
                </a:lnTo>
                <a:cubicBezTo>
                  <a:pt x="2461257" y="1984811"/>
                  <a:pt x="2486692" y="1974346"/>
                  <a:pt x="2504973" y="1974346"/>
                </a:cubicBezTo>
                <a:lnTo>
                  <a:pt x="2638374" y="1974346"/>
                </a:lnTo>
                <a:cubicBezTo>
                  <a:pt x="2656787" y="1974346"/>
                  <a:pt x="2682222" y="1984811"/>
                  <a:pt x="2695205" y="1998057"/>
                </a:cubicBezTo>
                <a:lnTo>
                  <a:pt x="3148529" y="2448560"/>
                </a:lnTo>
                <a:cubicBezTo>
                  <a:pt x="3161379" y="2461409"/>
                  <a:pt x="3171844" y="2486974"/>
                  <a:pt x="3171844" y="2505387"/>
                </a:cubicBezTo>
                <a:lnTo>
                  <a:pt x="3171844" y="2638246"/>
                </a:lnTo>
                <a:cubicBezTo>
                  <a:pt x="3171844" y="2656261"/>
                  <a:pt x="3161379" y="2681694"/>
                  <a:pt x="3148529" y="2694410"/>
                </a:cubicBezTo>
                <a:close/>
                <a:moveTo>
                  <a:pt x="2786214" y="2569366"/>
                </a:moveTo>
                <a:cubicBezTo>
                  <a:pt x="2786214" y="2551086"/>
                  <a:pt x="2775086" y="2525786"/>
                  <a:pt x="2762236" y="2512275"/>
                </a:cubicBezTo>
                <a:lnTo>
                  <a:pt x="2630955" y="2382329"/>
                </a:lnTo>
                <a:cubicBezTo>
                  <a:pt x="2617973" y="2369481"/>
                  <a:pt x="2592538" y="2358751"/>
                  <a:pt x="2574257" y="2358751"/>
                </a:cubicBezTo>
                <a:lnTo>
                  <a:pt x="2569090" y="2358751"/>
                </a:lnTo>
                <a:cubicBezTo>
                  <a:pt x="2550809" y="2358751"/>
                  <a:pt x="2525374" y="2369481"/>
                  <a:pt x="2512656" y="2382329"/>
                </a:cubicBezTo>
                <a:lnTo>
                  <a:pt x="2381375" y="2512275"/>
                </a:lnTo>
                <a:cubicBezTo>
                  <a:pt x="2368260" y="2525786"/>
                  <a:pt x="2358192" y="2551086"/>
                  <a:pt x="2358192" y="2569366"/>
                </a:cubicBezTo>
                <a:lnTo>
                  <a:pt x="2358192" y="2574399"/>
                </a:lnTo>
                <a:cubicBezTo>
                  <a:pt x="2358192" y="2592414"/>
                  <a:pt x="2368260" y="2617582"/>
                  <a:pt x="2381375" y="2630696"/>
                </a:cubicBezTo>
                <a:lnTo>
                  <a:pt x="2512656" y="2761038"/>
                </a:lnTo>
                <a:cubicBezTo>
                  <a:pt x="2525506" y="2773887"/>
                  <a:pt x="2550809" y="2784617"/>
                  <a:pt x="2569090" y="2784617"/>
                </a:cubicBezTo>
                <a:lnTo>
                  <a:pt x="2574257" y="2784617"/>
                </a:lnTo>
                <a:cubicBezTo>
                  <a:pt x="2592538" y="2784617"/>
                  <a:pt x="2617973" y="2773887"/>
                  <a:pt x="2630955" y="2761038"/>
                </a:cubicBezTo>
                <a:lnTo>
                  <a:pt x="2762236" y="2630696"/>
                </a:lnTo>
                <a:cubicBezTo>
                  <a:pt x="2775086" y="2617582"/>
                  <a:pt x="2786214" y="2592414"/>
                  <a:pt x="2786214" y="2574399"/>
                </a:cubicBezTo>
                <a:close/>
                <a:moveTo>
                  <a:pt x="736718" y="1222757"/>
                </a:moveTo>
                <a:lnTo>
                  <a:pt x="1827239" y="1849170"/>
                </a:lnTo>
                <a:cubicBezTo>
                  <a:pt x="1883672" y="1881603"/>
                  <a:pt x="1948619" y="1896152"/>
                  <a:pt x="2013497" y="1890895"/>
                </a:cubicBezTo>
                <a:cubicBezTo>
                  <a:pt x="2179486" y="1878709"/>
                  <a:pt x="2310502" y="1740286"/>
                  <a:pt x="2310502" y="1572324"/>
                </a:cubicBezTo>
                <a:lnTo>
                  <a:pt x="2310502" y="319233"/>
                </a:lnTo>
                <a:cubicBezTo>
                  <a:pt x="2310502" y="143059"/>
                  <a:pt x="2166503" y="0"/>
                  <a:pt x="1989651" y="0"/>
                </a:cubicBezTo>
                <a:cubicBezTo>
                  <a:pt x="1812799" y="0"/>
                  <a:pt x="1668536" y="143059"/>
                  <a:pt x="1668536" y="319233"/>
                </a:cubicBezTo>
                <a:lnTo>
                  <a:pt x="1668536" y="1020355"/>
                </a:lnTo>
                <a:lnTo>
                  <a:pt x="1057436" y="669198"/>
                </a:lnTo>
                <a:cubicBezTo>
                  <a:pt x="904297" y="580978"/>
                  <a:pt x="708369" y="633301"/>
                  <a:pt x="619347" y="785897"/>
                </a:cubicBezTo>
                <a:cubicBezTo>
                  <a:pt x="530985" y="938468"/>
                  <a:pt x="583048" y="1133777"/>
                  <a:pt x="735632" y="1222131"/>
                </a:cubicBezTo>
                <a:cubicBezTo>
                  <a:pt x="735994" y="1222340"/>
                  <a:pt x="736356" y="1222549"/>
                  <a:pt x="736718" y="1222757"/>
                </a:cubicBezTo>
                <a:close/>
                <a:moveTo>
                  <a:pt x="3130380" y="1890895"/>
                </a:moveTo>
                <a:cubicBezTo>
                  <a:pt x="3195131" y="1896154"/>
                  <a:pt x="3259952" y="1881602"/>
                  <a:pt x="3316240" y="1849170"/>
                </a:cubicBezTo>
                <a:lnTo>
                  <a:pt x="4406628" y="1222757"/>
                </a:lnTo>
                <a:cubicBezTo>
                  <a:pt x="4559590" y="1135057"/>
                  <a:pt x="4612489" y="939974"/>
                  <a:pt x="4524782" y="787025"/>
                </a:cubicBezTo>
                <a:cubicBezTo>
                  <a:pt x="4524567" y="786649"/>
                  <a:pt x="4524350" y="786273"/>
                  <a:pt x="4524132" y="785897"/>
                </a:cubicBezTo>
                <a:cubicBezTo>
                  <a:pt x="4435640" y="633301"/>
                  <a:pt x="4239447" y="580978"/>
                  <a:pt x="4086043" y="669198"/>
                </a:cubicBezTo>
                <a:lnTo>
                  <a:pt x="3475473" y="1020355"/>
                </a:lnTo>
                <a:lnTo>
                  <a:pt x="3475473" y="319233"/>
                </a:lnTo>
                <a:cubicBezTo>
                  <a:pt x="3475473" y="143059"/>
                  <a:pt x="3331872" y="0"/>
                  <a:pt x="3154225" y="0"/>
                </a:cubicBezTo>
                <a:cubicBezTo>
                  <a:pt x="2976578" y="0"/>
                  <a:pt x="2833507" y="143059"/>
                  <a:pt x="2833507" y="319233"/>
                </a:cubicBezTo>
                <a:lnTo>
                  <a:pt x="2833507" y="1572324"/>
                </a:lnTo>
                <a:cubicBezTo>
                  <a:pt x="2833507" y="1740286"/>
                  <a:pt x="2964126" y="1878709"/>
                  <a:pt x="3130380" y="1890895"/>
                </a:cubicBezTo>
                <a:close/>
                <a:moveTo>
                  <a:pt x="2013497" y="3252605"/>
                </a:moveTo>
                <a:cubicBezTo>
                  <a:pt x="1948600" y="3247084"/>
                  <a:pt x="1883576" y="3261651"/>
                  <a:pt x="1827239" y="3294330"/>
                </a:cubicBezTo>
                <a:lnTo>
                  <a:pt x="736718" y="3920213"/>
                </a:lnTo>
                <a:cubicBezTo>
                  <a:pt x="583314" y="4008566"/>
                  <a:pt x="530854" y="4204477"/>
                  <a:pt x="619347" y="4357471"/>
                </a:cubicBezTo>
                <a:cubicBezTo>
                  <a:pt x="707839" y="4510464"/>
                  <a:pt x="904297" y="4562389"/>
                  <a:pt x="1057436" y="4473772"/>
                </a:cubicBezTo>
                <a:lnTo>
                  <a:pt x="1668536" y="4123013"/>
                </a:lnTo>
                <a:lnTo>
                  <a:pt x="1668536" y="4823869"/>
                </a:lnTo>
                <a:cubicBezTo>
                  <a:pt x="1668536" y="5000441"/>
                  <a:pt x="1812137" y="5143500"/>
                  <a:pt x="1989651" y="5143500"/>
                </a:cubicBezTo>
                <a:cubicBezTo>
                  <a:pt x="2167166" y="5143500"/>
                  <a:pt x="2310502" y="5000441"/>
                  <a:pt x="2310502" y="4823869"/>
                </a:cubicBezTo>
                <a:lnTo>
                  <a:pt x="2310502" y="3570911"/>
                </a:lnTo>
                <a:cubicBezTo>
                  <a:pt x="2310502" y="3402684"/>
                  <a:pt x="2179486" y="3264526"/>
                  <a:pt x="2013497" y="3252605"/>
                </a:cubicBezTo>
                <a:close/>
                <a:moveTo>
                  <a:pt x="1717816" y="2665798"/>
                </a:moveTo>
                <a:cubicBezTo>
                  <a:pt x="1728394" y="2632182"/>
                  <a:pt x="1733318" y="2597044"/>
                  <a:pt x="1732388" y="2561815"/>
                </a:cubicBezTo>
                <a:cubicBezTo>
                  <a:pt x="1731063" y="2536648"/>
                  <a:pt x="1727884" y="2511480"/>
                  <a:pt x="1720730" y="2486312"/>
                </a:cubicBezTo>
                <a:cubicBezTo>
                  <a:pt x="1699137" y="2408292"/>
                  <a:pt x="1648002" y="2338617"/>
                  <a:pt x="1571300" y="2294640"/>
                </a:cubicBezTo>
                <a:lnTo>
                  <a:pt x="481574" y="1668359"/>
                </a:lnTo>
                <a:cubicBezTo>
                  <a:pt x="327773" y="1580272"/>
                  <a:pt x="131580" y="1632594"/>
                  <a:pt x="43352" y="1785456"/>
                </a:cubicBezTo>
                <a:cubicBezTo>
                  <a:pt x="-44875" y="1938317"/>
                  <a:pt x="6790" y="2133168"/>
                  <a:pt x="160591" y="2221521"/>
                </a:cubicBezTo>
                <a:lnTo>
                  <a:pt x="769571" y="2572015"/>
                </a:lnTo>
                <a:lnTo>
                  <a:pt x="160591" y="2921450"/>
                </a:lnTo>
                <a:cubicBezTo>
                  <a:pt x="6790" y="3010067"/>
                  <a:pt x="-45670" y="3205051"/>
                  <a:pt x="43352" y="3358310"/>
                </a:cubicBezTo>
                <a:cubicBezTo>
                  <a:pt x="132374" y="3511568"/>
                  <a:pt x="327773" y="3562963"/>
                  <a:pt x="481574" y="3474876"/>
                </a:cubicBezTo>
                <a:lnTo>
                  <a:pt x="1571300" y="2848198"/>
                </a:lnTo>
                <a:cubicBezTo>
                  <a:pt x="1641515" y="2808189"/>
                  <a:pt x="1693892" y="2742984"/>
                  <a:pt x="1717816" y="2665798"/>
                </a:cubicBezTo>
                <a:close/>
                <a:moveTo>
                  <a:pt x="5160799" y="588131"/>
                </a:moveTo>
                <a:lnTo>
                  <a:pt x="5112049" y="588131"/>
                </a:lnTo>
                <a:lnTo>
                  <a:pt x="5112049" y="648137"/>
                </a:lnTo>
                <a:lnTo>
                  <a:pt x="5160799" y="648137"/>
                </a:lnTo>
                <a:cubicBezTo>
                  <a:pt x="5183452" y="648137"/>
                  <a:pt x="5198157" y="637937"/>
                  <a:pt x="5198157" y="618730"/>
                </a:cubicBezTo>
                <a:cubicBezTo>
                  <a:pt x="5198157" y="599523"/>
                  <a:pt x="5184512" y="588131"/>
                  <a:pt x="5160799" y="588131"/>
                </a:cubicBezTo>
                <a:close/>
                <a:moveTo>
                  <a:pt x="5052039" y="532630"/>
                </a:moveTo>
                <a:lnTo>
                  <a:pt x="5161859" y="532630"/>
                </a:lnTo>
                <a:cubicBezTo>
                  <a:pt x="5222002" y="532630"/>
                  <a:pt x="5261612" y="565480"/>
                  <a:pt x="5261612" y="616346"/>
                </a:cubicBezTo>
                <a:cubicBezTo>
                  <a:pt x="5261612" y="648137"/>
                  <a:pt x="5245715" y="671847"/>
                  <a:pt x="5222002" y="686683"/>
                </a:cubicBezTo>
                <a:lnTo>
                  <a:pt x="5265056" y="748940"/>
                </a:lnTo>
                <a:lnTo>
                  <a:pt x="5265056" y="761392"/>
                </a:lnTo>
                <a:lnTo>
                  <a:pt x="5202661" y="761392"/>
                </a:lnTo>
                <a:lnTo>
                  <a:pt x="5160799" y="701386"/>
                </a:lnTo>
                <a:lnTo>
                  <a:pt x="5112049" y="701386"/>
                </a:lnTo>
                <a:lnTo>
                  <a:pt x="5112049" y="761392"/>
                </a:lnTo>
                <a:lnTo>
                  <a:pt x="5052039" y="761392"/>
                </a:lnTo>
                <a:close/>
                <a:moveTo>
                  <a:pt x="5358979" y="651581"/>
                </a:moveTo>
                <a:cubicBezTo>
                  <a:pt x="5358979" y="529186"/>
                  <a:pt x="5277508" y="436330"/>
                  <a:pt x="5152851" y="436330"/>
                </a:cubicBezTo>
                <a:cubicBezTo>
                  <a:pt x="5030445" y="436330"/>
                  <a:pt x="4948842" y="524682"/>
                  <a:pt x="4948842" y="651581"/>
                </a:cubicBezTo>
                <a:cubicBezTo>
                  <a:pt x="4948842" y="772783"/>
                  <a:pt x="5030445" y="866699"/>
                  <a:pt x="5152851" y="866699"/>
                </a:cubicBezTo>
                <a:cubicBezTo>
                  <a:pt x="5277508" y="866699"/>
                  <a:pt x="5358979" y="773843"/>
                  <a:pt x="5358979" y="651581"/>
                </a:cubicBezTo>
                <a:close/>
                <a:moveTo>
                  <a:pt x="5409982" y="651581"/>
                </a:moveTo>
                <a:cubicBezTo>
                  <a:pt x="5409982" y="795434"/>
                  <a:pt x="5313674" y="915445"/>
                  <a:pt x="5152851" y="915445"/>
                </a:cubicBezTo>
                <a:cubicBezTo>
                  <a:pt x="4992028" y="915445"/>
                  <a:pt x="4897972" y="794242"/>
                  <a:pt x="4897972" y="651581"/>
                </a:cubicBezTo>
                <a:cubicBezTo>
                  <a:pt x="4897972" y="508919"/>
                  <a:pt x="4993088" y="387584"/>
                  <a:pt x="5152851" y="387584"/>
                </a:cubicBezTo>
                <a:cubicBezTo>
                  <a:pt x="5312614" y="387584"/>
                  <a:pt x="5409982" y="507594"/>
                  <a:pt x="5409982" y="65158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09" name="Google Shape;209;p23"/>
          <p:cNvGrpSpPr/>
          <p:nvPr/>
        </p:nvGrpSpPr>
        <p:grpSpPr>
          <a:xfrm>
            <a:off x="4" y="1803975"/>
            <a:ext cx="9143996" cy="3339526"/>
            <a:chOff x="4" y="1803975"/>
            <a:chExt cx="9143996" cy="3339526"/>
          </a:xfrm>
        </p:grpSpPr>
        <p:pic>
          <p:nvPicPr>
            <p:cNvPr id="210" name="Google Shape;210;p23"/>
            <p:cNvPicPr preferRelativeResize="0"/>
            <p:nvPr/>
          </p:nvPicPr>
          <p:blipFill rotWithShape="1">
            <a:blip r:embed="rId2">
              <a:alphaModFix amt="57000"/>
            </a:blip>
            <a:srcRect b="34254" l="32605" r="0" t="0"/>
            <a:stretch/>
          </p:blipFill>
          <p:spPr>
            <a:xfrm flipH="1">
              <a:off x="5036874" y="1804050"/>
              <a:ext cx="4107126" cy="33394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1" name="Google Shape;211;p23"/>
            <p:cNvPicPr preferRelativeResize="0"/>
            <p:nvPr/>
          </p:nvPicPr>
          <p:blipFill rotWithShape="1">
            <a:blip r:embed="rId3">
              <a:alphaModFix amt="57000"/>
            </a:blip>
            <a:srcRect b="34258" l="0" r="17499" t="0"/>
            <a:stretch/>
          </p:blipFill>
          <p:spPr>
            <a:xfrm flipH="1">
              <a:off x="4" y="1803975"/>
              <a:ext cx="5027748" cy="333945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12" name="Google Shape;212;p23"/>
          <p:cNvSpPr txBox="1"/>
          <p:nvPr>
            <p:ph idx="1" type="body"/>
          </p:nvPr>
        </p:nvSpPr>
        <p:spPr>
          <a:xfrm>
            <a:off x="365760" y="1214450"/>
            <a:ext cx="7484400" cy="271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b="1" sz="4000">
                <a:solidFill>
                  <a:schemeClr val="lt1"/>
                </a:solidFill>
              </a:defRPr>
            </a:lvl1pPr>
            <a:lvl2pPr indent="-342900" lvl="1" marL="914400" rtl="0">
              <a:lnSpc>
                <a:spcPct val="74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2pPr>
            <a:lvl3pPr indent="-342900" lvl="2" marL="1371600" rtl="0">
              <a:lnSpc>
                <a:spcPct val="74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3pPr>
            <a:lvl4pPr indent="-342900" lvl="3" marL="1828800" rtl="0">
              <a:lnSpc>
                <a:spcPct val="74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4pPr>
            <a:lvl5pPr indent="-342900" lvl="4" marL="2286000" rtl="0">
              <a:lnSpc>
                <a:spcPct val="74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5pPr>
            <a:lvl6pPr indent="-342900" lvl="5" marL="2743200" rtl="0">
              <a:lnSpc>
                <a:spcPct val="74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indent="-342900" lvl="6" marL="3200400" rtl="0">
              <a:lnSpc>
                <a:spcPct val="74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indent="-342900" lvl="7" marL="3657600" rtl="0">
              <a:lnSpc>
                <a:spcPct val="74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indent="-342900" lvl="8" marL="4114800" rtl="0">
              <a:lnSpc>
                <a:spcPct val="74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vider - Dark Blue 05">
  <p:cSld name="Quote - Violet_1_1_2_1_1_1_1">
    <p:bg>
      <p:bgPr>
        <a:solidFill>
          <a:schemeClr val="dk2"/>
        </a:solidFill>
      </p:bgPr>
    </p:bg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4"/>
          <p:cNvSpPr/>
          <p:nvPr/>
        </p:nvSpPr>
        <p:spPr>
          <a:xfrm>
            <a:off x="660652" y="4866916"/>
            <a:ext cx="17085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 xml:space="preserve">© </a:t>
            </a:r>
            <a:r>
              <a:rPr lang="en" sz="600">
                <a:solidFill>
                  <a:schemeClr val="lt1"/>
                </a:solidFill>
              </a:rPr>
              <a:t>2026</a:t>
            </a:r>
            <a:r>
              <a:rPr b="0" i="0" lang="en" sz="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 xml:space="preserve"> Snowflake Inc. All Rights Reserved</a:t>
            </a:r>
            <a:endParaRPr sz="6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24"/>
          <p:cNvSpPr/>
          <p:nvPr/>
        </p:nvSpPr>
        <p:spPr>
          <a:xfrm>
            <a:off x="457195" y="4846320"/>
            <a:ext cx="135250" cy="128588"/>
          </a:xfrm>
          <a:custGeom>
            <a:rect b="b" l="l" r="r" t="t"/>
            <a:pathLst>
              <a:path extrusionOk="0" h="5143500" w="5409981">
                <a:moveTo>
                  <a:pt x="4983153" y="2221521"/>
                </a:moveTo>
                <a:lnTo>
                  <a:pt x="4374172" y="2572015"/>
                </a:lnTo>
                <a:lnTo>
                  <a:pt x="4983153" y="2921450"/>
                </a:lnTo>
                <a:cubicBezTo>
                  <a:pt x="5136954" y="3010067"/>
                  <a:pt x="5189546" y="3205051"/>
                  <a:pt x="5100656" y="3358310"/>
                </a:cubicBezTo>
                <a:cubicBezTo>
                  <a:pt x="5011767" y="3511568"/>
                  <a:pt x="4815574" y="3562963"/>
                  <a:pt x="4662302" y="3474876"/>
                </a:cubicBezTo>
                <a:lnTo>
                  <a:pt x="3571781" y="2848198"/>
                </a:lnTo>
                <a:cubicBezTo>
                  <a:pt x="3499053" y="2805943"/>
                  <a:pt x="3448581" y="2739977"/>
                  <a:pt x="3426193" y="2665798"/>
                </a:cubicBezTo>
                <a:cubicBezTo>
                  <a:pt x="3407864" y="2607519"/>
                  <a:pt x="3406806" y="2545180"/>
                  <a:pt x="3423146" y="2486312"/>
                </a:cubicBezTo>
                <a:cubicBezTo>
                  <a:pt x="3445647" y="2405409"/>
                  <a:pt x="3499023" y="2336577"/>
                  <a:pt x="3571781" y="2294640"/>
                </a:cubicBezTo>
                <a:lnTo>
                  <a:pt x="4662302" y="1668359"/>
                </a:lnTo>
                <a:cubicBezTo>
                  <a:pt x="4815574" y="1580272"/>
                  <a:pt x="5011899" y="1632594"/>
                  <a:pt x="5100656" y="1785456"/>
                </a:cubicBezTo>
                <a:cubicBezTo>
                  <a:pt x="5189414" y="1938317"/>
                  <a:pt x="5136954" y="2133168"/>
                  <a:pt x="4983153" y="2221521"/>
                </a:cubicBezTo>
                <a:close/>
                <a:moveTo>
                  <a:pt x="4406628" y="3920213"/>
                </a:moveTo>
                <a:lnTo>
                  <a:pt x="3316240" y="3294330"/>
                </a:lnTo>
                <a:cubicBezTo>
                  <a:pt x="3260045" y="3261658"/>
                  <a:pt x="3195149" y="3247089"/>
                  <a:pt x="3130380" y="3252605"/>
                </a:cubicBezTo>
                <a:cubicBezTo>
                  <a:pt x="2964126" y="3264526"/>
                  <a:pt x="2833507" y="3402684"/>
                  <a:pt x="2833507" y="3570911"/>
                </a:cubicBezTo>
                <a:lnTo>
                  <a:pt x="2833507" y="4823869"/>
                </a:lnTo>
                <a:cubicBezTo>
                  <a:pt x="2833507" y="5000441"/>
                  <a:pt x="2976578" y="5143500"/>
                  <a:pt x="3154225" y="5143500"/>
                </a:cubicBezTo>
                <a:cubicBezTo>
                  <a:pt x="3331872" y="5143500"/>
                  <a:pt x="3475473" y="5000441"/>
                  <a:pt x="3475473" y="4823869"/>
                </a:cubicBezTo>
                <a:lnTo>
                  <a:pt x="3475473" y="4123013"/>
                </a:lnTo>
                <a:lnTo>
                  <a:pt x="4086043" y="4473772"/>
                </a:lnTo>
                <a:cubicBezTo>
                  <a:pt x="4239447" y="4562389"/>
                  <a:pt x="4435640" y="4509934"/>
                  <a:pt x="4524132" y="4357471"/>
                </a:cubicBezTo>
                <a:cubicBezTo>
                  <a:pt x="4612625" y="4205007"/>
                  <a:pt x="4560298" y="4008566"/>
                  <a:pt x="4406628" y="3920213"/>
                </a:cubicBezTo>
                <a:close/>
                <a:moveTo>
                  <a:pt x="3148529" y="2694410"/>
                </a:moveTo>
                <a:lnTo>
                  <a:pt x="2695205" y="3144913"/>
                </a:lnTo>
                <a:cubicBezTo>
                  <a:pt x="2682222" y="3158159"/>
                  <a:pt x="2657185" y="3169021"/>
                  <a:pt x="2638374" y="3169021"/>
                </a:cubicBezTo>
                <a:lnTo>
                  <a:pt x="2504973" y="3169021"/>
                </a:lnTo>
                <a:cubicBezTo>
                  <a:pt x="2486692" y="3169021"/>
                  <a:pt x="2461257" y="3158159"/>
                  <a:pt x="2448142" y="3144913"/>
                </a:cubicBezTo>
                <a:lnTo>
                  <a:pt x="1995083" y="2694410"/>
                </a:lnTo>
                <a:cubicBezTo>
                  <a:pt x="1982100" y="2681694"/>
                  <a:pt x="1971635" y="2656261"/>
                  <a:pt x="1971635" y="2638246"/>
                </a:cubicBezTo>
                <a:lnTo>
                  <a:pt x="1971635" y="2505387"/>
                </a:lnTo>
                <a:cubicBezTo>
                  <a:pt x="1971635" y="2486974"/>
                  <a:pt x="1982100" y="2461409"/>
                  <a:pt x="1995083" y="2448560"/>
                </a:cubicBezTo>
                <a:lnTo>
                  <a:pt x="2448142" y="1998057"/>
                </a:lnTo>
                <a:cubicBezTo>
                  <a:pt x="2461257" y="1984811"/>
                  <a:pt x="2486692" y="1974346"/>
                  <a:pt x="2504973" y="1974346"/>
                </a:cubicBezTo>
                <a:lnTo>
                  <a:pt x="2638374" y="1974346"/>
                </a:lnTo>
                <a:cubicBezTo>
                  <a:pt x="2656787" y="1974346"/>
                  <a:pt x="2682222" y="1984811"/>
                  <a:pt x="2695205" y="1998057"/>
                </a:cubicBezTo>
                <a:lnTo>
                  <a:pt x="3148529" y="2448560"/>
                </a:lnTo>
                <a:cubicBezTo>
                  <a:pt x="3161379" y="2461409"/>
                  <a:pt x="3171844" y="2486974"/>
                  <a:pt x="3171844" y="2505387"/>
                </a:cubicBezTo>
                <a:lnTo>
                  <a:pt x="3171844" y="2638246"/>
                </a:lnTo>
                <a:cubicBezTo>
                  <a:pt x="3171844" y="2656261"/>
                  <a:pt x="3161379" y="2681694"/>
                  <a:pt x="3148529" y="2694410"/>
                </a:cubicBezTo>
                <a:close/>
                <a:moveTo>
                  <a:pt x="2786214" y="2569366"/>
                </a:moveTo>
                <a:cubicBezTo>
                  <a:pt x="2786214" y="2551086"/>
                  <a:pt x="2775086" y="2525786"/>
                  <a:pt x="2762236" y="2512275"/>
                </a:cubicBezTo>
                <a:lnTo>
                  <a:pt x="2630955" y="2382329"/>
                </a:lnTo>
                <a:cubicBezTo>
                  <a:pt x="2617973" y="2369481"/>
                  <a:pt x="2592538" y="2358751"/>
                  <a:pt x="2574257" y="2358751"/>
                </a:cubicBezTo>
                <a:lnTo>
                  <a:pt x="2569090" y="2358751"/>
                </a:lnTo>
                <a:cubicBezTo>
                  <a:pt x="2550809" y="2358751"/>
                  <a:pt x="2525374" y="2369481"/>
                  <a:pt x="2512656" y="2382329"/>
                </a:cubicBezTo>
                <a:lnTo>
                  <a:pt x="2381375" y="2512275"/>
                </a:lnTo>
                <a:cubicBezTo>
                  <a:pt x="2368260" y="2525786"/>
                  <a:pt x="2358192" y="2551086"/>
                  <a:pt x="2358192" y="2569366"/>
                </a:cubicBezTo>
                <a:lnTo>
                  <a:pt x="2358192" y="2574399"/>
                </a:lnTo>
                <a:cubicBezTo>
                  <a:pt x="2358192" y="2592414"/>
                  <a:pt x="2368260" y="2617582"/>
                  <a:pt x="2381375" y="2630696"/>
                </a:cubicBezTo>
                <a:lnTo>
                  <a:pt x="2512656" y="2761038"/>
                </a:lnTo>
                <a:cubicBezTo>
                  <a:pt x="2525506" y="2773887"/>
                  <a:pt x="2550809" y="2784617"/>
                  <a:pt x="2569090" y="2784617"/>
                </a:cubicBezTo>
                <a:lnTo>
                  <a:pt x="2574257" y="2784617"/>
                </a:lnTo>
                <a:cubicBezTo>
                  <a:pt x="2592538" y="2784617"/>
                  <a:pt x="2617973" y="2773887"/>
                  <a:pt x="2630955" y="2761038"/>
                </a:cubicBezTo>
                <a:lnTo>
                  <a:pt x="2762236" y="2630696"/>
                </a:lnTo>
                <a:cubicBezTo>
                  <a:pt x="2775086" y="2617582"/>
                  <a:pt x="2786214" y="2592414"/>
                  <a:pt x="2786214" y="2574399"/>
                </a:cubicBezTo>
                <a:close/>
                <a:moveTo>
                  <a:pt x="736718" y="1222757"/>
                </a:moveTo>
                <a:lnTo>
                  <a:pt x="1827239" y="1849170"/>
                </a:lnTo>
                <a:cubicBezTo>
                  <a:pt x="1883672" y="1881603"/>
                  <a:pt x="1948619" y="1896152"/>
                  <a:pt x="2013497" y="1890895"/>
                </a:cubicBezTo>
                <a:cubicBezTo>
                  <a:pt x="2179486" y="1878709"/>
                  <a:pt x="2310502" y="1740286"/>
                  <a:pt x="2310502" y="1572324"/>
                </a:cubicBezTo>
                <a:lnTo>
                  <a:pt x="2310502" y="319233"/>
                </a:lnTo>
                <a:cubicBezTo>
                  <a:pt x="2310502" y="143059"/>
                  <a:pt x="2166503" y="0"/>
                  <a:pt x="1989651" y="0"/>
                </a:cubicBezTo>
                <a:cubicBezTo>
                  <a:pt x="1812799" y="0"/>
                  <a:pt x="1668536" y="143059"/>
                  <a:pt x="1668536" y="319233"/>
                </a:cubicBezTo>
                <a:lnTo>
                  <a:pt x="1668536" y="1020355"/>
                </a:lnTo>
                <a:lnTo>
                  <a:pt x="1057436" y="669198"/>
                </a:lnTo>
                <a:cubicBezTo>
                  <a:pt x="904297" y="580978"/>
                  <a:pt x="708369" y="633301"/>
                  <a:pt x="619347" y="785897"/>
                </a:cubicBezTo>
                <a:cubicBezTo>
                  <a:pt x="530985" y="938468"/>
                  <a:pt x="583048" y="1133777"/>
                  <a:pt x="735632" y="1222131"/>
                </a:cubicBezTo>
                <a:cubicBezTo>
                  <a:pt x="735994" y="1222340"/>
                  <a:pt x="736356" y="1222549"/>
                  <a:pt x="736718" y="1222757"/>
                </a:cubicBezTo>
                <a:close/>
                <a:moveTo>
                  <a:pt x="3130380" y="1890895"/>
                </a:moveTo>
                <a:cubicBezTo>
                  <a:pt x="3195131" y="1896154"/>
                  <a:pt x="3259952" y="1881602"/>
                  <a:pt x="3316240" y="1849170"/>
                </a:cubicBezTo>
                <a:lnTo>
                  <a:pt x="4406628" y="1222757"/>
                </a:lnTo>
                <a:cubicBezTo>
                  <a:pt x="4559590" y="1135057"/>
                  <a:pt x="4612489" y="939974"/>
                  <a:pt x="4524782" y="787025"/>
                </a:cubicBezTo>
                <a:cubicBezTo>
                  <a:pt x="4524567" y="786649"/>
                  <a:pt x="4524350" y="786273"/>
                  <a:pt x="4524132" y="785897"/>
                </a:cubicBezTo>
                <a:cubicBezTo>
                  <a:pt x="4435640" y="633301"/>
                  <a:pt x="4239447" y="580978"/>
                  <a:pt x="4086043" y="669198"/>
                </a:cubicBezTo>
                <a:lnTo>
                  <a:pt x="3475473" y="1020355"/>
                </a:lnTo>
                <a:lnTo>
                  <a:pt x="3475473" y="319233"/>
                </a:lnTo>
                <a:cubicBezTo>
                  <a:pt x="3475473" y="143059"/>
                  <a:pt x="3331872" y="0"/>
                  <a:pt x="3154225" y="0"/>
                </a:cubicBezTo>
                <a:cubicBezTo>
                  <a:pt x="2976578" y="0"/>
                  <a:pt x="2833507" y="143059"/>
                  <a:pt x="2833507" y="319233"/>
                </a:cubicBezTo>
                <a:lnTo>
                  <a:pt x="2833507" y="1572324"/>
                </a:lnTo>
                <a:cubicBezTo>
                  <a:pt x="2833507" y="1740286"/>
                  <a:pt x="2964126" y="1878709"/>
                  <a:pt x="3130380" y="1890895"/>
                </a:cubicBezTo>
                <a:close/>
                <a:moveTo>
                  <a:pt x="2013497" y="3252605"/>
                </a:moveTo>
                <a:cubicBezTo>
                  <a:pt x="1948600" y="3247084"/>
                  <a:pt x="1883576" y="3261651"/>
                  <a:pt x="1827239" y="3294330"/>
                </a:cubicBezTo>
                <a:lnTo>
                  <a:pt x="736718" y="3920213"/>
                </a:lnTo>
                <a:cubicBezTo>
                  <a:pt x="583314" y="4008566"/>
                  <a:pt x="530854" y="4204477"/>
                  <a:pt x="619347" y="4357471"/>
                </a:cubicBezTo>
                <a:cubicBezTo>
                  <a:pt x="707839" y="4510464"/>
                  <a:pt x="904297" y="4562389"/>
                  <a:pt x="1057436" y="4473772"/>
                </a:cubicBezTo>
                <a:lnTo>
                  <a:pt x="1668536" y="4123013"/>
                </a:lnTo>
                <a:lnTo>
                  <a:pt x="1668536" y="4823869"/>
                </a:lnTo>
                <a:cubicBezTo>
                  <a:pt x="1668536" y="5000441"/>
                  <a:pt x="1812137" y="5143500"/>
                  <a:pt x="1989651" y="5143500"/>
                </a:cubicBezTo>
                <a:cubicBezTo>
                  <a:pt x="2167166" y="5143500"/>
                  <a:pt x="2310502" y="5000441"/>
                  <a:pt x="2310502" y="4823869"/>
                </a:cubicBezTo>
                <a:lnTo>
                  <a:pt x="2310502" y="3570911"/>
                </a:lnTo>
                <a:cubicBezTo>
                  <a:pt x="2310502" y="3402684"/>
                  <a:pt x="2179486" y="3264526"/>
                  <a:pt x="2013497" y="3252605"/>
                </a:cubicBezTo>
                <a:close/>
                <a:moveTo>
                  <a:pt x="1717816" y="2665798"/>
                </a:moveTo>
                <a:cubicBezTo>
                  <a:pt x="1728394" y="2632182"/>
                  <a:pt x="1733318" y="2597044"/>
                  <a:pt x="1732388" y="2561815"/>
                </a:cubicBezTo>
                <a:cubicBezTo>
                  <a:pt x="1731063" y="2536648"/>
                  <a:pt x="1727884" y="2511480"/>
                  <a:pt x="1720730" y="2486312"/>
                </a:cubicBezTo>
                <a:cubicBezTo>
                  <a:pt x="1699137" y="2408292"/>
                  <a:pt x="1648002" y="2338617"/>
                  <a:pt x="1571300" y="2294640"/>
                </a:cubicBezTo>
                <a:lnTo>
                  <a:pt x="481574" y="1668359"/>
                </a:lnTo>
                <a:cubicBezTo>
                  <a:pt x="327773" y="1580272"/>
                  <a:pt x="131580" y="1632594"/>
                  <a:pt x="43352" y="1785456"/>
                </a:cubicBezTo>
                <a:cubicBezTo>
                  <a:pt x="-44875" y="1938317"/>
                  <a:pt x="6790" y="2133168"/>
                  <a:pt x="160591" y="2221521"/>
                </a:cubicBezTo>
                <a:lnTo>
                  <a:pt x="769571" y="2572015"/>
                </a:lnTo>
                <a:lnTo>
                  <a:pt x="160591" y="2921450"/>
                </a:lnTo>
                <a:cubicBezTo>
                  <a:pt x="6790" y="3010067"/>
                  <a:pt x="-45670" y="3205051"/>
                  <a:pt x="43352" y="3358310"/>
                </a:cubicBezTo>
                <a:cubicBezTo>
                  <a:pt x="132374" y="3511568"/>
                  <a:pt x="327773" y="3562963"/>
                  <a:pt x="481574" y="3474876"/>
                </a:cubicBezTo>
                <a:lnTo>
                  <a:pt x="1571300" y="2848198"/>
                </a:lnTo>
                <a:cubicBezTo>
                  <a:pt x="1641515" y="2808189"/>
                  <a:pt x="1693892" y="2742984"/>
                  <a:pt x="1717816" y="2665798"/>
                </a:cubicBezTo>
                <a:close/>
                <a:moveTo>
                  <a:pt x="5160799" y="588131"/>
                </a:moveTo>
                <a:lnTo>
                  <a:pt x="5112049" y="588131"/>
                </a:lnTo>
                <a:lnTo>
                  <a:pt x="5112049" y="648137"/>
                </a:lnTo>
                <a:lnTo>
                  <a:pt x="5160799" y="648137"/>
                </a:lnTo>
                <a:cubicBezTo>
                  <a:pt x="5183452" y="648137"/>
                  <a:pt x="5198157" y="637937"/>
                  <a:pt x="5198157" y="618730"/>
                </a:cubicBezTo>
                <a:cubicBezTo>
                  <a:pt x="5198157" y="599523"/>
                  <a:pt x="5184512" y="588131"/>
                  <a:pt x="5160799" y="588131"/>
                </a:cubicBezTo>
                <a:close/>
                <a:moveTo>
                  <a:pt x="5052039" y="532630"/>
                </a:moveTo>
                <a:lnTo>
                  <a:pt x="5161859" y="532630"/>
                </a:lnTo>
                <a:cubicBezTo>
                  <a:pt x="5222002" y="532630"/>
                  <a:pt x="5261612" y="565480"/>
                  <a:pt x="5261612" y="616346"/>
                </a:cubicBezTo>
                <a:cubicBezTo>
                  <a:pt x="5261612" y="648137"/>
                  <a:pt x="5245715" y="671847"/>
                  <a:pt x="5222002" y="686683"/>
                </a:cubicBezTo>
                <a:lnTo>
                  <a:pt x="5265056" y="748940"/>
                </a:lnTo>
                <a:lnTo>
                  <a:pt x="5265056" y="761392"/>
                </a:lnTo>
                <a:lnTo>
                  <a:pt x="5202661" y="761392"/>
                </a:lnTo>
                <a:lnTo>
                  <a:pt x="5160799" y="701386"/>
                </a:lnTo>
                <a:lnTo>
                  <a:pt x="5112049" y="701386"/>
                </a:lnTo>
                <a:lnTo>
                  <a:pt x="5112049" y="761392"/>
                </a:lnTo>
                <a:lnTo>
                  <a:pt x="5052039" y="761392"/>
                </a:lnTo>
                <a:close/>
                <a:moveTo>
                  <a:pt x="5358979" y="651581"/>
                </a:moveTo>
                <a:cubicBezTo>
                  <a:pt x="5358979" y="529186"/>
                  <a:pt x="5277508" y="436330"/>
                  <a:pt x="5152851" y="436330"/>
                </a:cubicBezTo>
                <a:cubicBezTo>
                  <a:pt x="5030445" y="436330"/>
                  <a:pt x="4948842" y="524682"/>
                  <a:pt x="4948842" y="651581"/>
                </a:cubicBezTo>
                <a:cubicBezTo>
                  <a:pt x="4948842" y="772783"/>
                  <a:pt x="5030445" y="866699"/>
                  <a:pt x="5152851" y="866699"/>
                </a:cubicBezTo>
                <a:cubicBezTo>
                  <a:pt x="5277508" y="866699"/>
                  <a:pt x="5358979" y="773843"/>
                  <a:pt x="5358979" y="651581"/>
                </a:cubicBezTo>
                <a:close/>
                <a:moveTo>
                  <a:pt x="5409982" y="651581"/>
                </a:moveTo>
                <a:cubicBezTo>
                  <a:pt x="5409982" y="795434"/>
                  <a:pt x="5313674" y="915445"/>
                  <a:pt x="5152851" y="915445"/>
                </a:cubicBezTo>
                <a:cubicBezTo>
                  <a:pt x="4992028" y="915445"/>
                  <a:pt x="4897972" y="794242"/>
                  <a:pt x="4897972" y="651581"/>
                </a:cubicBezTo>
                <a:cubicBezTo>
                  <a:pt x="4897972" y="508919"/>
                  <a:pt x="4993088" y="387584"/>
                  <a:pt x="5152851" y="387584"/>
                </a:cubicBezTo>
                <a:cubicBezTo>
                  <a:pt x="5312614" y="387584"/>
                  <a:pt x="5409982" y="507594"/>
                  <a:pt x="5409982" y="65158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16" name="Google Shape;216;p24"/>
          <p:cNvGrpSpPr/>
          <p:nvPr/>
        </p:nvGrpSpPr>
        <p:grpSpPr>
          <a:xfrm rot="-5400000">
            <a:off x="5223451" y="1196298"/>
            <a:ext cx="5164226" cy="2747927"/>
            <a:chOff x="1155183" y="3814094"/>
            <a:chExt cx="3118306" cy="1659276"/>
          </a:xfrm>
        </p:grpSpPr>
        <p:pic>
          <p:nvPicPr>
            <p:cNvPr id="217" name="Google Shape;217;p24"/>
            <p:cNvPicPr preferRelativeResize="0"/>
            <p:nvPr/>
          </p:nvPicPr>
          <p:blipFill rotWithShape="1">
            <a:blip r:embed="rId2">
              <a:alphaModFix amt="58000"/>
            </a:blip>
            <a:srcRect b="10228" l="37919" r="0" t="24706"/>
            <a:stretch/>
          </p:blipFill>
          <p:spPr>
            <a:xfrm>
              <a:off x="1155183" y="3814094"/>
              <a:ext cx="1891297" cy="165213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8" name="Google Shape;218;p24"/>
            <p:cNvPicPr preferRelativeResize="0"/>
            <p:nvPr/>
          </p:nvPicPr>
          <p:blipFill rotWithShape="1">
            <a:blip r:embed="rId3">
              <a:alphaModFix amt="58000"/>
            </a:blip>
            <a:srcRect b="9950" l="0" r="59873" t="25270"/>
            <a:stretch/>
          </p:blipFill>
          <p:spPr>
            <a:xfrm>
              <a:off x="3051053" y="3828390"/>
              <a:ext cx="1222436" cy="164498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19" name="Google Shape;219;p24"/>
          <p:cNvSpPr txBox="1"/>
          <p:nvPr>
            <p:ph idx="1" type="body"/>
          </p:nvPr>
        </p:nvSpPr>
        <p:spPr>
          <a:xfrm>
            <a:off x="365760" y="1214450"/>
            <a:ext cx="7484400" cy="271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b="1" sz="4000">
                <a:solidFill>
                  <a:schemeClr val="lt1"/>
                </a:solidFill>
              </a:defRPr>
            </a:lvl1pPr>
            <a:lvl2pPr indent="-342900" lvl="1" marL="914400" rtl="0">
              <a:lnSpc>
                <a:spcPct val="74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2pPr>
            <a:lvl3pPr indent="-342900" lvl="2" marL="1371600" rtl="0">
              <a:lnSpc>
                <a:spcPct val="74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3pPr>
            <a:lvl4pPr indent="-342900" lvl="3" marL="1828800" rtl="0">
              <a:lnSpc>
                <a:spcPct val="74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4pPr>
            <a:lvl5pPr indent="-342900" lvl="4" marL="2286000" rtl="0">
              <a:lnSpc>
                <a:spcPct val="74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5pPr>
            <a:lvl6pPr indent="-342900" lvl="5" marL="2743200" rtl="0">
              <a:lnSpc>
                <a:spcPct val="74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indent="-342900" lvl="6" marL="3200400" rtl="0">
              <a:lnSpc>
                <a:spcPct val="74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indent="-342900" lvl="7" marL="3657600" rtl="0">
              <a:lnSpc>
                <a:spcPct val="74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indent="-342900" lvl="8" marL="4114800" rtl="0">
              <a:lnSpc>
                <a:spcPct val="74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- Dark Blue">
  <p:cSld name="Quote - Violet_1_1_1">
    <p:bg>
      <p:bgPr>
        <a:solidFill>
          <a:schemeClr val="dk2"/>
        </a:solidFill>
      </p:bgPr>
    </p:bg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5"/>
          <p:cNvSpPr txBox="1"/>
          <p:nvPr>
            <p:ph idx="1" type="body"/>
          </p:nvPr>
        </p:nvSpPr>
        <p:spPr>
          <a:xfrm>
            <a:off x="365750" y="1331975"/>
            <a:ext cx="7484400" cy="259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b="1" sz="4200" cap="none">
                <a:solidFill>
                  <a:schemeClr val="lt1"/>
                </a:solidFill>
              </a:defRPr>
            </a:lvl1pPr>
            <a:lvl2pPr indent="-342900" lvl="1" marL="9144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2pPr>
            <a:lvl3pPr indent="-342900" lvl="2" marL="13716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3pPr>
            <a:lvl4pPr indent="-342900" lvl="3" marL="18288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4pPr>
            <a:lvl5pPr indent="-342900" lvl="4" marL="22860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5pPr>
            <a:lvl6pPr indent="-342900" lvl="5" marL="27432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indent="-342900" lvl="6" marL="32004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indent="-342900" lvl="7" marL="36576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indent="-342900" lvl="8" marL="4114800" rtl="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2" name="Google Shape;222;p25"/>
          <p:cNvSpPr/>
          <p:nvPr/>
        </p:nvSpPr>
        <p:spPr>
          <a:xfrm>
            <a:off x="660652" y="4866916"/>
            <a:ext cx="17085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 xml:space="preserve">© </a:t>
            </a:r>
            <a:r>
              <a:rPr lang="en" sz="600">
                <a:solidFill>
                  <a:schemeClr val="lt1"/>
                </a:solidFill>
              </a:rPr>
              <a:t>2026</a:t>
            </a:r>
            <a:r>
              <a:rPr b="0" i="0" lang="en" sz="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 xml:space="preserve"> Snowflake Inc. All Rights Reserved</a:t>
            </a:r>
            <a:endParaRPr sz="6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25"/>
          <p:cNvSpPr/>
          <p:nvPr/>
        </p:nvSpPr>
        <p:spPr>
          <a:xfrm>
            <a:off x="457195" y="4846320"/>
            <a:ext cx="135250" cy="128588"/>
          </a:xfrm>
          <a:custGeom>
            <a:rect b="b" l="l" r="r" t="t"/>
            <a:pathLst>
              <a:path extrusionOk="0" h="5143500" w="5409981">
                <a:moveTo>
                  <a:pt x="4983153" y="2221521"/>
                </a:moveTo>
                <a:lnTo>
                  <a:pt x="4374172" y="2572015"/>
                </a:lnTo>
                <a:lnTo>
                  <a:pt x="4983153" y="2921450"/>
                </a:lnTo>
                <a:cubicBezTo>
                  <a:pt x="5136954" y="3010067"/>
                  <a:pt x="5189546" y="3205051"/>
                  <a:pt x="5100656" y="3358310"/>
                </a:cubicBezTo>
                <a:cubicBezTo>
                  <a:pt x="5011767" y="3511568"/>
                  <a:pt x="4815574" y="3562963"/>
                  <a:pt x="4662302" y="3474876"/>
                </a:cubicBezTo>
                <a:lnTo>
                  <a:pt x="3571781" y="2848198"/>
                </a:lnTo>
                <a:cubicBezTo>
                  <a:pt x="3499053" y="2805943"/>
                  <a:pt x="3448581" y="2739977"/>
                  <a:pt x="3426193" y="2665798"/>
                </a:cubicBezTo>
                <a:cubicBezTo>
                  <a:pt x="3407864" y="2607519"/>
                  <a:pt x="3406806" y="2545180"/>
                  <a:pt x="3423146" y="2486312"/>
                </a:cubicBezTo>
                <a:cubicBezTo>
                  <a:pt x="3445647" y="2405409"/>
                  <a:pt x="3499023" y="2336577"/>
                  <a:pt x="3571781" y="2294640"/>
                </a:cubicBezTo>
                <a:lnTo>
                  <a:pt x="4662302" y="1668359"/>
                </a:lnTo>
                <a:cubicBezTo>
                  <a:pt x="4815574" y="1580272"/>
                  <a:pt x="5011899" y="1632594"/>
                  <a:pt x="5100656" y="1785456"/>
                </a:cubicBezTo>
                <a:cubicBezTo>
                  <a:pt x="5189414" y="1938317"/>
                  <a:pt x="5136954" y="2133168"/>
                  <a:pt x="4983153" y="2221521"/>
                </a:cubicBezTo>
                <a:close/>
                <a:moveTo>
                  <a:pt x="4406628" y="3920213"/>
                </a:moveTo>
                <a:lnTo>
                  <a:pt x="3316240" y="3294330"/>
                </a:lnTo>
                <a:cubicBezTo>
                  <a:pt x="3260045" y="3261658"/>
                  <a:pt x="3195149" y="3247089"/>
                  <a:pt x="3130380" y="3252605"/>
                </a:cubicBezTo>
                <a:cubicBezTo>
                  <a:pt x="2964126" y="3264526"/>
                  <a:pt x="2833507" y="3402684"/>
                  <a:pt x="2833507" y="3570911"/>
                </a:cubicBezTo>
                <a:lnTo>
                  <a:pt x="2833507" y="4823869"/>
                </a:lnTo>
                <a:cubicBezTo>
                  <a:pt x="2833507" y="5000441"/>
                  <a:pt x="2976578" y="5143500"/>
                  <a:pt x="3154225" y="5143500"/>
                </a:cubicBezTo>
                <a:cubicBezTo>
                  <a:pt x="3331872" y="5143500"/>
                  <a:pt x="3475473" y="5000441"/>
                  <a:pt x="3475473" y="4823869"/>
                </a:cubicBezTo>
                <a:lnTo>
                  <a:pt x="3475473" y="4123013"/>
                </a:lnTo>
                <a:lnTo>
                  <a:pt x="4086043" y="4473772"/>
                </a:lnTo>
                <a:cubicBezTo>
                  <a:pt x="4239447" y="4562389"/>
                  <a:pt x="4435640" y="4509934"/>
                  <a:pt x="4524132" y="4357471"/>
                </a:cubicBezTo>
                <a:cubicBezTo>
                  <a:pt x="4612625" y="4205007"/>
                  <a:pt x="4560298" y="4008566"/>
                  <a:pt x="4406628" y="3920213"/>
                </a:cubicBezTo>
                <a:close/>
                <a:moveTo>
                  <a:pt x="3148529" y="2694410"/>
                </a:moveTo>
                <a:lnTo>
                  <a:pt x="2695205" y="3144913"/>
                </a:lnTo>
                <a:cubicBezTo>
                  <a:pt x="2682222" y="3158159"/>
                  <a:pt x="2657185" y="3169021"/>
                  <a:pt x="2638374" y="3169021"/>
                </a:cubicBezTo>
                <a:lnTo>
                  <a:pt x="2504973" y="3169021"/>
                </a:lnTo>
                <a:cubicBezTo>
                  <a:pt x="2486692" y="3169021"/>
                  <a:pt x="2461257" y="3158159"/>
                  <a:pt x="2448142" y="3144913"/>
                </a:cubicBezTo>
                <a:lnTo>
                  <a:pt x="1995083" y="2694410"/>
                </a:lnTo>
                <a:cubicBezTo>
                  <a:pt x="1982100" y="2681694"/>
                  <a:pt x="1971635" y="2656261"/>
                  <a:pt x="1971635" y="2638246"/>
                </a:cubicBezTo>
                <a:lnTo>
                  <a:pt x="1971635" y="2505387"/>
                </a:lnTo>
                <a:cubicBezTo>
                  <a:pt x="1971635" y="2486974"/>
                  <a:pt x="1982100" y="2461409"/>
                  <a:pt x="1995083" y="2448560"/>
                </a:cubicBezTo>
                <a:lnTo>
                  <a:pt x="2448142" y="1998057"/>
                </a:lnTo>
                <a:cubicBezTo>
                  <a:pt x="2461257" y="1984811"/>
                  <a:pt x="2486692" y="1974346"/>
                  <a:pt x="2504973" y="1974346"/>
                </a:cubicBezTo>
                <a:lnTo>
                  <a:pt x="2638374" y="1974346"/>
                </a:lnTo>
                <a:cubicBezTo>
                  <a:pt x="2656787" y="1974346"/>
                  <a:pt x="2682222" y="1984811"/>
                  <a:pt x="2695205" y="1998057"/>
                </a:cubicBezTo>
                <a:lnTo>
                  <a:pt x="3148529" y="2448560"/>
                </a:lnTo>
                <a:cubicBezTo>
                  <a:pt x="3161379" y="2461409"/>
                  <a:pt x="3171844" y="2486974"/>
                  <a:pt x="3171844" y="2505387"/>
                </a:cubicBezTo>
                <a:lnTo>
                  <a:pt x="3171844" y="2638246"/>
                </a:lnTo>
                <a:cubicBezTo>
                  <a:pt x="3171844" y="2656261"/>
                  <a:pt x="3161379" y="2681694"/>
                  <a:pt x="3148529" y="2694410"/>
                </a:cubicBezTo>
                <a:close/>
                <a:moveTo>
                  <a:pt x="2786214" y="2569366"/>
                </a:moveTo>
                <a:cubicBezTo>
                  <a:pt x="2786214" y="2551086"/>
                  <a:pt x="2775086" y="2525786"/>
                  <a:pt x="2762236" y="2512275"/>
                </a:cubicBezTo>
                <a:lnTo>
                  <a:pt x="2630955" y="2382329"/>
                </a:lnTo>
                <a:cubicBezTo>
                  <a:pt x="2617973" y="2369481"/>
                  <a:pt x="2592538" y="2358751"/>
                  <a:pt x="2574257" y="2358751"/>
                </a:cubicBezTo>
                <a:lnTo>
                  <a:pt x="2569090" y="2358751"/>
                </a:lnTo>
                <a:cubicBezTo>
                  <a:pt x="2550809" y="2358751"/>
                  <a:pt x="2525374" y="2369481"/>
                  <a:pt x="2512656" y="2382329"/>
                </a:cubicBezTo>
                <a:lnTo>
                  <a:pt x="2381375" y="2512275"/>
                </a:lnTo>
                <a:cubicBezTo>
                  <a:pt x="2368260" y="2525786"/>
                  <a:pt x="2358192" y="2551086"/>
                  <a:pt x="2358192" y="2569366"/>
                </a:cubicBezTo>
                <a:lnTo>
                  <a:pt x="2358192" y="2574399"/>
                </a:lnTo>
                <a:cubicBezTo>
                  <a:pt x="2358192" y="2592414"/>
                  <a:pt x="2368260" y="2617582"/>
                  <a:pt x="2381375" y="2630696"/>
                </a:cubicBezTo>
                <a:lnTo>
                  <a:pt x="2512656" y="2761038"/>
                </a:lnTo>
                <a:cubicBezTo>
                  <a:pt x="2525506" y="2773887"/>
                  <a:pt x="2550809" y="2784617"/>
                  <a:pt x="2569090" y="2784617"/>
                </a:cubicBezTo>
                <a:lnTo>
                  <a:pt x="2574257" y="2784617"/>
                </a:lnTo>
                <a:cubicBezTo>
                  <a:pt x="2592538" y="2784617"/>
                  <a:pt x="2617973" y="2773887"/>
                  <a:pt x="2630955" y="2761038"/>
                </a:cubicBezTo>
                <a:lnTo>
                  <a:pt x="2762236" y="2630696"/>
                </a:lnTo>
                <a:cubicBezTo>
                  <a:pt x="2775086" y="2617582"/>
                  <a:pt x="2786214" y="2592414"/>
                  <a:pt x="2786214" y="2574399"/>
                </a:cubicBezTo>
                <a:close/>
                <a:moveTo>
                  <a:pt x="736718" y="1222757"/>
                </a:moveTo>
                <a:lnTo>
                  <a:pt x="1827239" y="1849170"/>
                </a:lnTo>
                <a:cubicBezTo>
                  <a:pt x="1883672" y="1881603"/>
                  <a:pt x="1948619" y="1896152"/>
                  <a:pt x="2013497" y="1890895"/>
                </a:cubicBezTo>
                <a:cubicBezTo>
                  <a:pt x="2179486" y="1878709"/>
                  <a:pt x="2310502" y="1740286"/>
                  <a:pt x="2310502" y="1572324"/>
                </a:cubicBezTo>
                <a:lnTo>
                  <a:pt x="2310502" y="319233"/>
                </a:lnTo>
                <a:cubicBezTo>
                  <a:pt x="2310502" y="143059"/>
                  <a:pt x="2166503" y="0"/>
                  <a:pt x="1989651" y="0"/>
                </a:cubicBezTo>
                <a:cubicBezTo>
                  <a:pt x="1812799" y="0"/>
                  <a:pt x="1668536" y="143059"/>
                  <a:pt x="1668536" y="319233"/>
                </a:cubicBezTo>
                <a:lnTo>
                  <a:pt x="1668536" y="1020355"/>
                </a:lnTo>
                <a:lnTo>
                  <a:pt x="1057436" y="669198"/>
                </a:lnTo>
                <a:cubicBezTo>
                  <a:pt x="904297" y="580978"/>
                  <a:pt x="708369" y="633301"/>
                  <a:pt x="619347" y="785897"/>
                </a:cubicBezTo>
                <a:cubicBezTo>
                  <a:pt x="530985" y="938468"/>
                  <a:pt x="583048" y="1133777"/>
                  <a:pt x="735632" y="1222131"/>
                </a:cubicBezTo>
                <a:cubicBezTo>
                  <a:pt x="735994" y="1222340"/>
                  <a:pt x="736356" y="1222549"/>
                  <a:pt x="736718" y="1222757"/>
                </a:cubicBezTo>
                <a:close/>
                <a:moveTo>
                  <a:pt x="3130380" y="1890895"/>
                </a:moveTo>
                <a:cubicBezTo>
                  <a:pt x="3195131" y="1896154"/>
                  <a:pt x="3259952" y="1881602"/>
                  <a:pt x="3316240" y="1849170"/>
                </a:cubicBezTo>
                <a:lnTo>
                  <a:pt x="4406628" y="1222757"/>
                </a:lnTo>
                <a:cubicBezTo>
                  <a:pt x="4559590" y="1135057"/>
                  <a:pt x="4612489" y="939974"/>
                  <a:pt x="4524782" y="787025"/>
                </a:cubicBezTo>
                <a:cubicBezTo>
                  <a:pt x="4524567" y="786649"/>
                  <a:pt x="4524350" y="786273"/>
                  <a:pt x="4524132" y="785897"/>
                </a:cubicBezTo>
                <a:cubicBezTo>
                  <a:pt x="4435640" y="633301"/>
                  <a:pt x="4239447" y="580978"/>
                  <a:pt x="4086043" y="669198"/>
                </a:cubicBezTo>
                <a:lnTo>
                  <a:pt x="3475473" y="1020355"/>
                </a:lnTo>
                <a:lnTo>
                  <a:pt x="3475473" y="319233"/>
                </a:lnTo>
                <a:cubicBezTo>
                  <a:pt x="3475473" y="143059"/>
                  <a:pt x="3331872" y="0"/>
                  <a:pt x="3154225" y="0"/>
                </a:cubicBezTo>
                <a:cubicBezTo>
                  <a:pt x="2976578" y="0"/>
                  <a:pt x="2833507" y="143059"/>
                  <a:pt x="2833507" y="319233"/>
                </a:cubicBezTo>
                <a:lnTo>
                  <a:pt x="2833507" y="1572324"/>
                </a:lnTo>
                <a:cubicBezTo>
                  <a:pt x="2833507" y="1740286"/>
                  <a:pt x="2964126" y="1878709"/>
                  <a:pt x="3130380" y="1890895"/>
                </a:cubicBezTo>
                <a:close/>
                <a:moveTo>
                  <a:pt x="2013497" y="3252605"/>
                </a:moveTo>
                <a:cubicBezTo>
                  <a:pt x="1948600" y="3247084"/>
                  <a:pt x="1883576" y="3261651"/>
                  <a:pt x="1827239" y="3294330"/>
                </a:cubicBezTo>
                <a:lnTo>
                  <a:pt x="736718" y="3920213"/>
                </a:lnTo>
                <a:cubicBezTo>
                  <a:pt x="583314" y="4008566"/>
                  <a:pt x="530854" y="4204477"/>
                  <a:pt x="619347" y="4357471"/>
                </a:cubicBezTo>
                <a:cubicBezTo>
                  <a:pt x="707839" y="4510464"/>
                  <a:pt x="904297" y="4562389"/>
                  <a:pt x="1057436" y="4473772"/>
                </a:cubicBezTo>
                <a:lnTo>
                  <a:pt x="1668536" y="4123013"/>
                </a:lnTo>
                <a:lnTo>
                  <a:pt x="1668536" y="4823869"/>
                </a:lnTo>
                <a:cubicBezTo>
                  <a:pt x="1668536" y="5000441"/>
                  <a:pt x="1812137" y="5143500"/>
                  <a:pt x="1989651" y="5143500"/>
                </a:cubicBezTo>
                <a:cubicBezTo>
                  <a:pt x="2167166" y="5143500"/>
                  <a:pt x="2310502" y="5000441"/>
                  <a:pt x="2310502" y="4823869"/>
                </a:cubicBezTo>
                <a:lnTo>
                  <a:pt x="2310502" y="3570911"/>
                </a:lnTo>
                <a:cubicBezTo>
                  <a:pt x="2310502" y="3402684"/>
                  <a:pt x="2179486" y="3264526"/>
                  <a:pt x="2013497" y="3252605"/>
                </a:cubicBezTo>
                <a:close/>
                <a:moveTo>
                  <a:pt x="1717816" y="2665798"/>
                </a:moveTo>
                <a:cubicBezTo>
                  <a:pt x="1728394" y="2632182"/>
                  <a:pt x="1733318" y="2597044"/>
                  <a:pt x="1732388" y="2561815"/>
                </a:cubicBezTo>
                <a:cubicBezTo>
                  <a:pt x="1731063" y="2536648"/>
                  <a:pt x="1727884" y="2511480"/>
                  <a:pt x="1720730" y="2486312"/>
                </a:cubicBezTo>
                <a:cubicBezTo>
                  <a:pt x="1699137" y="2408292"/>
                  <a:pt x="1648002" y="2338617"/>
                  <a:pt x="1571300" y="2294640"/>
                </a:cubicBezTo>
                <a:lnTo>
                  <a:pt x="481574" y="1668359"/>
                </a:lnTo>
                <a:cubicBezTo>
                  <a:pt x="327773" y="1580272"/>
                  <a:pt x="131580" y="1632594"/>
                  <a:pt x="43352" y="1785456"/>
                </a:cubicBezTo>
                <a:cubicBezTo>
                  <a:pt x="-44875" y="1938317"/>
                  <a:pt x="6790" y="2133168"/>
                  <a:pt x="160591" y="2221521"/>
                </a:cubicBezTo>
                <a:lnTo>
                  <a:pt x="769571" y="2572015"/>
                </a:lnTo>
                <a:lnTo>
                  <a:pt x="160591" y="2921450"/>
                </a:lnTo>
                <a:cubicBezTo>
                  <a:pt x="6790" y="3010067"/>
                  <a:pt x="-45670" y="3205051"/>
                  <a:pt x="43352" y="3358310"/>
                </a:cubicBezTo>
                <a:cubicBezTo>
                  <a:pt x="132374" y="3511568"/>
                  <a:pt x="327773" y="3562963"/>
                  <a:pt x="481574" y="3474876"/>
                </a:cubicBezTo>
                <a:lnTo>
                  <a:pt x="1571300" y="2848198"/>
                </a:lnTo>
                <a:cubicBezTo>
                  <a:pt x="1641515" y="2808189"/>
                  <a:pt x="1693892" y="2742984"/>
                  <a:pt x="1717816" y="2665798"/>
                </a:cubicBezTo>
                <a:close/>
                <a:moveTo>
                  <a:pt x="5160799" y="588131"/>
                </a:moveTo>
                <a:lnTo>
                  <a:pt x="5112049" y="588131"/>
                </a:lnTo>
                <a:lnTo>
                  <a:pt x="5112049" y="648137"/>
                </a:lnTo>
                <a:lnTo>
                  <a:pt x="5160799" y="648137"/>
                </a:lnTo>
                <a:cubicBezTo>
                  <a:pt x="5183452" y="648137"/>
                  <a:pt x="5198157" y="637937"/>
                  <a:pt x="5198157" y="618730"/>
                </a:cubicBezTo>
                <a:cubicBezTo>
                  <a:pt x="5198157" y="599523"/>
                  <a:pt x="5184512" y="588131"/>
                  <a:pt x="5160799" y="588131"/>
                </a:cubicBezTo>
                <a:close/>
                <a:moveTo>
                  <a:pt x="5052039" y="532630"/>
                </a:moveTo>
                <a:lnTo>
                  <a:pt x="5161859" y="532630"/>
                </a:lnTo>
                <a:cubicBezTo>
                  <a:pt x="5222002" y="532630"/>
                  <a:pt x="5261612" y="565480"/>
                  <a:pt x="5261612" y="616346"/>
                </a:cubicBezTo>
                <a:cubicBezTo>
                  <a:pt x="5261612" y="648137"/>
                  <a:pt x="5245715" y="671847"/>
                  <a:pt x="5222002" y="686683"/>
                </a:cubicBezTo>
                <a:lnTo>
                  <a:pt x="5265056" y="748940"/>
                </a:lnTo>
                <a:lnTo>
                  <a:pt x="5265056" y="761392"/>
                </a:lnTo>
                <a:lnTo>
                  <a:pt x="5202661" y="761392"/>
                </a:lnTo>
                <a:lnTo>
                  <a:pt x="5160799" y="701386"/>
                </a:lnTo>
                <a:lnTo>
                  <a:pt x="5112049" y="701386"/>
                </a:lnTo>
                <a:lnTo>
                  <a:pt x="5112049" y="761392"/>
                </a:lnTo>
                <a:lnTo>
                  <a:pt x="5052039" y="761392"/>
                </a:lnTo>
                <a:close/>
                <a:moveTo>
                  <a:pt x="5358979" y="651581"/>
                </a:moveTo>
                <a:cubicBezTo>
                  <a:pt x="5358979" y="529186"/>
                  <a:pt x="5277508" y="436330"/>
                  <a:pt x="5152851" y="436330"/>
                </a:cubicBezTo>
                <a:cubicBezTo>
                  <a:pt x="5030445" y="436330"/>
                  <a:pt x="4948842" y="524682"/>
                  <a:pt x="4948842" y="651581"/>
                </a:cubicBezTo>
                <a:cubicBezTo>
                  <a:pt x="4948842" y="772783"/>
                  <a:pt x="5030445" y="866699"/>
                  <a:pt x="5152851" y="866699"/>
                </a:cubicBezTo>
                <a:cubicBezTo>
                  <a:pt x="5277508" y="866699"/>
                  <a:pt x="5358979" y="773843"/>
                  <a:pt x="5358979" y="651581"/>
                </a:cubicBezTo>
                <a:close/>
                <a:moveTo>
                  <a:pt x="5409982" y="651581"/>
                </a:moveTo>
                <a:cubicBezTo>
                  <a:pt x="5409982" y="795434"/>
                  <a:pt x="5313674" y="915445"/>
                  <a:pt x="5152851" y="915445"/>
                </a:cubicBezTo>
                <a:cubicBezTo>
                  <a:pt x="4992028" y="915445"/>
                  <a:pt x="4897972" y="794242"/>
                  <a:pt x="4897972" y="651581"/>
                </a:cubicBezTo>
                <a:cubicBezTo>
                  <a:pt x="4897972" y="508919"/>
                  <a:pt x="4993088" y="387584"/>
                  <a:pt x="5152851" y="387584"/>
                </a:cubicBezTo>
                <a:cubicBezTo>
                  <a:pt x="5312614" y="387584"/>
                  <a:pt x="5409982" y="507594"/>
                  <a:pt x="5409982" y="65158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25"/>
          <p:cNvSpPr txBox="1"/>
          <p:nvPr>
            <p:ph idx="12" type="sldNum"/>
          </p:nvPr>
        </p:nvSpPr>
        <p:spPr>
          <a:xfrm>
            <a:off x="8229600" y="4866905"/>
            <a:ext cx="473700" cy="9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indent="0" lvl="0" marL="0" marR="0" rtl="0" algn="r">
              <a:spcBef>
                <a:spcPts val="0"/>
              </a:spcBef>
              <a:buNone/>
              <a:defRPr i="0" sz="600">
                <a:solidFill>
                  <a:srgbClr val="FFFFFF"/>
                </a:solidFill>
              </a:defRPr>
            </a:lvl1pPr>
            <a:lvl2pPr indent="0" lvl="1" marL="0" marR="0" rtl="0" algn="r">
              <a:spcBef>
                <a:spcPts val="0"/>
              </a:spcBef>
              <a:buNone/>
              <a:defRPr i="0" sz="600">
                <a:solidFill>
                  <a:srgbClr val="FFFFFF"/>
                </a:solidFill>
              </a:defRPr>
            </a:lvl2pPr>
            <a:lvl3pPr indent="0" lvl="2" marL="0" marR="0" rtl="0" algn="r">
              <a:spcBef>
                <a:spcPts val="0"/>
              </a:spcBef>
              <a:buNone/>
              <a:defRPr i="0" sz="600">
                <a:solidFill>
                  <a:srgbClr val="FFFFFF"/>
                </a:solidFill>
              </a:defRPr>
            </a:lvl3pPr>
            <a:lvl4pPr indent="0" lvl="3" marL="0" marR="0" rtl="0" algn="r">
              <a:spcBef>
                <a:spcPts val="0"/>
              </a:spcBef>
              <a:buNone/>
              <a:defRPr i="0" sz="600">
                <a:solidFill>
                  <a:srgbClr val="FFFFFF"/>
                </a:solidFill>
              </a:defRPr>
            </a:lvl4pPr>
            <a:lvl5pPr indent="0" lvl="4" marL="0" marR="0" rtl="0" algn="r">
              <a:spcBef>
                <a:spcPts val="0"/>
              </a:spcBef>
              <a:buNone/>
              <a:defRPr i="0" sz="600">
                <a:solidFill>
                  <a:srgbClr val="FFFFFF"/>
                </a:solidFill>
              </a:defRPr>
            </a:lvl5pPr>
            <a:lvl6pPr indent="0" lvl="5" marL="0" marR="0" rtl="0" algn="r">
              <a:spcBef>
                <a:spcPts val="0"/>
              </a:spcBef>
              <a:buNone/>
              <a:defRPr i="0" sz="600">
                <a:solidFill>
                  <a:srgbClr val="FFFFFF"/>
                </a:solidFill>
              </a:defRPr>
            </a:lvl6pPr>
            <a:lvl7pPr indent="0" lvl="6" marL="0" marR="0" rtl="0" algn="r">
              <a:spcBef>
                <a:spcPts val="0"/>
              </a:spcBef>
              <a:buNone/>
              <a:defRPr i="0" sz="600">
                <a:solidFill>
                  <a:srgbClr val="FFFFFF"/>
                </a:solidFill>
              </a:defRPr>
            </a:lvl7pPr>
            <a:lvl8pPr indent="0" lvl="7" marL="0" marR="0" rtl="0" algn="r">
              <a:spcBef>
                <a:spcPts val="0"/>
              </a:spcBef>
              <a:buNone/>
              <a:defRPr i="0" sz="600">
                <a:solidFill>
                  <a:srgbClr val="FFFFFF"/>
                </a:solidFill>
              </a:defRPr>
            </a:lvl8pPr>
            <a:lvl9pPr indent="0" lvl="8" marL="0" marR="0" rtl="0" algn="r">
              <a:spcBef>
                <a:spcPts val="0"/>
              </a:spcBef>
              <a:buNone/>
              <a:defRPr i="0" sz="600">
                <a:solidFill>
                  <a:srgbClr val="FFFFFF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225" name="Google Shape;225;p25"/>
          <p:cNvGrpSpPr/>
          <p:nvPr/>
        </p:nvGrpSpPr>
        <p:grpSpPr>
          <a:xfrm>
            <a:off x="457209" y="474129"/>
            <a:ext cx="1177786" cy="857849"/>
            <a:chOff x="865451" y="2114550"/>
            <a:chExt cx="3399093" cy="2475755"/>
          </a:xfrm>
        </p:grpSpPr>
        <p:sp>
          <p:nvSpPr>
            <p:cNvPr id="226" name="Google Shape;226;p25"/>
            <p:cNvSpPr/>
            <p:nvPr/>
          </p:nvSpPr>
          <p:spPr>
            <a:xfrm>
              <a:off x="865451" y="2114550"/>
              <a:ext cx="1571381" cy="2475755"/>
            </a:xfrm>
            <a:custGeom>
              <a:rect b="b" l="l" r="r" t="t"/>
              <a:pathLst>
                <a:path extrusionOk="0" h="5757569" w="3654375">
                  <a:moveTo>
                    <a:pt x="3448790" y="0"/>
                  </a:moveTo>
                  <a:lnTo>
                    <a:pt x="3458290" y="1432474"/>
                  </a:lnTo>
                  <a:cubicBezTo>
                    <a:pt x="2772941" y="1684660"/>
                    <a:pt x="2415542" y="1991333"/>
                    <a:pt x="2248907" y="2449965"/>
                  </a:cubicBezTo>
                  <a:cubicBezTo>
                    <a:pt x="3226484" y="2526039"/>
                    <a:pt x="3654376" y="3276319"/>
                    <a:pt x="3654376" y="4068726"/>
                  </a:cubicBezTo>
                  <a:cubicBezTo>
                    <a:pt x="3654376" y="5007004"/>
                    <a:pt x="2925326" y="5757569"/>
                    <a:pt x="1987935" y="5757569"/>
                  </a:cubicBezTo>
                  <a:cubicBezTo>
                    <a:pt x="1050544" y="5757569"/>
                    <a:pt x="14541" y="5150119"/>
                    <a:pt x="196" y="3782402"/>
                  </a:cubicBezTo>
                  <a:cubicBezTo>
                    <a:pt x="-30015" y="843186"/>
                    <a:pt x="3448790" y="0"/>
                    <a:pt x="344879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7" name="Google Shape;227;p25"/>
            <p:cNvSpPr/>
            <p:nvPr/>
          </p:nvSpPr>
          <p:spPr>
            <a:xfrm>
              <a:off x="2693163" y="2114550"/>
              <a:ext cx="1571381" cy="2475755"/>
            </a:xfrm>
            <a:custGeom>
              <a:rect b="b" l="l" r="r" t="t"/>
              <a:pathLst>
                <a:path extrusionOk="0" h="5757569" w="3654375">
                  <a:moveTo>
                    <a:pt x="3448790" y="0"/>
                  </a:moveTo>
                  <a:lnTo>
                    <a:pt x="3458290" y="1432474"/>
                  </a:lnTo>
                  <a:cubicBezTo>
                    <a:pt x="2772941" y="1684660"/>
                    <a:pt x="2415542" y="1991333"/>
                    <a:pt x="2248907" y="2449965"/>
                  </a:cubicBezTo>
                  <a:cubicBezTo>
                    <a:pt x="3226484" y="2526039"/>
                    <a:pt x="3654376" y="3276319"/>
                    <a:pt x="3654376" y="4068726"/>
                  </a:cubicBezTo>
                  <a:cubicBezTo>
                    <a:pt x="3654376" y="5007004"/>
                    <a:pt x="2925326" y="5757569"/>
                    <a:pt x="1987935" y="5757569"/>
                  </a:cubicBezTo>
                  <a:cubicBezTo>
                    <a:pt x="1050544" y="5757569"/>
                    <a:pt x="14541" y="5150119"/>
                    <a:pt x="196" y="3782402"/>
                  </a:cubicBezTo>
                  <a:cubicBezTo>
                    <a:pt x="-30015" y="843186"/>
                    <a:pt x="3448790" y="0"/>
                    <a:pt x="344879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28" name="Google Shape;228;p25"/>
          <p:cNvSpPr txBox="1"/>
          <p:nvPr>
            <p:ph idx="2" type="subTitle"/>
          </p:nvPr>
        </p:nvSpPr>
        <p:spPr>
          <a:xfrm>
            <a:off x="365755" y="4023360"/>
            <a:ext cx="4206300" cy="27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b="1" sz="1600">
                <a:solidFill>
                  <a:srgbClr val="FFFFFF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b="1">
                <a:solidFill>
                  <a:srgbClr val="FFFFFF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b="1">
                <a:solidFill>
                  <a:srgbClr val="FFFFFF"/>
                </a:solidFill>
              </a:defRPr>
            </a:lvl3pPr>
            <a:lvl4pPr lvl="3" rtl="0"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b="1">
                <a:solidFill>
                  <a:srgbClr val="FFFFFF"/>
                </a:solidFill>
              </a:defRPr>
            </a:lvl4pPr>
            <a:lvl5pPr lvl="4" rtl="0"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b="1">
                <a:solidFill>
                  <a:srgbClr val="FFFFFF"/>
                </a:solidFill>
              </a:defRPr>
            </a:lvl5pPr>
            <a:lvl6pPr lvl="5" rtl="0"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b="1">
                <a:solidFill>
                  <a:srgbClr val="FFFFFF"/>
                </a:solidFill>
              </a:defRPr>
            </a:lvl6pPr>
            <a:lvl7pPr lvl="6" rtl="0"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b="1">
                <a:solidFill>
                  <a:srgbClr val="FFFFFF"/>
                </a:solidFill>
              </a:defRPr>
            </a:lvl7pPr>
            <a:lvl8pPr lvl="7" rtl="0"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b="1">
                <a:solidFill>
                  <a:srgbClr val="FFFFFF"/>
                </a:solidFill>
              </a:defRPr>
            </a:lvl8pPr>
            <a:lvl9pPr lvl="8" rtl="0">
              <a:spcBef>
                <a:spcPts val="1000"/>
              </a:spcBef>
              <a:spcAft>
                <a:spcPts val="1000"/>
              </a:spcAft>
              <a:buClr>
                <a:srgbClr val="FFFFFF"/>
              </a:buClr>
              <a:buSzPts val="1400"/>
              <a:buNone/>
              <a:defRPr b="1">
                <a:solidFill>
                  <a:srgbClr val="FFFFFF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- White">
  <p:cSld name="Quote - Violet_1_1_1_3">
    <p:bg>
      <p:bgPr>
        <a:solidFill>
          <a:schemeClr val="lt1"/>
        </a:solidFill>
      </p:bgPr>
    </p:bg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6"/>
          <p:cNvSpPr txBox="1"/>
          <p:nvPr>
            <p:ph idx="1" type="body"/>
          </p:nvPr>
        </p:nvSpPr>
        <p:spPr>
          <a:xfrm>
            <a:off x="365750" y="1331975"/>
            <a:ext cx="7484400" cy="259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b="1" sz="4200" cap="none">
                <a:solidFill>
                  <a:schemeClr val="dk1"/>
                </a:solidFill>
              </a:defRPr>
            </a:lvl1pPr>
            <a:lvl2pPr indent="-342900" lvl="1" marL="9144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solidFill>
                  <a:schemeClr val="dk1"/>
                </a:solidFill>
              </a:defRPr>
            </a:lvl2pPr>
            <a:lvl3pPr indent="-342900" lvl="2" marL="13716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solidFill>
                  <a:schemeClr val="dk1"/>
                </a:solidFill>
              </a:defRPr>
            </a:lvl3pPr>
            <a:lvl4pPr indent="-342900" lvl="3" marL="18288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solidFill>
                  <a:schemeClr val="dk1"/>
                </a:solidFill>
              </a:defRPr>
            </a:lvl4pPr>
            <a:lvl5pPr indent="-342900" lvl="4" marL="22860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solidFill>
                  <a:schemeClr val="dk1"/>
                </a:solidFill>
              </a:defRPr>
            </a:lvl5pPr>
            <a:lvl6pPr indent="-342900" lvl="5" marL="27432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solidFill>
                  <a:schemeClr val="dk1"/>
                </a:solidFill>
              </a:defRPr>
            </a:lvl6pPr>
            <a:lvl7pPr indent="-342900" lvl="6" marL="32004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solidFill>
                  <a:schemeClr val="dk1"/>
                </a:solidFill>
              </a:defRPr>
            </a:lvl7pPr>
            <a:lvl8pPr indent="-342900" lvl="7" marL="36576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solidFill>
                  <a:schemeClr val="dk1"/>
                </a:solidFill>
              </a:defRPr>
            </a:lvl8pPr>
            <a:lvl9pPr indent="-342900" lvl="8" marL="4114800" rtl="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800"/>
              <a:buChar char="•"/>
              <a:defRPr>
                <a:solidFill>
                  <a:schemeClr val="dk1"/>
                </a:solidFill>
              </a:defRPr>
            </a:lvl9pPr>
          </a:lstStyle>
          <a:p/>
        </p:txBody>
      </p:sp>
      <p:grpSp>
        <p:nvGrpSpPr>
          <p:cNvPr id="231" name="Google Shape;231;p26"/>
          <p:cNvGrpSpPr/>
          <p:nvPr/>
        </p:nvGrpSpPr>
        <p:grpSpPr>
          <a:xfrm>
            <a:off x="457209" y="474129"/>
            <a:ext cx="1177786" cy="857849"/>
            <a:chOff x="865451" y="2114550"/>
            <a:chExt cx="3399093" cy="2475755"/>
          </a:xfrm>
        </p:grpSpPr>
        <p:sp>
          <p:nvSpPr>
            <p:cNvPr id="232" name="Google Shape;232;p26"/>
            <p:cNvSpPr/>
            <p:nvPr/>
          </p:nvSpPr>
          <p:spPr>
            <a:xfrm>
              <a:off x="865451" y="2114550"/>
              <a:ext cx="1571381" cy="2475755"/>
            </a:xfrm>
            <a:custGeom>
              <a:rect b="b" l="l" r="r" t="t"/>
              <a:pathLst>
                <a:path extrusionOk="0" h="5757569" w="3654375">
                  <a:moveTo>
                    <a:pt x="3448790" y="0"/>
                  </a:moveTo>
                  <a:lnTo>
                    <a:pt x="3458290" y="1432474"/>
                  </a:lnTo>
                  <a:cubicBezTo>
                    <a:pt x="2772941" y="1684660"/>
                    <a:pt x="2415542" y="1991333"/>
                    <a:pt x="2248907" y="2449965"/>
                  </a:cubicBezTo>
                  <a:cubicBezTo>
                    <a:pt x="3226484" y="2526039"/>
                    <a:pt x="3654376" y="3276319"/>
                    <a:pt x="3654376" y="4068726"/>
                  </a:cubicBezTo>
                  <a:cubicBezTo>
                    <a:pt x="3654376" y="5007004"/>
                    <a:pt x="2925326" y="5757569"/>
                    <a:pt x="1987935" y="5757569"/>
                  </a:cubicBezTo>
                  <a:cubicBezTo>
                    <a:pt x="1050544" y="5757569"/>
                    <a:pt x="14541" y="5150119"/>
                    <a:pt x="196" y="3782402"/>
                  </a:cubicBezTo>
                  <a:cubicBezTo>
                    <a:pt x="-30015" y="843186"/>
                    <a:pt x="3448790" y="0"/>
                    <a:pt x="344879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3" name="Google Shape;233;p26"/>
            <p:cNvSpPr/>
            <p:nvPr/>
          </p:nvSpPr>
          <p:spPr>
            <a:xfrm>
              <a:off x="2693163" y="2114550"/>
              <a:ext cx="1571381" cy="2475755"/>
            </a:xfrm>
            <a:custGeom>
              <a:rect b="b" l="l" r="r" t="t"/>
              <a:pathLst>
                <a:path extrusionOk="0" h="5757569" w="3654375">
                  <a:moveTo>
                    <a:pt x="3448790" y="0"/>
                  </a:moveTo>
                  <a:lnTo>
                    <a:pt x="3458290" y="1432474"/>
                  </a:lnTo>
                  <a:cubicBezTo>
                    <a:pt x="2772941" y="1684660"/>
                    <a:pt x="2415542" y="1991333"/>
                    <a:pt x="2248907" y="2449965"/>
                  </a:cubicBezTo>
                  <a:cubicBezTo>
                    <a:pt x="3226484" y="2526039"/>
                    <a:pt x="3654376" y="3276319"/>
                    <a:pt x="3654376" y="4068726"/>
                  </a:cubicBezTo>
                  <a:cubicBezTo>
                    <a:pt x="3654376" y="5007004"/>
                    <a:pt x="2925326" y="5757569"/>
                    <a:pt x="1987935" y="5757569"/>
                  </a:cubicBezTo>
                  <a:cubicBezTo>
                    <a:pt x="1050544" y="5757569"/>
                    <a:pt x="14541" y="5150119"/>
                    <a:pt x="196" y="3782402"/>
                  </a:cubicBezTo>
                  <a:cubicBezTo>
                    <a:pt x="-30015" y="843186"/>
                    <a:pt x="3448790" y="0"/>
                    <a:pt x="344879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4" name="Google Shape;234;p26"/>
          <p:cNvSpPr txBox="1"/>
          <p:nvPr>
            <p:ph idx="2" type="subTitle"/>
          </p:nvPr>
        </p:nvSpPr>
        <p:spPr>
          <a:xfrm>
            <a:off x="365755" y="4023360"/>
            <a:ext cx="4206300" cy="27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1600"/>
              <a:buNone/>
              <a:defRPr b="1" sz="1600">
                <a:solidFill>
                  <a:srgbClr val="5B5B5B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800"/>
              <a:buNone/>
              <a:defRPr b="1">
                <a:solidFill>
                  <a:srgbClr val="5B5B5B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 b="1">
                <a:solidFill>
                  <a:srgbClr val="5B5B5B"/>
                </a:solidFill>
              </a:defRPr>
            </a:lvl3pPr>
            <a:lvl4pPr lvl="3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 b="1">
                <a:solidFill>
                  <a:srgbClr val="5B5B5B"/>
                </a:solidFill>
              </a:defRPr>
            </a:lvl4pPr>
            <a:lvl5pPr lvl="4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 b="1">
                <a:solidFill>
                  <a:srgbClr val="5B5B5B"/>
                </a:solidFill>
              </a:defRPr>
            </a:lvl5pPr>
            <a:lvl6pPr lvl="5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 b="1">
                <a:solidFill>
                  <a:srgbClr val="5B5B5B"/>
                </a:solidFill>
              </a:defRPr>
            </a:lvl6pPr>
            <a:lvl7pPr lvl="6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 b="1">
                <a:solidFill>
                  <a:srgbClr val="5B5B5B"/>
                </a:solidFill>
              </a:defRPr>
            </a:lvl7pPr>
            <a:lvl8pPr lvl="7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 b="1">
                <a:solidFill>
                  <a:srgbClr val="5B5B5B"/>
                </a:solidFill>
              </a:defRPr>
            </a:lvl8pPr>
            <a:lvl9pPr lvl="8" rtl="0">
              <a:spcBef>
                <a:spcPts val="1000"/>
              </a:spcBef>
              <a:spcAft>
                <a:spcPts val="1000"/>
              </a:spcAft>
              <a:buClr>
                <a:srgbClr val="5B5B5B"/>
              </a:buClr>
              <a:buSzPts val="1400"/>
              <a:buNone/>
              <a:defRPr b="1">
                <a:solidFill>
                  <a:srgbClr val="5B5B5B"/>
                </a:solidFill>
              </a:defRPr>
            </a:lvl9pPr>
          </a:lstStyle>
          <a:p/>
        </p:txBody>
      </p:sp>
      <p:sp>
        <p:nvSpPr>
          <p:cNvPr id="235" name="Google Shape;235;p26"/>
          <p:cNvSpPr txBox="1"/>
          <p:nvPr>
            <p:ph idx="12" type="sldNum"/>
          </p:nvPr>
        </p:nvSpPr>
        <p:spPr>
          <a:xfrm>
            <a:off x="8229600" y="4866905"/>
            <a:ext cx="473700" cy="9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indent="0" lvl="0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1pPr>
            <a:lvl2pPr indent="0" lvl="1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2pPr>
            <a:lvl3pPr indent="0" lvl="2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3pPr>
            <a:lvl4pPr indent="0" lvl="3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4pPr>
            <a:lvl5pPr indent="0" lvl="4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5pPr>
            <a:lvl6pPr indent="0" lvl="5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6pPr>
            <a:lvl7pPr indent="0" lvl="6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7pPr>
            <a:lvl8pPr indent="0" lvl="7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8pPr>
            <a:lvl9pPr indent="0" lvl="8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6" name="Google Shape;236;p26"/>
          <p:cNvSpPr/>
          <p:nvPr/>
        </p:nvSpPr>
        <p:spPr>
          <a:xfrm>
            <a:off x="457195" y="4846320"/>
            <a:ext cx="135250" cy="128588"/>
          </a:xfrm>
          <a:custGeom>
            <a:rect b="b" l="l" r="r" t="t"/>
            <a:pathLst>
              <a:path extrusionOk="0" h="5143500" w="5409981">
                <a:moveTo>
                  <a:pt x="4983153" y="2221521"/>
                </a:moveTo>
                <a:lnTo>
                  <a:pt x="4374172" y="2572015"/>
                </a:lnTo>
                <a:lnTo>
                  <a:pt x="4983153" y="2921450"/>
                </a:lnTo>
                <a:cubicBezTo>
                  <a:pt x="5136954" y="3010067"/>
                  <a:pt x="5189546" y="3205051"/>
                  <a:pt x="5100656" y="3358310"/>
                </a:cubicBezTo>
                <a:cubicBezTo>
                  <a:pt x="5011767" y="3511568"/>
                  <a:pt x="4815574" y="3562963"/>
                  <a:pt x="4662302" y="3474876"/>
                </a:cubicBezTo>
                <a:lnTo>
                  <a:pt x="3571781" y="2848198"/>
                </a:lnTo>
                <a:cubicBezTo>
                  <a:pt x="3499053" y="2805943"/>
                  <a:pt x="3448581" y="2739977"/>
                  <a:pt x="3426193" y="2665798"/>
                </a:cubicBezTo>
                <a:cubicBezTo>
                  <a:pt x="3407864" y="2607519"/>
                  <a:pt x="3406806" y="2545180"/>
                  <a:pt x="3423146" y="2486312"/>
                </a:cubicBezTo>
                <a:cubicBezTo>
                  <a:pt x="3445647" y="2405409"/>
                  <a:pt x="3499023" y="2336577"/>
                  <a:pt x="3571781" y="2294640"/>
                </a:cubicBezTo>
                <a:lnTo>
                  <a:pt x="4662302" y="1668359"/>
                </a:lnTo>
                <a:cubicBezTo>
                  <a:pt x="4815574" y="1580272"/>
                  <a:pt x="5011899" y="1632594"/>
                  <a:pt x="5100656" y="1785456"/>
                </a:cubicBezTo>
                <a:cubicBezTo>
                  <a:pt x="5189414" y="1938317"/>
                  <a:pt x="5136954" y="2133168"/>
                  <a:pt x="4983153" y="2221521"/>
                </a:cubicBezTo>
                <a:close/>
                <a:moveTo>
                  <a:pt x="4406628" y="3920213"/>
                </a:moveTo>
                <a:lnTo>
                  <a:pt x="3316240" y="3294330"/>
                </a:lnTo>
                <a:cubicBezTo>
                  <a:pt x="3260045" y="3261658"/>
                  <a:pt x="3195149" y="3247089"/>
                  <a:pt x="3130380" y="3252605"/>
                </a:cubicBezTo>
                <a:cubicBezTo>
                  <a:pt x="2964126" y="3264526"/>
                  <a:pt x="2833507" y="3402684"/>
                  <a:pt x="2833507" y="3570911"/>
                </a:cubicBezTo>
                <a:lnTo>
                  <a:pt x="2833507" y="4823869"/>
                </a:lnTo>
                <a:cubicBezTo>
                  <a:pt x="2833507" y="5000441"/>
                  <a:pt x="2976578" y="5143500"/>
                  <a:pt x="3154225" y="5143500"/>
                </a:cubicBezTo>
                <a:cubicBezTo>
                  <a:pt x="3331872" y="5143500"/>
                  <a:pt x="3475473" y="5000441"/>
                  <a:pt x="3475473" y="4823869"/>
                </a:cubicBezTo>
                <a:lnTo>
                  <a:pt x="3475473" y="4123013"/>
                </a:lnTo>
                <a:lnTo>
                  <a:pt x="4086043" y="4473772"/>
                </a:lnTo>
                <a:cubicBezTo>
                  <a:pt x="4239447" y="4562389"/>
                  <a:pt x="4435640" y="4509934"/>
                  <a:pt x="4524132" y="4357471"/>
                </a:cubicBezTo>
                <a:cubicBezTo>
                  <a:pt x="4612625" y="4205007"/>
                  <a:pt x="4560298" y="4008566"/>
                  <a:pt x="4406628" y="3920213"/>
                </a:cubicBezTo>
                <a:close/>
                <a:moveTo>
                  <a:pt x="3148529" y="2694410"/>
                </a:moveTo>
                <a:lnTo>
                  <a:pt x="2695205" y="3144913"/>
                </a:lnTo>
                <a:cubicBezTo>
                  <a:pt x="2682222" y="3158159"/>
                  <a:pt x="2657185" y="3169021"/>
                  <a:pt x="2638374" y="3169021"/>
                </a:cubicBezTo>
                <a:lnTo>
                  <a:pt x="2504973" y="3169021"/>
                </a:lnTo>
                <a:cubicBezTo>
                  <a:pt x="2486692" y="3169021"/>
                  <a:pt x="2461257" y="3158159"/>
                  <a:pt x="2448142" y="3144913"/>
                </a:cubicBezTo>
                <a:lnTo>
                  <a:pt x="1995083" y="2694410"/>
                </a:lnTo>
                <a:cubicBezTo>
                  <a:pt x="1982100" y="2681694"/>
                  <a:pt x="1971635" y="2656261"/>
                  <a:pt x="1971635" y="2638246"/>
                </a:cubicBezTo>
                <a:lnTo>
                  <a:pt x="1971635" y="2505387"/>
                </a:lnTo>
                <a:cubicBezTo>
                  <a:pt x="1971635" y="2486974"/>
                  <a:pt x="1982100" y="2461409"/>
                  <a:pt x="1995083" y="2448560"/>
                </a:cubicBezTo>
                <a:lnTo>
                  <a:pt x="2448142" y="1998057"/>
                </a:lnTo>
                <a:cubicBezTo>
                  <a:pt x="2461257" y="1984811"/>
                  <a:pt x="2486692" y="1974346"/>
                  <a:pt x="2504973" y="1974346"/>
                </a:cubicBezTo>
                <a:lnTo>
                  <a:pt x="2638374" y="1974346"/>
                </a:lnTo>
                <a:cubicBezTo>
                  <a:pt x="2656787" y="1974346"/>
                  <a:pt x="2682222" y="1984811"/>
                  <a:pt x="2695205" y="1998057"/>
                </a:cubicBezTo>
                <a:lnTo>
                  <a:pt x="3148529" y="2448560"/>
                </a:lnTo>
                <a:cubicBezTo>
                  <a:pt x="3161379" y="2461409"/>
                  <a:pt x="3171844" y="2486974"/>
                  <a:pt x="3171844" y="2505387"/>
                </a:cubicBezTo>
                <a:lnTo>
                  <a:pt x="3171844" y="2638246"/>
                </a:lnTo>
                <a:cubicBezTo>
                  <a:pt x="3171844" y="2656261"/>
                  <a:pt x="3161379" y="2681694"/>
                  <a:pt x="3148529" y="2694410"/>
                </a:cubicBezTo>
                <a:close/>
                <a:moveTo>
                  <a:pt x="2786214" y="2569366"/>
                </a:moveTo>
                <a:cubicBezTo>
                  <a:pt x="2786214" y="2551086"/>
                  <a:pt x="2775086" y="2525786"/>
                  <a:pt x="2762236" y="2512275"/>
                </a:cubicBezTo>
                <a:lnTo>
                  <a:pt x="2630955" y="2382329"/>
                </a:lnTo>
                <a:cubicBezTo>
                  <a:pt x="2617973" y="2369481"/>
                  <a:pt x="2592538" y="2358751"/>
                  <a:pt x="2574257" y="2358751"/>
                </a:cubicBezTo>
                <a:lnTo>
                  <a:pt x="2569090" y="2358751"/>
                </a:lnTo>
                <a:cubicBezTo>
                  <a:pt x="2550809" y="2358751"/>
                  <a:pt x="2525374" y="2369481"/>
                  <a:pt x="2512656" y="2382329"/>
                </a:cubicBezTo>
                <a:lnTo>
                  <a:pt x="2381375" y="2512275"/>
                </a:lnTo>
                <a:cubicBezTo>
                  <a:pt x="2368260" y="2525786"/>
                  <a:pt x="2358192" y="2551086"/>
                  <a:pt x="2358192" y="2569366"/>
                </a:cubicBezTo>
                <a:lnTo>
                  <a:pt x="2358192" y="2574399"/>
                </a:lnTo>
                <a:cubicBezTo>
                  <a:pt x="2358192" y="2592414"/>
                  <a:pt x="2368260" y="2617582"/>
                  <a:pt x="2381375" y="2630696"/>
                </a:cubicBezTo>
                <a:lnTo>
                  <a:pt x="2512656" y="2761038"/>
                </a:lnTo>
                <a:cubicBezTo>
                  <a:pt x="2525506" y="2773887"/>
                  <a:pt x="2550809" y="2784617"/>
                  <a:pt x="2569090" y="2784617"/>
                </a:cubicBezTo>
                <a:lnTo>
                  <a:pt x="2574257" y="2784617"/>
                </a:lnTo>
                <a:cubicBezTo>
                  <a:pt x="2592538" y="2784617"/>
                  <a:pt x="2617973" y="2773887"/>
                  <a:pt x="2630955" y="2761038"/>
                </a:cubicBezTo>
                <a:lnTo>
                  <a:pt x="2762236" y="2630696"/>
                </a:lnTo>
                <a:cubicBezTo>
                  <a:pt x="2775086" y="2617582"/>
                  <a:pt x="2786214" y="2592414"/>
                  <a:pt x="2786214" y="2574399"/>
                </a:cubicBezTo>
                <a:close/>
                <a:moveTo>
                  <a:pt x="736718" y="1222757"/>
                </a:moveTo>
                <a:lnTo>
                  <a:pt x="1827239" y="1849170"/>
                </a:lnTo>
                <a:cubicBezTo>
                  <a:pt x="1883672" y="1881603"/>
                  <a:pt x="1948619" y="1896152"/>
                  <a:pt x="2013497" y="1890895"/>
                </a:cubicBezTo>
                <a:cubicBezTo>
                  <a:pt x="2179486" y="1878709"/>
                  <a:pt x="2310502" y="1740286"/>
                  <a:pt x="2310502" y="1572324"/>
                </a:cubicBezTo>
                <a:lnTo>
                  <a:pt x="2310502" y="319233"/>
                </a:lnTo>
                <a:cubicBezTo>
                  <a:pt x="2310502" y="143059"/>
                  <a:pt x="2166503" y="0"/>
                  <a:pt x="1989651" y="0"/>
                </a:cubicBezTo>
                <a:cubicBezTo>
                  <a:pt x="1812799" y="0"/>
                  <a:pt x="1668536" y="143059"/>
                  <a:pt x="1668536" y="319233"/>
                </a:cubicBezTo>
                <a:lnTo>
                  <a:pt x="1668536" y="1020355"/>
                </a:lnTo>
                <a:lnTo>
                  <a:pt x="1057436" y="669198"/>
                </a:lnTo>
                <a:cubicBezTo>
                  <a:pt x="904297" y="580978"/>
                  <a:pt x="708369" y="633301"/>
                  <a:pt x="619347" y="785897"/>
                </a:cubicBezTo>
                <a:cubicBezTo>
                  <a:pt x="530985" y="938468"/>
                  <a:pt x="583048" y="1133777"/>
                  <a:pt x="735632" y="1222131"/>
                </a:cubicBezTo>
                <a:cubicBezTo>
                  <a:pt x="735994" y="1222340"/>
                  <a:pt x="736356" y="1222549"/>
                  <a:pt x="736718" y="1222757"/>
                </a:cubicBezTo>
                <a:close/>
                <a:moveTo>
                  <a:pt x="3130380" y="1890895"/>
                </a:moveTo>
                <a:cubicBezTo>
                  <a:pt x="3195131" y="1896154"/>
                  <a:pt x="3259952" y="1881602"/>
                  <a:pt x="3316240" y="1849170"/>
                </a:cubicBezTo>
                <a:lnTo>
                  <a:pt x="4406628" y="1222757"/>
                </a:lnTo>
                <a:cubicBezTo>
                  <a:pt x="4559590" y="1135057"/>
                  <a:pt x="4612489" y="939974"/>
                  <a:pt x="4524782" y="787025"/>
                </a:cubicBezTo>
                <a:cubicBezTo>
                  <a:pt x="4524567" y="786649"/>
                  <a:pt x="4524350" y="786273"/>
                  <a:pt x="4524132" y="785897"/>
                </a:cubicBezTo>
                <a:cubicBezTo>
                  <a:pt x="4435640" y="633301"/>
                  <a:pt x="4239447" y="580978"/>
                  <a:pt x="4086043" y="669198"/>
                </a:cubicBezTo>
                <a:lnTo>
                  <a:pt x="3475473" y="1020355"/>
                </a:lnTo>
                <a:lnTo>
                  <a:pt x="3475473" y="319233"/>
                </a:lnTo>
                <a:cubicBezTo>
                  <a:pt x="3475473" y="143059"/>
                  <a:pt x="3331872" y="0"/>
                  <a:pt x="3154225" y="0"/>
                </a:cubicBezTo>
                <a:cubicBezTo>
                  <a:pt x="2976578" y="0"/>
                  <a:pt x="2833507" y="143059"/>
                  <a:pt x="2833507" y="319233"/>
                </a:cubicBezTo>
                <a:lnTo>
                  <a:pt x="2833507" y="1572324"/>
                </a:lnTo>
                <a:cubicBezTo>
                  <a:pt x="2833507" y="1740286"/>
                  <a:pt x="2964126" y="1878709"/>
                  <a:pt x="3130380" y="1890895"/>
                </a:cubicBezTo>
                <a:close/>
                <a:moveTo>
                  <a:pt x="2013497" y="3252605"/>
                </a:moveTo>
                <a:cubicBezTo>
                  <a:pt x="1948600" y="3247084"/>
                  <a:pt x="1883576" y="3261651"/>
                  <a:pt x="1827239" y="3294330"/>
                </a:cubicBezTo>
                <a:lnTo>
                  <a:pt x="736718" y="3920213"/>
                </a:lnTo>
                <a:cubicBezTo>
                  <a:pt x="583314" y="4008566"/>
                  <a:pt x="530854" y="4204477"/>
                  <a:pt x="619347" y="4357471"/>
                </a:cubicBezTo>
                <a:cubicBezTo>
                  <a:pt x="707839" y="4510464"/>
                  <a:pt x="904297" y="4562389"/>
                  <a:pt x="1057436" y="4473772"/>
                </a:cubicBezTo>
                <a:lnTo>
                  <a:pt x="1668536" y="4123013"/>
                </a:lnTo>
                <a:lnTo>
                  <a:pt x="1668536" y="4823869"/>
                </a:lnTo>
                <a:cubicBezTo>
                  <a:pt x="1668536" y="5000441"/>
                  <a:pt x="1812137" y="5143500"/>
                  <a:pt x="1989651" y="5143500"/>
                </a:cubicBezTo>
                <a:cubicBezTo>
                  <a:pt x="2167166" y="5143500"/>
                  <a:pt x="2310502" y="5000441"/>
                  <a:pt x="2310502" y="4823869"/>
                </a:cubicBezTo>
                <a:lnTo>
                  <a:pt x="2310502" y="3570911"/>
                </a:lnTo>
                <a:cubicBezTo>
                  <a:pt x="2310502" y="3402684"/>
                  <a:pt x="2179486" y="3264526"/>
                  <a:pt x="2013497" y="3252605"/>
                </a:cubicBezTo>
                <a:close/>
                <a:moveTo>
                  <a:pt x="1717816" y="2665798"/>
                </a:moveTo>
                <a:cubicBezTo>
                  <a:pt x="1728394" y="2632182"/>
                  <a:pt x="1733318" y="2597044"/>
                  <a:pt x="1732388" y="2561815"/>
                </a:cubicBezTo>
                <a:cubicBezTo>
                  <a:pt x="1731063" y="2536648"/>
                  <a:pt x="1727884" y="2511480"/>
                  <a:pt x="1720730" y="2486312"/>
                </a:cubicBezTo>
                <a:cubicBezTo>
                  <a:pt x="1699137" y="2408292"/>
                  <a:pt x="1648002" y="2338617"/>
                  <a:pt x="1571300" y="2294640"/>
                </a:cubicBezTo>
                <a:lnTo>
                  <a:pt x="481574" y="1668359"/>
                </a:lnTo>
                <a:cubicBezTo>
                  <a:pt x="327773" y="1580272"/>
                  <a:pt x="131580" y="1632594"/>
                  <a:pt x="43352" y="1785456"/>
                </a:cubicBezTo>
                <a:cubicBezTo>
                  <a:pt x="-44875" y="1938317"/>
                  <a:pt x="6790" y="2133168"/>
                  <a:pt x="160591" y="2221521"/>
                </a:cubicBezTo>
                <a:lnTo>
                  <a:pt x="769571" y="2572015"/>
                </a:lnTo>
                <a:lnTo>
                  <a:pt x="160591" y="2921450"/>
                </a:lnTo>
                <a:cubicBezTo>
                  <a:pt x="6790" y="3010067"/>
                  <a:pt x="-45670" y="3205051"/>
                  <a:pt x="43352" y="3358310"/>
                </a:cubicBezTo>
                <a:cubicBezTo>
                  <a:pt x="132374" y="3511568"/>
                  <a:pt x="327773" y="3562963"/>
                  <a:pt x="481574" y="3474876"/>
                </a:cubicBezTo>
                <a:lnTo>
                  <a:pt x="1571300" y="2848198"/>
                </a:lnTo>
                <a:cubicBezTo>
                  <a:pt x="1641515" y="2808189"/>
                  <a:pt x="1693892" y="2742984"/>
                  <a:pt x="1717816" y="2665798"/>
                </a:cubicBezTo>
                <a:close/>
                <a:moveTo>
                  <a:pt x="5160799" y="588131"/>
                </a:moveTo>
                <a:lnTo>
                  <a:pt x="5112049" y="588131"/>
                </a:lnTo>
                <a:lnTo>
                  <a:pt x="5112049" y="648137"/>
                </a:lnTo>
                <a:lnTo>
                  <a:pt x="5160799" y="648137"/>
                </a:lnTo>
                <a:cubicBezTo>
                  <a:pt x="5183452" y="648137"/>
                  <a:pt x="5198157" y="637937"/>
                  <a:pt x="5198157" y="618730"/>
                </a:cubicBezTo>
                <a:cubicBezTo>
                  <a:pt x="5198157" y="599523"/>
                  <a:pt x="5184512" y="588131"/>
                  <a:pt x="5160799" y="588131"/>
                </a:cubicBezTo>
                <a:close/>
                <a:moveTo>
                  <a:pt x="5052039" y="532630"/>
                </a:moveTo>
                <a:lnTo>
                  <a:pt x="5161859" y="532630"/>
                </a:lnTo>
                <a:cubicBezTo>
                  <a:pt x="5222002" y="532630"/>
                  <a:pt x="5261612" y="565480"/>
                  <a:pt x="5261612" y="616346"/>
                </a:cubicBezTo>
                <a:cubicBezTo>
                  <a:pt x="5261612" y="648137"/>
                  <a:pt x="5245715" y="671847"/>
                  <a:pt x="5222002" y="686683"/>
                </a:cubicBezTo>
                <a:lnTo>
                  <a:pt x="5265056" y="748940"/>
                </a:lnTo>
                <a:lnTo>
                  <a:pt x="5265056" y="761392"/>
                </a:lnTo>
                <a:lnTo>
                  <a:pt x="5202661" y="761392"/>
                </a:lnTo>
                <a:lnTo>
                  <a:pt x="5160799" y="701386"/>
                </a:lnTo>
                <a:lnTo>
                  <a:pt x="5112049" y="701386"/>
                </a:lnTo>
                <a:lnTo>
                  <a:pt x="5112049" y="761392"/>
                </a:lnTo>
                <a:lnTo>
                  <a:pt x="5052039" y="761392"/>
                </a:lnTo>
                <a:close/>
                <a:moveTo>
                  <a:pt x="5358979" y="651581"/>
                </a:moveTo>
                <a:cubicBezTo>
                  <a:pt x="5358979" y="529186"/>
                  <a:pt x="5277508" y="436330"/>
                  <a:pt x="5152851" y="436330"/>
                </a:cubicBezTo>
                <a:cubicBezTo>
                  <a:pt x="5030445" y="436330"/>
                  <a:pt x="4948842" y="524682"/>
                  <a:pt x="4948842" y="651581"/>
                </a:cubicBezTo>
                <a:cubicBezTo>
                  <a:pt x="4948842" y="772783"/>
                  <a:pt x="5030445" y="866699"/>
                  <a:pt x="5152851" y="866699"/>
                </a:cubicBezTo>
                <a:cubicBezTo>
                  <a:pt x="5277508" y="866699"/>
                  <a:pt x="5358979" y="773843"/>
                  <a:pt x="5358979" y="651581"/>
                </a:cubicBezTo>
                <a:close/>
                <a:moveTo>
                  <a:pt x="5409982" y="651581"/>
                </a:moveTo>
                <a:cubicBezTo>
                  <a:pt x="5409982" y="795434"/>
                  <a:pt x="5313674" y="915445"/>
                  <a:pt x="5152851" y="915445"/>
                </a:cubicBezTo>
                <a:cubicBezTo>
                  <a:pt x="4992028" y="915445"/>
                  <a:pt x="4897972" y="794242"/>
                  <a:pt x="4897972" y="651581"/>
                </a:cubicBezTo>
                <a:cubicBezTo>
                  <a:pt x="4897972" y="508919"/>
                  <a:pt x="4993088" y="387584"/>
                  <a:pt x="5152851" y="387584"/>
                </a:cubicBezTo>
                <a:cubicBezTo>
                  <a:pt x="5312614" y="387584"/>
                  <a:pt x="5409982" y="507594"/>
                  <a:pt x="5409982" y="65158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26"/>
          <p:cNvSpPr/>
          <p:nvPr/>
        </p:nvSpPr>
        <p:spPr>
          <a:xfrm>
            <a:off x="660651" y="4866916"/>
            <a:ext cx="16812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600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 xml:space="preserve">© </a:t>
            </a:r>
            <a:r>
              <a:rPr lang="en" sz="600">
                <a:solidFill>
                  <a:srgbClr val="929292"/>
                </a:solidFill>
              </a:rPr>
              <a:t>2026</a:t>
            </a:r>
            <a:r>
              <a:rPr b="0" i="0" lang="en" sz="600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 xml:space="preserve"> Snowflake Inc. All Rights Reserved</a:t>
            </a:r>
            <a:endParaRPr sz="600">
              <a:solidFill>
                <a:srgbClr val="92929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- Dark Blue w/ Photo">
  <p:cSld name="Quote - Violet_1_1_1_2">
    <p:bg>
      <p:bgPr>
        <a:solidFill>
          <a:schemeClr val="dk2"/>
        </a:solidFill>
      </p:bgPr>
    </p:bg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7"/>
          <p:cNvSpPr txBox="1"/>
          <p:nvPr>
            <p:ph idx="1" type="body"/>
          </p:nvPr>
        </p:nvSpPr>
        <p:spPr>
          <a:xfrm>
            <a:off x="365750" y="1331975"/>
            <a:ext cx="6076500" cy="259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b="1" sz="4200" cap="none">
                <a:solidFill>
                  <a:schemeClr val="lt1"/>
                </a:solidFill>
              </a:defRPr>
            </a:lvl1pPr>
            <a:lvl2pPr indent="-342900" lvl="1" marL="9144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2pPr>
            <a:lvl3pPr indent="-342900" lvl="2" marL="13716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3pPr>
            <a:lvl4pPr indent="-342900" lvl="3" marL="18288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4pPr>
            <a:lvl5pPr indent="-342900" lvl="4" marL="22860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5pPr>
            <a:lvl6pPr indent="-342900" lvl="5" marL="27432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indent="-342900" lvl="6" marL="32004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indent="-342900" lvl="7" marL="36576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indent="-342900" lvl="8" marL="4114800" rtl="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40" name="Google Shape;240;p27"/>
          <p:cNvSpPr/>
          <p:nvPr/>
        </p:nvSpPr>
        <p:spPr>
          <a:xfrm>
            <a:off x="660652" y="4866916"/>
            <a:ext cx="17085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 xml:space="preserve">© </a:t>
            </a:r>
            <a:r>
              <a:rPr lang="en" sz="600">
                <a:solidFill>
                  <a:schemeClr val="lt1"/>
                </a:solidFill>
              </a:rPr>
              <a:t>2026</a:t>
            </a:r>
            <a:r>
              <a:rPr b="0" i="0" lang="en" sz="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 xml:space="preserve"> Snowflake Inc. All Rights Reserved</a:t>
            </a:r>
            <a:endParaRPr sz="6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27"/>
          <p:cNvSpPr/>
          <p:nvPr/>
        </p:nvSpPr>
        <p:spPr>
          <a:xfrm>
            <a:off x="457195" y="4846320"/>
            <a:ext cx="135250" cy="128588"/>
          </a:xfrm>
          <a:custGeom>
            <a:rect b="b" l="l" r="r" t="t"/>
            <a:pathLst>
              <a:path extrusionOk="0" h="5143500" w="5409981">
                <a:moveTo>
                  <a:pt x="4983153" y="2221521"/>
                </a:moveTo>
                <a:lnTo>
                  <a:pt x="4374172" y="2572015"/>
                </a:lnTo>
                <a:lnTo>
                  <a:pt x="4983153" y="2921450"/>
                </a:lnTo>
                <a:cubicBezTo>
                  <a:pt x="5136954" y="3010067"/>
                  <a:pt x="5189546" y="3205051"/>
                  <a:pt x="5100656" y="3358310"/>
                </a:cubicBezTo>
                <a:cubicBezTo>
                  <a:pt x="5011767" y="3511568"/>
                  <a:pt x="4815574" y="3562963"/>
                  <a:pt x="4662302" y="3474876"/>
                </a:cubicBezTo>
                <a:lnTo>
                  <a:pt x="3571781" y="2848198"/>
                </a:lnTo>
                <a:cubicBezTo>
                  <a:pt x="3499053" y="2805943"/>
                  <a:pt x="3448581" y="2739977"/>
                  <a:pt x="3426193" y="2665798"/>
                </a:cubicBezTo>
                <a:cubicBezTo>
                  <a:pt x="3407864" y="2607519"/>
                  <a:pt x="3406806" y="2545180"/>
                  <a:pt x="3423146" y="2486312"/>
                </a:cubicBezTo>
                <a:cubicBezTo>
                  <a:pt x="3445647" y="2405409"/>
                  <a:pt x="3499023" y="2336577"/>
                  <a:pt x="3571781" y="2294640"/>
                </a:cubicBezTo>
                <a:lnTo>
                  <a:pt x="4662302" y="1668359"/>
                </a:lnTo>
                <a:cubicBezTo>
                  <a:pt x="4815574" y="1580272"/>
                  <a:pt x="5011899" y="1632594"/>
                  <a:pt x="5100656" y="1785456"/>
                </a:cubicBezTo>
                <a:cubicBezTo>
                  <a:pt x="5189414" y="1938317"/>
                  <a:pt x="5136954" y="2133168"/>
                  <a:pt x="4983153" y="2221521"/>
                </a:cubicBezTo>
                <a:close/>
                <a:moveTo>
                  <a:pt x="4406628" y="3920213"/>
                </a:moveTo>
                <a:lnTo>
                  <a:pt x="3316240" y="3294330"/>
                </a:lnTo>
                <a:cubicBezTo>
                  <a:pt x="3260045" y="3261658"/>
                  <a:pt x="3195149" y="3247089"/>
                  <a:pt x="3130380" y="3252605"/>
                </a:cubicBezTo>
                <a:cubicBezTo>
                  <a:pt x="2964126" y="3264526"/>
                  <a:pt x="2833507" y="3402684"/>
                  <a:pt x="2833507" y="3570911"/>
                </a:cubicBezTo>
                <a:lnTo>
                  <a:pt x="2833507" y="4823869"/>
                </a:lnTo>
                <a:cubicBezTo>
                  <a:pt x="2833507" y="5000441"/>
                  <a:pt x="2976578" y="5143500"/>
                  <a:pt x="3154225" y="5143500"/>
                </a:cubicBezTo>
                <a:cubicBezTo>
                  <a:pt x="3331872" y="5143500"/>
                  <a:pt x="3475473" y="5000441"/>
                  <a:pt x="3475473" y="4823869"/>
                </a:cubicBezTo>
                <a:lnTo>
                  <a:pt x="3475473" y="4123013"/>
                </a:lnTo>
                <a:lnTo>
                  <a:pt x="4086043" y="4473772"/>
                </a:lnTo>
                <a:cubicBezTo>
                  <a:pt x="4239447" y="4562389"/>
                  <a:pt x="4435640" y="4509934"/>
                  <a:pt x="4524132" y="4357471"/>
                </a:cubicBezTo>
                <a:cubicBezTo>
                  <a:pt x="4612625" y="4205007"/>
                  <a:pt x="4560298" y="4008566"/>
                  <a:pt x="4406628" y="3920213"/>
                </a:cubicBezTo>
                <a:close/>
                <a:moveTo>
                  <a:pt x="3148529" y="2694410"/>
                </a:moveTo>
                <a:lnTo>
                  <a:pt x="2695205" y="3144913"/>
                </a:lnTo>
                <a:cubicBezTo>
                  <a:pt x="2682222" y="3158159"/>
                  <a:pt x="2657185" y="3169021"/>
                  <a:pt x="2638374" y="3169021"/>
                </a:cubicBezTo>
                <a:lnTo>
                  <a:pt x="2504973" y="3169021"/>
                </a:lnTo>
                <a:cubicBezTo>
                  <a:pt x="2486692" y="3169021"/>
                  <a:pt x="2461257" y="3158159"/>
                  <a:pt x="2448142" y="3144913"/>
                </a:cubicBezTo>
                <a:lnTo>
                  <a:pt x="1995083" y="2694410"/>
                </a:lnTo>
                <a:cubicBezTo>
                  <a:pt x="1982100" y="2681694"/>
                  <a:pt x="1971635" y="2656261"/>
                  <a:pt x="1971635" y="2638246"/>
                </a:cubicBezTo>
                <a:lnTo>
                  <a:pt x="1971635" y="2505387"/>
                </a:lnTo>
                <a:cubicBezTo>
                  <a:pt x="1971635" y="2486974"/>
                  <a:pt x="1982100" y="2461409"/>
                  <a:pt x="1995083" y="2448560"/>
                </a:cubicBezTo>
                <a:lnTo>
                  <a:pt x="2448142" y="1998057"/>
                </a:lnTo>
                <a:cubicBezTo>
                  <a:pt x="2461257" y="1984811"/>
                  <a:pt x="2486692" y="1974346"/>
                  <a:pt x="2504973" y="1974346"/>
                </a:cubicBezTo>
                <a:lnTo>
                  <a:pt x="2638374" y="1974346"/>
                </a:lnTo>
                <a:cubicBezTo>
                  <a:pt x="2656787" y="1974346"/>
                  <a:pt x="2682222" y="1984811"/>
                  <a:pt x="2695205" y="1998057"/>
                </a:cubicBezTo>
                <a:lnTo>
                  <a:pt x="3148529" y="2448560"/>
                </a:lnTo>
                <a:cubicBezTo>
                  <a:pt x="3161379" y="2461409"/>
                  <a:pt x="3171844" y="2486974"/>
                  <a:pt x="3171844" y="2505387"/>
                </a:cubicBezTo>
                <a:lnTo>
                  <a:pt x="3171844" y="2638246"/>
                </a:lnTo>
                <a:cubicBezTo>
                  <a:pt x="3171844" y="2656261"/>
                  <a:pt x="3161379" y="2681694"/>
                  <a:pt x="3148529" y="2694410"/>
                </a:cubicBezTo>
                <a:close/>
                <a:moveTo>
                  <a:pt x="2786214" y="2569366"/>
                </a:moveTo>
                <a:cubicBezTo>
                  <a:pt x="2786214" y="2551086"/>
                  <a:pt x="2775086" y="2525786"/>
                  <a:pt x="2762236" y="2512275"/>
                </a:cubicBezTo>
                <a:lnTo>
                  <a:pt x="2630955" y="2382329"/>
                </a:lnTo>
                <a:cubicBezTo>
                  <a:pt x="2617973" y="2369481"/>
                  <a:pt x="2592538" y="2358751"/>
                  <a:pt x="2574257" y="2358751"/>
                </a:cubicBezTo>
                <a:lnTo>
                  <a:pt x="2569090" y="2358751"/>
                </a:lnTo>
                <a:cubicBezTo>
                  <a:pt x="2550809" y="2358751"/>
                  <a:pt x="2525374" y="2369481"/>
                  <a:pt x="2512656" y="2382329"/>
                </a:cubicBezTo>
                <a:lnTo>
                  <a:pt x="2381375" y="2512275"/>
                </a:lnTo>
                <a:cubicBezTo>
                  <a:pt x="2368260" y="2525786"/>
                  <a:pt x="2358192" y="2551086"/>
                  <a:pt x="2358192" y="2569366"/>
                </a:cubicBezTo>
                <a:lnTo>
                  <a:pt x="2358192" y="2574399"/>
                </a:lnTo>
                <a:cubicBezTo>
                  <a:pt x="2358192" y="2592414"/>
                  <a:pt x="2368260" y="2617582"/>
                  <a:pt x="2381375" y="2630696"/>
                </a:cubicBezTo>
                <a:lnTo>
                  <a:pt x="2512656" y="2761038"/>
                </a:lnTo>
                <a:cubicBezTo>
                  <a:pt x="2525506" y="2773887"/>
                  <a:pt x="2550809" y="2784617"/>
                  <a:pt x="2569090" y="2784617"/>
                </a:cubicBezTo>
                <a:lnTo>
                  <a:pt x="2574257" y="2784617"/>
                </a:lnTo>
                <a:cubicBezTo>
                  <a:pt x="2592538" y="2784617"/>
                  <a:pt x="2617973" y="2773887"/>
                  <a:pt x="2630955" y="2761038"/>
                </a:cubicBezTo>
                <a:lnTo>
                  <a:pt x="2762236" y="2630696"/>
                </a:lnTo>
                <a:cubicBezTo>
                  <a:pt x="2775086" y="2617582"/>
                  <a:pt x="2786214" y="2592414"/>
                  <a:pt x="2786214" y="2574399"/>
                </a:cubicBezTo>
                <a:close/>
                <a:moveTo>
                  <a:pt x="736718" y="1222757"/>
                </a:moveTo>
                <a:lnTo>
                  <a:pt x="1827239" y="1849170"/>
                </a:lnTo>
                <a:cubicBezTo>
                  <a:pt x="1883672" y="1881603"/>
                  <a:pt x="1948619" y="1896152"/>
                  <a:pt x="2013497" y="1890895"/>
                </a:cubicBezTo>
                <a:cubicBezTo>
                  <a:pt x="2179486" y="1878709"/>
                  <a:pt x="2310502" y="1740286"/>
                  <a:pt x="2310502" y="1572324"/>
                </a:cubicBezTo>
                <a:lnTo>
                  <a:pt x="2310502" y="319233"/>
                </a:lnTo>
                <a:cubicBezTo>
                  <a:pt x="2310502" y="143059"/>
                  <a:pt x="2166503" y="0"/>
                  <a:pt x="1989651" y="0"/>
                </a:cubicBezTo>
                <a:cubicBezTo>
                  <a:pt x="1812799" y="0"/>
                  <a:pt x="1668536" y="143059"/>
                  <a:pt x="1668536" y="319233"/>
                </a:cubicBezTo>
                <a:lnTo>
                  <a:pt x="1668536" y="1020355"/>
                </a:lnTo>
                <a:lnTo>
                  <a:pt x="1057436" y="669198"/>
                </a:lnTo>
                <a:cubicBezTo>
                  <a:pt x="904297" y="580978"/>
                  <a:pt x="708369" y="633301"/>
                  <a:pt x="619347" y="785897"/>
                </a:cubicBezTo>
                <a:cubicBezTo>
                  <a:pt x="530985" y="938468"/>
                  <a:pt x="583048" y="1133777"/>
                  <a:pt x="735632" y="1222131"/>
                </a:cubicBezTo>
                <a:cubicBezTo>
                  <a:pt x="735994" y="1222340"/>
                  <a:pt x="736356" y="1222549"/>
                  <a:pt x="736718" y="1222757"/>
                </a:cubicBezTo>
                <a:close/>
                <a:moveTo>
                  <a:pt x="3130380" y="1890895"/>
                </a:moveTo>
                <a:cubicBezTo>
                  <a:pt x="3195131" y="1896154"/>
                  <a:pt x="3259952" y="1881602"/>
                  <a:pt x="3316240" y="1849170"/>
                </a:cubicBezTo>
                <a:lnTo>
                  <a:pt x="4406628" y="1222757"/>
                </a:lnTo>
                <a:cubicBezTo>
                  <a:pt x="4559590" y="1135057"/>
                  <a:pt x="4612489" y="939974"/>
                  <a:pt x="4524782" y="787025"/>
                </a:cubicBezTo>
                <a:cubicBezTo>
                  <a:pt x="4524567" y="786649"/>
                  <a:pt x="4524350" y="786273"/>
                  <a:pt x="4524132" y="785897"/>
                </a:cubicBezTo>
                <a:cubicBezTo>
                  <a:pt x="4435640" y="633301"/>
                  <a:pt x="4239447" y="580978"/>
                  <a:pt x="4086043" y="669198"/>
                </a:cubicBezTo>
                <a:lnTo>
                  <a:pt x="3475473" y="1020355"/>
                </a:lnTo>
                <a:lnTo>
                  <a:pt x="3475473" y="319233"/>
                </a:lnTo>
                <a:cubicBezTo>
                  <a:pt x="3475473" y="143059"/>
                  <a:pt x="3331872" y="0"/>
                  <a:pt x="3154225" y="0"/>
                </a:cubicBezTo>
                <a:cubicBezTo>
                  <a:pt x="2976578" y="0"/>
                  <a:pt x="2833507" y="143059"/>
                  <a:pt x="2833507" y="319233"/>
                </a:cubicBezTo>
                <a:lnTo>
                  <a:pt x="2833507" y="1572324"/>
                </a:lnTo>
                <a:cubicBezTo>
                  <a:pt x="2833507" y="1740286"/>
                  <a:pt x="2964126" y="1878709"/>
                  <a:pt x="3130380" y="1890895"/>
                </a:cubicBezTo>
                <a:close/>
                <a:moveTo>
                  <a:pt x="2013497" y="3252605"/>
                </a:moveTo>
                <a:cubicBezTo>
                  <a:pt x="1948600" y="3247084"/>
                  <a:pt x="1883576" y="3261651"/>
                  <a:pt x="1827239" y="3294330"/>
                </a:cubicBezTo>
                <a:lnTo>
                  <a:pt x="736718" y="3920213"/>
                </a:lnTo>
                <a:cubicBezTo>
                  <a:pt x="583314" y="4008566"/>
                  <a:pt x="530854" y="4204477"/>
                  <a:pt x="619347" y="4357471"/>
                </a:cubicBezTo>
                <a:cubicBezTo>
                  <a:pt x="707839" y="4510464"/>
                  <a:pt x="904297" y="4562389"/>
                  <a:pt x="1057436" y="4473772"/>
                </a:cubicBezTo>
                <a:lnTo>
                  <a:pt x="1668536" y="4123013"/>
                </a:lnTo>
                <a:lnTo>
                  <a:pt x="1668536" y="4823869"/>
                </a:lnTo>
                <a:cubicBezTo>
                  <a:pt x="1668536" y="5000441"/>
                  <a:pt x="1812137" y="5143500"/>
                  <a:pt x="1989651" y="5143500"/>
                </a:cubicBezTo>
                <a:cubicBezTo>
                  <a:pt x="2167166" y="5143500"/>
                  <a:pt x="2310502" y="5000441"/>
                  <a:pt x="2310502" y="4823869"/>
                </a:cubicBezTo>
                <a:lnTo>
                  <a:pt x="2310502" y="3570911"/>
                </a:lnTo>
                <a:cubicBezTo>
                  <a:pt x="2310502" y="3402684"/>
                  <a:pt x="2179486" y="3264526"/>
                  <a:pt x="2013497" y="3252605"/>
                </a:cubicBezTo>
                <a:close/>
                <a:moveTo>
                  <a:pt x="1717816" y="2665798"/>
                </a:moveTo>
                <a:cubicBezTo>
                  <a:pt x="1728394" y="2632182"/>
                  <a:pt x="1733318" y="2597044"/>
                  <a:pt x="1732388" y="2561815"/>
                </a:cubicBezTo>
                <a:cubicBezTo>
                  <a:pt x="1731063" y="2536648"/>
                  <a:pt x="1727884" y="2511480"/>
                  <a:pt x="1720730" y="2486312"/>
                </a:cubicBezTo>
                <a:cubicBezTo>
                  <a:pt x="1699137" y="2408292"/>
                  <a:pt x="1648002" y="2338617"/>
                  <a:pt x="1571300" y="2294640"/>
                </a:cubicBezTo>
                <a:lnTo>
                  <a:pt x="481574" y="1668359"/>
                </a:lnTo>
                <a:cubicBezTo>
                  <a:pt x="327773" y="1580272"/>
                  <a:pt x="131580" y="1632594"/>
                  <a:pt x="43352" y="1785456"/>
                </a:cubicBezTo>
                <a:cubicBezTo>
                  <a:pt x="-44875" y="1938317"/>
                  <a:pt x="6790" y="2133168"/>
                  <a:pt x="160591" y="2221521"/>
                </a:cubicBezTo>
                <a:lnTo>
                  <a:pt x="769571" y="2572015"/>
                </a:lnTo>
                <a:lnTo>
                  <a:pt x="160591" y="2921450"/>
                </a:lnTo>
                <a:cubicBezTo>
                  <a:pt x="6790" y="3010067"/>
                  <a:pt x="-45670" y="3205051"/>
                  <a:pt x="43352" y="3358310"/>
                </a:cubicBezTo>
                <a:cubicBezTo>
                  <a:pt x="132374" y="3511568"/>
                  <a:pt x="327773" y="3562963"/>
                  <a:pt x="481574" y="3474876"/>
                </a:cubicBezTo>
                <a:lnTo>
                  <a:pt x="1571300" y="2848198"/>
                </a:lnTo>
                <a:cubicBezTo>
                  <a:pt x="1641515" y="2808189"/>
                  <a:pt x="1693892" y="2742984"/>
                  <a:pt x="1717816" y="2665798"/>
                </a:cubicBezTo>
                <a:close/>
                <a:moveTo>
                  <a:pt x="5160799" y="588131"/>
                </a:moveTo>
                <a:lnTo>
                  <a:pt x="5112049" y="588131"/>
                </a:lnTo>
                <a:lnTo>
                  <a:pt x="5112049" y="648137"/>
                </a:lnTo>
                <a:lnTo>
                  <a:pt x="5160799" y="648137"/>
                </a:lnTo>
                <a:cubicBezTo>
                  <a:pt x="5183452" y="648137"/>
                  <a:pt x="5198157" y="637937"/>
                  <a:pt x="5198157" y="618730"/>
                </a:cubicBezTo>
                <a:cubicBezTo>
                  <a:pt x="5198157" y="599523"/>
                  <a:pt x="5184512" y="588131"/>
                  <a:pt x="5160799" y="588131"/>
                </a:cubicBezTo>
                <a:close/>
                <a:moveTo>
                  <a:pt x="5052039" y="532630"/>
                </a:moveTo>
                <a:lnTo>
                  <a:pt x="5161859" y="532630"/>
                </a:lnTo>
                <a:cubicBezTo>
                  <a:pt x="5222002" y="532630"/>
                  <a:pt x="5261612" y="565480"/>
                  <a:pt x="5261612" y="616346"/>
                </a:cubicBezTo>
                <a:cubicBezTo>
                  <a:pt x="5261612" y="648137"/>
                  <a:pt x="5245715" y="671847"/>
                  <a:pt x="5222002" y="686683"/>
                </a:cubicBezTo>
                <a:lnTo>
                  <a:pt x="5265056" y="748940"/>
                </a:lnTo>
                <a:lnTo>
                  <a:pt x="5265056" y="761392"/>
                </a:lnTo>
                <a:lnTo>
                  <a:pt x="5202661" y="761392"/>
                </a:lnTo>
                <a:lnTo>
                  <a:pt x="5160799" y="701386"/>
                </a:lnTo>
                <a:lnTo>
                  <a:pt x="5112049" y="701386"/>
                </a:lnTo>
                <a:lnTo>
                  <a:pt x="5112049" y="761392"/>
                </a:lnTo>
                <a:lnTo>
                  <a:pt x="5052039" y="761392"/>
                </a:lnTo>
                <a:close/>
                <a:moveTo>
                  <a:pt x="5358979" y="651581"/>
                </a:moveTo>
                <a:cubicBezTo>
                  <a:pt x="5358979" y="529186"/>
                  <a:pt x="5277508" y="436330"/>
                  <a:pt x="5152851" y="436330"/>
                </a:cubicBezTo>
                <a:cubicBezTo>
                  <a:pt x="5030445" y="436330"/>
                  <a:pt x="4948842" y="524682"/>
                  <a:pt x="4948842" y="651581"/>
                </a:cubicBezTo>
                <a:cubicBezTo>
                  <a:pt x="4948842" y="772783"/>
                  <a:pt x="5030445" y="866699"/>
                  <a:pt x="5152851" y="866699"/>
                </a:cubicBezTo>
                <a:cubicBezTo>
                  <a:pt x="5277508" y="866699"/>
                  <a:pt x="5358979" y="773843"/>
                  <a:pt x="5358979" y="651581"/>
                </a:cubicBezTo>
                <a:close/>
                <a:moveTo>
                  <a:pt x="5409982" y="651581"/>
                </a:moveTo>
                <a:cubicBezTo>
                  <a:pt x="5409982" y="795434"/>
                  <a:pt x="5313674" y="915445"/>
                  <a:pt x="5152851" y="915445"/>
                </a:cubicBezTo>
                <a:cubicBezTo>
                  <a:pt x="4992028" y="915445"/>
                  <a:pt x="4897972" y="794242"/>
                  <a:pt x="4897972" y="651581"/>
                </a:cubicBezTo>
                <a:cubicBezTo>
                  <a:pt x="4897972" y="508919"/>
                  <a:pt x="4993088" y="387584"/>
                  <a:pt x="5152851" y="387584"/>
                </a:cubicBezTo>
                <a:cubicBezTo>
                  <a:pt x="5312614" y="387584"/>
                  <a:pt x="5409982" y="507594"/>
                  <a:pt x="5409982" y="65158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27"/>
          <p:cNvSpPr txBox="1"/>
          <p:nvPr>
            <p:ph idx="12" type="sldNum"/>
          </p:nvPr>
        </p:nvSpPr>
        <p:spPr>
          <a:xfrm>
            <a:off x="8229600" y="4866905"/>
            <a:ext cx="473700" cy="9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indent="0" lvl="0" marL="0" marR="0" rtl="0" algn="r">
              <a:spcBef>
                <a:spcPts val="0"/>
              </a:spcBef>
              <a:buNone/>
              <a:defRPr i="0" sz="600">
                <a:solidFill>
                  <a:srgbClr val="FFFFFF"/>
                </a:solidFill>
              </a:defRPr>
            </a:lvl1pPr>
            <a:lvl2pPr indent="0" lvl="1" marL="0" marR="0" rtl="0" algn="r">
              <a:spcBef>
                <a:spcPts val="0"/>
              </a:spcBef>
              <a:buNone/>
              <a:defRPr i="0" sz="600">
                <a:solidFill>
                  <a:srgbClr val="FFFFFF"/>
                </a:solidFill>
              </a:defRPr>
            </a:lvl2pPr>
            <a:lvl3pPr indent="0" lvl="2" marL="0" marR="0" rtl="0" algn="r">
              <a:spcBef>
                <a:spcPts val="0"/>
              </a:spcBef>
              <a:buNone/>
              <a:defRPr i="0" sz="600">
                <a:solidFill>
                  <a:srgbClr val="FFFFFF"/>
                </a:solidFill>
              </a:defRPr>
            </a:lvl3pPr>
            <a:lvl4pPr indent="0" lvl="3" marL="0" marR="0" rtl="0" algn="r">
              <a:spcBef>
                <a:spcPts val="0"/>
              </a:spcBef>
              <a:buNone/>
              <a:defRPr i="0" sz="600">
                <a:solidFill>
                  <a:srgbClr val="FFFFFF"/>
                </a:solidFill>
              </a:defRPr>
            </a:lvl4pPr>
            <a:lvl5pPr indent="0" lvl="4" marL="0" marR="0" rtl="0" algn="r">
              <a:spcBef>
                <a:spcPts val="0"/>
              </a:spcBef>
              <a:buNone/>
              <a:defRPr i="0" sz="600">
                <a:solidFill>
                  <a:srgbClr val="FFFFFF"/>
                </a:solidFill>
              </a:defRPr>
            </a:lvl5pPr>
            <a:lvl6pPr indent="0" lvl="5" marL="0" marR="0" rtl="0" algn="r">
              <a:spcBef>
                <a:spcPts val="0"/>
              </a:spcBef>
              <a:buNone/>
              <a:defRPr i="0" sz="600">
                <a:solidFill>
                  <a:srgbClr val="FFFFFF"/>
                </a:solidFill>
              </a:defRPr>
            </a:lvl6pPr>
            <a:lvl7pPr indent="0" lvl="6" marL="0" marR="0" rtl="0" algn="r">
              <a:spcBef>
                <a:spcPts val="0"/>
              </a:spcBef>
              <a:buNone/>
              <a:defRPr i="0" sz="600">
                <a:solidFill>
                  <a:srgbClr val="FFFFFF"/>
                </a:solidFill>
              </a:defRPr>
            </a:lvl7pPr>
            <a:lvl8pPr indent="0" lvl="7" marL="0" marR="0" rtl="0" algn="r">
              <a:spcBef>
                <a:spcPts val="0"/>
              </a:spcBef>
              <a:buNone/>
              <a:defRPr i="0" sz="600">
                <a:solidFill>
                  <a:srgbClr val="FFFFFF"/>
                </a:solidFill>
              </a:defRPr>
            </a:lvl8pPr>
            <a:lvl9pPr indent="0" lvl="8" marL="0" marR="0" rtl="0" algn="r">
              <a:spcBef>
                <a:spcPts val="0"/>
              </a:spcBef>
              <a:buNone/>
              <a:defRPr i="0" sz="600">
                <a:solidFill>
                  <a:srgbClr val="FFFFFF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243" name="Google Shape;243;p27"/>
          <p:cNvGrpSpPr/>
          <p:nvPr/>
        </p:nvGrpSpPr>
        <p:grpSpPr>
          <a:xfrm>
            <a:off x="457209" y="474129"/>
            <a:ext cx="1177786" cy="857849"/>
            <a:chOff x="865451" y="2114550"/>
            <a:chExt cx="3399093" cy="2475755"/>
          </a:xfrm>
        </p:grpSpPr>
        <p:sp>
          <p:nvSpPr>
            <p:cNvPr id="244" name="Google Shape;244;p27"/>
            <p:cNvSpPr/>
            <p:nvPr/>
          </p:nvSpPr>
          <p:spPr>
            <a:xfrm>
              <a:off x="865451" y="2114550"/>
              <a:ext cx="1571381" cy="2475755"/>
            </a:xfrm>
            <a:custGeom>
              <a:rect b="b" l="l" r="r" t="t"/>
              <a:pathLst>
                <a:path extrusionOk="0" h="5757569" w="3654375">
                  <a:moveTo>
                    <a:pt x="3448790" y="0"/>
                  </a:moveTo>
                  <a:lnTo>
                    <a:pt x="3458290" y="1432474"/>
                  </a:lnTo>
                  <a:cubicBezTo>
                    <a:pt x="2772941" y="1684660"/>
                    <a:pt x="2415542" y="1991333"/>
                    <a:pt x="2248907" y="2449965"/>
                  </a:cubicBezTo>
                  <a:cubicBezTo>
                    <a:pt x="3226484" y="2526039"/>
                    <a:pt x="3654376" y="3276319"/>
                    <a:pt x="3654376" y="4068726"/>
                  </a:cubicBezTo>
                  <a:cubicBezTo>
                    <a:pt x="3654376" y="5007004"/>
                    <a:pt x="2925326" y="5757569"/>
                    <a:pt x="1987935" y="5757569"/>
                  </a:cubicBezTo>
                  <a:cubicBezTo>
                    <a:pt x="1050544" y="5757569"/>
                    <a:pt x="14541" y="5150119"/>
                    <a:pt x="196" y="3782402"/>
                  </a:cubicBezTo>
                  <a:cubicBezTo>
                    <a:pt x="-30015" y="843186"/>
                    <a:pt x="3448790" y="0"/>
                    <a:pt x="344879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5" name="Google Shape;245;p27"/>
            <p:cNvSpPr/>
            <p:nvPr/>
          </p:nvSpPr>
          <p:spPr>
            <a:xfrm>
              <a:off x="2693163" y="2114550"/>
              <a:ext cx="1571381" cy="2475755"/>
            </a:xfrm>
            <a:custGeom>
              <a:rect b="b" l="l" r="r" t="t"/>
              <a:pathLst>
                <a:path extrusionOk="0" h="5757569" w="3654375">
                  <a:moveTo>
                    <a:pt x="3448790" y="0"/>
                  </a:moveTo>
                  <a:lnTo>
                    <a:pt x="3458290" y="1432474"/>
                  </a:lnTo>
                  <a:cubicBezTo>
                    <a:pt x="2772941" y="1684660"/>
                    <a:pt x="2415542" y="1991333"/>
                    <a:pt x="2248907" y="2449965"/>
                  </a:cubicBezTo>
                  <a:cubicBezTo>
                    <a:pt x="3226484" y="2526039"/>
                    <a:pt x="3654376" y="3276319"/>
                    <a:pt x="3654376" y="4068726"/>
                  </a:cubicBezTo>
                  <a:cubicBezTo>
                    <a:pt x="3654376" y="5007004"/>
                    <a:pt x="2925326" y="5757569"/>
                    <a:pt x="1987935" y="5757569"/>
                  </a:cubicBezTo>
                  <a:cubicBezTo>
                    <a:pt x="1050544" y="5757569"/>
                    <a:pt x="14541" y="5150119"/>
                    <a:pt x="196" y="3782402"/>
                  </a:cubicBezTo>
                  <a:cubicBezTo>
                    <a:pt x="-30015" y="843186"/>
                    <a:pt x="3448790" y="0"/>
                    <a:pt x="344879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46" name="Google Shape;246;p27"/>
          <p:cNvSpPr txBox="1"/>
          <p:nvPr>
            <p:ph idx="2" type="subTitle"/>
          </p:nvPr>
        </p:nvSpPr>
        <p:spPr>
          <a:xfrm>
            <a:off x="3017525" y="3999997"/>
            <a:ext cx="4206300" cy="686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b="1" sz="1600">
                <a:solidFill>
                  <a:srgbClr val="FFFFFF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b="1">
                <a:solidFill>
                  <a:srgbClr val="FFFFFF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b="1">
                <a:solidFill>
                  <a:srgbClr val="FFFFFF"/>
                </a:solidFill>
              </a:defRPr>
            </a:lvl3pPr>
            <a:lvl4pPr lvl="3" rtl="0"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b="1">
                <a:solidFill>
                  <a:srgbClr val="FFFFFF"/>
                </a:solidFill>
              </a:defRPr>
            </a:lvl4pPr>
            <a:lvl5pPr lvl="4" rtl="0"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b="1">
                <a:solidFill>
                  <a:srgbClr val="FFFFFF"/>
                </a:solidFill>
              </a:defRPr>
            </a:lvl5pPr>
            <a:lvl6pPr lvl="5" rtl="0"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b="1">
                <a:solidFill>
                  <a:srgbClr val="FFFFFF"/>
                </a:solidFill>
              </a:defRPr>
            </a:lvl6pPr>
            <a:lvl7pPr lvl="6" rtl="0"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b="1">
                <a:solidFill>
                  <a:srgbClr val="FFFFFF"/>
                </a:solidFill>
              </a:defRPr>
            </a:lvl7pPr>
            <a:lvl8pPr lvl="7" rtl="0"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b="1">
                <a:solidFill>
                  <a:srgbClr val="FFFFFF"/>
                </a:solidFill>
              </a:defRPr>
            </a:lvl8pPr>
            <a:lvl9pPr lvl="8" rtl="0">
              <a:spcBef>
                <a:spcPts val="1000"/>
              </a:spcBef>
              <a:spcAft>
                <a:spcPts val="1000"/>
              </a:spcAft>
              <a:buClr>
                <a:srgbClr val="FFFFFF"/>
              </a:buClr>
              <a:buSzPts val="1400"/>
              <a:buNone/>
              <a:defRPr b="1">
                <a:solidFill>
                  <a:srgbClr val="FFFFFF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">
  <p:cSld name="CUSTOM"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28"/>
          <p:cNvSpPr/>
          <p:nvPr/>
        </p:nvSpPr>
        <p:spPr>
          <a:xfrm>
            <a:off x="0" y="1120200"/>
            <a:ext cx="9144000" cy="40233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28"/>
          <p:cNvSpPr txBox="1"/>
          <p:nvPr>
            <p:ph type="title"/>
          </p:nvPr>
        </p:nvSpPr>
        <p:spPr>
          <a:xfrm>
            <a:off x="366550" y="274323"/>
            <a:ext cx="8348400" cy="36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3pPr>
            <a:lvl4pPr lvl="3" rtl="0"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4pPr>
            <a:lvl5pPr lvl="4" rtl="0"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5pPr>
            <a:lvl6pPr lvl="5" rtl="0"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6pPr>
            <a:lvl7pPr lvl="6" rtl="0"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7pPr>
            <a:lvl8pPr lvl="7" rtl="0"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8pPr>
            <a:lvl9pPr lvl="8" rtl="0">
              <a:spcBef>
                <a:spcPts val="1000"/>
              </a:spcBef>
              <a:spcAft>
                <a:spcPts val="1000"/>
              </a:spcAft>
              <a:buSzPts val="1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50" name="Google Shape;250;p28"/>
          <p:cNvSpPr/>
          <p:nvPr/>
        </p:nvSpPr>
        <p:spPr>
          <a:xfrm>
            <a:off x="660652" y="4866916"/>
            <a:ext cx="17085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 xml:space="preserve">© </a:t>
            </a:r>
            <a:r>
              <a:rPr lang="en" sz="600">
                <a:solidFill>
                  <a:schemeClr val="lt1"/>
                </a:solidFill>
              </a:rPr>
              <a:t>2026</a:t>
            </a:r>
            <a:r>
              <a:rPr b="0" i="0" lang="en" sz="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 xml:space="preserve"> Snowflake Inc. All Rights Reserved</a:t>
            </a:r>
            <a:endParaRPr sz="6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28"/>
          <p:cNvSpPr/>
          <p:nvPr/>
        </p:nvSpPr>
        <p:spPr>
          <a:xfrm>
            <a:off x="457195" y="4846320"/>
            <a:ext cx="135250" cy="128588"/>
          </a:xfrm>
          <a:custGeom>
            <a:rect b="b" l="l" r="r" t="t"/>
            <a:pathLst>
              <a:path extrusionOk="0" h="5143500" w="5409981">
                <a:moveTo>
                  <a:pt x="4983153" y="2221521"/>
                </a:moveTo>
                <a:lnTo>
                  <a:pt x="4374172" y="2572015"/>
                </a:lnTo>
                <a:lnTo>
                  <a:pt x="4983153" y="2921450"/>
                </a:lnTo>
                <a:cubicBezTo>
                  <a:pt x="5136954" y="3010067"/>
                  <a:pt x="5189546" y="3205051"/>
                  <a:pt x="5100656" y="3358310"/>
                </a:cubicBezTo>
                <a:cubicBezTo>
                  <a:pt x="5011767" y="3511568"/>
                  <a:pt x="4815574" y="3562963"/>
                  <a:pt x="4662302" y="3474876"/>
                </a:cubicBezTo>
                <a:lnTo>
                  <a:pt x="3571781" y="2848198"/>
                </a:lnTo>
                <a:cubicBezTo>
                  <a:pt x="3499053" y="2805943"/>
                  <a:pt x="3448581" y="2739977"/>
                  <a:pt x="3426193" y="2665798"/>
                </a:cubicBezTo>
                <a:cubicBezTo>
                  <a:pt x="3407864" y="2607519"/>
                  <a:pt x="3406806" y="2545180"/>
                  <a:pt x="3423146" y="2486312"/>
                </a:cubicBezTo>
                <a:cubicBezTo>
                  <a:pt x="3445647" y="2405409"/>
                  <a:pt x="3499023" y="2336577"/>
                  <a:pt x="3571781" y="2294640"/>
                </a:cubicBezTo>
                <a:lnTo>
                  <a:pt x="4662302" y="1668359"/>
                </a:lnTo>
                <a:cubicBezTo>
                  <a:pt x="4815574" y="1580272"/>
                  <a:pt x="5011899" y="1632594"/>
                  <a:pt x="5100656" y="1785456"/>
                </a:cubicBezTo>
                <a:cubicBezTo>
                  <a:pt x="5189414" y="1938317"/>
                  <a:pt x="5136954" y="2133168"/>
                  <a:pt x="4983153" y="2221521"/>
                </a:cubicBezTo>
                <a:close/>
                <a:moveTo>
                  <a:pt x="4406628" y="3920213"/>
                </a:moveTo>
                <a:lnTo>
                  <a:pt x="3316240" y="3294330"/>
                </a:lnTo>
                <a:cubicBezTo>
                  <a:pt x="3260045" y="3261658"/>
                  <a:pt x="3195149" y="3247089"/>
                  <a:pt x="3130380" y="3252605"/>
                </a:cubicBezTo>
                <a:cubicBezTo>
                  <a:pt x="2964126" y="3264526"/>
                  <a:pt x="2833507" y="3402684"/>
                  <a:pt x="2833507" y="3570911"/>
                </a:cubicBezTo>
                <a:lnTo>
                  <a:pt x="2833507" y="4823869"/>
                </a:lnTo>
                <a:cubicBezTo>
                  <a:pt x="2833507" y="5000441"/>
                  <a:pt x="2976578" y="5143500"/>
                  <a:pt x="3154225" y="5143500"/>
                </a:cubicBezTo>
                <a:cubicBezTo>
                  <a:pt x="3331872" y="5143500"/>
                  <a:pt x="3475473" y="5000441"/>
                  <a:pt x="3475473" y="4823869"/>
                </a:cubicBezTo>
                <a:lnTo>
                  <a:pt x="3475473" y="4123013"/>
                </a:lnTo>
                <a:lnTo>
                  <a:pt x="4086043" y="4473772"/>
                </a:lnTo>
                <a:cubicBezTo>
                  <a:pt x="4239447" y="4562389"/>
                  <a:pt x="4435640" y="4509934"/>
                  <a:pt x="4524132" y="4357471"/>
                </a:cubicBezTo>
                <a:cubicBezTo>
                  <a:pt x="4612625" y="4205007"/>
                  <a:pt x="4560298" y="4008566"/>
                  <a:pt x="4406628" y="3920213"/>
                </a:cubicBezTo>
                <a:close/>
                <a:moveTo>
                  <a:pt x="3148529" y="2694410"/>
                </a:moveTo>
                <a:lnTo>
                  <a:pt x="2695205" y="3144913"/>
                </a:lnTo>
                <a:cubicBezTo>
                  <a:pt x="2682222" y="3158159"/>
                  <a:pt x="2657185" y="3169021"/>
                  <a:pt x="2638374" y="3169021"/>
                </a:cubicBezTo>
                <a:lnTo>
                  <a:pt x="2504973" y="3169021"/>
                </a:lnTo>
                <a:cubicBezTo>
                  <a:pt x="2486692" y="3169021"/>
                  <a:pt x="2461257" y="3158159"/>
                  <a:pt x="2448142" y="3144913"/>
                </a:cubicBezTo>
                <a:lnTo>
                  <a:pt x="1995083" y="2694410"/>
                </a:lnTo>
                <a:cubicBezTo>
                  <a:pt x="1982100" y="2681694"/>
                  <a:pt x="1971635" y="2656261"/>
                  <a:pt x="1971635" y="2638246"/>
                </a:cubicBezTo>
                <a:lnTo>
                  <a:pt x="1971635" y="2505387"/>
                </a:lnTo>
                <a:cubicBezTo>
                  <a:pt x="1971635" y="2486974"/>
                  <a:pt x="1982100" y="2461409"/>
                  <a:pt x="1995083" y="2448560"/>
                </a:cubicBezTo>
                <a:lnTo>
                  <a:pt x="2448142" y="1998057"/>
                </a:lnTo>
                <a:cubicBezTo>
                  <a:pt x="2461257" y="1984811"/>
                  <a:pt x="2486692" y="1974346"/>
                  <a:pt x="2504973" y="1974346"/>
                </a:cubicBezTo>
                <a:lnTo>
                  <a:pt x="2638374" y="1974346"/>
                </a:lnTo>
                <a:cubicBezTo>
                  <a:pt x="2656787" y="1974346"/>
                  <a:pt x="2682222" y="1984811"/>
                  <a:pt x="2695205" y="1998057"/>
                </a:cubicBezTo>
                <a:lnTo>
                  <a:pt x="3148529" y="2448560"/>
                </a:lnTo>
                <a:cubicBezTo>
                  <a:pt x="3161379" y="2461409"/>
                  <a:pt x="3171844" y="2486974"/>
                  <a:pt x="3171844" y="2505387"/>
                </a:cubicBezTo>
                <a:lnTo>
                  <a:pt x="3171844" y="2638246"/>
                </a:lnTo>
                <a:cubicBezTo>
                  <a:pt x="3171844" y="2656261"/>
                  <a:pt x="3161379" y="2681694"/>
                  <a:pt x="3148529" y="2694410"/>
                </a:cubicBezTo>
                <a:close/>
                <a:moveTo>
                  <a:pt x="2786214" y="2569366"/>
                </a:moveTo>
                <a:cubicBezTo>
                  <a:pt x="2786214" y="2551086"/>
                  <a:pt x="2775086" y="2525786"/>
                  <a:pt x="2762236" y="2512275"/>
                </a:cubicBezTo>
                <a:lnTo>
                  <a:pt x="2630955" y="2382329"/>
                </a:lnTo>
                <a:cubicBezTo>
                  <a:pt x="2617973" y="2369481"/>
                  <a:pt x="2592538" y="2358751"/>
                  <a:pt x="2574257" y="2358751"/>
                </a:cubicBezTo>
                <a:lnTo>
                  <a:pt x="2569090" y="2358751"/>
                </a:lnTo>
                <a:cubicBezTo>
                  <a:pt x="2550809" y="2358751"/>
                  <a:pt x="2525374" y="2369481"/>
                  <a:pt x="2512656" y="2382329"/>
                </a:cubicBezTo>
                <a:lnTo>
                  <a:pt x="2381375" y="2512275"/>
                </a:lnTo>
                <a:cubicBezTo>
                  <a:pt x="2368260" y="2525786"/>
                  <a:pt x="2358192" y="2551086"/>
                  <a:pt x="2358192" y="2569366"/>
                </a:cubicBezTo>
                <a:lnTo>
                  <a:pt x="2358192" y="2574399"/>
                </a:lnTo>
                <a:cubicBezTo>
                  <a:pt x="2358192" y="2592414"/>
                  <a:pt x="2368260" y="2617582"/>
                  <a:pt x="2381375" y="2630696"/>
                </a:cubicBezTo>
                <a:lnTo>
                  <a:pt x="2512656" y="2761038"/>
                </a:lnTo>
                <a:cubicBezTo>
                  <a:pt x="2525506" y="2773887"/>
                  <a:pt x="2550809" y="2784617"/>
                  <a:pt x="2569090" y="2784617"/>
                </a:cubicBezTo>
                <a:lnTo>
                  <a:pt x="2574257" y="2784617"/>
                </a:lnTo>
                <a:cubicBezTo>
                  <a:pt x="2592538" y="2784617"/>
                  <a:pt x="2617973" y="2773887"/>
                  <a:pt x="2630955" y="2761038"/>
                </a:cubicBezTo>
                <a:lnTo>
                  <a:pt x="2762236" y="2630696"/>
                </a:lnTo>
                <a:cubicBezTo>
                  <a:pt x="2775086" y="2617582"/>
                  <a:pt x="2786214" y="2592414"/>
                  <a:pt x="2786214" y="2574399"/>
                </a:cubicBezTo>
                <a:close/>
                <a:moveTo>
                  <a:pt x="736718" y="1222757"/>
                </a:moveTo>
                <a:lnTo>
                  <a:pt x="1827239" y="1849170"/>
                </a:lnTo>
                <a:cubicBezTo>
                  <a:pt x="1883672" y="1881603"/>
                  <a:pt x="1948619" y="1896152"/>
                  <a:pt x="2013497" y="1890895"/>
                </a:cubicBezTo>
                <a:cubicBezTo>
                  <a:pt x="2179486" y="1878709"/>
                  <a:pt x="2310502" y="1740286"/>
                  <a:pt x="2310502" y="1572324"/>
                </a:cubicBezTo>
                <a:lnTo>
                  <a:pt x="2310502" y="319233"/>
                </a:lnTo>
                <a:cubicBezTo>
                  <a:pt x="2310502" y="143059"/>
                  <a:pt x="2166503" y="0"/>
                  <a:pt x="1989651" y="0"/>
                </a:cubicBezTo>
                <a:cubicBezTo>
                  <a:pt x="1812799" y="0"/>
                  <a:pt x="1668536" y="143059"/>
                  <a:pt x="1668536" y="319233"/>
                </a:cubicBezTo>
                <a:lnTo>
                  <a:pt x="1668536" y="1020355"/>
                </a:lnTo>
                <a:lnTo>
                  <a:pt x="1057436" y="669198"/>
                </a:lnTo>
                <a:cubicBezTo>
                  <a:pt x="904297" y="580978"/>
                  <a:pt x="708369" y="633301"/>
                  <a:pt x="619347" y="785897"/>
                </a:cubicBezTo>
                <a:cubicBezTo>
                  <a:pt x="530985" y="938468"/>
                  <a:pt x="583048" y="1133777"/>
                  <a:pt x="735632" y="1222131"/>
                </a:cubicBezTo>
                <a:cubicBezTo>
                  <a:pt x="735994" y="1222340"/>
                  <a:pt x="736356" y="1222549"/>
                  <a:pt x="736718" y="1222757"/>
                </a:cubicBezTo>
                <a:close/>
                <a:moveTo>
                  <a:pt x="3130380" y="1890895"/>
                </a:moveTo>
                <a:cubicBezTo>
                  <a:pt x="3195131" y="1896154"/>
                  <a:pt x="3259952" y="1881602"/>
                  <a:pt x="3316240" y="1849170"/>
                </a:cubicBezTo>
                <a:lnTo>
                  <a:pt x="4406628" y="1222757"/>
                </a:lnTo>
                <a:cubicBezTo>
                  <a:pt x="4559590" y="1135057"/>
                  <a:pt x="4612489" y="939974"/>
                  <a:pt x="4524782" y="787025"/>
                </a:cubicBezTo>
                <a:cubicBezTo>
                  <a:pt x="4524567" y="786649"/>
                  <a:pt x="4524350" y="786273"/>
                  <a:pt x="4524132" y="785897"/>
                </a:cubicBezTo>
                <a:cubicBezTo>
                  <a:pt x="4435640" y="633301"/>
                  <a:pt x="4239447" y="580978"/>
                  <a:pt x="4086043" y="669198"/>
                </a:cubicBezTo>
                <a:lnTo>
                  <a:pt x="3475473" y="1020355"/>
                </a:lnTo>
                <a:lnTo>
                  <a:pt x="3475473" y="319233"/>
                </a:lnTo>
                <a:cubicBezTo>
                  <a:pt x="3475473" y="143059"/>
                  <a:pt x="3331872" y="0"/>
                  <a:pt x="3154225" y="0"/>
                </a:cubicBezTo>
                <a:cubicBezTo>
                  <a:pt x="2976578" y="0"/>
                  <a:pt x="2833507" y="143059"/>
                  <a:pt x="2833507" y="319233"/>
                </a:cubicBezTo>
                <a:lnTo>
                  <a:pt x="2833507" y="1572324"/>
                </a:lnTo>
                <a:cubicBezTo>
                  <a:pt x="2833507" y="1740286"/>
                  <a:pt x="2964126" y="1878709"/>
                  <a:pt x="3130380" y="1890895"/>
                </a:cubicBezTo>
                <a:close/>
                <a:moveTo>
                  <a:pt x="2013497" y="3252605"/>
                </a:moveTo>
                <a:cubicBezTo>
                  <a:pt x="1948600" y="3247084"/>
                  <a:pt x="1883576" y="3261651"/>
                  <a:pt x="1827239" y="3294330"/>
                </a:cubicBezTo>
                <a:lnTo>
                  <a:pt x="736718" y="3920213"/>
                </a:lnTo>
                <a:cubicBezTo>
                  <a:pt x="583314" y="4008566"/>
                  <a:pt x="530854" y="4204477"/>
                  <a:pt x="619347" y="4357471"/>
                </a:cubicBezTo>
                <a:cubicBezTo>
                  <a:pt x="707839" y="4510464"/>
                  <a:pt x="904297" y="4562389"/>
                  <a:pt x="1057436" y="4473772"/>
                </a:cubicBezTo>
                <a:lnTo>
                  <a:pt x="1668536" y="4123013"/>
                </a:lnTo>
                <a:lnTo>
                  <a:pt x="1668536" y="4823869"/>
                </a:lnTo>
                <a:cubicBezTo>
                  <a:pt x="1668536" y="5000441"/>
                  <a:pt x="1812137" y="5143500"/>
                  <a:pt x="1989651" y="5143500"/>
                </a:cubicBezTo>
                <a:cubicBezTo>
                  <a:pt x="2167166" y="5143500"/>
                  <a:pt x="2310502" y="5000441"/>
                  <a:pt x="2310502" y="4823869"/>
                </a:cubicBezTo>
                <a:lnTo>
                  <a:pt x="2310502" y="3570911"/>
                </a:lnTo>
                <a:cubicBezTo>
                  <a:pt x="2310502" y="3402684"/>
                  <a:pt x="2179486" y="3264526"/>
                  <a:pt x="2013497" y="3252605"/>
                </a:cubicBezTo>
                <a:close/>
                <a:moveTo>
                  <a:pt x="1717816" y="2665798"/>
                </a:moveTo>
                <a:cubicBezTo>
                  <a:pt x="1728394" y="2632182"/>
                  <a:pt x="1733318" y="2597044"/>
                  <a:pt x="1732388" y="2561815"/>
                </a:cubicBezTo>
                <a:cubicBezTo>
                  <a:pt x="1731063" y="2536648"/>
                  <a:pt x="1727884" y="2511480"/>
                  <a:pt x="1720730" y="2486312"/>
                </a:cubicBezTo>
                <a:cubicBezTo>
                  <a:pt x="1699137" y="2408292"/>
                  <a:pt x="1648002" y="2338617"/>
                  <a:pt x="1571300" y="2294640"/>
                </a:cubicBezTo>
                <a:lnTo>
                  <a:pt x="481574" y="1668359"/>
                </a:lnTo>
                <a:cubicBezTo>
                  <a:pt x="327773" y="1580272"/>
                  <a:pt x="131580" y="1632594"/>
                  <a:pt x="43352" y="1785456"/>
                </a:cubicBezTo>
                <a:cubicBezTo>
                  <a:pt x="-44875" y="1938317"/>
                  <a:pt x="6790" y="2133168"/>
                  <a:pt x="160591" y="2221521"/>
                </a:cubicBezTo>
                <a:lnTo>
                  <a:pt x="769571" y="2572015"/>
                </a:lnTo>
                <a:lnTo>
                  <a:pt x="160591" y="2921450"/>
                </a:lnTo>
                <a:cubicBezTo>
                  <a:pt x="6790" y="3010067"/>
                  <a:pt x="-45670" y="3205051"/>
                  <a:pt x="43352" y="3358310"/>
                </a:cubicBezTo>
                <a:cubicBezTo>
                  <a:pt x="132374" y="3511568"/>
                  <a:pt x="327773" y="3562963"/>
                  <a:pt x="481574" y="3474876"/>
                </a:cubicBezTo>
                <a:lnTo>
                  <a:pt x="1571300" y="2848198"/>
                </a:lnTo>
                <a:cubicBezTo>
                  <a:pt x="1641515" y="2808189"/>
                  <a:pt x="1693892" y="2742984"/>
                  <a:pt x="1717816" y="2665798"/>
                </a:cubicBezTo>
                <a:close/>
                <a:moveTo>
                  <a:pt x="5160799" y="588131"/>
                </a:moveTo>
                <a:lnTo>
                  <a:pt x="5112049" y="588131"/>
                </a:lnTo>
                <a:lnTo>
                  <a:pt x="5112049" y="648137"/>
                </a:lnTo>
                <a:lnTo>
                  <a:pt x="5160799" y="648137"/>
                </a:lnTo>
                <a:cubicBezTo>
                  <a:pt x="5183452" y="648137"/>
                  <a:pt x="5198157" y="637937"/>
                  <a:pt x="5198157" y="618730"/>
                </a:cubicBezTo>
                <a:cubicBezTo>
                  <a:pt x="5198157" y="599523"/>
                  <a:pt x="5184512" y="588131"/>
                  <a:pt x="5160799" y="588131"/>
                </a:cubicBezTo>
                <a:close/>
                <a:moveTo>
                  <a:pt x="5052039" y="532630"/>
                </a:moveTo>
                <a:lnTo>
                  <a:pt x="5161859" y="532630"/>
                </a:lnTo>
                <a:cubicBezTo>
                  <a:pt x="5222002" y="532630"/>
                  <a:pt x="5261612" y="565480"/>
                  <a:pt x="5261612" y="616346"/>
                </a:cubicBezTo>
                <a:cubicBezTo>
                  <a:pt x="5261612" y="648137"/>
                  <a:pt x="5245715" y="671847"/>
                  <a:pt x="5222002" y="686683"/>
                </a:cubicBezTo>
                <a:lnTo>
                  <a:pt x="5265056" y="748940"/>
                </a:lnTo>
                <a:lnTo>
                  <a:pt x="5265056" y="761392"/>
                </a:lnTo>
                <a:lnTo>
                  <a:pt x="5202661" y="761392"/>
                </a:lnTo>
                <a:lnTo>
                  <a:pt x="5160799" y="701386"/>
                </a:lnTo>
                <a:lnTo>
                  <a:pt x="5112049" y="701386"/>
                </a:lnTo>
                <a:lnTo>
                  <a:pt x="5112049" y="761392"/>
                </a:lnTo>
                <a:lnTo>
                  <a:pt x="5052039" y="761392"/>
                </a:lnTo>
                <a:close/>
                <a:moveTo>
                  <a:pt x="5358979" y="651581"/>
                </a:moveTo>
                <a:cubicBezTo>
                  <a:pt x="5358979" y="529186"/>
                  <a:pt x="5277508" y="436330"/>
                  <a:pt x="5152851" y="436330"/>
                </a:cubicBezTo>
                <a:cubicBezTo>
                  <a:pt x="5030445" y="436330"/>
                  <a:pt x="4948842" y="524682"/>
                  <a:pt x="4948842" y="651581"/>
                </a:cubicBezTo>
                <a:cubicBezTo>
                  <a:pt x="4948842" y="772783"/>
                  <a:pt x="5030445" y="866699"/>
                  <a:pt x="5152851" y="866699"/>
                </a:cubicBezTo>
                <a:cubicBezTo>
                  <a:pt x="5277508" y="866699"/>
                  <a:pt x="5358979" y="773843"/>
                  <a:pt x="5358979" y="651581"/>
                </a:cubicBezTo>
                <a:close/>
                <a:moveTo>
                  <a:pt x="5409982" y="651581"/>
                </a:moveTo>
                <a:cubicBezTo>
                  <a:pt x="5409982" y="795434"/>
                  <a:pt x="5313674" y="915445"/>
                  <a:pt x="5152851" y="915445"/>
                </a:cubicBezTo>
                <a:cubicBezTo>
                  <a:pt x="4992028" y="915445"/>
                  <a:pt x="4897972" y="794242"/>
                  <a:pt x="4897972" y="651581"/>
                </a:cubicBezTo>
                <a:cubicBezTo>
                  <a:pt x="4897972" y="508919"/>
                  <a:pt x="4993088" y="387584"/>
                  <a:pt x="5152851" y="387584"/>
                </a:cubicBezTo>
                <a:cubicBezTo>
                  <a:pt x="5312614" y="387584"/>
                  <a:pt x="5409982" y="507594"/>
                  <a:pt x="5409982" y="65158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28"/>
          <p:cNvSpPr txBox="1"/>
          <p:nvPr>
            <p:ph idx="12" type="sldNum"/>
          </p:nvPr>
        </p:nvSpPr>
        <p:spPr>
          <a:xfrm>
            <a:off x="8229600" y="4866905"/>
            <a:ext cx="473700" cy="9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indent="0" lvl="0" marL="0" marR="0" rtl="0" algn="r">
              <a:spcBef>
                <a:spcPts val="0"/>
              </a:spcBef>
              <a:buNone/>
              <a:defRPr i="0" sz="600">
                <a:solidFill>
                  <a:srgbClr val="FFFFFF"/>
                </a:solidFill>
              </a:defRPr>
            </a:lvl1pPr>
            <a:lvl2pPr indent="0" lvl="1" marL="0" marR="0" rtl="0" algn="r">
              <a:spcBef>
                <a:spcPts val="0"/>
              </a:spcBef>
              <a:buNone/>
              <a:defRPr i="0" sz="600">
                <a:solidFill>
                  <a:srgbClr val="FFFFFF"/>
                </a:solidFill>
              </a:defRPr>
            </a:lvl2pPr>
            <a:lvl3pPr indent="0" lvl="2" marL="0" marR="0" rtl="0" algn="r">
              <a:spcBef>
                <a:spcPts val="0"/>
              </a:spcBef>
              <a:buNone/>
              <a:defRPr i="0" sz="600">
                <a:solidFill>
                  <a:srgbClr val="FFFFFF"/>
                </a:solidFill>
              </a:defRPr>
            </a:lvl3pPr>
            <a:lvl4pPr indent="0" lvl="3" marL="0" marR="0" rtl="0" algn="r">
              <a:spcBef>
                <a:spcPts val="0"/>
              </a:spcBef>
              <a:buNone/>
              <a:defRPr i="0" sz="600">
                <a:solidFill>
                  <a:srgbClr val="FFFFFF"/>
                </a:solidFill>
              </a:defRPr>
            </a:lvl4pPr>
            <a:lvl5pPr indent="0" lvl="4" marL="0" marR="0" rtl="0" algn="r">
              <a:spcBef>
                <a:spcPts val="0"/>
              </a:spcBef>
              <a:buNone/>
              <a:defRPr i="0" sz="600">
                <a:solidFill>
                  <a:srgbClr val="FFFFFF"/>
                </a:solidFill>
              </a:defRPr>
            </a:lvl5pPr>
            <a:lvl6pPr indent="0" lvl="5" marL="0" marR="0" rtl="0" algn="r">
              <a:spcBef>
                <a:spcPts val="0"/>
              </a:spcBef>
              <a:buNone/>
              <a:defRPr i="0" sz="600">
                <a:solidFill>
                  <a:srgbClr val="FFFFFF"/>
                </a:solidFill>
              </a:defRPr>
            </a:lvl6pPr>
            <a:lvl7pPr indent="0" lvl="6" marL="0" marR="0" rtl="0" algn="r">
              <a:spcBef>
                <a:spcPts val="0"/>
              </a:spcBef>
              <a:buNone/>
              <a:defRPr i="0" sz="600">
                <a:solidFill>
                  <a:srgbClr val="FFFFFF"/>
                </a:solidFill>
              </a:defRPr>
            </a:lvl7pPr>
            <a:lvl8pPr indent="0" lvl="7" marL="0" marR="0" rtl="0" algn="r">
              <a:spcBef>
                <a:spcPts val="0"/>
              </a:spcBef>
              <a:buNone/>
              <a:defRPr i="0" sz="600">
                <a:solidFill>
                  <a:srgbClr val="FFFFFF"/>
                </a:solidFill>
              </a:defRPr>
            </a:lvl8pPr>
            <a:lvl9pPr indent="0" lvl="8" marL="0" marR="0" rtl="0" algn="r">
              <a:spcBef>
                <a:spcPts val="0"/>
              </a:spcBef>
              <a:buNone/>
              <a:defRPr i="0" sz="600">
                <a:solidFill>
                  <a:srgbClr val="FFFFFF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3" name="Google Shape;253;p28"/>
          <p:cNvSpPr/>
          <p:nvPr/>
        </p:nvSpPr>
        <p:spPr>
          <a:xfrm>
            <a:off x="0" y="343500"/>
            <a:ext cx="137100" cy="36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 01">
  <p:cSld name="Thank You">
    <p:bg>
      <p:bgPr>
        <a:solidFill>
          <a:schemeClr val="accent1"/>
        </a:solidFill>
      </p:bgPr>
    </p:bg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29"/>
          <p:cNvSpPr/>
          <p:nvPr/>
        </p:nvSpPr>
        <p:spPr>
          <a:xfrm>
            <a:off x="457200" y="4444162"/>
            <a:ext cx="1444930" cy="330450"/>
          </a:xfrm>
          <a:custGeom>
            <a:rect b="b" l="l" r="r" t="t"/>
            <a:pathLst>
              <a:path extrusionOk="0" h="2451" w="10771">
                <a:moveTo>
                  <a:pt x="10625" y="726"/>
                </a:moveTo>
                <a:lnTo>
                  <a:pt x="10597" y="726"/>
                </a:lnTo>
                <a:lnTo>
                  <a:pt x="10597" y="761"/>
                </a:lnTo>
                <a:lnTo>
                  <a:pt x="10625" y="761"/>
                </a:lnTo>
                <a:cubicBezTo>
                  <a:pt x="10638" y="761"/>
                  <a:pt x="10646" y="756"/>
                  <a:pt x="10646" y="744"/>
                </a:cubicBezTo>
                <a:cubicBezTo>
                  <a:pt x="10646" y="731"/>
                  <a:pt x="10639" y="726"/>
                  <a:pt x="10625" y="726"/>
                </a:cubicBezTo>
                <a:close/>
                <a:moveTo>
                  <a:pt x="10562" y="693"/>
                </a:moveTo>
                <a:lnTo>
                  <a:pt x="10625" y="693"/>
                </a:lnTo>
                <a:cubicBezTo>
                  <a:pt x="10660" y="693"/>
                  <a:pt x="10683" y="712"/>
                  <a:pt x="10683" y="742"/>
                </a:cubicBezTo>
                <a:cubicBezTo>
                  <a:pt x="10683" y="760"/>
                  <a:pt x="10675" y="774"/>
                  <a:pt x="10660" y="783"/>
                </a:cubicBezTo>
                <a:lnTo>
                  <a:pt x="10685" y="820"/>
                </a:lnTo>
                <a:lnTo>
                  <a:pt x="10685" y="827"/>
                </a:lnTo>
                <a:lnTo>
                  <a:pt x="10648" y="827"/>
                </a:lnTo>
                <a:lnTo>
                  <a:pt x="10623" y="791"/>
                </a:lnTo>
                <a:lnTo>
                  <a:pt x="10595" y="791"/>
                </a:lnTo>
                <a:lnTo>
                  <a:pt x="10595" y="827"/>
                </a:lnTo>
                <a:lnTo>
                  <a:pt x="10560" y="827"/>
                </a:lnTo>
                <a:lnTo>
                  <a:pt x="10560" y="693"/>
                </a:lnTo>
                <a:lnTo>
                  <a:pt x="10562" y="693"/>
                </a:lnTo>
                <a:close/>
                <a:moveTo>
                  <a:pt x="10742" y="761"/>
                </a:moveTo>
                <a:cubicBezTo>
                  <a:pt x="10742" y="691"/>
                  <a:pt x="10694" y="636"/>
                  <a:pt x="10622" y="636"/>
                </a:cubicBezTo>
                <a:cubicBezTo>
                  <a:pt x="10551" y="636"/>
                  <a:pt x="10504" y="687"/>
                  <a:pt x="10504" y="761"/>
                </a:cubicBezTo>
                <a:cubicBezTo>
                  <a:pt x="10504" y="832"/>
                  <a:pt x="10551" y="887"/>
                  <a:pt x="10622" y="887"/>
                </a:cubicBezTo>
                <a:cubicBezTo>
                  <a:pt x="10694" y="888"/>
                  <a:pt x="10742" y="834"/>
                  <a:pt x="10742" y="761"/>
                </a:cubicBezTo>
                <a:close/>
                <a:moveTo>
                  <a:pt x="10770" y="761"/>
                </a:moveTo>
                <a:cubicBezTo>
                  <a:pt x="10770" y="846"/>
                  <a:pt x="10713" y="915"/>
                  <a:pt x="10620" y="915"/>
                </a:cubicBezTo>
                <a:cubicBezTo>
                  <a:pt x="10527" y="915"/>
                  <a:pt x="10472" y="844"/>
                  <a:pt x="10472" y="761"/>
                </a:cubicBezTo>
                <a:cubicBezTo>
                  <a:pt x="10472" y="677"/>
                  <a:pt x="10527" y="608"/>
                  <a:pt x="10620" y="608"/>
                </a:cubicBezTo>
                <a:cubicBezTo>
                  <a:pt x="10715" y="608"/>
                  <a:pt x="10770" y="679"/>
                  <a:pt x="10770" y="761"/>
                </a:cubicBezTo>
                <a:close/>
                <a:moveTo>
                  <a:pt x="2384" y="1061"/>
                </a:moveTo>
                <a:lnTo>
                  <a:pt x="2095" y="1228"/>
                </a:lnTo>
                <a:lnTo>
                  <a:pt x="2384" y="1395"/>
                </a:lnTo>
                <a:cubicBezTo>
                  <a:pt x="2457" y="1437"/>
                  <a:pt x="2483" y="1530"/>
                  <a:pt x="2441" y="1603"/>
                </a:cubicBezTo>
                <a:cubicBezTo>
                  <a:pt x="2398" y="1675"/>
                  <a:pt x="2305" y="1700"/>
                  <a:pt x="2233" y="1659"/>
                </a:cubicBezTo>
                <a:lnTo>
                  <a:pt x="1717" y="1361"/>
                </a:lnTo>
                <a:cubicBezTo>
                  <a:pt x="1681" y="1342"/>
                  <a:pt x="1658" y="1310"/>
                  <a:pt x="1648" y="1275"/>
                </a:cubicBezTo>
                <a:cubicBezTo>
                  <a:pt x="1642" y="1259"/>
                  <a:pt x="1641" y="1242"/>
                  <a:pt x="1641" y="1227"/>
                </a:cubicBezTo>
                <a:cubicBezTo>
                  <a:pt x="1641" y="1214"/>
                  <a:pt x="1642" y="1202"/>
                  <a:pt x="1646" y="1191"/>
                </a:cubicBezTo>
                <a:cubicBezTo>
                  <a:pt x="1657" y="1154"/>
                  <a:pt x="1681" y="1121"/>
                  <a:pt x="1717" y="1100"/>
                </a:cubicBezTo>
                <a:lnTo>
                  <a:pt x="2233" y="802"/>
                </a:lnTo>
                <a:cubicBezTo>
                  <a:pt x="2305" y="760"/>
                  <a:pt x="2398" y="784"/>
                  <a:pt x="2441" y="858"/>
                </a:cubicBezTo>
                <a:cubicBezTo>
                  <a:pt x="2483" y="925"/>
                  <a:pt x="2457" y="1019"/>
                  <a:pt x="2384" y="1061"/>
                </a:cubicBezTo>
                <a:close/>
                <a:moveTo>
                  <a:pt x="2111" y="1869"/>
                </a:moveTo>
                <a:lnTo>
                  <a:pt x="1595" y="1571"/>
                </a:lnTo>
                <a:cubicBezTo>
                  <a:pt x="1567" y="1555"/>
                  <a:pt x="1537" y="1548"/>
                  <a:pt x="1507" y="1552"/>
                </a:cubicBezTo>
                <a:cubicBezTo>
                  <a:pt x="1428" y="1557"/>
                  <a:pt x="1366" y="1624"/>
                  <a:pt x="1366" y="1703"/>
                </a:cubicBezTo>
                <a:lnTo>
                  <a:pt x="1366" y="2299"/>
                </a:lnTo>
                <a:cubicBezTo>
                  <a:pt x="1366" y="2383"/>
                  <a:pt x="1435" y="2450"/>
                  <a:pt x="1517" y="2450"/>
                </a:cubicBezTo>
                <a:cubicBezTo>
                  <a:pt x="1602" y="2450"/>
                  <a:pt x="1669" y="2382"/>
                  <a:pt x="1669" y="2299"/>
                </a:cubicBezTo>
                <a:lnTo>
                  <a:pt x="1669" y="1964"/>
                </a:lnTo>
                <a:lnTo>
                  <a:pt x="1958" y="2131"/>
                </a:lnTo>
                <a:cubicBezTo>
                  <a:pt x="2030" y="2174"/>
                  <a:pt x="2124" y="2149"/>
                  <a:pt x="2166" y="2077"/>
                </a:cubicBezTo>
                <a:cubicBezTo>
                  <a:pt x="2208" y="2005"/>
                  <a:pt x="2183" y="1911"/>
                  <a:pt x="2111" y="1869"/>
                </a:cubicBezTo>
                <a:close/>
                <a:moveTo>
                  <a:pt x="1514" y="1284"/>
                </a:moveTo>
                <a:lnTo>
                  <a:pt x="1299" y="1499"/>
                </a:lnTo>
                <a:cubicBezTo>
                  <a:pt x="1294" y="1506"/>
                  <a:pt x="1281" y="1511"/>
                  <a:pt x="1272" y="1511"/>
                </a:cubicBezTo>
                <a:lnTo>
                  <a:pt x="1257" y="1511"/>
                </a:lnTo>
                <a:lnTo>
                  <a:pt x="1225" y="1511"/>
                </a:lnTo>
                <a:lnTo>
                  <a:pt x="1209" y="1511"/>
                </a:lnTo>
                <a:cubicBezTo>
                  <a:pt x="1200" y="1511"/>
                  <a:pt x="1188" y="1506"/>
                  <a:pt x="1183" y="1499"/>
                </a:cubicBezTo>
                <a:lnTo>
                  <a:pt x="968" y="1284"/>
                </a:lnTo>
                <a:cubicBezTo>
                  <a:pt x="962" y="1279"/>
                  <a:pt x="957" y="1266"/>
                  <a:pt x="957" y="1257"/>
                </a:cubicBezTo>
                <a:lnTo>
                  <a:pt x="957" y="1243"/>
                </a:lnTo>
                <a:lnTo>
                  <a:pt x="957" y="1211"/>
                </a:lnTo>
                <a:lnTo>
                  <a:pt x="957" y="1195"/>
                </a:lnTo>
                <a:cubicBezTo>
                  <a:pt x="957" y="1186"/>
                  <a:pt x="962" y="1174"/>
                  <a:pt x="968" y="1168"/>
                </a:cubicBezTo>
                <a:lnTo>
                  <a:pt x="1183" y="954"/>
                </a:lnTo>
                <a:cubicBezTo>
                  <a:pt x="1190" y="946"/>
                  <a:pt x="1200" y="943"/>
                  <a:pt x="1209" y="943"/>
                </a:cubicBezTo>
                <a:lnTo>
                  <a:pt x="1225" y="943"/>
                </a:lnTo>
                <a:lnTo>
                  <a:pt x="1257" y="943"/>
                </a:lnTo>
                <a:lnTo>
                  <a:pt x="1272" y="943"/>
                </a:lnTo>
                <a:cubicBezTo>
                  <a:pt x="1281" y="943"/>
                  <a:pt x="1294" y="948"/>
                  <a:pt x="1299" y="954"/>
                </a:cubicBezTo>
                <a:lnTo>
                  <a:pt x="1514" y="1168"/>
                </a:lnTo>
                <a:cubicBezTo>
                  <a:pt x="1519" y="1174"/>
                  <a:pt x="1524" y="1186"/>
                  <a:pt x="1524" y="1195"/>
                </a:cubicBezTo>
                <a:lnTo>
                  <a:pt x="1524" y="1211"/>
                </a:lnTo>
                <a:lnTo>
                  <a:pt x="1524" y="1243"/>
                </a:lnTo>
                <a:lnTo>
                  <a:pt x="1524" y="1257"/>
                </a:lnTo>
                <a:cubicBezTo>
                  <a:pt x="1526" y="1266"/>
                  <a:pt x="1521" y="1279"/>
                  <a:pt x="1514" y="1284"/>
                </a:cubicBezTo>
                <a:close/>
                <a:moveTo>
                  <a:pt x="1343" y="1227"/>
                </a:moveTo>
                <a:cubicBezTo>
                  <a:pt x="1343" y="1218"/>
                  <a:pt x="1338" y="1205"/>
                  <a:pt x="1332" y="1200"/>
                </a:cubicBezTo>
                <a:lnTo>
                  <a:pt x="1271" y="1139"/>
                </a:lnTo>
                <a:cubicBezTo>
                  <a:pt x="1265" y="1133"/>
                  <a:pt x="1253" y="1128"/>
                  <a:pt x="1244" y="1128"/>
                </a:cubicBezTo>
                <a:lnTo>
                  <a:pt x="1242" y="1128"/>
                </a:lnTo>
                <a:cubicBezTo>
                  <a:pt x="1234" y="1128"/>
                  <a:pt x="1221" y="1133"/>
                  <a:pt x="1216" y="1139"/>
                </a:cubicBezTo>
                <a:lnTo>
                  <a:pt x="1154" y="1200"/>
                </a:lnTo>
                <a:cubicBezTo>
                  <a:pt x="1147" y="1207"/>
                  <a:pt x="1144" y="1220"/>
                  <a:pt x="1144" y="1227"/>
                </a:cubicBezTo>
                <a:lnTo>
                  <a:pt x="1144" y="1228"/>
                </a:lnTo>
                <a:cubicBezTo>
                  <a:pt x="1144" y="1237"/>
                  <a:pt x="1149" y="1249"/>
                  <a:pt x="1154" y="1254"/>
                </a:cubicBezTo>
                <a:lnTo>
                  <a:pt x="1216" y="1316"/>
                </a:lnTo>
                <a:cubicBezTo>
                  <a:pt x="1221" y="1321"/>
                  <a:pt x="1234" y="1326"/>
                  <a:pt x="1242" y="1326"/>
                </a:cubicBezTo>
                <a:lnTo>
                  <a:pt x="1244" y="1326"/>
                </a:lnTo>
                <a:cubicBezTo>
                  <a:pt x="1253" y="1326"/>
                  <a:pt x="1265" y="1321"/>
                  <a:pt x="1271" y="1316"/>
                </a:cubicBezTo>
                <a:lnTo>
                  <a:pt x="1332" y="1254"/>
                </a:lnTo>
                <a:cubicBezTo>
                  <a:pt x="1338" y="1247"/>
                  <a:pt x="1343" y="1237"/>
                  <a:pt x="1343" y="1228"/>
                </a:cubicBezTo>
                <a:lnTo>
                  <a:pt x="1343" y="1227"/>
                </a:lnTo>
                <a:close/>
                <a:moveTo>
                  <a:pt x="370" y="583"/>
                </a:moveTo>
                <a:lnTo>
                  <a:pt x="887" y="881"/>
                </a:lnTo>
                <a:cubicBezTo>
                  <a:pt x="915" y="897"/>
                  <a:pt x="945" y="904"/>
                  <a:pt x="975" y="901"/>
                </a:cubicBezTo>
                <a:cubicBezTo>
                  <a:pt x="1054" y="895"/>
                  <a:pt x="1116" y="828"/>
                  <a:pt x="1116" y="749"/>
                </a:cubicBezTo>
                <a:lnTo>
                  <a:pt x="1116" y="152"/>
                </a:lnTo>
                <a:cubicBezTo>
                  <a:pt x="1116" y="67"/>
                  <a:pt x="1047" y="0"/>
                  <a:pt x="964" y="0"/>
                </a:cubicBezTo>
                <a:cubicBezTo>
                  <a:pt x="879" y="0"/>
                  <a:pt x="812" y="69"/>
                  <a:pt x="812" y="152"/>
                </a:cubicBezTo>
                <a:lnTo>
                  <a:pt x="812" y="487"/>
                </a:lnTo>
                <a:lnTo>
                  <a:pt x="523" y="319"/>
                </a:lnTo>
                <a:cubicBezTo>
                  <a:pt x="451" y="277"/>
                  <a:pt x="358" y="302"/>
                  <a:pt x="316" y="376"/>
                </a:cubicBezTo>
                <a:cubicBezTo>
                  <a:pt x="273" y="450"/>
                  <a:pt x="298" y="543"/>
                  <a:pt x="370" y="583"/>
                </a:cubicBezTo>
                <a:close/>
                <a:moveTo>
                  <a:pt x="1505" y="902"/>
                </a:moveTo>
                <a:cubicBezTo>
                  <a:pt x="1535" y="904"/>
                  <a:pt x="1565" y="899"/>
                  <a:pt x="1593" y="883"/>
                </a:cubicBezTo>
                <a:lnTo>
                  <a:pt x="2109" y="585"/>
                </a:lnTo>
                <a:cubicBezTo>
                  <a:pt x="2182" y="543"/>
                  <a:pt x="2206" y="450"/>
                  <a:pt x="2166" y="377"/>
                </a:cubicBezTo>
                <a:cubicBezTo>
                  <a:pt x="2124" y="305"/>
                  <a:pt x="2030" y="280"/>
                  <a:pt x="1958" y="321"/>
                </a:cubicBezTo>
                <a:lnTo>
                  <a:pt x="1669" y="488"/>
                </a:lnTo>
                <a:lnTo>
                  <a:pt x="1669" y="153"/>
                </a:lnTo>
                <a:cubicBezTo>
                  <a:pt x="1669" y="69"/>
                  <a:pt x="1600" y="2"/>
                  <a:pt x="1517" y="2"/>
                </a:cubicBezTo>
                <a:cubicBezTo>
                  <a:pt x="1433" y="2"/>
                  <a:pt x="1366" y="71"/>
                  <a:pt x="1366" y="153"/>
                </a:cubicBezTo>
                <a:lnTo>
                  <a:pt x="1366" y="751"/>
                </a:lnTo>
                <a:cubicBezTo>
                  <a:pt x="1366" y="830"/>
                  <a:pt x="1428" y="897"/>
                  <a:pt x="1505" y="902"/>
                </a:cubicBezTo>
                <a:close/>
                <a:moveTo>
                  <a:pt x="976" y="1550"/>
                </a:moveTo>
                <a:cubicBezTo>
                  <a:pt x="946" y="1548"/>
                  <a:pt x="916" y="1553"/>
                  <a:pt x="888" y="1569"/>
                </a:cubicBezTo>
                <a:lnTo>
                  <a:pt x="372" y="1867"/>
                </a:lnTo>
                <a:cubicBezTo>
                  <a:pt x="300" y="1909"/>
                  <a:pt x="275" y="2003"/>
                  <a:pt x="316" y="2075"/>
                </a:cubicBezTo>
                <a:cubicBezTo>
                  <a:pt x="358" y="2147"/>
                  <a:pt x="451" y="2172"/>
                  <a:pt x="523" y="2130"/>
                </a:cubicBezTo>
                <a:lnTo>
                  <a:pt x="812" y="1962"/>
                </a:lnTo>
                <a:lnTo>
                  <a:pt x="812" y="2297"/>
                </a:lnTo>
                <a:cubicBezTo>
                  <a:pt x="812" y="2382"/>
                  <a:pt x="881" y="2449"/>
                  <a:pt x="964" y="2449"/>
                </a:cubicBezTo>
                <a:cubicBezTo>
                  <a:pt x="1049" y="2449"/>
                  <a:pt x="1116" y="2380"/>
                  <a:pt x="1116" y="2297"/>
                </a:cubicBezTo>
                <a:lnTo>
                  <a:pt x="1116" y="1700"/>
                </a:lnTo>
                <a:cubicBezTo>
                  <a:pt x="1117" y="1622"/>
                  <a:pt x="1056" y="1557"/>
                  <a:pt x="976" y="1550"/>
                </a:cubicBezTo>
                <a:close/>
                <a:moveTo>
                  <a:pt x="835" y="1271"/>
                </a:moveTo>
                <a:cubicBezTo>
                  <a:pt x="841" y="1256"/>
                  <a:pt x="842" y="1239"/>
                  <a:pt x="842" y="1223"/>
                </a:cubicBezTo>
                <a:cubicBezTo>
                  <a:pt x="842" y="1211"/>
                  <a:pt x="841" y="1198"/>
                  <a:pt x="837" y="1188"/>
                </a:cubicBezTo>
                <a:cubicBezTo>
                  <a:pt x="827" y="1151"/>
                  <a:pt x="802" y="1117"/>
                  <a:pt x="767" y="1096"/>
                </a:cubicBezTo>
                <a:lnTo>
                  <a:pt x="250" y="797"/>
                </a:lnTo>
                <a:cubicBezTo>
                  <a:pt x="178" y="754"/>
                  <a:pt x="85" y="779"/>
                  <a:pt x="42" y="853"/>
                </a:cubicBezTo>
                <a:cubicBezTo>
                  <a:pt x="0" y="925"/>
                  <a:pt x="25" y="1019"/>
                  <a:pt x="99" y="1061"/>
                </a:cubicBezTo>
                <a:lnTo>
                  <a:pt x="388" y="1228"/>
                </a:lnTo>
                <a:lnTo>
                  <a:pt x="99" y="1395"/>
                </a:lnTo>
                <a:cubicBezTo>
                  <a:pt x="27" y="1437"/>
                  <a:pt x="2" y="1530"/>
                  <a:pt x="42" y="1603"/>
                </a:cubicBezTo>
                <a:cubicBezTo>
                  <a:pt x="85" y="1675"/>
                  <a:pt x="178" y="1700"/>
                  <a:pt x="250" y="1659"/>
                </a:cubicBezTo>
                <a:lnTo>
                  <a:pt x="767" y="1361"/>
                </a:lnTo>
                <a:cubicBezTo>
                  <a:pt x="802" y="1338"/>
                  <a:pt x="825" y="1307"/>
                  <a:pt x="835" y="1271"/>
                </a:cubicBezTo>
                <a:close/>
                <a:moveTo>
                  <a:pt x="7251" y="379"/>
                </a:moveTo>
                <a:lnTo>
                  <a:pt x="7237" y="379"/>
                </a:lnTo>
                <a:cubicBezTo>
                  <a:pt x="7235" y="379"/>
                  <a:pt x="7233" y="379"/>
                  <a:pt x="7231" y="379"/>
                </a:cubicBezTo>
                <a:cubicBezTo>
                  <a:pt x="7229" y="379"/>
                  <a:pt x="7228" y="379"/>
                  <a:pt x="7226" y="379"/>
                </a:cubicBezTo>
                <a:cubicBezTo>
                  <a:pt x="7189" y="379"/>
                  <a:pt x="7154" y="383"/>
                  <a:pt x="7120" y="395"/>
                </a:cubicBezTo>
                <a:cubicBezTo>
                  <a:pt x="7087" y="405"/>
                  <a:pt x="7057" y="423"/>
                  <a:pt x="7034" y="451"/>
                </a:cubicBezTo>
                <a:lnTo>
                  <a:pt x="7034" y="451"/>
                </a:lnTo>
                <a:lnTo>
                  <a:pt x="7034" y="451"/>
                </a:lnTo>
                <a:lnTo>
                  <a:pt x="7034" y="451"/>
                </a:lnTo>
                <a:cubicBezTo>
                  <a:pt x="7009" y="478"/>
                  <a:pt x="6993" y="511"/>
                  <a:pt x="6985" y="546"/>
                </a:cubicBezTo>
                <a:cubicBezTo>
                  <a:pt x="6974" y="583"/>
                  <a:pt x="6970" y="624"/>
                  <a:pt x="6970" y="672"/>
                </a:cubicBezTo>
                <a:lnTo>
                  <a:pt x="6970" y="763"/>
                </a:lnTo>
                <a:lnTo>
                  <a:pt x="6870" y="763"/>
                </a:lnTo>
                <a:cubicBezTo>
                  <a:pt x="6835" y="763"/>
                  <a:pt x="6807" y="791"/>
                  <a:pt x="6807" y="825"/>
                </a:cubicBezTo>
                <a:cubicBezTo>
                  <a:pt x="6807" y="842"/>
                  <a:pt x="6814" y="860"/>
                  <a:pt x="6824" y="872"/>
                </a:cubicBezTo>
                <a:cubicBezTo>
                  <a:pt x="6836" y="885"/>
                  <a:pt x="6852" y="892"/>
                  <a:pt x="6870" y="894"/>
                </a:cubicBezTo>
                <a:lnTo>
                  <a:pt x="6970" y="894"/>
                </a:lnTo>
                <a:lnTo>
                  <a:pt x="6970" y="1634"/>
                </a:lnTo>
                <a:lnTo>
                  <a:pt x="6970" y="1636"/>
                </a:lnTo>
                <a:cubicBezTo>
                  <a:pt x="6970" y="1654"/>
                  <a:pt x="6977" y="1670"/>
                  <a:pt x="6990" y="1682"/>
                </a:cubicBezTo>
                <a:cubicBezTo>
                  <a:pt x="7002" y="1693"/>
                  <a:pt x="7018" y="1700"/>
                  <a:pt x="7036" y="1700"/>
                </a:cubicBezTo>
                <a:cubicBezTo>
                  <a:pt x="7069" y="1700"/>
                  <a:pt x="7097" y="1671"/>
                  <a:pt x="7097" y="1636"/>
                </a:cubicBezTo>
                <a:lnTo>
                  <a:pt x="7097" y="894"/>
                </a:lnTo>
                <a:lnTo>
                  <a:pt x="7205" y="894"/>
                </a:lnTo>
                <a:cubicBezTo>
                  <a:pt x="7222" y="892"/>
                  <a:pt x="7238" y="885"/>
                  <a:pt x="7251" y="874"/>
                </a:cubicBezTo>
                <a:cubicBezTo>
                  <a:pt x="7263" y="862"/>
                  <a:pt x="7270" y="846"/>
                  <a:pt x="7270" y="828"/>
                </a:cubicBezTo>
                <a:lnTo>
                  <a:pt x="7270" y="827"/>
                </a:lnTo>
                <a:cubicBezTo>
                  <a:pt x="7270" y="793"/>
                  <a:pt x="7242" y="765"/>
                  <a:pt x="7207" y="765"/>
                </a:cubicBezTo>
                <a:lnTo>
                  <a:pt x="7097" y="765"/>
                </a:lnTo>
                <a:lnTo>
                  <a:pt x="7097" y="673"/>
                </a:lnTo>
                <a:cubicBezTo>
                  <a:pt x="7097" y="633"/>
                  <a:pt x="7103" y="603"/>
                  <a:pt x="7108" y="582"/>
                </a:cubicBezTo>
                <a:cubicBezTo>
                  <a:pt x="7113" y="561"/>
                  <a:pt x="7122" y="546"/>
                  <a:pt x="7129" y="538"/>
                </a:cubicBezTo>
                <a:cubicBezTo>
                  <a:pt x="7136" y="531"/>
                  <a:pt x="7145" y="524"/>
                  <a:pt x="7161" y="518"/>
                </a:cubicBezTo>
                <a:cubicBezTo>
                  <a:pt x="7177" y="513"/>
                  <a:pt x="7196" y="509"/>
                  <a:pt x="7224" y="509"/>
                </a:cubicBezTo>
                <a:lnTo>
                  <a:pt x="7228" y="509"/>
                </a:lnTo>
                <a:cubicBezTo>
                  <a:pt x="7229" y="509"/>
                  <a:pt x="7231" y="509"/>
                  <a:pt x="7233" y="509"/>
                </a:cubicBezTo>
                <a:cubicBezTo>
                  <a:pt x="7235" y="509"/>
                  <a:pt x="7237" y="509"/>
                  <a:pt x="7238" y="509"/>
                </a:cubicBezTo>
                <a:lnTo>
                  <a:pt x="7247" y="509"/>
                </a:lnTo>
                <a:lnTo>
                  <a:pt x="7252" y="509"/>
                </a:lnTo>
                <a:cubicBezTo>
                  <a:pt x="7288" y="509"/>
                  <a:pt x="7318" y="481"/>
                  <a:pt x="7318" y="444"/>
                </a:cubicBezTo>
                <a:cubicBezTo>
                  <a:pt x="7314" y="409"/>
                  <a:pt x="7286" y="379"/>
                  <a:pt x="7251" y="379"/>
                </a:cubicBezTo>
                <a:close/>
                <a:moveTo>
                  <a:pt x="9482" y="862"/>
                </a:moveTo>
                <a:cubicBezTo>
                  <a:pt x="9494" y="850"/>
                  <a:pt x="9501" y="832"/>
                  <a:pt x="9501" y="816"/>
                </a:cubicBezTo>
                <a:cubicBezTo>
                  <a:pt x="9501" y="800"/>
                  <a:pt x="9494" y="784"/>
                  <a:pt x="9482" y="772"/>
                </a:cubicBezTo>
                <a:lnTo>
                  <a:pt x="9482" y="772"/>
                </a:lnTo>
                <a:lnTo>
                  <a:pt x="9482" y="772"/>
                </a:lnTo>
                <a:lnTo>
                  <a:pt x="9482" y="772"/>
                </a:lnTo>
                <a:lnTo>
                  <a:pt x="9482" y="772"/>
                </a:lnTo>
                <a:cubicBezTo>
                  <a:pt x="9469" y="760"/>
                  <a:pt x="9454" y="753"/>
                  <a:pt x="9438" y="753"/>
                </a:cubicBezTo>
                <a:cubicBezTo>
                  <a:pt x="9423" y="753"/>
                  <a:pt x="9406" y="760"/>
                  <a:pt x="9393" y="772"/>
                </a:cubicBezTo>
                <a:lnTo>
                  <a:pt x="8895" y="1256"/>
                </a:lnTo>
                <a:lnTo>
                  <a:pt x="8895" y="441"/>
                </a:lnTo>
                <a:cubicBezTo>
                  <a:pt x="8895" y="405"/>
                  <a:pt x="8865" y="377"/>
                  <a:pt x="8830" y="377"/>
                </a:cubicBezTo>
                <a:cubicBezTo>
                  <a:pt x="8812" y="377"/>
                  <a:pt x="8796" y="384"/>
                  <a:pt x="8785" y="397"/>
                </a:cubicBezTo>
                <a:cubicBezTo>
                  <a:pt x="8775" y="407"/>
                  <a:pt x="8766" y="425"/>
                  <a:pt x="8766" y="441"/>
                </a:cubicBezTo>
                <a:lnTo>
                  <a:pt x="8766" y="1634"/>
                </a:lnTo>
                <a:cubicBezTo>
                  <a:pt x="8766" y="1652"/>
                  <a:pt x="8773" y="1668"/>
                  <a:pt x="8785" y="1679"/>
                </a:cubicBezTo>
                <a:cubicBezTo>
                  <a:pt x="8796" y="1689"/>
                  <a:pt x="8814" y="1698"/>
                  <a:pt x="8830" y="1698"/>
                </a:cubicBezTo>
                <a:cubicBezTo>
                  <a:pt x="8867" y="1698"/>
                  <a:pt x="8895" y="1670"/>
                  <a:pt x="8895" y="1634"/>
                </a:cubicBezTo>
                <a:lnTo>
                  <a:pt x="8895" y="1437"/>
                </a:lnTo>
                <a:lnTo>
                  <a:pt x="9057" y="1275"/>
                </a:lnTo>
                <a:lnTo>
                  <a:pt x="9388" y="1673"/>
                </a:lnTo>
                <a:cubicBezTo>
                  <a:pt x="9395" y="1682"/>
                  <a:pt x="9402" y="1690"/>
                  <a:pt x="9411" y="1693"/>
                </a:cubicBezTo>
                <a:cubicBezTo>
                  <a:pt x="9420" y="1697"/>
                  <a:pt x="9430" y="1698"/>
                  <a:pt x="9438" y="1698"/>
                </a:cubicBezTo>
                <a:cubicBezTo>
                  <a:pt x="9448" y="1698"/>
                  <a:pt x="9466" y="1696"/>
                  <a:pt x="9480" y="1684"/>
                </a:cubicBezTo>
                <a:lnTo>
                  <a:pt x="9480" y="1684"/>
                </a:lnTo>
                <a:lnTo>
                  <a:pt x="9480" y="1684"/>
                </a:lnTo>
                <a:cubicBezTo>
                  <a:pt x="9494" y="1671"/>
                  <a:pt x="9501" y="1654"/>
                  <a:pt x="9501" y="1636"/>
                </a:cubicBezTo>
                <a:cubicBezTo>
                  <a:pt x="9501" y="1622"/>
                  <a:pt x="9496" y="1606"/>
                  <a:pt x="9485" y="1594"/>
                </a:cubicBezTo>
                <a:lnTo>
                  <a:pt x="9485" y="1594"/>
                </a:lnTo>
                <a:lnTo>
                  <a:pt x="9149" y="1186"/>
                </a:lnTo>
                <a:lnTo>
                  <a:pt x="9482" y="862"/>
                </a:lnTo>
                <a:close/>
                <a:moveTo>
                  <a:pt x="8581" y="779"/>
                </a:moveTo>
                <a:cubicBezTo>
                  <a:pt x="8593" y="790"/>
                  <a:pt x="8600" y="807"/>
                  <a:pt x="8600" y="825"/>
                </a:cubicBezTo>
                <a:lnTo>
                  <a:pt x="8600" y="1633"/>
                </a:lnTo>
                <a:cubicBezTo>
                  <a:pt x="8600" y="1650"/>
                  <a:pt x="8593" y="1666"/>
                  <a:pt x="8581" y="1677"/>
                </a:cubicBezTo>
                <a:cubicBezTo>
                  <a:pt x="8569" y="1687"/>
                  <a:pt x="8553" y="1696"/>
                  <a:pt x="8537" y="1696"/>
                </a:cubicBezTo>
                <a:cubicBezTo>
                  <a:pt x="8519" y="1696"/>
                  <a:pt x="8504" y="1689"/>
                  <a:pt x="8493" y="1677"/>
                </a:cubicBezTo>
                <a:cubicBezTo>
                  <a:pt x="8481" y="1666"/>
                  <a:pt x="8474" y="1650"/>
                  <a:pt x="8474" y="1633"/>
                </a:cubicBezTo>
                <a:lnTo>
                  <a:pt x="8474" y="1553"/>
                </a:lnTo>
                <a:cubicBezTo>
                  <a:pt x="8394" y="1640"/>
                  <a:pt x="8281" y="1696"/>
                  <a:pt x="8156" y="1696"/>
                </a:cubicBezTo>
                <a:cubicBezTo>
                  <a:pt x="8033" y="1696"/>
                  <a:pt x="7920" y="1643"/>
                  <a:pt x="7841" y="1557"/>
                </a:cubicBezTo>
                <a:cubicBezTo>
                  <a:pt x="7760" y="1472"/>
                  <a:pt x="7712" y="1354"/>
                  <a:pt x="7712" y="1228"/>
                </a:cubicBezTo>
                <a:cubicBezTo>
                  <a:pt x="7712" y="1100"/>
                  <a:pt x="7762" y="983"/>
                  <a:pt x="7841" y="899"/>
                </a:cubicBezTo>
                <a:cubicBezTo>
                  <a:pt x="7920" y="814"/>
                  <a:pt x="8033" y="760"/>
                  <a:pt x="8156" y="760"/>
                </a:cubicBezTo>
                <a:cubicBezTo>
                  <a:pt x="8281" y="760"/>
                  <a:pt x="8394" y="814"/>
                  <a:pt x="8474" y="901"/>
                </a:cubicBezTo>
                <a:lnTo>
                  <a:pt x="8474" y="823"/>
                </a:lnTo>
                <a:cubicBezTo>
                  <a:pt x="8474" y="805"/>
                  <a:pt x="8481" y="790"/>
                  <a:pt x="8493" y="777"/>
                </a:cubicBezTo>
                <a:cubicBezTo>
                  <a:pt x="8505" y="767"/>
                  <a:pt x="8521" y="760"/>
                  <a:pt x="8537" y="760"/>
                </a:cubicBezTo>
                <a:cubicBezTo>
                  <a:pt x="8555" y="761"/>
                  <a:pt x="8570" y="768"/>
                  <a:pt x="8581" y="779"/>
                </a:cubicBezTo>
                <a:close/>
                <a:moveTo>
                  <a:pt x="8474" y="1230"/>
                </a:moveTo>
                <a:cubicBezTo>
                  <a:pt x="8474" y="1135"/>
                  <a:pt x="8437" y="1049"/>
                  <a:pt x="8380" y="987"/>
                </a:cubicBezTo>
                <a:cubicBezTo>
                  <a:pt x="8322" y="925"/>
                  <a:pt x="8243" y="888"/>
                  <a:pt x="8156" y="888"/>
                </a:cubicBezTo>
                <a:cubicBezTo>
                  <a:pt x="8070" y="888"/>
                  <a:pt x="7992" y="925"/>
                  <a:pt x="7933" y="987"/>
                </a:cubicBezTo>
                <a:cubicBezTo>
                  <a:pt x="7875" y="1049"/>
                  <a:pt x="7837" y="1135"/>
                  <a:pt x="7837" y="1230"/>
                </a:cubicBezTo>
                <a:cubicBezTo>
                  <a:pt x="7837" y="1324"/>
                  <a:pt x="7874" y="1411"/>
                  <a:pt x="7933" y="1472"/>
                </a:cubicBezTo>
                <a:cubicBezTo>
                  <a:pt x="7991" y="1534"/>
                  <a:pt x="8070" y="1571"/>
                  <a:pt x="8156" y="1571"/>
                </a:cubicBezTo>
                <a:cubicBezTo>
                  <a:pt x="8243" y="1571"/>
                  <a:pt x="8322" y="1534"/>
                  <a:pt x="8380" y="1472"/>
                </a:cubicBezTo>
                <a:cubicBezTo>
                  <a:pt x="8437" y="1409"/>
                  <a:pt x="8474" y="1324"/>
                  <a:pt x="8474" y="1230"/>
                </a:cubicBezTo>
                <a:close/>
                <a:moveTo>
                  <a:pt x="3348" y="1207"/>
                </a:moveTo>
                <a:cubicBezTo>
                  <a:pt x="3297" y="1183"/>
                  <a:pt x="3239" y="1165"/>
                  <a:pt x="3181" y="1146"/>
                </a:cubicBezTo>
                <a:cubicBezTo>
                  <a:pt x="3128" y="1128"/>
                  <a:pt x="3073" y="1112"/>
                  <a:pt x="3035" y="1091"/>
                </a:cubicBezTo>
                <a:cubicBezTo>
                  <a:pt x="3015" y="1080"/>
                  <a:pt x="2999" y="1070"/>
                  <a:pt x="2991" y="1057"/>
                </a:cubicBezTo>
                <a:cubicBezTo>
                  <a:pt x="2980" y="1045"/>
                  <a:pt x="2976" y="1033"/>
                  <a:pt x="2975" y="1015"/>
                </a:cubicBezTo>
                <a:cubicBezTo>
                  <a:pt x="2975" y="992"/>
                  <a:pt x="2982" y="973"/>
                  <a:pt x="2992" y="955"/>
                </a:cubicBezTo>
                <a:cubicBezTo>
                  <a:pt x="3010" y="931"/>
                  <a:pt x="3038" y="911"/>
                  <a:pt x="3072" y="899"/>
                </a:cubicBezTo>
                <a:cubicBezTo>
                  <a:pt x="3103" y="887"/>
                  <a:pt x="3137" y="879"/>
                  <a:pt x="3162" y="879"/>
                </a:cubicBezTo>
                <a:cubicBezTo>
                  <a:pt x="3234" y="879"/>
                  <a:pt x="3280" y="904"/>
                  <a:pt x="3315" y="929"/>
                </a:cubicBezTo>
                <a:cubicBezTo>
                  <a:pt x="3332" y="941"/>
                  <a:pt x="3347" y="954"/>
                  <a:pt x="3361" y="964"/>
                </a:cubicBezTo>
                <a:cubicBezTo>
                  <a:pt x="3368" y="969"/>
                  <a:pt x="3375" y="975"/>
                  <a:pt x="3382" y="978"/>
                </a:cubicBezTo>
                <a:cubicBezTo>
                  <a:pt x="3389" y="982"/>
                  <a:pt x="3398" y="985"/>
                  <a:pt x="3406" y="985"/>
                </a:cubicBezTo>
                <a:cubicBezTo>
                  <a:pt x="3412" y="985"/>
                  <a:pt x="3419" y="983"/>
                  <a:pt x="3424" y="982"/>
                </a:cubicBezTo>
                <a:cubicBezTo>
                  <a:pt x="3429" y="980"/>
                  <a:pt x="3435" y="976"/>
                  <a:pt x="3440" y="971"/>
                </a:cubicBezTo>
                <a:cubicBezTo>
                  <a:pt x="3445" y="968"/>
                  <a:pt x="3449" y="962"/>
                  <a:pt x="3452" y="955"/>
                </a:cubicBezTo>
                <a:cubicBezTo>
                  <a:pt x="3454" y="950"/>
                  <a:pt x="3456" y="943"/>
                  <a:pt x="3456" y="938"/>
                </a:cubicBezTo>
                <a:cubicBezTo>
                  <a:pt x="3456" y="927"/>
                  <a:pt x="3452" y="916"/>
                  <a:pt x="3447" y="906"/>
                </a:cubicBezTo>
                <a:cubicBezTo>
                  <a:pt x="3438" y="888"/>
                  <a:pt x="3422" y="872"/>
                  <a:pt x="3403" y="855"/>
                </a:cubicBezTo>
                <a:cubicBezTo>
                  <a:pt x="3375" y="830"/>
                  <a:pt x="3337" y="805"/>
                  <a:pt x="3297" y="788"/>
                </a:cubicBezTo>
                <a:cubicBezTo>
                  <a:pt x="3256" y="770"/>
                  <a:pt x="3214" y="758"/>
                  <a:pt x="3174" y="758"/>
                </a:cubicBezTo>
                <a:cubicBezTo>
                  <a:pt x="3079" y="758"/>
                  <a:pt x="3001" y="779"/>
                  <a:pt x="2943" y="820"/>
                </a:cubicBezTo>
                <a:cubicBezTo>
                  <a:pt x="2913" y="841"/>
                  <a:pt x="2887" y="864"/>
                  <a:pt x="2869" y="894"/>
                </a:cubicBezTo>
                <a:cubicBezTo>
                  <a:pt x="2850" y="925"/>
                  <a:pt x="2839" y="964"/>
                  <a:pt x="2839" y="1013"/>
                </a:cubicBezTo>
                <a:cubicBezTo>
                  <a:pt x="2839" y="1015"/>
                  <a:pt x="2839" y="1019"/>
                  <a:pt x="2839" y="1020"/>
                </a:cubicBezTo>
                <a:cubicBezTo>
                  <a:pt x="2839" y="1070"/>
                  <a:pt x="2855" y="1109"/>
                  <a:pt x="2880" y="1140"/>
                </a:cubicBezTo>
                <a:cubicBezTo>
                  <a:pt x="2917" y="1188"/>
                  <a:pt x="2973" y="1215"/>
                  <a:pt x="3028" y="1235"/>
                </a:cubicBezTo>
                <a:cubicBezTo>
                  <a:pt x="3082" y="1254"/>
                  <a:pt x="3137" y="1266"/>
                  <a:pt x="3170" y="1279"/>
                </a:cubicBezTo>
                <a:cubicBezTo>
                  <a:pt x="3218" y="1294"/>
                  <a:pt x="3271" y="1312"/>
                  <a:pt x="3308" y="1335"/>
                </a:cubicBezTo>
                <a:cubicBezTo>
                  <a:pt x="3327" y="1347"/>
                  <a:pt x="3341" y="1360"/>
                  <a:pt x="3352" y="1374"/>
                </a:cubicBezTo>
                <a:cubicBezTo>
                  <a:pt x="3362" y="1388"/>
                  <a:pt x="3368" y="1404"/>
                  <a:pt x="3368" y="1421"/>
                </a:cubicBezTo>
                <a:lnTo>
                  <a:pt x="3368" y="1423"/>
                </a:lnTo>
                <a:cubicBezTo>
                  <a:pt x="3368" y="1449"/>
                  <a:pt x="3359" y="1471"/>
                  <a:pt x="3347" y="1490"/>
                </a:cubicBezTo>
                <a:cubicBezTo>
                  <a:pt x="3327" y="1516"/>
                  <a:pt x="3294" y="1538"/>
                  <a:pt x="3258" y="1550"/>
                </a:cubicBezTo>
                <a:cubicBezTo>
                  <a:pt x="3223" y="1562"/>
                  <a:pt x="3188" y="1568"/>
                  <a:pt x="3163" y="1568"/>
                </a:cubicBezTo>
                <a:cubicBezTo>
                  <a:pt x="3080" y="1568"/>
                  <a:pt x="3026" y="1548"/>
                  <a:pt x="2985" y="1527"/>
                </a:cubicBezTo>
                <a:cubicBezTo>
                  <a:pt x="2966" y="1516"/>
                  <a:pt x="2948" y="1508"/>
                  <a:pt x="2934" y="1499"/>
                </a:cubicBezTo>
                <a:cubicBezTo>
                  <a:pt x="2927" y="1495"/>
                  <a:pt x="2920" y="1492"/>
                  <a:pt x="2913" y="1488"/>
                </a:cubicBezTo>
                <a:cubicBezTo>
                  <a:pt x="2906" y="1485"/>
                  <a:pt x="2899" y="1483"/>
                  <a:pt x="2890" y="1483"/>
                </a:cubicBezTo>
                <a:cubicBezTo>
                  <a:pt x="2885" y="1483"/>
                  <a:pt x="2880" y="1483"/>
                  <a:pt x="2874" y="1486"/>
                </a:cubicBezTo>
                <a:cubicBezTo>
                  <a:pt x="2869" y="1488"/>
                  <a:pt x="2864" y="1492"/>
                  <a:pt x="2860" y="1495"/>
                </a:cubicBezTo>
                <a:cubicBezTo>
                  <a:pt x="2855" y="1501"/>
                  <a:pt x="2850" y="1506"/>
                  <a:pt x="2846" y="1513"/>
                </a:cubicBezTo>
                <a:cubicBezTo>
                  <a:pt x="2843" y="1520"/>
                  <a:pt x="2841" y="1527"/>
                  <a:pt x="2841" y="1534"/>
                </a:cubicBezTo>
                <a:cubicBezTo>
                  <a:pt x="2841" y="1546"/>
                  <a:pt x="2846" y="1559"/>
                  <a:pt x="2851" y="1568"/>
                </a:cubicBezTo>
                <a:cubicBezTo>
                  <a:pt x="2862" y="1582"/>
                  <a:pt x="2878" y="1596"/>
                  <a:pt x="2895" y="1610"/>
                </a:cubicBezTo>
                <a:cubicBezTo>
                  <a:pt x="2915" y="1622"/>
                  <a:pt x="2938" y="1636"/>
                  <a:pt x="2966" y="1649"/>
                </a:cubicBezTo>
                <a:cubicBezTo>
                  <a:pt x="3026" y="1677"/>
                  <a:pt x="3103" y="1691"/>
                  <a:pt x="3162" y="1693"/>
                </a:cubicBezTo>
                <a:lnTo>
                  <a:pt x="3162" y="1693"/>
                </a:lnTo>
                <a:cubicBezTo>
                  <a:pt x="3253" y="1693"/>
                  <a:pt x="3331" y="1671"/>
                  <a:pt x="3398" y="1622"/>
                </a:cubicBezTo>
                <a:lnTo>
                  <a:pt x="3398" y="1622"/>
                </a:lnTo>
                <a:lnTo>
                  <a:pt x="3398" y="1622"/>
                </a:lnTo>
                <a:cubicBezTo>
                  <a:pt x="3463" y="1573"/>
                  <a:pt x="3503" y="1501"/>
                  <a:pt x="3503" y="1419"/>
                </a:cubicBezTo>
                <a:cubicBezTo>
                  <a:pt x="3503" y="1375"/>
                  <a:pt x="3493" y="1337"/>
                  <a:pt x="3475" y="1305"/>
                </a:cubicBezTo>
                <a:cubicBezTo>
                  <a:pt x="3445" y="1261"/>
                  <a:pt x="3399" y="1232"/>
                  <a:pt x="3348" y="1207"/>
                </a:cubicBezTo>
                <a:close/>
                <a:moveTo>
                  <a:pt x="7513" y="377"/>
                </a:moveTo>
                <a:cubicBezTo>
                  <a:pt x="7496" y="377"/>
                  <a:pt x="7480" y="384"/>
                  <a:pt x="7469" y="397"/>
                </a:cubicBezTo>
                <a:cubicBezTo>
                  <a:pt x="7457" y="407"/>
                  <a:pt x="7450" y="425"/>
                  <a:pt x="7450" y="441"/>
                </a:cubicBezTo>
                <a:lnTo>
                  <a:pt x="7450" y="1634"/>
                </a:lnTo>
                <a:cubicBezTo>
                  <a:pt x="7450" y="1652"/>
                  <a:pt x="7457" y="1668"/>
                  <a:pt x="7469" y="1679"/>
                </a:cubicBezTo>
                <a:cubicBezTo>
                  <a:pt x="7481" y="1689"/>
                  <a:pt x="7497" y="1698"/>
                  <a:pt x="7513" y="1698"/>
                </a:cubicBezTo>
                <a:cubicBezTo>
                  <a:pt x="7550" y="1698"/>
                  <a:pt x="7578" y="1670"/>
                  <a:pt x="7578" y="1634"/>
                </a:cubicBezTo>
                <a:lnTo>
                  <a:pt x="7578" y="441"/>
                </a:lnTo>
                <a:cubicBezTo>
                  <a:pt x="7578" y="405"/>
                  <a:pt x="7548" y="377"/>
                  <a:pt x="7513" y="377"/>
                </a:cubicBezTo>
                <a:close/>
                <a:moveTo>
                  <a:pt x="10445" y="1200"/>
                </a:moveTo>
                <a:lnTo>
                  <a:pt x="10445" y="1207"/>
                </a:lnTo>
                <a:cubicBezTo>
                  <a:pt x="10445" y="1225"/>
                  <a:pt x="10438" y="1241"/>
                  <a:pt x="10426" y="1250"/>
                </a:cubicBezTo>
                <a:cubicBezTo>
                  <a:pt x="10414" y="1261"/>
                  <a:pt x="10398" y="1266"/>
                  <a:pt x="10382" y="1266"/>
                </a:cubicBezTo>
                <a:lnTo>
                  <a:pt x="9667" y="1266"/>
                </a:lnTo>
                <a:cubicBezTo>
                  <a:pt x="9684" y="1441"/>
                  <a:pt x="9823" y="1569"/>
                  <a:pt x="9991" y="1571"/>
                </a:cubicBezTo>
                <a:lnTo>
                  <a:pt x="10033" y="1571"/>
                </a:lnTo>
                <a:cubicBezTo>
                  <a:pt x="10088" y="1571"/>
                  <a:pt x="10142" y="1552"/>
                  <a:pt x="10188" y="1520"/>
                </a:cubicBezTo>
                <a:cubicBezTo>
                  <a:pt x="10236" y="1488"/>
                  <a:pt x="10276" y="1446"/>
                  <a:pt x="10305" y="1397"/>
                </a:cubicBezTo>
                <a:cubicBezTo>
                  <a:pt x="10310" y="1386"/>
                  <a:pt x="10319" y="1380"/>
                  <a:pt x="10327" y="1374"/>
                </a:cubicBezTo>
                <a:cubicBezTo>
                  <a:pt x="10336" y="1369"/>
                  <a:pt x="10347" y="1367"/>
                  <a:pt x="10357" y="1367"/>
                </a:cubicBezTo>
                <a:cubicBezTo>
                  <a:pt x="10368" y="1367"/>
                  <a:pt x="10380" y="1370"/>
                  <a:pt x="10389" y="1375"/>
                </a:cubicBezTo>
                <a:lnTo>
                  <a:pt x="10389" y="1375"/>
                </a:lnTo>
                <a:lnTo>
                  <a:pt x="10389" y="1375"/>
                </a:lnTo>
                <a:cubicBezTo>
                  <a:pt x="10407" y="1388"/>
                  <a:pt x="10419" y="1409"/>
                  <a:pt x="10419" y="1430"/>
                </a:cubicBezTo>
                <a:cubicBezTo>
                  <a:pt x="10419" y="1441"/>
                  <a:pt x="10416" y="1453"/>
                  <a:pt x="10410" y="1464"/>
                </a:cubicBezTo>
                <a:lnTo>
                  <a:pt x="10410" y="1464"/>
                </a:lnTo>
                <a:lnTo>
                  <a:pt x="10410" y="1464"/>
                </a:lnTo>
                <a:cubicBezTo>
                  <a:pt x="10370" y="1527"/>
                  <a:pt x="10315" y="1585"/>
                  <a:pt x="10252" y="1627"/>
                </a:cubicBezTo>
                <a:cubicBezTo>
                  <a:pt x="10186" y="1670"/>
                  <a:pt x="10112" y="1696"/>
                  <a:pt x="10031" y="1696"/>
                </a:cubicBezTo>
                <a:lnTo>
                  <a:pt x="9989" y="1696"/>
                </a:lnTo>
                <a:cubicBezTo>
                  <a:pt x="9864" y="1696"/>
                  <a:pt x="9749" y="1642"/>
                  <a:pt x="9668" y="1557"/>
                </a:cubicBezTo>
                <a:cubicBezTo>
                  <a:pt x="9587" y="1472"/>
                  <a:pt x="9536" y="1356"/>
                  <a:pt x="9536" y="1230"/>
                </a:cubicBezTo>
                <a:cubicBezTo>
                  <a:pt x="9536" y="1100"/>
                  <a:pt x="9587" y="983"/>
                  <a:pt x="9668" y="897"/>
                </a:cubicBezTo>
                <a:cubicBezTo>
                  <a:pt x="9751" y="813"/>
                  <a:pt x="9864" y="760"/>
                  <a:pt x="9991" y="760"/>
                </a:cubicBezTo>
                <a:cubicBezTo>
                  <a:pt x="10112" y="760"/>
                  <a:pt x="10220" y="807"/>
                  <a:pt x="10301" y="887"/>
                </a:cubicBezTo>
                <a:cubicBezTo>
                  <a:pt x="10382" y="966"/>
                  <a:pt x="10435" y="1075"/>
                  <a:pt x="10445" y="1200"/>
                </a:cubicBezTo>
                <a:close/>
                <a:moveTo>
                  <a:pt x="10305" y="1139"/>
                </a:moveTo>
                <a:cubicBezTo>
                  <a:pt x="10268" y="992"/>
                  <a:pt x="10139" y="887"/>
                  <a:pt x="9993" y="887"/>
                </a:cubicBezTo>
                <a:cubicBezTo>
                  <a:pt x="9841" y="887"/>
                  <a:pt x="9714" y="989"/>
                  <a:pt x="9675" y="1139"/>
                </a:cubicBezTo>
                <a:lnTo>
                  <a:pt x="10305" y="1139"/>
                </a:lnTo>
                <a:close/>
                <a:moveTo>
                  <a:pt x="4027" y="763"/>
                </a:moveTo>
                <a:cubicBezTo>
                  <a:pt x="3926" y="763"/>
                  <a:pt x="3836" y="802"/>
                  <a:pt x="3768" y="864"/>
                </a:cubicBezTo>
                <a:lnTo>
                  <a:pt x="3768" y="827"/>
                </a:lnTo>
                <a:cubicBezTo>
                  <a:pt x="3768" y="809"/>
                  <a:pt x="3761" y="793"/>
                  <a:pt x="3750" y="783"/>
                </a:cubicBezTo>
                <a:cubicBezTo>
                  <a:pt x="3740" y="770"/>
                  <a:pt x="3724" y="763"/>
                  <a:pt x="3706" y="763"/>
                </a:cubicBezTo>
                <a:cubicBezTo>
                  <a:pt x="3688" y="763"/>
                  <a:pt x="3670" y="770"/>
                  <a:pt x="3660" y="783"/>
                </a:cubicBezTo>
                <a:cubicBezTo>
                  <a:pt x="3649" y="795"/>
                  <a:pt x="3643" y="811"/>
                  <a:pt x="3643" y="827"/>
                </a:cubicBezTo>
                <a:lnTo>
                  <a:pt x="3643" y="1652"/>
                </a:lnTo>
                <a:lnTo>
                  <a:pt x="3644" y="1654"/>
                </a:lnTo>
                <a:lnTo>
                  <a:pt x="3644" y="1654"/>
                </a:lnTo>
                <a:cubicBezTo>
                  <a:pt x="3644" y="1657"/>
                  <a:pt x="3646" y="1659"/>
                  <a:pt x="3648" y="1663"/>
                </a:cubicBezTo>
                <a:cubicBezTo>
                  <a:pt x="3657" y="1679"/>
                  <a:pt x="3671" y="1689"/>
                  <a:pt x="3688" y="1694"/>
                </a:cubicBezTo>
                <a:lnTo>
                  <a:pt x="3690" y="1694"/>
                </a:lnTo>
                <a:lnTo>
                  <a:pt x="3704" y="1694"/>
                </a:lnTo>
                <a:cubicBezTo>
                  <a:pt x="3713" y="1694"/>
                  <a:pt x="3722" y="1693"/>
                  <a:pt x="3731" y="1689"/>
                </a:cubicBezTo>
                <a:cubicBezTo>
                  <a:pt x="3738" y="1686"/>
                  <a:pt x="3745" y="1680"/>
                  <a:pt x="3750" y="1673"/>
                </a:cubicBezTo>
                <a:lnTo>
                  <a:pt x="3750" y="1673"/>
                </a:lnTo>
                <a:cubicBezTo>
                  <a:pt x="3750" y="1673"/>
                  <a:pt x="3750" y="1671"/>
                  <a:pt x="3752" y="1671"/>
                </a:cubicBezTo>
                <a:lnTo>
                  <a:pt x="3752" y="1671"/>
                </a:lnTo>
                <a:cubicBezTo>
                  <a:pt x="3755" y="1668"/>
                  <a:pt x="3759" y="1663"/>
                  <a:pt x="3761" y="1659"/>
                </a:cubicBezTo>
                <a:cubicBezTo>
                  <a:pt x="3762" y="1654"/>
                  <a:pt x="3764" y="1650"/>
                  <a:pt x="3764" y="1645"/>
                </a:cubicBezTo>
                <a:lnTo>
                  <a:pt x="3764" y="1643"/>
                </a:lnTo>
                <a:lnTo>
                  <a:pt x="3764" y="1147"/>
                </a:lnTo>
                <a:cubicBezTo>
                  <a:pt x="3766" y="1077"/>
                  <a:pt x="3796" y="1012"/>
                  <a:pt x="3842" y="966"/>
                </a:cubicBezTo>
                <a:cubicBezTo>
                  <a:pt x="3888" y="920"/>
                  <a:pt x="3953" y="890"/>
                  <a:pt x="4023" y="890"/>
                </a:cubicBezTo>
                <a:cubicBezTo>
                  <a:pt x="4095" y="890"/>
                  <a:pt x="4159" y="918"/>
                  <a:pt x="4205" y="966"/>
                </a:cubicBezTo>
                <a:cubicBezTo>
                  <a:pt x="4251" y="1012"/>
                  <a:pt x="4279" y="1077"/>
                  <a:pt x="4279" y="1147"/>
                </a:cubicBezTo>
                <a:lnTo>
                  <a:pt x="4279" y="1634"/>
                </a:lnTo>
                <a:cubicBezTo>
                  <a:pt x="4279" y="1652"/>
                  <a:pt x="4286" y="1668"/>
                  <a:pt x="4298" y="1680"/>
                </a:cubicBezTo>
                <a:cubicBezTo>
                  <a:pt x="4310" y="1691"/>
                  <a:pt x="4326" y="1698"/>
                  <a:pt x="4342" y="1698"/>
                </a:cubicBezTo>
                <a:cubicBezTo>
                  <a:pt x="4360" y="1698"/>
                  <a:pt x="4376" y="1691"/>
                  <a:pt x="4386" y="1680"/>
                </a:cubicBezTo>
                <a:cubicBezTo>
                  <a:pt x="4399" y="1670"/>
                  <a:pt x="4406" y="1652"/>
                  <a:pt x="4406" y="1634"/>
                </a:cubicBezTo>
                <a:lnTo>
                  <a:pt x="4406" y="1147"/>
                </a:lnTo>
                <a:cubicBezTo>
                  <a:pt x="4413" y="936"/>
                  <a:pt x="4240" y="763"/>
                  <a:pt x="4027" y="763"/>
                </a:cubicBezTo>
                <a:close/>
                <a:moveTo>
                  <a:pt x="5294" y="901"/>
                </a:moveTo>
                <a:cubicBezTo>
                  <a:pt x="5375" y="985"/>
                  <a:pt x="5421" y="1103"/>
                  <a:pt x="5423" y="1230"/>
                </a:cubicBezTo>
                <a:cubicBezTo>
                  <a:pt x="5423" y="1356"/>
                  <a:pt x="5375" y="1472"/>
                  <a:pt x="5294" y="1559"/>
                </a:cubicBezTo>
                <a:cubicBezTo>
                  <a:pt x="5214" y="1643"/>
                  <a:pt x="5101" y="1698"/>
                  <a:pt x="4978" y="1698"/>
                </a:cubicBezTo>
                <a:cubicBezTo>
                  <a:pt x="4854" y="1698"/>
                  <a:pt x="4744" y="1644"/>
                  <a:pt x="4663" y="1559"/>
                </a:cubicBezTo>
                <a:cubicBezTo>
                  <a:pt x="4582" y="1475"/>
                  <a:pt x="4533" y="1356"/>
                  <a:pt x="4533" y="1230"/>
                </a:cubicBezTo>
                <a:cubicBezTo>
                  <a:pt x="4533" y="1103"/>
                  <a:pt x="4582" y="987"/>
                  <a:pt x="4663" y="901"/>
                </a:cubicBezTo>
                <a:cubicBezTo>
                  <a:pt x="4742" y="816"/>
                  <a:pt x="4855" y="761"/>
                  <a:pt x="4978" y="761"/>
                </a:cubicBezTo>
                <a:cubicBezTo>
                  <a:pt x="5103" y="761"/>
                  <a:pt x="5214" y="816"/>
                  <a:pt x="5294" y="901"/>
                </a:cubicBezTo>
                <a:close/>
                <a:moveTo>
                  <a:pt x="5296" y="1230"/>
                </a:moveTo>
                <a:cubicBezTo>
                  <a:pt x="5296" y="1135"/>
                  <a:pt x="5258" y="1049"/>
                  <a:pt x="5200" y="987"/>
                </a:cubicBezTo>
                <a:cubicBezTo>
                  <a:pt x="5141" y="925"/>
                  <a:pt x="5063" y="887"/>
                  <a:pt x="4978" y="887"/>
                </a:cubicBezTo>
                <a:cubicBezTo>
                  <a:pt x="4892" y="887"/>
                  <a:pt x="4813" y="925"/>
                  <a:pt x="4755" y="987"/>
                </a:cubicBezTo>
                <a:cubicBezTo>
                  <a:pt x="4696" y="1049"/>
                  <a:pt x="4659" y="1135"/>
                  <a:pt x="4659" y="1230"/>
                </a:cubicBezTo>
                <a:cubicBezTo>
                  <a:pt x="4659" y="1324"/>
                  <a:pt x="4696" y="1410"/>
                  <a:pt x="4755" y="1471"/>
                </a:cubicBezTo>
                <a:cubicBezTo>
                  <a:pt x="4813" y="1533"/>
                  <a:pt x="4892" y="1569"/>
                  <a:pt x="4978" y="1569"/>
                </a:cubicBezTo>
                <a:cubicBezTo>
                  <a:pt x="5065" y="1569"/>
                  <a:pt x="5144" y="1532"/>
                  <a:pt x="5200" y="1471"/>
                </a:cubicBezTo>
                <a:cubicBezTo>
                  <a:pt x="5259" y="1409"/>
                  <a:pt x="5296" y="1324"/>
                  <a:pt x="5296" y="1230"/>
                </a:cubicBezTo>
                <a:close/>
                <a:moveTo>
                  <a:pt x="6671" y="768"/>
                </a:moveTo>
                <a:lnTo>
                  <a:pt x="6671" y="768"/>
                </a:lnTo>
                <a:cubicBezTo>
                  <a:pt x="6669" y="768"/>
                  <a:pt x="6669" y="768"/>
                  <a:pt x="6671" y="768"/>
                </a:cubicBezTo>
                <a:cubicBezTo>
                  <a:pt x="6662" y="765"/>
                  <a:pt x="6655" y="763"/>
                  <a:pt x="6648" y="763"/>
                </a:cubicBezTo>
                <a:cubicBezTo>
                  <a:pt x="6636" y="763"/>
                  <a:pt x="6624" y="767"/>
                  <a:pt x="6613" y="774"/>
                </a:cubicBezTo>
                <a:cubicBezTo>
                  <a:pt x="6603" y="781"/>
                  <a:pt x="6593" y="790"/>
                  <a:pt x="6588" y="802"/>
                </a:cubicBezTo>
                <a:lnTo>
                  <a:pt x="6588" y="802"/>
                </a:lnTo>
                <a:lnTo>
                  <a:pt x="6345" y="1467"/>
                </a:lnTo>
                <a:lnTo>
                  <a:pt x="6158" y="1022"/>
                </a:lnTo>
                <a:lnTo>
                  <a:pt x="6158" y="1022"/>
                </a:lnTo>
                <a:cubicBezTo>
                  <a:pt x="6153" y="1010"/>
                  <a:pt x="6144" y="999"/>
                  <a:pt x="6133" y="994"/>
                </a:cubicBezTo>
                <a:cubicBezTo>
                  <a:pt x="6123" y="987"/>
                  <a:pt x="6110" y="983"/>
                  <a:pt x="6096" y="983"/>
                </a:cubicBezTo>
                <a:cubicBezTo>
                  <a:pt x="6084" y="983"/>
                  <a:pt x="6072" y="987"/>
                  <a:pt x="6061" y="994"/>
                </a:cubicBezTo>
                <a:cubicBezTo>
                  <a:pt x="6051" y="1001"/>
                  <a:pt x="6042" y="1010"/>
                  <a:pt x="6036" y="1022"/>
                </a:cubicBezTo>
                <a:lnTo>
                  <a:pt x="6036" y="1022"/>
                </a:lnTo>
                <a:lnTo>
                  <a:pt x="5848" y="1467"/>
                </a:lnTo>
                <a:lnTo>
                  <a:pt x="5603" y="802"/>
                </a:lnTo>
                <a:lnTo>
                  <a:pt x="5603" y="802"/>
                </a:lnTo>
                <a:cubicBezTo>
                  <a:pt x="5599" y="790"/>
                  <a:pt x="5591" y="779"/>
                  <a:pt x="5580" y="772"/>
                </a:cubicBezTo>
                <a:cubicBezTo>
                  <a:pt x="5569" y="765"/>
                  <a:pt x="5557" y="761"/>
                  <a:pt x="5545" y="761"/>
                </a:cubicBezTo>
                <a:cubicBezTo>
                  <a:pt x="5536" y="761"/>
                  <a:pt x="5529" y="763"/>
                  <a:pt x="5520" y="767"/>
                </a:cubicBezTo>
                <a:lnTo>
                  <a:pt x="5520" y="767"/>
                </a:lnTo>
                <a:lnTo>
                  <a:pt x="5520" y="767"/>
                </a:lnTo>
                <a:cubicBezTo>
                  <a:pt x="5497" y="777"/>
                  <a:pt x="5483" y="800"/>
                  <a:pt x="5483" y="825"/>
                </a:cubicBezTo>
                <a:cubicBezTo>
                  <a:pt x="5483" y="832"/>
                  <a:pt x="5485" y="841"/>
                  <a:pt x="5488" y="848"/>
                </a:cubicBezTo>
                <a:lnTo>
                  <a:pt x="5488" y="848"/>
                </a:lnTo>
                <a:lnTo>
                  <a:pt x="5790" y="1654"/>
                </a:lnTo>
                <a:lnTo>
                  <a:pt x="5790" y="1654"/>
                </a:lnTo>
                <a:cubicBezTo>
                  <a:pt x="5791" y="1659"/>
                  <a:pt x="5795" y="1666"/>
                  <a:pt x="5800" y="1671"/>
                </a:cubicBezTo>
                <a:cubicBezTo>
                  <a:pt x="5804" y="1675"/>
                  <a:pt x="5809" y="1679"/>
                  <a:pt x="5814" y="1682"/>
                </a:cubicBezTo>
                <a:cubicBezTo>
                  <a:pt x="5816" y="1684"/>
                  <a:pt x="5816" y="1684"/>
                  <a:pt x="5820" y="1686"/>
                </a:cubicBezTo>
                <a:cubicBezTo>
                  <a:pt x="5821" y="1687"/>
                  <a:pt x="5825" y="1687"/>
                  <a:pt x="5829" y="1689"/>
                </a:cubicBezTo>
                <a:cubicBezTo>
                  <a:pt x="5834" y="1691"/>
                  <a:pt x="5841" y="1693"/>
                  <a:pt x="5850" y="1693"/>
                </a:cubicBezTo>
                <a:cubicBezTo>
                  <a:pt x="5862" y="1693"/>
                  <a:pt x="5873" y="1689"/>
                  <a:pt x="5883" y="1682"/>
                </a:cubicBezTo>
                <a:cubicBezTo>
                  <a:pt x="5892" y="1675"/>
                  <a:pt x="5901" y="1666"/>
                  <a:pt x="5906" y="1654"/>
                </a:cubicBezTo>
                <a:lnTo>
                  <a:pt x="5906" y="1654"/>
                </a:lnTo>
                <a:lnTo>
                  <a:pt x="6096" y="1200"/>
                </a:lnTo>
                <a:lnTo>
                  <a:pt x="6287" y="1652"/>
                </a:lnTo>
                <a:lnTo>
                  <a:pt x="6287" y="1652"/>
                </a:lnTo>
                <a:cubicBezTo>
                  <a:pt x="6290" y="1664"/>
                  <a:pt x="6299" y="1673"/>
                  <a:pt x="6308" y="1680"/>
                </a:cubicBezTo>
                <a:cubicBezTo>
                  <a:pt x="6317" y="1687"/>
                  <a:pt x="6327" y="1693"/>
                  <a:pt x="6340" y="1693"/>
                </a:cubicBezTo>
                <a:lnTo>
                  <a:pt x="6348" y="1693"/>
                </a:lnTo>
                <a:cubicBezTo>
                  <a:pt x="6355" y="1693"/>
                  <a:pt x="6364" y="1691"/>
                  <a:pt x="6370" y="1689"/>
                </a:cubicBezTo>
                <a:cubicBezTo>
                  <a:pt x="6377" y="1687"/>
                  <a:pt x="6382" y="1684"/>
                  <a:pt x="6385" y="1680"/>
                </a:cubicBezTo>
                <a:cubicBezTo>
                  <a:pt x="6396" y="1673"/>
                  <a:pt x="6403" y="1661"/>
                  <a:pt x="6408" y="1650"/>
                </a:cubicBezTo>
                <a:lnTo>
                  <a:pt x="6408" y="1650"/>
                </a:lnTo>
                <a:lnTo>
                  <a:pt x="6708" y="848"/>
                </a:lnTo>
                <a:cubicBezTo>
                  <a:pt x="6711" y="841"/>
                  <a:pt x="6713" y="832"/>
                  <a:pt x="6713" y="825"/>
                </a:cubicBezTo>
                <a:cubicBezTo>
                  <a:pt x="6708" y="802"/>
                  <a:pt x="6694" y="779"/>
                  <a:pt x="6671" y="768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13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29"/>
          <p:cNvSpPr/>
          <p:nvPr/>
        </p:nvSpPr>
        <p:spPr>
          <a:xfrm>
            <a:off x="457202" y="4864608"/>
            <a:ext cx="17085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 xml:space="preserve">© </a:t>
            </a:r>
            <a:r>
              <a:rPr lang="en" sz="600">
                <a:solidFill>
                  <a:schemeClr val="lt1"/>
                </a:solidFill>
              </a:rPr>
              <a:t>2026</a:t>
            </a:r>
            <a:r>
              <a:rPr b="0" i="0" lang="en" sz="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 xml:space="preserve"> Snowflake Inc. All Rights Reserved</a:t>
            </a:r>
            <a:endParaRPr sz="6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29"/>
          <p:cNvSpPr txBox="1"/>
          <p:nvPr>
            <p:ph idx="1" type="body"/>
          </p:nvPr>
        </p:nvSpPr>
        <p:spPr>
          <a:xfrm>
            <a:off x="365750" y="1886350"/>
            <a:ext cx="7484400" cy="13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b="1" sz="5200">
                <a:solidFill>
                  <a:schemeClr val="lt1"/>
                </a:solidFill>
              </a:defRPr>
            </a:lvl1pPr>
            <a:lvl2pPr indent="-3429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2pPr>
            <a:lvl3pPr indent="-342900" lvl="2" marL="13716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3pPr>
            <a:lvl4pPr indent="-342900" lvl="3" marL="18288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4pPr>
            <a:lvl5pPr indent="-342900" lvl="4" marL="22860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5pPr>
            <a:lvl6pPr indent="-342900" lvl="5" marL="27432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indent="-342900" lvl="6" marL="32004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indent="-342900" lvl="7" marL="36576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indent="-342900" lvl="8" marL="4114800" rtl="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 02">
  <p:cSld name="Thank You_1">
    <p:bg>
      <p:bgPr>
        <a:solidFill>
          <a:schemeClr val="accent1"/>
        </a:solidFill>
      </p:bgPr>
    </p:bg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30"/>
          <p:cNvSpPr/>
          <p:nvPr/>
        </p:nvSpPr>
        <p:spPr>
          <a:xfrm>
            <a:off x="457200" y="4444162"/>
            <a:ext cx="1444930" cy="330450"/>
          </a:xfrm>
          <a:custGeom>
            <a:rect b="b" l="l" r="r" t="t"/>
            <a:pathLst>
              <a:path extrusionOk="0" h="2451" w="10771">
                <a:moveTo>
                  <a:pt x="10625" y="726"/>
                </a:moveTo>
                <a:lnTo>
                  <a:pt x="10597" y="726"/>
                </a:lnTo>
                <a:lnTo>
                  <a:pt x="10597" y="761"/>
                </a:lnTo>
                <a:lnTo>
                  <a:pt x="10625" y="761"/>
                </a:lnTo>
                <a:cubicBezTo>
                  <a:pt x="10638" y="761"/>
                  <a:pt x="10646" y="756"/>
                  <a:pt x="10646" y="744"/>
                </a:cubicBezTo>
                <a:cubicBezTo>
                  <a:pt x="10646" y="731"/>
                  <a:pt x="10639" y="726"/>
                  <a:pt x="10625" y="726"/>
                </a:cubicBezTo>
                <a:close/>
                <a:moveTo>
                  <a:pt x="10562" y="693"/>
                </a:moveTo>
                <a:lnTo>
                  <a:pt x="10625" y="693"/>
                </a:lnTo>
                <a:cubicBezTo>
                  <a:pt x="10660" y="693"/>
                  <a:pt x="10683" y="712"/>
                  <a:pt x="10683" y="742"/>
                </a:cubicBezTo>
                <a:cubicBezTo>
                  <a:pt x="10683" y="760"/>
                  <a:pt x="10675" y="774"/>
                  <a:pt x="10660" y="783"/>
                </a:cubicBezTo>
                <a:lnTo>
                  <a:pt x="10685" y="820"/>
                </a:lnTo>
                <a:lnTo>
                  <a:pt x="10685" y="827"/>
                </a:lnTo>
                <a:lnTo>
                  <a:pt x="10648" y="827"/>
                </a:lnTo>
                <a:lnTo>
                  <a:pt x="10623" y="791"/>
                </a:lnTo>
                <a:lnTo>
                  <a:pt x="10595" y="791"/>
                </a:lnTo>
                <a:lnTo>
                  <a:pt x="10595" y="827"/>
                </a:lnTo>
                <a:lnTo>
                  <a:pt x="10560" y="827"/>
                </a:lnTo>
                <a:lnTo>
                  <a:pt x="10560" y="693"/>
                </a:lnTo>
                <a:lnTo>
                  <a:pt x="10562" y="693"/>
                </a:lnTo>
                <a:close/>
                <a:moveTo>
                  <a:pt x="10742" y="761"/>
                </a:moveTo>
                <a:cubicBezTo>
                  <a:pt x="10742" y="691"/>
                  <a:pt x="10694" y="636"/>
                  <a:pt x="10622" y="636"/>
                </a:cubicBezTo>
                <a:cubicBezTo>
                  <a:pt x="10551" y="636"/>
                  <a:pt x="10504" y="687"/>
                  <a:pt x="10504" y="761"/>
                </a:cubicBezTo>
                <a:cubicBezTo>
                  <a:pt x="10504" y="832"/>
                  <a:pt x="10551" y="887"/>
                  <a:pt x="10622" y="887"/>
                </a:cubicBezTo>
                <a:cubicBezTo>
                  <a:pt x="10694" y="888"/>
                  <a:pt x="10742" y="834"/>
                  <a:pt x="10742" y="761"/>
                </a:cubicBezTo>
                <a:close/>
                <a:moveTo>
                  <a:pt x="10770" y="761"/>
                </a:moveTo>
                <a:cubicBezTo>
                  <a:pt x="10770" y="846"/>
                  <a:pt x="10713" y="915"/>
                  <a:pt x="10620" y="915"/>
                </a:cubicBezTo>
                <a:cubicBezTo>
                  <a:pt x="10527" y="915"/>
                  <a:pt x="10472" y="844"/>
                  <a:pt x="10472" y="761"/>
                </a:cubicBezTo>
                <a:cubicBezTo>
                  <a:pt x="10472" y="677"/>
                  <a:pt x="10527" y="608"/>
                  <a:pt x="10620" y="608"/>
                </a:cubicBezTo>
                <a:cubicBezTo>
                  <a:pt x="10715" y="608"/>
                  <a:pt x="10770" y="679"/>
                  <a:pt x="10770" y="761"/>
                </a:cubicBezTo>
                <a:close/>
                <a:moveTo>
                  <a:pt x="2384" y="1061"/>
                </a:moveTo>
                <a:lnTo>
                  <a:pt x="2095" y="1228"/>
                </a:lnTo>
                <a:lnTo>
                  <a:pt x="2384" y="1395"/>
                </a:lnTo>
                <a:cubicBezTo>
                  <a:pt x="2457" y="1437"/>
                  <a:pt x="2483" y="1530"/>
                  <a:pt x="2441" y="1603"/>
                </a:cubicBezTo>
                <a:cubicBezTo>
                  <a:pt x="2398" y="1675"/>
                  <a:pt x="2305" y="1700"/>
                  <a:pt x="2233" y="1659"/>
                </a:cubicBezTo>
                <a:lnTo>
                  <a:pt x="1717" y="1361"/>
                </a:lnTo>
                <a:cubicBezTo>
                  <a:pt x="1681" y="1342"/>
                  <a:pt x="1658" y="1310"/>
                  <a:pt x="1648" y="1275"/>
                </a:cubicBezTo>
                <a:cubicBezTo>
                  <a:pt x="1642" y="1259"/>
                  <a:pt x="1641" y="1242"/>
                  <a:pt x="1641" y="1227"/>
                </a:cubicBezTo>
                <a:cubicBezTo>
                  <a:pt x="1641" y="1214"/>
                  <a:pt x="1642" y="1202"/>
                  <a:pt x="1646" y="1191"/>
                </a:cubicBezTo>
                <a:cubicBezTo>
                  <a:pt x="1657" y="1154"/>
                  <a:pt x="1681" y="1121"/>
                  <a:pt x="1717" y="1100"/>
                </a:cubicBezTo>
                <a:lnTo>
                  <a:pt x="2233" y="802"/>
                </a:lnTo>
                <a:cubicBezTo>
                  <a:pt x="2305" y="760"/>
                  <a:pt x="2398" y="784"/>
                  <a:pt x="2441" y="858"/>
                </a:cubicBezTo>
                <a:cubicBezTo>
                  <a:pt x="2483" y="925"/>
                  <a:pt x="2457" y="1019"/>
                  <a:pt x="2384" y="1061"/>
                </a:cubicBezTo>
                <a:close/>
                <a:moveTo>
                  <a:pt x="2111" y="1869"/>
                </a:moveTo>
                <a:lnTo>
                  <a:pt x="1595" y="1571"/>
                </a:lnTo>
                <a:cubicBezTo>
                  <a:pt x="1567" y="1555"/>
                  <a:pt x="1537" y="1548"/>
                  <a:pt x="1507" y="1552"/>
                </a:cubicBezTo>
                <a:cubicBezTo>
                  <a:pt x="1428" y="1557"/>
                  <a:pt x="1366" y="1624"/>
                  <a:pt x="1366" y="1703"/>
                </a:cubicBezTo>
                <a:lnTo>
                  <a:pt x="1366" y="2299"/>
                </a:lnTo>
                <a:cubicBezTo>
                  <a:pt x="1366" y="2383"/>
                  <a:pt x="1435" y="2450"/>
                  <a:pt x="1517" y="2450"/>
                </a:cubicBezTo>
                <a:cubicBezTo>
                  <a:pt x="1602" y="2450"/>
                  <a:pt x="1669" y="2382"/>
                  <a:pt x="1669" y="2299"/>
                </a:cubicBezTo>
                <a:lnTo>
                  <a:pt x="1669" y="1964"/>
                </a:lnTo>
                <a:lnTo>
                  <a:pt x="1958" y="2131"/>
                </a:lnTo>
                <a:cubicBezTo>
                  <a:pt x="2030" y="2174"/>
                  <a:pt x="2124" y="2149"/>
                  <a:pt x="2166" y="2077"/>
                </a:cubicBezTo>
                <a:cubicBezTo>
                  <a:pt x="2208" y="2005"/>
                  <a:pt x="2183" y="1911"/>
                  <a:pt x="2111" y="1869"/>
                </a:cubicBezTo>
                <a:close/>
                <a:moveTo>
                  <a:pt x="1514" y="1284"/>
                </a:moveTo>
                <a:lnTo>
                  <a:pt x="1299" y="1499"/>
                </a:lnTo>
                <a:cubicBezTo>
                  <a:pt x="1294" y="1506"/>
                  <a:pt x="1281" y="1511"/>
                  <a:pt x="1272" y="1511"/>
                </a:cubicBezTo>
                <a:lnTo>
                  <a:pt x="1257" y="1511"/>
                </a:lnTo>
                <a:lnTo>
                  <a:pt x="1225" y="1511"/>
                </a:lnTo>
                <a:lnTo>
                  <a:pt x="1209" y="1511"/>
                </a:lnTo>
                <a:cubicBezTo>
                  <a:pt x="1200" y="1511"/>
                  <a:pt x="1188" y="1506"/>
                  <a:pt x="1183" y="1499"/>
                </a:cubicBezTo>
                <a:lnTo>
                  <a:pt x="968" y="1284"/>
                </a:lnTo>
                <a:cubicBezTo>
                  <a:pt x="962" y="1279"/>
                  <a:pt x="957" y="1266"/>
                  <a:pt x="957" y="1257"/>
                </a:cubicBezTo>
                <a:lnTo>
                  <a:pt x="957" y="1243"/>
                </a:lnTo>
                <a:lnTo>
                  <a:pt x="957" y="1211"/>
                </a:lnTo>
                <a:lnTo>
                  <a:pt x="957" y="1195"/>
                </a:lnTo>
                <a:cubicBezTo>
                  <a:pt x="957" y="1186"/>
                  <a:pt x="962" y="1174"/>
                  <a:pt x="968" y="1168"/>
                </a:cubicBezTo>
                <a:lnTo>
                  <a:pt x="1183" y="954"/>
                </a:lnTo>
                <a:cubicBezTo>
                  <a:pt x="1190" y="946"/>
                  <a:pt x="1200" y="943"/>
                  <a:pt x="1209" y="943"/>
                </a:cubicBezTo>
                <a:lnTo>
                  <a:pt x="1225" y="943"/>
                </a:lnTo>
                <a:lnTo>
                  <a:pt x="1257" y="943"/>
                </a:lnTo>
                <a:lnTo>
                  <a:pt x="1272" y="943"/>
                </a:lnTo>
                <a:cubicBezTo>
                  <a:pt x="1281" y="943"/>
                  <a:pt x="1294" y="948"/>
                  <a:pt x="1299" y="954"/>
                </a:cubicBezTo>
                <a:lnTo>
                  <a:pt x="1514" y="1168"/>
                </a:lnTo>
                <a:cubicBezTo>
                  <a:pt x="1519" y="1174"/>
                  <a:pt x="1524" y="1186"/>
                  <a:pt x="1524" y="1195"/>
                </a:cubicBezTo>
                <a:lnTo>
                  <a:pt x="1524" y="1211"/>
                </a:lnTo>
                <a:lnTo>
                  <a:pt x="1524" y="1243"/>
                </a:lnTo>
                <a:lnTo>
                  <a:pt x="1524" y="1257"/>
                </a:lnTo>
                <a:cubicBezTo>
                  <a:pt x="1526" y="1266"/>
                  <a:pt x="1521" y="1279"/>
                  <a:pt x="1514" y="1284"/>
                </a:cubicBezTo>
                <a:close/>
                <a:moveTo>
                  <a:pt x="1343" y="1227"/>
                </a:moveTo>
                <a:cubicBezTo>
                  <a:pt x="1343" y="1218"/>
                  <a:pt x="1338" y="1205"/>
                  <a:pt x="1332" y="1200"/>
                </a:cubicBezTo>
                <a:lnTo>
                  <a:pt x="1271" y="1139"/>
                </a:lnTo>
                <a:cubicBezTo>
                  <a:pt x="1265" y="1133"/>
                  <a:pt x="1253" y="1128"/>
                  <a:pt x="1244" y="1128"/>
                </a:cubicBezTo>
                <a:lnTo>
                  <a:pt x="1242" y="1128"/>
                </a:lnTo>
                <a:cubicBezTo>
                  <a:pt x="1234" y="1128"/>
                  <a:pt x="1221" y="1133"/>
                  <a:pt x="1216" y="1139"/>
                </a:cubicBezTo>
                <a:lnTo>
                  <a:pt x="1154" y="1200"/>
                </a:lnTo>
                <a:cubicBezTo>
                  <a:pt x="1147" y="1207"/>
                  <a:pt x="1144" y="1220"/>
                  <a:pt x="1144" y="1227"/>
                </a:cubicBezTo>
                <a:lnTo>
                  <a:pt x="1144" y="1228"/>
                </a:lnTo>
                <a:cubicBezTo>
                  <a:pt x="1144" y="1237"/>
                  <a:pt x="1149" y="1249"/>
                  <a:pt x="1154" y="1254"/>
                </a:cubicBezTo>
                <a:lnTo>
                  <a:pt x="1216" y="1316"/>
                </a:lnTo>
                <a:cubicBezTo>
                  <a:pt x="1221" y="1321"/>
                  <a:pt x="1234" y="1326"/>
                  <a:pt x="1242" y="1326"/>
                </a:cubicBezTo>
                <a:lnTo>
                  <a:pt x="1244" y="1326"/>
                </a:lnTo>
                <a:cubicBezTo>
                  <a:pt x="1253" y="1326"/>
                  <a:pt x="1265" y="1321"/>
                  <a:pt x="1271" y="1316"/>
                </a:cubicBezTo>
                <a:lnTo>
                  <a:pt x="1332" y="1254"/>
                </a:lnTo>
                <a:cubicBezTo>
                  <a:pt x="1338" y="1247"/>
                  <a:pt x="1343" y="1237"/>
                  <a:pt x="1343" y="1228"/>
                </a:cubicBezTo>
                <a:lnTo>
                  <a:pt x="1343" y="1227"/>
                </a:lnTo>
                <a:close/>
                <a:moveTo>
                  <a:pt x="370" y="583"/>
                </a:moveTo>
                <a:lnTo>
                  <a:pt x="887" y="881"/>
                </a:lnTo>
                <a:cubicBezTo>
                  <a:pt x="915" y="897"/>
                  <a:pt x="945" y="904"/>
                  <a:pt x="975" y="901"/>
                </a:cubicBezTo>
                <a:cubicBezTo>
                  <a:pt x="1054" y="895"/>
                  <a:pt x="1116" y="828"/>
                  <a:pt x="1116" y="749"/>
                </a:cubicBezTo>
                <a:lnTo>
                  <a:pt x="1116" y="152"/>
                </a:lnTo>
                <a:cubicBezTo>
                  <a:pt x="1116" y="67"/>
                  <a:pt x="1047" y="0"/>
                  <a:pt x="964" y="0"/>
                </a:cubicBezTo>
                <a:cubicBezTo>
                  <a:pt x="879" y="0"/>
                  <a:pt x="812" y="69"/>
                  <a:pt x="812" y="152"/>
                </a:cubicBezTo>
                <a:lnTo>
                  <a:pt x="812" y="487"/>
                </a:lnTo>
                <a:lnTo>
                  <a:pt x="523" y="319"/>
                </a:lnTo>
                <a:cubicBezTo>
                  <a:pt x="451" y="277"/>
                  <a:pt x="358" y="302"/>
                  <a:pt x="316" y="376"/>
                </a:cubicBezTo>
                <a:cubicBezTo>
                  <a:pt x="273" y="450"/>
                  <a:pt x="298" y="543"/>
                  <a:pt x="370" y="583"/>
                </a:cubicBezTo>
                <a:close/>
                <a:moveTo>
                  <a:pt x="1505" y="902"/>
                </a:moveTo>
                <a:cubicBezTo>
                  <a:pt x="1535" y="904"/>
                  <a:pt x="1565" y="899"/>
                  <a:pt x="1593" y="883"/>
                </a:cubicBezTo>
                <a:lnTo>
                  <a:pt x="2109" y="585"/>
                </a:lnTo>
                <a:cubicBezTo>
                  <a:pt x="2182" y="543"/>
                  <a:pt x="2206" y="450"/>
                  <a:pt x="2166" y="377"/>
                </a:cubicBezTo>
                <a:cubicBezTo>
                  <a:pt x="2124" y="305"/>
                  <a:pt x="2030" y="280"/>
                  <a:pt x="1958" y="321"/>
                </a:cubicBezTo>
                <a:lnTo>
                  <a:pt x="1669" y="488"/>
                </a:lnTo>
                <a:lnTo>
                  <a:pt x="1669" y="153"/>
                </a:lnTo>
                <a:cubicBezTo>
                  <a:pt x="1669" y="69"/>
                  <a:pt x="1600" y="2"/>
                  <a:pt x="1517" y="2"/>
                </a:cubicBezTo>
                <a:cubicBezTo>
                  <a:pt x="1433" y="2"/>
                  <a:pt x="1366" y="71"/>
                  <a:pt x="1366" y="153"/>
                </a:cubicBezTo>
                <a:lnTo>
                  <a:pt x="1366" y="751"/>
                </a:lnTo>
                <a:cubicBezTo>
                  <a:pt x="1366" y="830"/>
                  <a:pt x="1428" y="897"/>
                  <a:pt x="1505" y="902"/>
                </a:cubicBezTo>
                <a:close/>
                <a:moveTo>
                  <a:pt x="976" y="1550"/>
                </a:moveTo>
                <a:cubicBezTo>
                  <a:pt x="946" y="1548"/>
                  <a:pt x="916" y="1553"/>
                  <a:pt x="888" y="1569"/>
                </a:cubicBezTo>
                <a:lnTo>
                  <a:pt x="372" y="1867"/>
                </a:lnTo>
                <a:cubicBezTo>
                  <a:pt x="300" y="1909"/>
                  <a:pt x="275" y="2003"/>
                  <a:pt x="316" y="2075"/>
                </a:cubicBezTo>
                <a:cubicBezTo>
                  <a:pt x="358" y="2147"/>
                  <a:pt x="451" y="2172"/>
                  <a:pt x="523" y="2130"/>
                </a:cubicBezTo>
                <a:lnTo>
                  <a:pt x="812" y="1962"/>
                </a:lnTo>
                <a:lnTo>
                  <a:pt x="812" y="2297"/>
                </a:lnTo>
                <a:cubicBezTo>
                  <a:pt x="812" y="2382"/>
                  <a:pt x="881" y="2449"/>
                  <a:pt x="964" y="2449"/>
                </a:cubicBezTo>
                <a:cubicBezTo>
                  <a:pt x="1049" y="2449"/>
                  <a:pt x="1116" y="2380"/>
                  <a:pt x="1116" y="2297"/>
                </a:cubicBezTo>
                <a:lnTo>
                  <a:pt x="1116" y="1700"/>
                </a:lnTo>
                <a:cubicBezTo>
                  <a:pt x="1117" y="1622"/>
                  <a:pt x="1056" y="1557"/>
                  <a:pt x="976" y="1550"/>
                </a:cubicBezTo>
                <a:close/>
                <a:moveTo>
                  <a:pt x="835" y="1271"/>
                </a:moveTo>
                <a:cubicBezTo>
                  <a:pt x="841" y="1256"/>
                  <a:pt x="842" y="1239"/>
                  <a:pt x="842" y="1223"/>
                </a:cubicBezTo>
                <a:cubicBezTo>
                  <a:pt x="842" y="1211"/>
                  <a:pt x="841" y="1198"/>
                  <a:pt x="837" y="1188"/>
                </a:cubicBezTo>
                <a:cubicBezTo>
                  <a:pt x="827" y="1151"/>
                  <a:pt x="802" y="1117"/>
                  <a:pt x="767" y="1096"/>
                </a:cubicBezTo>
                <a:lnTo>
                  <a:pt x="250" y="797"/>
                </a:lnTo>
                <a:cubicBezTo>
                  <a:pt x="178" y="754"/>
                  <a:pt x="85" y="779"/>
                  <a:pt x="42" y="853"/>
                </a:cubicBezTo>
                <a:cubicBezTo>
                  <a:pt x="0" y="925"/>
                  <a:pt x="25" y="1019"/>
                  <a:pt x="99" y="1061"/>
                </a:cubicBezTo>
                <a:lnTo>
                  <a:pt x="388" y="1228"/>
                </a:lnTo>
                <a:lnTo>
                  <a:pt x="99" y="1395"/>
                </a:lnTo>
                <a:cubicBezTo>
                  <a:pt x="27" y="1437"/>
                  <a:pt x="2" y="1530"/>
                  <a:pt x="42" y="1603"/>
                </a:cubicBezTo>
                <a:cubicBezTo>
                  <a:pt x="85" y="1675"/>
                  <a:pt x="178" y="1700"/>
                  <a:pt x="250" y="1659"/>
                </a:cubicBezTo>
                <a:lnTo>
                  <a:pt x="767" y="1361"/>
                </a:lnTo>
                <a:cubicBezTo>
                  <a:pt x="802" y="1338"/>
                  <a:pt x="825" y="1307"/>
                  <a:pt x="835" y="1271"/>
                </a:cubicBezTo>
                <a:close/>
                <a:moveTo>
                  <a:pt x="7251" y="379"/>
                </a:moveTo>
                <a:lnTo>
                  <a:pt x="7237" y="379"/>
                </a:lnTo>
                <a:cubicBezTo>
                  <a:pt x="7235" y="379"/>
                  <a:pt x="7233" y="379"/>
                  <a:pt x="7231" y="379"/>
                </a:cubicBezTo>
                <a:cubicBezTo>
                  <a:pt x="7229" y="379"/>
                  <a:pt x="7228" y="379"/>
                  <a:pt x="7226" y="379"/>
                </a:cubicBezTo>
                <a:cubicBezTo>
                  <a:pt x="7189" y="379"/>
                  <a:pt x="7154" y="383"/>
                  <a:pt x="7120" y="395"/>
                </a:cubicBezTo>
                <a:cubicBezTo>
                  <a:pt x="7087" y="405"/>
                  <a:pt x="7057" y="423"/>
                  <a:pt x="7034" y="451"/>
                </a:cubicBezTo>
                <a:lnTo>
                  <a:pt x="7034" y="451"/>
                </a:lnTo>
                <a:lnTo>
                  <a:pt x="7034" y="451"/>
                </a:lnTo>
                <a:lnTo>
                  <a:pt x="7034" y="451"/>
                </a:lnTo>
                <a:cubicBezTo>
                  <a:pt x="7009" y="478"/>
                  <a:pt x="6993" y="511"/>
                  <a:pt x="6985" y="546"/>
                </a:cubicBezTo>
                <a:cubicBezTo>
                  <a:pt x="6974" y="583"/>
                  <a:pt x="6970" y="624"/>
                  <a:pt x="6970" y="672"/>
                </a:cubicBezTo>
                <a:lnTo>
                  <a:pt x="6970" y="763"/>
                </a:lnTo>
                <a:lnTo>
                  <a:pt x="6870" y="763"/>
                </a:lnTo>
                <a:cubicBezTo>
                  <a:pt x="6835" y="763"/>
                  <a:pt x="6807" y="791"/>
                  <a:pt x="6807" y="825"/>
                </a:cubicBezTo>
                <a:cubicBezTo>
                  <a:pt x="6807" y="842"/>
                  <a:pt x="6814" y="860"/>
                  <a:pt x="6824" y="872"/>
                </a:cubicBezTo>
                <a:cubicBezTo>
                  <a:pt x="6836" y="885"/>
                  <a:pt x="6852" y="892"/>
                  <a:pt x="6870" y="894"/>
                </a:cubicBezTo>
                <a:lnTo>
                  <a:pt x="6970" y="894"/>
                </a:lnTo>
                <a:lnTo>
                  <a:pt x="6970" y="1634"/>
                </a:lnTo>
                <a:lnTo>
                  <a:pt x="6970" y="1636"/>
                </a:lnTo>
                <a:cubicBezTo>
                  <a:pt x="6970" y="1654"/>
                  <a:pt x="6977" y="1670"/>
                  <a:pt x="6990" y="1682"/>
                </a:cubicBezTo>
                <a:cubicBezTo>
                  <a:pt x="7002" y="1693"/>
                  <a:pt x="7018" y="1700"/>
                  <a:pt x="7036" y="1700"/>
                </a:cubicBezTo>
                <a:cubicBezTo>
                  <a:pt x="7069" y="1700"/>
                  <a:pt x="7097" y="1671"/>
                  <a:pt x="7097" y="1636"/>
                </a:cubicBezTo>
                <a:lnTo>
                  <a:pt x="7097" y="894"/>
                </a:lnTo>
                <a:lnTo>
                  <a:pt x="7205" y="894"/>
                </a:lnTo>
                <a:cubicBezTo>
                  <a:pt x="7222" y="892"/>
                  <a:pt x="7238" y="885"/>
                  <a:pt x="7251" y="874"/>
                </a:cubicBezTo>
                <a:cubicBezTo>
                  <a:pt x="7263" y="862"/>
                  <a:pt x="7270" y="846"/>
                  <a:pt x="7270" y="828"/>
                </a:cubicBezTo>
                <a:lnTo>
                  <a:pt x="7270" y="827"/>
                </a:lnTo>
                <a:cubicBezTo>
                  <a:pt x="7270" y="793"/>
                  <a:pt x="7242" y="765"/>
                  <a:pt x="7207" y="765"/>
                </a:cubicBezTo>
                <a:lnTo>
                  <a:pt x="7097" y="765"/>
                </a:lnTo>
                <a:lnTo>
                  <a:pt x="7097" y="673"/>
                </a:lnTo>
                <a:cubicBezTo>
                  <a:pt x="7097" y="633"/>
                  <a:pt x="7103" y="603"/>
                  <a:pt x="7108" y="582"/>
                </a:cubicBezTo>
                <a:cubicBezTo>
                  <a:pt x="7113" y="561"/>
                  <a:pt x="7122" y="546"/>
                  <a:pt x="7129" y="538"/>
                </a:cubicBezTo>
                <a:cubicBezTo>
                  <a:pt x="7136" y="531"/>
                  <a:pt x="7145" y="524"/>
                  <a:pt x="7161" y="518"/>
                </a:cubicBezTo>
                <a:cubicBezTo>
                  <a:pt x="7177" y="513"/>
                  <a:pt x="7196" y="509"/>
                  <a:pt x="7224" y="509"/>
                </a:cubicBezTo>
                <a:lnTo>
                  <a:pt x="7228" y="509"/>
                </a:lnTo>
                <a:cubicBezTo>
                  <a:pt x="7229" y="509"/>
                  <a:pt x="7231" y="509"/>
                  <a:pt x="7233" y="509"/>
                </a:cubicBezTo>
                <a:cubicBezTo>
                  <a:pt x="7235" y="509"/>
                  <a:pt x="7237" y="509"/>
                  <a:pt x="7238" y="509"/>
                </a:cubicBezTo>
                <a:lnTo>
                  <a:pt x="7247" y="509"/>
                </a:lnTo>
                <a:lnTo>
                  <a:pt x="7252" y="509"/>
                </a:lnTo>
                <a:cubicBezTo>
                  <a:pt x="7288" y="509"/>
                  <a:pt x="7318" y="481"/>
                  <a:pt x="7318" y="444"/>
                </a:cubicBezTo>
                <a:cubicBezTo>
                  <a:pt x="7314" y="409"/>
                  <a:pt x="7286" y="379"/>
                  <a:pt x="7251" y="379"/>
                </a:cubicBezTo>
                <a:close/>
                <a:moveTo>
                  <a:pt x="9482" y="862"/>
                </a:moveTo>
                <a:cubicBezTo>
                  <a:pt x="9494" y="850"/>
                  <a:pt x="9501" y="832"/>
                  <a:pt x="9501" y="816"/>
                </a:cubicBezTo>
                <a:cubicBezTo>
                  <a:pt x="9501" y="800"/>
                  <a:pt x="9494" y="784"/>
                  <a:pt x="9482" y="772"/>
                </a:cubicBezTo>
                <a:lnTo>
                  <a:pt x="9482" y="772"/>
                </a:lnTo>
                <a:lnTo>
                  <a:pt x="9482" y="772"/>
                </a:lnTo>
                <a:lnTo>
                  <a:pt x="9482" y="772"/>
                </a:lnTo>
                <a:lnTo>
                  <a:pt x="9482" y="772"/>
                </a:lnTo>
                <a:cubicBezTo>
                  <a:pt x="9469" y="760"/>
                  <a:pt x="9454" y="753"/>
                  <a:pt x="9438" y="753"/>
                </a:cubicBezTo>
                <a:cubicBezTo>
                  <a:pt x="9423" y="753"/>
                  <a:pt x="9406" y="760"/>
                  <a:pt x="9393" y="772"/>
                </a:cubicBezTo>
                <a:lnTo>
                  <a:pt x="8895" y="1256"/>
                </a:lnTo>
                <a:lnTo>
                  <a:pt x="8895" y="441"/>
                </a:lnTo>
                <a:cubicBezTo>
                  <a:pt x="8895" y="405"/>
                  <a:pt x="8865" y="377"/>
                  <a:pt x="8830" y="377"/>
                </a:cubicBezTo>
                <a:cubicBezTo>
                  <a:pt x="8812" y="377"/>
                  <a:pt x="8796" y="384"/>
                  <a:pt x="8785" y="397"/>
                </a:cubicBezTo>
                <a:cubicBezTo>
                  <a:pt x="8775" y="407"/>
                  <a:pt x="8766" y="425"/>
                  <a:pt x="8766" y="441"/>
                </a:cubicBezTo>
                <a:lnTo>
                  <a:pt x="8766" y="1634"/>
                </a:lnTo>
                <a:cubicBezTo>
                  <a:pt x="8766" y="1652"/>
                  <a:pt x="8773" y="1668"/>
                  <a:pt x="8785" y="1679"/>
                </a:cubicBezTo>
                <a:cubicBezTo>
                  <a:pt x="8796" y="1689"/>
                  <a:pt x="8814" y="1698"/>
                  <a:pt x="8830" y="1698"/>
                </a:cubicBezTo>
                <a:cubicBezTo>
                  <a:pt x="8867" y="1698"/>
                  <a:pt x="8895" y="1670"/>
                  <a:pt x="8895" y="1634"/>
                </a:cubicBezTo>
                <a:lnTo>
                  <a:pt x="8895" y="1437"/>
                </a:lnTo>
                <a:lnTo>
                  <a:pt x="9057" y="1275"/>
                </a:lnTo>
                <a:lnTo>
                  <a:pt x="9388" y="1673"/>
                </a:lnTo>
                <a:cubicBezTo>
                  <a:pt x="9395" y="1682"/>
                  <a:pt x="9402" y="1690"/>
                  <a:pt x="9411" y="1693"/>
                </a:cubicBezTo>
                <a:cubicBezTo>
                  <a:pt x="9420" y="1697"/>
                  <a:pt x="9430" y="1698"/>
                  <a:pt x="9438" y="1698"/>
                </a:cubicBezTo>
                <a:cubicBezTo>
                  <a:pt x="9448" y="1698"/>
                  <a:pt x="9466" y="1696"/>
                  <a:pt x="9480" y="1684"/>
                </a:cubicBezTo>
                <a:lnTo>
                  <a:pt x="9480" y="1684"/>
                </a:lnTo>
                <a:lnTo>
                  <a:pt x="9480" y="1684"/>
                </a:lnTo>
                <a:cubicBezTo>
                  <a:pt x="9494" y="1671"/>
                  <a:pt x="9501" y="1654"/>
                  <a:pt x="9501" y="1636"/>
                </a:cubicBezTo>
                <a:cubicBezTo>
                  <a:pt x="9501" y="1622"/>
                  <a:pt x="9496" y="1606"/>
                  <a:pt x="9485" y="1594"/>
                </a:cubicBezTo>
                <a:lnTo>
                  <a:pt x="9485" y="1594"/>
                </a:lnTo>
                <a:lnTo>
                  <a:pt x="9149" y="1186"/>
                </a:lnTo>
                <a:lnTo>
                  <a:pt x="9482" y="862"/>
                </a:lnTo>
                <a:close/>
                <a:moveTo>
                  <a:pt x="8581" y="779"/>
                </a:moveTo>
                <a:cubicBezTo>
                  <a:pt x="8593" y="790"/>
                  <a:pt x="8600" y="807"/>
                  <a:pt x="8600" y="825"/>
                </a:cubicBezTo>
                <a:lnTo>
                  <a:pt x="8600" y="1633"/>
                </a:lnTo>
                <a:cubicBezTo>
                  <a:pt x="8600" y="1650"/>
                  <a:pt x="8593" y="1666"/>
                  <a:pt x="8581" y="1677"/>
                </a:cubicBezTo>
                <a:cubicBezTo>
                  <a:pt x="8569" y="1687"/>
                  <a:pt x="8553" y="1696"/>
                  <a:pt x="8537" y="1696"/>
                </a:cubicBezTo>
                <a:cubicBezTo>
                  <a:pt x="8519" y="1696"/>
                  <a:pt x="8504" y="1689"/>
                  <a:pt x="8493" y="1677"/>
                </a:cubicBezTo>
                <a:cubicBezTo>
                  <a:pt x="8481" y="1666"/>
                  <a:pt x="8474" y="1650"/>
                  <a:pt x="8474" y="1633"/>
                </a:cubicBezTo>
                <a:lnTo>
                  <a:pt x="8474" y="1553"/>
                </a:lnTo>
                <a:cubicBezTo>
                  <a:pt x="8394" y="1640"/>
                  <a:pt x="8281" y="1696"/>
                  <a:pt x="8156" y="1696"/>
                </a:cubicBezTo>
                <a:cubicBezTo>
                  <a:pt x="8033" y="1696"/>
                  <a:pt x="7920" y="1643"/>
                  <a:pt x="7841" y="1557"/>
                </a:cubicBezTo>
                <a:cubicBezTo>
                  <a:pt x="7760" y="1472"/>
                  <a:pt x="7712" y="1354"/>
                  <a:pt x="7712" y="1228"/>
                </a:cubicBezTo>
                <a:cubicBezTo>
                  <a:pt x="7712" y="1100"/>
                  <a:pt x="7762" y="983"/>
                  <a:pt x="7841" y="899"/>
                </a:cubicBezTo>
                <a:cubicBezTo>
                  <a:pt x="7920" y="814"/>
                  <a:pt x="8033" y="760"/>
                  <a:pt x="8156" y="760"/>
                </a:cubicBezTo>
                <a:cubicBezTo>
                  <a:pt x="8281" y="760"/>
                  <a:pt x="8394" y="814"/>
                  <a:pt x="8474" y="901"/>
                </a:cubicBezTo>
                <a:lnTo>
                  <a:pt x="8474" y="823"/>
                </a:lnTo>
                <a:cubicBezTo>
                  <a:pt x="8474" y="805"/>
                  <a:pt x="8481" y="790"/>
                  <a:pt x="8493" y="777"/>
                </a:cubicBezTo>
                <a:cubicBezTo>
                  <a:pt x="8505" y="767"/>
                  <a:pt x="8521" y="760"/>
                  <a:pt x="8537" y="760"/>
                </a:cubicBezTo>
                <a:cubicBezTo>
                  <a:pt x="8555" y="761"/>
                  <a:pt x="8570" y="768"/>
                  <a:pt x="8581" y="779"/>
                </a:cubicBezTo>
                <a:close/>
                <a:moveTo>
                  <a:pt x="8474" y="1230"/>
                </a:moveTo>
                <a:cubicBezTo>
                  <a:pt x="8474" y="1135"/>
                  <a:pt x="8437" y="1049"/>
                  <a:pt x="8380" y="987"/>
                </a:cubicBezTo>
                <a:cubicBezTo>
                  <a:pt x="8322" y="925"/>
                  <a:pt x="8243" y="888"/>
                  <a:pt x="8156" y="888"/>
                </a:cubicBezTo>
                <a:cubicBezTo>
                  <a:pt x="8070" y="888"/>
                  <a:pt x="7992" y="925"/>
                  <a:pt x="7933" y="987"/>
                </a:cubicBezTo>
                <a:cubicBezTo>
                  <a:pt x="7875" y="1049"/>
                  <a:pt x="7837" y="1135"/>
                  <a:pt x="7837" y="1230"/>
                </a:cubicBezTo>
                <a:cubicBezTo>
                  <a:pt x="7837" y="1324"/>
                  <a:pt x="7874" y="1411"/>
                  <a:pt x="7933" y="1472"/>
                </a:cubicBezTo>
                <a:cubicBezTo>
                  <a:pt x="7991" y="1534"/>
                  <a:pt x="8070" y="1571"/>
                  <a:pt x="8156" y="1571"/>
                </a:cubicBezTo>
                <a:cubicBezTo>
                  <a:pt x="8243" y="1571"/>
                  <a:pt x="8322" y="1534"/>
                  <a:pt x="8380" y="1472"/>
                </a:cubicBezTo>
                <a:cubicBezTo>
                  <a:pt x="8437" y="1409"/>
                  <a:pt x="8474" y="1324"/>
                  <a:pt x="8474" y="1230"/>
                </a:cubicBezTo>
                <a:close/>
                <a:moveTo>
                  <a:pt x="3348" y="1207"/>
                </a:moveTo>
                <a:cubicBezTo>
                  <a:pt x="3297" y="1183"/>
                  <a:pt x="3239" y="1165"/>
                  <a:pt x="3181" y="1146"/>
                </a:cubicBezTo>
                <a:cubicBezTo>
                  <a:pt x="3128" y="1128"/>
                  <a:pt x="3073" y="1112"/>
                  <a:pt x="3035" y="1091"/>
                </a:cubicBezTo>
                <a:cubicBezTo>
                  <a:pt x="3015" y="1080"/>
                  <a:pt x="2999" y="1070"/>
                  <a:pt x="2991" y="1057"/>
                </a:cubicBezTo>
                <a:cubicBezTo>
                  <a:pt x="2980" y="1045"/>
                  <a:pt x="2976" y="1033"/>
                  <a:pt x="2975" y="1015"/>
                </a:cubicBezTo>
                <a:cubicBezTo>
                  <a:pt x="2975" y="992"/>
                  <a:pt x="2982" y="973"/>
                  <a:pt x="2992" y="955"/>
                </a:cubicBezTo>
                <a:cubicBezTo>
                  <a:pt x="3010" y="931"/>
                  <a:pt x="3038" y="911"/>
                  <a:pt x="3072" y="899"/>
                </a:cubicBezTo>
                <a:cubicBezTo>
                  <a:pt x="3103" y="887"/>
                  <a:pt x="3137" y="879"/>
                  <a:pt x="3162" y="879"/>
                </a:cubicBezTo>
                <a:cubicBezTo>
                  <a:pt x="3234" y="879"/>
                  <a:pt x="3280" y="904"/>
                  <a:pt x="3315" y="929"/>
                </a:cubicBezTo>
                <a:cubicBezTo>
                  <a:pt x="3332" y="941"/>
                  <a:pt x="3347" y="954"/>
                  <a:pt x="3361" y="964"/>
                </a:cubicBezTo>
                <a:cubicBezTo>
                  <a:pt x="3368" y="969"/>
                  <a:pt x="3375" y="975"/>
                  <a:pt x="3382" y="978"/>
                </a:cubicBezTo>
                <a:cubicBezTo>
                  <a:pt x="3389" y="982"/>
                  <a:pt x="3398" y="985"/>
                  <a:pt x="3406" y="985"/>
                </a:cubicBezTo>
                <a:cubicBezTo>
                  <a:pt x="3412" y="985"/>
                  <a:pt x="3419" y="983"/>
                  <a:pt x="3424" y="982"/>
                </a:cubicBezTo>
                <a:cubicBezTo>
                  <a:pt x="3429" y="980"/>
                  <a:pt x="3435" y="976"/>
                  <a:pt x="3440" y="971"/>
                </a:cubicBezTo>
                <a:cubicBezTo>
                  <a:pt x="3445" y="968"/>
                  <a:pt x="3449" y="962"/>
                  <a:pt x="3452" y="955"/>
                </a:cubicBezTo>
                <a:cubicBezTo>
                  <a:pt x="3454" y="950"/>
                  <a:pt x="3456" y="943"/>
                  <a:pt x="3456" y="938"/>
                </a:cubicBezTo>
                <a:cubicBezTo>
                  <a:pt x="3456" y="927"/>
                  <a:pt x="3452" y="916"/>
                  <a:pt x="3447" y="906"/>
                </a:cubicBezTo>
                <a:cubicBezTo>
                  <a:pt x="3438" y="888"/>
                  <a:pt x="3422" y="872"/>
                  <a:pt x="3403" y="855"/>
                </a:cubicBezTo>
                <a:cubicBezTo>
                  <a:pt x="3375" y="830"/>
                  <a:pt x="3337" y="805"/>
                  <a:pt x="3297" y="788"/>
                </a:cubicBezTo>
                <a:cubicBezTo>
                  <a:pt x="3256" y="770"/>
                  <a:pt x="3214" y="758"/>
                  <a:pt x="3174" y="758"/>
                </a:cubicBezTo>
                <a:cubicBezTo>
                  <a:pt x="3079" y="758"/>
                  <a:pt x="3001" y="779"/>
                  <a:pt x="2943" y="820"/>
                </a:cubicBezTo>
                <a:cubicBezTo>
                  <a:pt x="2913" y="841"/>
                  <a:pt x="2887" y="864"/>
                  <a:pt x="2869" y="894"/>
                </a:cubicBezTo>
                <a:cubicBezTo>
                  <a:pt x="2850" y="925"/>
                  <a:pt x="2839" y="964"/>
                  <a:pt x="2839" y="1013"/>
                </a:cubicBezTo>
                <a:cubicBezTo>
                  <a:pt x="2839" y="1015"/>
                  <a:pt x="2839" y="1019"/>
                  <a:pt x="2839" y="1020"/>
                </a:cubicBezTo>
                <a:cubicBezTo>
                  <a:pt x="2839" y="1070"/>
                  <a:pt x="2855" y="1109"/>
                  <a:pt x="2880" y="1140"/>
                </a:cubicBezTo>
                <a:cubicBezTo>
                  <a:pt x="2917" y="1188"/>
                  <a:pt x="2973" y="1215"/>
                  <a:pt x="3028" y="1235"/>
                </a:cubicBezTo>
                <a:cubicBezTo>
                  <a:pt x="3082" y="1254"/>
                  <a:pt x="3137" y="1266"/>
                  <a:pt x="3170" y="1279"/>
                </a:cubicBezTo>
                <a:cubicBezTo>
                  <a:pt x="3218" y="1294"/>
                  <a:pt x="3271" y="1312"/>
                  <a:pt x="3308" y="1335"/>
                </a:cubicBezTo>
                <a:cubicBezTo>
                  <a:pt x="3327" y="1347"/>
                  <a:pt x="3341" y="1360"/>
                  <a:pt x="3352" y="1374"/>
                </a:cubicBezTo>
                <a:cubicBezTo>
                  <a:pt x="3362" y="1388"/>
                  <a:pt x="3368" y="1404"/>
                  <a:pt x="3368" y="1421"/>
                </a:cubicBezTo>
                <a:lnTo>
                  <a:pt x="3368" y="1423"/>
                </a:lnTo>
                <a:cubicBezTo>
                  <a:pt x="3368" y="1449"/>
                  <a:pt x="3359" y="1471"/>
                  <a:pt x="3347" y="1490"/>
                </a:cubicBezTo>
                <a:cubicBezTo>
                  <a:pt x="3327" y="1516"/>
                  <a:pt x="3294" y="1538"/>
                  <a:pt x="3258" y="1550"/>
                </a:cubicBezTo>
                <a:cubicBezTo>
                  <a:pt x="3223" y="1562"/>
                  <a:pt x="3188" y="1568"/>
                  <a:pt x="3163" y="1568"/>
                </a:cubicBezTo>
                <a:cubicBezTo>
                  <a:pt x="3080" y="1568"/>
                  <a:pt x="3026" y="1548"/>
                  <a:pt x="2985" y="1527"/>
                </a:cubicBezTo>
                <a:cubicBezTo>
                  <a:pt x="2966" y="1516"/>
                  <a:pt x="2948" y="1508"/>
                  <a:pt x="2934" y="1499"/>
                </a:cubicBezTo>
                <a:cubicBezTo>
                  <a:pt x="2927" y="1495"/>
                  <a:pt x="2920" y="1492"/>
                  <a:pt x="2913" y="1488"/>
                </a:cubicBezTo>
                <a:cubicBezTo>
                  <a:pt x="2906" y="1485"/>
                  <a:pt x="2899" y="1483"/>
                  <a:pt x="2890" y="1483"/>
                </a:cubicBezTo>
                <a:cubicBezTo>
                  <a:pt x="2885" y="1483"/>
                  <a:pt x="2880" y="1483"/>
                  <a:pt x="2874" y="1486"/>
                </a:cubicBezTo>
                <a:cubicBezTo>
                  <a:pt x="2869" y="1488"/>
                  <a:pt x="2864" y="1492"/>
                  <a:pt x="2860" y="1495"/>
                </a:cubicBezTo>
                <a:cubicBezTo>
                  <a:pt x="2855" y="1501"/>
                  <a:pt x="2850" y="1506"/>
                  <a:pt x="2846" y="1513"/>
                </a:cubicBezTo>
                <a:cubicBezTo>
                  <a:pt x="2843" y="1520"/>
                  <a:pt x="2841" y="1527"/>
                  <a:pt x="2841" y="1534"/>
                </a:cubicBezTo>
                <a:cubicBezTo>
                  <a:pt x="2841" y="1546"/>
                  <a:pt x="2846" y="1559"/>
                  <a:pt x="2851" y="1568"/>
                </a:cubicBezTo>
                <a:cubicBezTo>
                  <a:pt x="2862" y="1582"/>
                  <a:pt x="2878" y="1596"/>
                  <a:pt x="2895" y="1610"/>
                </a:cubicBezTo>
                <a:cubicBezTo>
                  <a:pt x="2915" y="1622"/>
                  <a:pt x="2938" y="1636"/>
                  <a:pt x="2966" y="1649"/>
                </a:cubicBezTo>
                <a:cubicBezTo>
                  <a:pt x="3026" y="1677"/>
                  <a:pt x="3103" y="1691"/>
                  <a:pt x="3162" y="1693"/>
                </a:cubicBezTo>
                <a:lnTo>
                  <a:pt x="3162" y="1693"/>
                </a:lnTo>
                <a:cubicBezTo>
                  <a:pt x="3253" y="1693"/>
                  <a:pt x="3331" y="1671"/>
                  <a:pt x="3398" y="1622"/>
                </a:cubicBezTo>
                <a:lnTo>
                  <a:pt x="3398" y="1622"/>
                </a:lnTo>
                <a:lnTo>
                  <a:pt x="3398" y="1622"/>
                </a:lnTo>
                <a:cubicBezTo>
                  <a:pt x="3463" y="1573"/>
                  <a:pt x="3503" y="1501"/>
                  <a:pt x="3503" y="1419"/>
                </a:cubicBezTo>
                <a:cubicBezTo>
                  <a:pt x="3503" y="1375"/>
                  <a:pt x="3493" y="1337"/>
                  <a:pt x="3475" y="1305"/>
                </a:cubicBezTo>
                <a:cubicBezTo>
                  <a:pt x="3445" y="1261"/>
                  <a:pt x="3399" y="1232"/>
                  <a:pt x="3348" y="1207"/>
                </a:cubicBezTo>
                <a:close/>
                <a:moveTo>
                  <a:pt x="7513" y="377"/>
                </a:moveTo>
                <a:cubicBezTo>
                  <a:pt x="7496" y="377"/>
                  <a:pt x="7480" y="384"/>
                  <a:pt x="7469" y="397"/>
                </a:cubicBezTo>
                <a:cubicBezTo>
                  <a:pt x="7457" y="407"/>
                  <a:pt x="7450" y="425"/>
                  <a:pt x="7450" y="441"/>
                </a:cubicBezTo>
                <a:lnTo>
                  <a:pt x="7450" y="1634"/>
                </a:lnTo>
                <a:cubicBezTo>
                  <a:pt x="7450" y="1652"/>
                  <a:pt x="7457" y="1668"/>
                  <a:pt x="7469" y="1679"/>
                </a:cubicBezTo>
                <a:cubicBezTo>
                  <a:pt x="7481" y="1689"/>
                  <a:pt x="7497" y="1698"/>
                  <a:pt x="7513" y="1698"/>
                </a:cubicBezTo>
                <a:cubicBezTo>
                  <a:pt x="7550" y="1698"/>
                  <a:pt x="7578" y="1670"/>
                  <a:pt x="7578" y="1634"/>
                </a:cubicBezTo>
                <a:lnTo>
                  <a:pt x="7578" y="441"/>
                </a:lnTo>
                <a:cubicBezTo>
                  <a:pt x="7578" y="405"/>
                  <a:pt x="7548" y="377"/>
                  <a:pt x="7513" y="377"/>
                </a:cubicBezTo>
                <a:close/>
                <a:moveTo>
                  <a:pt x="10445" y="1200"/>
                </a:moveTo>
                <a:lnTo>
                  <a:pt x="10445" y="1207"/>
                </a:lnTo>
                <a:cubicBezTo>
                  <a:pt x="10445" y="1225"/>
                  <a:pt x="10438" y="1241"/>
                  <a:pt x="10426" y="1250"/>
                </a:cubicBezTo>
                <a:cubicBezTo>
                  <a:pt x="10414" y="1261"/>
                  <a:pt x="10398" y="1266"/>
                  <a:pt x="10382" y="1266"/>
                </a:cubicBezTo>
                <a:lnTo>
                  <a:pt x="9667" y="1266"/>
                </a:lnTo>
                <a:cubicBezTo>
                  <a:pt x="9684" y="1441"/>
                  <a:pt x="9823" y="1569"/>
                  <a:pt x="9991" y="1571"/>
                </a:cubicBezTo>
                <a:lnTo>
                  <a:pt x="10033" y="1571"/>
                </a:lnTo>
                <a:cubicBezTo>
                  <a:pt x="10088" y="1571"/>
                  <a:pt x="10142" y="1552"/>
                  <a:pt x="10188" y="1520"/>
                </a:cubicBezTo>
                <a:cubicBezTo>
                  <a:pt x="10236" y="1488"/>
                  <a:pt x="10276" y="1446"/>
                  <a:pt x="10305" y="1397"/>
                </a:cubicBezTo>
                <a:cubicBezTo>
                  <a:pt x="10310" y="1386"/>
                  <a:pt x="10319" y="1380"/>
                  <a:pt x="10327" y="1374"/>
                </a:cubicBezTo>
                <a:cubicBezTo>
                  <a:pt x="10336" y="1369"/>
                  <a:pt x="10347" y="1367"/>
                  <a:pt x="10357" y="1367"/>
                </a:cubicBezTo>
                <a:cubicBezTo>
                  <a:pt x="10368" y="1367"/>
                  <a:pt x="10380" y="1370"/>
                  <a:pt x="10389" y="1375"/>
                </a:cubicBezTo>
                <a:lnTo>
                  <a:pt x="10389" y="1375"/>
                </a:lnTo>
                <a:lnTo>
                  <a:pt x="10389" y="1375"/>
                </a:lnTo>
                <a:cubicBezTo>
                  <a:pt x="10407" y="1388"/>
                  <a:pt x="10419" y="1409"/>
                  <a:pt x="10419" y="1430"/>
                </a:cubicBezTo>
                <a:cubicBezTo>
                  <a:pt x="10419" y="1441"/>
                  <a:pt x="10416" y="1453"/>
                  <a:pt x="10410" y="1464"/>
                </a:cubicBezTo>
                <a:lnTo>
                  <a:pt x="10410" y="1464"/>
                </a:lnTo>
                <a:lnTo>
                  <a:pt x="10410" y="1464"/>
                </a:lnTo>
                <a:cubicBezTo>
                  <a:pt x="10370" y="1527"/>
                  <a:pt x="10315" y="1585"/>
                  <a:pt x="10252" y="1627"/>
                </a:cubicBezTo>
                <a:cubicBezTo>
                  <a:pt x="10186" y="1670"/>
                  <a:pt x="10112" y="1696"/>
                  <a:pt x="10031" y="1696"/>
                </a:cubicBezTo>
                <a:lnTo>
                  <a:pt x="9989" y="1696"/>
                </a:lnTo>
                <a:cubicBezTo>
                  <a:pt x="9864" y="1696"/>
                  <a:pt x="9749" y="1642"/>
                  <a:pt x="9668" y="1557"/>
                </a:cubicBezTo>
                <a:cubicBezTo>
                  <a:pt x="9587" y="1472"/>
                  <a:pt x="9536" y="1356"/>
                  <a:pt x="9536" y="1230"/>
                </a:cubicBezTo>
                <a:cubicBezTo>
                  <a:pt x="9536" y="1100"/>
                  <a:pt x="9587" y="983"/>
                  <a:pt x="9668" y="897"/>
                </a:cubicBezTo>
                <a:cubicBezTo>
                  <a:pt x="9751" y="813"/>
                  <a:pt x="9864" y="760"/>
                  <a:pt x="9991" y="760"/>
                </a:cubicBezTo>
                <a:cubicBezTo>
                  <a:pt x="10112" y="760"/>
                  <a:pt x="10220" y="807"/>
                  <a:pt x="10301" y="887"/>
                </a:cubicBezTo>
                <a:cubicBezTo>
                  <a:pt x="10382" y="966"/>
                  <a:pt x="10435" y="1075"/>
                  <a:pt x="10445" y="1200"/>
                </a:cubicBezTo>
                <a:close/>
                <a:moveTo>
                  <a:pt x="10305" y="1139"/>
                </a:moveTo>
                <a:cubicBezTo>
                  <a:pt x="10268" y="992"/>
                  <a:pt x="10139" y="887"/>
                  <a:pt x="9993" y="887"/>
                </a:cubicBezTo>
                <a:cubicBezTo>
                  <a:pt x="9841" y="887"/>
                  <a:pt x="9714" y="989"/>
                  <a:pt x="9675" y="1139"/>
                </a:cubicBezTo>
                <a:lnTo>
                  <a:pt x="10305" y="1139"/>
                </a:lnTo>
                <a:close/>
                <a:moveTo>
                  <a:pt x="4027" y="763"/>
                </a:moveTo>
                <a:cubicBezTo>
                  <a:pt x="3926" y="763"/>
                  <a:pt x="3836" y="802"/>
                  <a:pt x="3768" y="864"/>
                </a:cubicBezTo>
                <a:lnTo>
                  <a:pt x="3768" y="827"/>
                </a:lnTo>
                <a:cubicBezTo>
                  <a:pt x="3768" y="809"/>
                  <a:pt x="3761" y="793"/>
                  <a:pt x="3750" y="783"/>
                </a:cubicBezTo>
                <a:cubicBezTo>
                  <a:pt x="3740" y="770"/>
                  <a:pt x="3724" y="763"/>
                  <a:pt x="3706" y="763"/>
                </a:cubicBezTo>
                <a:cubicBezTo>
                  <a:pt x="3688" y="763"/>
                  <a:pt x="3670" y="770"/>
                  <a:pt x="3660" y="783"/>
                </a:cubicBezTo>
                <a:cubicBezTo>
                  <a:pt x="3649" y="795"/>
                  <a:pt x="3643" y="811"/>
                  <a:pt x="3643" y="827"/>
                </a:cubicBezTo>
                <a:lnTo>
                  <a:pt x="3643" y="1652"/>
                </a:lnTo>
                <a:lnTo>
                  <a:pt x="3644" y="1654"/>
                </a:lnTo>
                <a:lnTo>
                  <a:pt x="3644" y="1654"/>
                </a:lnTo>
                <a:cubicBezTo>
                  <a:pt x="3644" y="1657"/>
                  <a:pt x="3646" y="1659"/>
                  <a:pt x="3648" y="1663"/>
                </a:cubicBezTo>
                <a:cubicBezTo>
                  <a:pt x="3657" y="1679"/>
                  <a:pt x="3671" y="1689"/>
                  <a:pt x="3688" y="1694"/>
                </a:cubicBezTo>
                <a:lnTo>
                  <a:pt x="3690" y="1694"/>
                </a:lnTo>
                <a:lnTo>
                  <a:pt x="3704" y="1694"/>
                </a:lnTo>
                <a:cubicBezTo>
                  <a:pt x="3713" y="1694"/>
                  <a:pt x="3722" y="1693"/>
                  <a:pt x="3731" y="1689"/>
                </a:cubicBezTo>
                <a:cubicBezTo>
                  <a:pt x="3738" y="1686"/>
                  <a:pt x="3745" y="1680"/>
                  <a:pt x="3750" y="1673"/>
                </a:cubicBezTo>
                <a:lnTo>
                  <a:pt x="3750" y="1673"/>
                </a:lnTo>
                <a:cubicBezTo>
                  <a:pt x="3750" y="1673"/>
                  <a:pt x="3750" y="1671"/>
                  <a:pt x="3752" y="1671"/>
                </a:cubicBezTo>
                <a:lnTo>
                  <a:pt x="3752" y="1671"/>
                </a:lnTo>
                <a:cubicBezTo>
                  <a:pt x="3755" y="1668"/>
                  <a:pt x="3759" y="1663"/>
                  <a:pt x="3761" y="1659"/>
                </a:cubicBezTo>
                <a:cubicBezTo>
                  <a:pt x="3762" y="1654"/>
                  <a:pt x="3764" y="1650"/>
                  <a:pt x="3764" y="1645"/>
                </a:cubicBezTo>
                <a:lnTo>
                  <a:pt x="3764" y="1643"/>
                </a:lnTo>
                <a:lnTo>
                  <a:pt x="3764" y="1147"/>
                </a:lnTo>
                <a:cubicBezTo>
                  <a:pt x="3766" y="1077"/>
                  <a:pt x="3796" y="1012"/>
                  <a:pt x="3842" y="966"/>
                </a:cubicBezTo>
                <a:cubicBezTo>
                  <a:pt x="3888" y="920"/>
                  <a:pt x="3953" y="890"/>
                  <a:pt x="4023" y="890"/>
                </a:cubicBezTo>
                <a:cubicBezTo>
                  <a:pt x="4095" y="890"/>
                  <a:pt x="4159" y="918"/>
                  <a:pt x="4205" y="966"/>
                </a:cubicBezTo>
                <a:cubicBezTo>
                  <a:pt x="4251" y="1012"/>
                  <a:pt x="4279" y="1077"/>
                  <a:pt x="4279" y="1147"/>
                </a:cubicBezTo>
                <a:lnTo>
                  <a:pt x="4279" y="1634"/>
                </a:lnTo>
                <a:cubicBezTo>
                  <a:pt x="4279" y="1652"/>
                  <a:pt x="4286" y="1668"/>
                  <a:pt x="4298" y="1680"/>
                </a:cubicBezTo>
                <a:cubicBezTo>
                  <a:pt x="4310" y="1691"/>
                  <a:pt x="4326" y="1698"/>
                  <a:pt x="4342" y="1698"/>
                </a:cubicBezTo>
                <a:cubicBezTo>
                  <a:pt x="4360" y="1698"/>
                  <a:pt x="4376" y="1691"/>
                  <a:pt x="4386" y="1680"/>
                </a:cubicBezTo>
                <a:cubicBezTo>
                  <a:pt x="4399" y="1670"/>
                  <a:pt x="4406" y="1652"/>
                  <a:pt x="4406" y="1634"/>
                </a:cubicBezTo>
                <a:lnTo>
                  <a:pt x="4406" y="1147"/>
                </a:lnTo>
                <a:cubicBezTo>
                  <a:pt x="4413" y="936"/>
                  <a:pt x="4240" y="763"/>
                  <a:pt x="4027" y="763"/>
                </a:cubicBezTo>
                <a:close/>
                <a:moveTo>
                  <a:pt x="5294" y="901"/>
                </a:moveTo>
                <a:cubicBezTo>
                  <a:pt x="5375" y="985"/>
                  <a:pt x="5421" y="1103"/>
                  <a:pt x="5423" y="1230"/>
                </a:cubicBezTo>
                <a:cubicBezTo>
                  <a:pt x="5423" y="1356"/>
                  <a:pt x="5375" y="1472"/>
                  <a:pt x="5294" y="1559"/>
                </a:cubicBezTo>
                <a:cubicBezTo>
                  <a:pt x="5214" y="1643"/>
                  <a:pt x="5101" y="1698"/>
                  <a:pt x="4978" y="1698"/>
                </a:cubicBezTo>
                <a:cubicBezTo>
                  <a:pt x="4854" y="1698"/>
                  <a:pt x="4744" y="1644"/>
                  <a:pt x="4663" y="1559"/>
                </a:cubicBezTo>
                <a:cubicBezTo>
                  <a:pt x="4582" y="1475"/>
                  <a:pt x="4533" y="1356"/>
                  <a:pt x="4533" y="1230"/>
                </a:cubicBezTo>
                <a:cubicBezTo>
                  <a:pt x="4533" y="1103"/>
                  <a:pt x="4582" y="987"/>
                  <a:pt x="4663" y="901"/>
                </a:cubicBezTo>
                <a:cubicBezTo>
                  <a:pt x="4742" y="816"/>
                  <a:pt x="4855" y="761"/>
                  <a:pt x="4978" y="761"/>
                </a:cubicBezTo>
                <a:cubicBezTo>
                  <a:pt x="5103" y="761"/>
                  <a:pt x="5214" y="816"/>
                  <a:pt x="5294" y="901"/>
                </a:cubicBezTo>
                <a:close/>
                <a:moveTo>
                  <a:pt x="5296" y="1230"/>
                </a:moveTo>
                <a:cubicBezTo>
                  <a:pt x="5296" y="1135"/>
                  <a:pt x="5258" y="1049"/>
                  <a:pt x="5200" y="987"/>
                </a:cubicBezTo>
                <a:cubicBezTo>
                  <a:pt x="5141" y="925"/>
                  <a:pt x="5063" y="887"/>
                  <a:pt x="4978" y="887"/>
                </a:cubicBezTo>
                <a:cubicBezTo>
                  <a:pt x="4892" y="887"/>
                  <a:pt x="4813" y="925"/>
                  <a:pt x="4755" y="987"/>
                </a:cubicBezTo>
                <a:cubicBezTo>
                  <a:pt x="4696" y="1049"/>
                  <a:pt x="4659" y="1135"/>
                  <a:pt x="4659" y="1230"/>
                </a:cubicBezTo>
                <a:cubicBezTo>
                  <a:pt x="4659" y="1324"/>
                  <a:pt x="4696" y="1410"/>
                  <a:pt x="4755" y="1471"/>
                </a:cubicBezTo>
                <a:cubicBezTo>
                  <a:pt x="4813" y="1533"/>
                  <a:pt x="4892" y="1569"/>
                  <a:pt x="4978" y="1569"/>
                </a:cubicBezTo>
                <a:cubicBezTo>
                  <a:pt x="5065" y="1569"/>
                  <a:pt x="5144" y="1532"/>
                  <a:pt x="5200" y="1471"/>
                </a:cubicBezTo>
                <a:cubicBezTo>
                  <a:pt x="5259" y="1409"/>
                  <a:pt x="5296" y="1324"/>
                  <a:pt x="5296" y="1230"/>
                </a:cubicBezTo>
                <a:close/>
                <a:moveTo>
                  <a:pt x="6671" y="768"/>
                </a:moveTo>
                <a:lnTo>
                  <a:pt x="6671" y="768"/>
                </a:lnTo>
                <a:cubicBezTo>
                  <a:pt x="6669" y="768"/>
                  <a:pt x="6669" y="768"/>
                  <a:pt x="6671" y="768"/>
                </a:cubicBezTo>
                <a:cubicBezTo>
                  <a:pt x="6662" y="765"/>
                  <a:pt x="6655" y="763"/>
                  <a:pt x="6648" y="763"/>
                </a:cubicBezTo>
                <a:cubicBezTo>
                  <a:pt x="6636" y="763"/>
                  <a:pt x="6624" y="767"/>
                  <a:pt x="6613" y="774"/>
                </a:cubicBezTo>
                <a:cubicBezTo>
                  <a:pt x="6603" y="781"/>
                  <a:pt x="6593" y="790"/>
                  <a:pt x="6588" y="802"/>
                </a:cubicBezTo>
                <a:lnTo>
                  <a:pt x="6588" y="802"/>
                </a:lnTo>
                <a:lnTo>
                  <a:pt x="6345" y="1467"/>
                </a:lnTo>
                <a:lnTo>
                  <a:pt x="6158" y="1022"/>
                </a:lnTo>
                <a:lnTo>
                  <a:pt x="6158" y="1022"/>
                </a:lnTo>
                <a:cubicBezTo>
                  <a:pt x="6153" y="1010"/>
                  <a:pt x="6144" y="999"/>
                  <a:pt x="6133" y="994"/>
                </a:cubicBezTo>
                <a:cubicBezTo>
                  <a:pt x="6123" y="987"/>
                  <a:pt x="6110" y="983"/>
                  <a:pt x="6096" y="983"/>
                </a:cubicBezTo>
                <a:cubicBezTo>
                  <a:pt x="6084" y="983"/>
                  <a:pt x="6072" y="987"/>
                  <a:pt x="6061" y="994"/>
                </a:cubicBezTo>
                <a:cubicBezTo>
                  <a:pt x="6051" y="1001"/>
                  <a:pt x="6042" y="1010"/>
                  <a:pt x="6036" y="1022"/>
                </a:cubicBezTo>
                <a:lnTo>
                  <a:pt x="6036" y="1022"/>
                </a:lnTo>
                <a:lnTo>
                  <a:pt x="5848" y="1467"/>
                </a:lnTo>
                <a:lnTo>
                  <a:pt x="5603" y="802"/>
                </a:lnTo>
                <a:lnTo>
                  <a:pt x="5603" y="802"/>
                </a:lnTo>
                <a:cubicBezTo>
                  <a:pt x="5599" y="790"/>
                  <a:pt x="5591" y="779"/>
                  <a:pt x="5580" y="772"/>
                </a:cubicBezTo>
                <a:cubicBezTo>
                  <a:pt x="5569" y="765"/>
                  <a:pt x="5557" y="761"/>
                  <a:pt x="5545" y="761"/>
                </a:cubicBezTo>
                <a:cubicBezTo>
                  <a:pt x="5536" y="761"/>
                  <a:pt x="5529" y="763"/>
                  <a:pt x="5520" y="767"/>
                </a:cubicBezTo>
                <a:lnTo>
                  <a:pt x="5520" y="767"/>
                </a:lnTo>
                <a:lnTo>
                  <a:pt x="5520" y="767"/>
                </a:lnTo>
                <a:cubicBezTo>
                  <a:pt x="5497" y="777"/>
                  <a:pt x="5483" y="800"/>
                  <a:pt x="5483" y="825"/>
                </a:cubicBezTo>
                <a:cubicBezTo>
                  <a:pt x="5483" y="832"/>
                  <a:pt x="5485" y="841"/>
                  <a:pt x="5488" y="848"/>
                </a:cubicBezTo>
                <a:lnTo>
                  <a:pt x="5488" y="848"/>
                </a:lnTo>
                <a:lnTo>
                  <a:pt x="5790" y="1654"/>
                </a:lnTo>
                <a:lnTo>
                  <a:pt x="5790" y="1654"/>
                </a:lnTo>
                <a:cubicBezTo>
                  <a:pt x="5791" y="1659"/>
                  <a:pt x="5795" y="1666"/>
                  <a:pt x="5800" y="1671"/>
                </a:cubicBezTo>
                <a:cubicBezTo>
                  <a:pt x="5804" y="1675"/>
                  <a:pt x="5809" y="1679"/>
                  <a:pt x="5814" y="1682"/>
                </a:cubicBezTo>
                <a:cubicBezTo>
                  <a:pt x="5816" y="1684"/>
                  <a:pt x="5816" y="1684"/>
                  <a:pt x="5820" y="1686"/>
                </a:cubicBezTo>
                <a:cubicBezTo>
                  <a:pt x="5821" y="1687"/>
                  <a:pt x="5825" y="1687"/>
                  <a:pt x="5829" y="1689"/>
                </a:cubicBezTo>
                <a:cubicBezTo>
                  <a:pt x="5834" y="1691"/>
                  <a:pt x="5841" y="1693"/>
                  <a:pt x="5850" y="1693"/>
                </a:cubicBezTo>
                <a:cubicBezTo>
                  <a:pt x="5862" y="1693"/>
                  <a:pt x="5873" y="1689"/>
                  <a:pt x="5883" y="1682"/>
                </a:cubicBezTo>
                <a:cubicBezTo>
                  <a:pt x="5892" y="1675"/>
                  <a:pt x="5901" y="1666"/>
                  <a:pt x="5906" y="1654"/>
                </a:cubicBezTo>
                <a:lnTo>
                  <a:pt x="5906" y="1654"/>
                </a:lnTo>
                <a:lnTo>
                  <a:pt x="6096" y="1200"/>
                </a:lnTo>
                <a:lnTo>
                  <a:pt x="6287" y="1652"/>
                </a:lnTo>
                <a:lnTo>
                  <a:pt x="6287" y="1652"/>
                </a:lnTo>
                <a:cubicBezTo>
                  <a:pt x="6290" y="1664"/>
                  <a:pt x="6299" y="1673"/>
                  <a:pt x="6308" y="1680"/>
                </a:cubicBezTo>
                <a:cubicBezTo>
                  <a:pt x="6317" y="1687"/>
                  <a:pt x="6327" y="1693"/>
                  <a:pt x="6340" y="1693"/>
                </a:cubicBezTo>
                <a:lnTo>
                  <a:pt x="6348" y="1693"/>
                </a:lnTo>
                <a:cubicBezTo>
                  <a:pt x="6355" y="1693"/>
                  <a:pt x="6364" y="1691"/>
                  <a:pt x="6370" y="1689"/>
                </a:cubicBezTo>
                <a:cubicBezTo>
                  <a:pt x="6377" y="1687"/>
                  <a:pt x="6382" y="1684"/>
                  <a:pt x="6385" y="1680"/>
                </a:cubicBezTo>
                <a:cubicBezTo>
                  <a:pt x="6396" y="1673"/>
                  <a:pt x="6403" y="1661"/>
                  <a:pt x="6408" y="1650"/>
                </a:cubicBezTo>
                <a:lnTo>
                  <a:pt x="6408" y="1650"/>
                </a:lnTo>
                <a:lnTo>
                  <a:pt x="6708" y="848"/>
                </a:lnTo>
                <a:cubicBezTo>
                  <a:pt x="6711" y="841"/>
                  <a:pt x="6713" y="832"/>
                  <a:pt x="6713" y="825"/>
                </a:cubicBezTo>
                <a:cubicBezTo>
                  <a:pt x="6708" y="802"/>
                  <a:pt x="6694" y="779"/>
                  <a:pt x="6671" y="768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13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30"/>
          <p:cNvSpPr txBox="1"/>
          <p:nvPr>
            <p:ph idx="1" type="body"/>
          </p:nvPr>
        </p:nvSpPr>
        <p:spPr>
          <a:xfrm>
            <a:off x="365750" y="1886350"/>
            <a:ext cx="7484400" cy="13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b="1" sz="5200">
                <a:solidFill>
                  <a:schemeClr val="lt1"/>
                </a:solidFill>
              </a:defRPr>
            </a:lvl1pPr>
            <a:lvl2pPr indent="-3429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2pPr>
            <a:lvl3pPr indent="-342900" lvl="2" marL="13716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3pPr>
            <a:lvl4pPr indent="-342900" lvl="3" marL="18288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4pPr>
            <a:lvl5pPr indent="-342900" lvl="4" marL="22860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5pPr>
            <a:lvl6pPr indent="-342900" lvl="5" marL="27432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indent="-342900" lvl="6" marL="32004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indent="-342900" lvl="7" marL="36576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indent="-342900" lvl="8" marL="4114800" rtl="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1" name="Google Shape;261;p30"/>
          <p:cNvSpPr/>
          <p:nvPr/>
        </p:nvSpPr>
        <p:spPr>
          <a:xfrm>
            <a:off x="457202" y="4864608"/>
            <a:ext cx="17085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 xml:space="preserve">© </a:t>
            </a:r>
            <a:r>
              <a:rPr lang="en" sz="600">
                <a:solidFill>
                  <a:schemeClr val="lt1"/>
                </a:solidFill>
              </a:rPr>
              <a:t>2026</a:t>
            </a:r>
            <a:r>
              <a:rPr b="0" i="0" lang="en" sz="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 xml:space="preserve"> Snowflake Inc. All Rights Reserved</a:t>
            </a:r>
            <a:endParaRPr sz="6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62" name="Google Shape;262;p30"/>
          <p:cNvGrpSpPr/>
          <p:nvPr/>
        </p:nvGrpSpPr>
        <p:grpSpPr>
          <a:xfrm>
            <a:off x="-10" y="3770439"/>
            <a:ext cx="9143997" cy="1371564"/>
            <a:chOff x="-10" y="3735321"/>
            <a:chExt cx="9139427" cy="1408177"/>
          </a:xfrm>
        </p:grpSpPr>
        <p:pic>
          <p:nvPicPr>
            <p:cNvPr id="263" name="Google Shape;263;p30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-10" y="3735321"/>
              <a:ext cx="3044952" cy="140817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4" name="Google Shape;264;p30"/>
            <p:cNvPicPr preferRelativeResize="0"/>
            <p:nvPr/>
          </p:nvPicPr>
          <p:blipFill rotWithShape="1">
            <a:blip r:embed="rId3">
              <a:alphaModFix/>
            </a:blip>
            <a:srcRect b="140" l="0" r="0" t="140"/>
            <a:stretch/>
          </p:blipFill>
          <p:spPr>
            <a:xfrm>
              <a:off x="3049515" y="3735321"/>
              <a:ext cx="3044952" cy="140817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5" name="Google Shape;265;p30"/>
            <p:cNvPicPr preferRelativeResize="0"/>
            <p:nvPr/>
          </p:nvPicPr>
          <p:blipFill rotWithShape="1">
            <a:blip r:embed="rId4">
              <a:alphaModFix/>
            </a:blip>
            <a:srcRect b="140" l="0" r="0" t="140"/>
            <a:stretch/>
          </p:blipFill>
          <p:spPr>
            <a:xfrm>
              <a:off x="6094465" y="3735321"/>
              <a:ext cx="3044952" cy="140817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66550" y="274323"/>
            <a:ext cx="8348400" cy="36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marR="0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  <a:defRPr b="1" i="0" sz="2600" u="none" cap="none" strike="noStrike">
                <a:solidFill>
                  <a:schemeClr val="dk1"/>
                </a:solidFill>
              </a:defRPr>
            </a:lvl1pPr>
            <a:lvl2pPr lvl="1" rtl="0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b="1" sz="1800"/>
            </a:lvl2pPr>
            <a:lvl3pPr lvl="2" rtl="0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b="1" sz="1800"/>
            </a:lvl3pPr>
            <a:lvl4pPr lvl="3" rtl="0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b="1" sz="1800"/>
            </a:lvl4pPr>
            <a:lvl5pPr lvl="4" rtl="0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b="1" sz="1800"/>
            </a:lvl5pPr>
            <a:lvl6pPr lvl="5" rtl="0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b="1" sz="1800"/>
            </a:lvl6pPr>
            <a:lvl7pPr lvl="6" rtl="0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b="1" sz="1800"/>
            </a:lvl7pPr>
            <a:lvl8pPr lvl="7" rtl="0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b="1" sz="1800"/>
            </a:lvl8pPr>
            <a:lvl9pPr lvl="8" rtl="0">
              <a:lnSpc>
                <a:spcPct val="85000"/>
              </a:lnSpc>
              <a:spcBef>
                <a:spcPts val="1000"/>
              </a:spcBef>
              <a:spcAft>
                <a:spcPts val="1000"/>
              </a:spcAft>
              <a:buSzPts val="1400"/>
              <a:buNone/>
              <a:defRPr b="1"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65750" y="1280150"/>
            <a:ext cx="8320200" cy="340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 i="0" sz="1800" u="none" cap="none" strike="noStrike">
                <a:solidFill>
                  <a:srgbClr val="5B5B5B"/>
                </a:solidFill>
              </a:defRPr>
            </a:lvl1pPr>
            <a:lvl2pPr indent="-342900" lvl="1" marL="9144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 i="0" sz="1800" u="none" cap="none" strike="noStrike">
                <a:solidFill>
                  <a:srgbClr val="5B5B5B"/>
                </a:solidFill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•"/>
              <a:defRPr i="0" u="none" cap="none" strike="noStrike">
                <a:solidFill>
                  <a:srgbClr val="5B5B5B"/>
                </a:solidFill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•"/>
              <a:defRPr i="0" u="none" cap="none" strike="noStrike">
                <a:solidFill>
                  <a:srgbClr val="5B5B5B"/>
                </a:solidFill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•"/>
              <a:defRPr i="0" u="none" cap="none" strike="noStrike">
                <a:solidFill>
                  <a:srgbClr val="5B5B5B"/>
                </a:solidFill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•"/>
              <a:defRPr i="0" u="none" cap="none" strike="noStrike">
                <a:solidFill>
                  <a:srgbClr val="5B5B5B"/>
                </a:solidFill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•"/>
              <a:defRPr i="0" u="none" cap="none" strike="noStrike">
                <a:solidFill>
                  <a:srgbClr val="5B5B5B"/>
                </a:solidFill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•"/>
              <a:defRPr i="0" u="none" cap="none" strike="noStrike">
                <a:solidFill>
                  <a:srgbClr val="5B5B5B"/>
                </a:solidFill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accent1"/>
              </a:buClr>
              <a:buSzPts val="1400"/>
              <a:buChar char="•"/>
              <a:defRPr i="0" u="none" cap="none" strike="noStrike">
                <a:solidFill>
                  <a:srgbClr val="5B5B5B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229600" y="4866905"/>
            <a:ext cx="473700" cy="9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indent="0" lvl="0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1pPr>
            <a:lvl2pPr indent="0" lvl="1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2pPr>
            <a:lvl3pPr indent="0" lvl="2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3pPr>
            <a:lvl4pPr indent="0" lvl="3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4pPr>
            <a:lvl5pPr indent="0" lvl="4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5pPr>
            <a:lvl6pPr indent="0" lvl="5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6pPr>
            <a:lvl7pPr indent="0" lvl="6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7pPr>
            <a:lvl8pPr indent="0" lvl="7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8pPr>
            <a:lvl9pPr indent="0" lvl="8" marL="0" marR="0" rtl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" name="Google Shape;9;p1"/>
          <p:cNvSpPr txBox="1"/>
          <p:nvPr/>
        </p:nvSpPr>
        <p:spPr>
          <a:xfrm>
            <a:off x="3837300" y="-655600"/>
            <a:ext cx="5306700" cy="16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C8C8C8"/>
                </a:solidFill>
              </a:rPr>
              <a:t xml:space="preserve">SNOWFLAKE GSLIDES THEME </a:t>
            </a:r>
            <a:r>
              <a:rPr lang="en" sz="800">
                <a:solidFill>
                  <a:srgbClr val="C8C8C8"/>
                </a:solidFill>
              </a:rPr>
              <a:t>2026.01</a:t>
            </a:r>
            <a:endParaRPr sz="800">
              <a:solidFill>
                <a:srgbClr val="C8C8C8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880">
          <p15:clr>
            <a:srgbClr val="F26B43"/>
          </p15:clr>
        </p15:guide>
        <p15:guide id="2" orient="horz" pos="403">
          <p15:clr>
            <a:srgbClr val="F26B43"/>
          </p15:clr>
        </p15:guide>
        <p15:guide id="3" orient="horz" pos="1620">
          <p15:clr>
            <a:srgbClr val="EA4335"/>
          </p15:clr>
        </p15:guide>
        <p15:guide id="4" orient="horz" pos="2952">
          <p15:clr>
            <a:srgbClr val="F26B43"/>
          </p15:clr>
        </p15:guide>
        <p15:guide id="5" pos="288">
          <p15:clr>
            <a:srgbClr val="EA4335"/>
          </p15:clr>
        </p15:guide>
        <p15:guide id="6" pos="5472">
          <p15:clr>
            <a:srgbClr val="EA4335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0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9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7.png"/><Relationship Id="rId4" Type="http://schemas.openxmlformats.org/officeDocument/2006/relationships/image" Target="../media/image20.png"/><Relationship Id="rId5" Type="http://schemas.openxmlformats.org/officeDocument/2006/relationships/image" Target="../media/image1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8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4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32"/>
          <p:cNvSpPr txBox="1"/>
          <p:nvPr>
            <p:ph type="title"/>
          </p:nvPr>
        </p:nvSpPr>
        <p:spPr>
          <a:xfrm>
            <a:off x="366600" y="3160438"/>
            <a:ext cx="5394900" cy="44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Demo Guide &amp; the Snowflake × SAP Business Data Cloud story</a:t>
            </a:r>
            <a:endParaRPr/>
          </a:p>
        </p:txBody>
      </p:sp>
      <p:sp>
        <p:nvSpPr>
          <p:cNvPr id="276" name="Google Shape;276;p32"/>
          <p:cNvSpPr txBox="1"/>
          <p:nvPr>
            <p:ph idx="2" type="title"/>
          </p:nvPr>
        </p:nvSpPr>
        <p:spPr>
          <a:xfrm>
            <a:off x="366600" y="4359693"/>
            <a:ext cx="4205400" cy="274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Dave Freriks  |  Sales Engineering</a:t>
            </a:r>
            <a:endParaRPr/>
          </a:p>
        </p:txBody>
      </p:sp>
      <p:sp>
        <p:nvSpPr>
          <p:cNvPr id="277" name="Google Shape;277;p32"/>
          <p:cNvSpPr txBox="1"/>
          <p:nvPr>
            <p:ph idx="3" type="title"/>
          </p:nvPr>
        </p:nvSpPr>
        <p:spPr>
          <a:xfrm>
            <a:off x="366600" y="1188725"/>
            <a:ext cx="7410900" cy="192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SAP SALES 360</a:t>
            </a:r>
            <a:br>
              <a:rPr lang="en">
                <a:solidFill>
                  <a:schemeClr val="lt1"/>
                </a:solidFill>
              </a:rPr>
            </a:br>
            <a:r>
              <a:rPr lang="en"/>
              <a:t>ON SNOWFLAKE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47"/>
          <p:cNvSpPr txBox="1"/>
          <p:nvPr>
            <p:ph type="title"/>
          </p:nvPr>
        </p:nvSpPr>
        <p:spPr>
          <a:xfrm>
            <a:off x="365750" y="274323"/>
            <a:ext cx="83484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"/>
              <a:t>Why Snowflake + SAP Business Data Cloud</a:t>
            </a:r>
            <a:endParaRPr/>
          </a:p>
        </p:txBody>
      </p:sp>
      <p:sp>
        <p:nvSpPr>
          <p:cNvPr id="378" name="Google Shape;378;p47"/>
          <p:cNvSpPr txBox="1"/>
          <p:nvPr>
            <p:ph idx="1" type="body"/>
          </p:nvPr>
        </p:nvSpPr>
        <p:spPr>
          <a:xfrm>
            <a:off x="365750" y="1371600"/>
            <a:ext cx="4160400" cy="154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/>
              <a:t>SAP runs the enterprise, but sales and CRM data has been locked behind complex ETL. Sales teams wait weeks for pipelines and lose business context — orders, opportunities, quota — along the way.</a:t>
            </a:r>
            <a:endParaRPr b="1">
              <a:solidFill>
                <a:schemeClr val="dk2"/>
              </a:solidFill>
            </a:endParaRPr>
          </a:p>
        </p:txBody>
      </p:sp>
      <p:sp>
        <p:nvSpPr>
          <p:cNvPr id="379" name="Google Shape;379;p47"/>
          <p:cNvSpPr txBox="1"/>
          <p:nvPr>
            <p:ph idx="2" type="body"/>
          </p:nvPr>
        </p:nvSpPr>
        <p:spPr>
          <a:xfrm>
            <a:off x="4617721" y="1371600"/>
            <a:ext cx="4160400" cy="154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/>
              <a:t>SAP BDC shares governed, business-ready sales and CRM data products into Snowflake with zero copy. Snowflake layers AI, apps and global reach on top — no pipelines, full context preserved.</a:t>
            </a:r>
            <a:endParaRPr b="1">
              <a:solidFill>
                <a:schemeClr val="dk2"/>
              </a:solidFill>
            </a:endParaRPr>
          </a:p>
        </p:txBody>
      </p:sp>
      <p:sp>
        <p:nvSpPr>
          <p:cNvPr id="380" name="Google Shape;380;p47"/>
          <p:cNvSpPr txBox="1"/>
          <p:nvPr/>
        </p:nvSpPr>
        <p:spPr>
          <a:xfrm>
            <a:off x="365750" y="1377600"/>
            <a:ext cx="300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" sz="1800">
                <a:solidFill>
                  <a:schemeClr val="dk2"/>
                </a:solidFill>
              </a:rPr>
              <a:t>The Challenge</a:t>
            </a:r>
            <a:endParaRPr/>
          </a:p>
        </p:txBody>
      </p:sp>
      <p:sp>
        <p:nvSpPr>
          <p:cNvPr id="381" name="Google Shape;381;p47"/>
          <p:cNvSpPr txBox="1"/>
          <p:nvPr/>
        </p:nvSpPr>
        <p:spPr>
          <a:xfrm>
            <a:off x="4617718" y="1377600"/>
            <a:ext cx="300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" sz="1800">
                <a:solidFill>
                  <a:schemeClr val="dk2"/>
                </a:solidFill>
              </a:rPr>
              <a:t>The Opportunity</a:t>
            </a:r>
            <a:endParaRPr/>
          </a:p>
        </p:txBody>
      </p:sp>
      <p:sp>
        <p:nvSpPr>
          <p:cNvPr id="382" name="Google Shape;382;p47"/>
          <p:cNvSpPr txBox="1"/>
          <p:nvPr>
            <p:ph idx="12" type="sldNum"/>
          </p:nvPr>
        </p:nvSpPr>
        <p:spPr>
          <a:xfrm>
            <a:off x="8229600" y="4866905"/>
            <a:ext cx="473700" cy="924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83" name="Google Shape;383;p47"/>
          <p:cNvSpPr txBox="1"/>
          <p:nvPr>
            <p:ph idx="3" type="subTitle"/>
          </p:nvPr>
        </p:nvSpPr>
        <p:spPr>
          <a:xfrm>
            <a:off x="365760" y="655285"/>
            <a:ext cx="83448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">
                <a:solidFill>
                  <a:srgbClr val="5B5B5B"/>
                </a:solidFill>
              </a:rPr>
              <a:t>Two platforms, one governed data foundation</a:t>
            </a:r>
            <a:endParaRPr>
              <a:solidFill>
                <a:srgbClr val="5B5B5B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50"/>
          <p:cNvSpPr txBox="1"/>
          <p:nvPr>
            <p:ph type="title"/>
          </p:nvPr>
        </p:nvSpPr>
        <p:spPr>
          <a:xfrm>
            <a:off x="365750" y="274320"/>
            <a:ext cx="83577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"/>
              <a:t>What Is Sales 360?</a:t>
            </a:r>
            <a:r>
              <a:rPr lang="en"/>
              <a:t/>
            </a:r>
            <a:endParaRPr/>
          </a:p>
        </p:txBody>
      </p:sp>
      <p:sp>
        <p:nvSpPr>
          <p:cNvPr id="412" name="Google Shape;412;p50"/>
          <p:cNvSpPr txBox="1"/>
          <p:nvPr>
            <p:ph idx="1" type="body"/>
          </p:nvPr>
        </p:nvSpPr>
        <p:spPr>
          <a:xfrm>
            <a:off x="365750" y="1371600"/>
            <a:ext cx="2697600" cy="275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1800"/>
              <a:t>A React web app covering the sales dashboard, deal funnel, customer health, products, rep leaderboard, revenue forecast and an Ask Cortex natural-language page.</a:t>
            </a:r>
            <a:endParaRPr b="1" sz="1800">
              <a:solidFill>
                <a:schemeClr val="dk2"/>
              </a:solidFill>
            </a:endParaRPr>
          </a:p>
        </p:txBody>
      </p:sp>
      <p:sp>
        <p:nvSpPr>
          <p:cNvPr id="413" name="Google Shape;413;p50"/>
          <p:cNvSpPr txBox="1"/>
          <p:nvPr>
            <p:ph idx="2" type="body"/>
          </p:nvPr>
        </p:nvSpPr>
        <p:spPr>
          <a:xfrm>
            <a:off x="3169031" y="1371600"/>
            <a:ext cx="2697600" cy="243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1800"/>
              <a:t>The Ask Cortex page — backed by the SAP_SALES_360_AGENT — answers natural-language questions over a governed semantic view — no SQL required.</a:t>
            </a:r>
            <a:r>
              <a:rPr lang="en" sz="1800">
                <a:solidFill>
                  <a:srgbClr val="5B5B5B"/>
                </a:solidFill>
              </a:rPr>
              <a:t/>
            </a:r>
            <a:r>
              <a:rPr lang="en" sz="1800"/>
              <a:t/>
            </a:r>
            <a:endParaRPr b="1" sz="1800">
              <a:solidFill>
                <a:schemeClr val="accent2"/>
              </a:solidFill>
            </a:endParaRPr>
          </a:p>
        </p:txBody>
      </p:sp>
      <p:sp>
        <p:nvSpPr>
          <p:cNvPr id="414" name="Google Shape;414;p50"/>
          <p:cNvSpPr txBox="1"/>
          <p:nvPr>
            <p:ph idx="3" type="body"/>
          </p:nvPr>
        </p:nvSpPr>
        <p:spPr>
          <a:xfrm>
            <a:off x="6127925" y="1371600"/>
            <a:ext cx="2697600" cy="275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1800"/>
              <a:t>Hosted entirely in Snowpark Container Services. Data, semantic model and UI are bundled — nothing leaves Snowflake.</a:t>
            </a:r>
            <a:endParaRPr sz="1800"/>
          </a:p>
        </p:txBody>
      </p:sp>
      <p:sp>
        <p:nvSpPr>
          <p:cNvPr id="415" name="Google Shape;415;p50"/>
          <p:cNvSpPr txBox="1"/>
          <p:nvPr>
            <p:ph idx="12" type="sldNum"/>
          </p:nvPr>
        </p:nvSpPr>
        <p:spPr>
          <a:xfrm>
            <a:off x="8229600" y="4864608"/>
            <a:ext cx="473700" cy="924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16" name="Google Shape;416;p50"/>
          <p:cNvSpPr txBox="1"/>
          <p:nvPr>
            <p:ph idx="4" type="subTitle"/>
          </p:nvPr>
        </p:nvSpPr>
        <p:spPr>
          <a:xfrm>
            <a:off x="365760" y="655285"/>
            <a:ext cx="83448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"/>
              <a:t>A self-contained Snowflake Native App built on SAP BDC data</a:t>
            </a:r>
            <a:endParaRPr/>
          </a:p>
        </p:txBody>
      </p:sp>
      <p:sp>
        <p:nvSpPr>
          <p:cNvPr id="417" name="Google Shape;417;p50"/>
          <p:cNvSpPr/>
          <p:nvPr/>
        </p:nvSpPr>
        <p:spPr>
          <a:xfrm>
            <a:off x="544112" y="1459375"/>
            <a:ext cx="794356" cy="702366"/>
          </a:xfrm>
          <a:custGeom>
            <a:rect b="b" l="l" r="r" t="t"/>
            <a:pathLst>
              <a:path extrusionOk="0" h="1778143" w="1985891">
                <a:moveTo>
                  <a:pt x="1984833" y="1484821"/>
                </a:moveTo>
                <a:cubicBezTo>
                  <a:pt x="1982909" y="1475749"/>
                  <a:pt x="1978785" y="1467227"/>
                  <a:pt x="1972737" y="1460355"/>
                </a:cubicBezTo>
                <a:lnTo>
                  <a:pt x="1972737" y="1460355"/>
                </a:lnTo>
                <a:cubicBezTo>
                  <a:pt x="1896864" y="1374859"/>
                  <a:pt x="1896864" y="1236033"/>
                  <a:pt x="1972737" y="1150538"/>
                </a:cubicBezTo>
                <a:cubicBezTo>
                  <a:pt x="1973287" y="1149988"/>
                  <a:pt x="1973287" y="1149438"/>
                  <a:pt x="1973837" y="1148888"/>
                </a:cubicBezTo>
                <a:cubicBezTo>
                  <a:pt x="1974387" y="1148338"/>
                  <a:pt x="1975211" y="1147789"/>
                  <a:pt x="1975761" y="1146964"/>
                </a:cubicBezTo>
                <a:cubicBezTo>
                  <a:pt x="1976311" y="1146139"/>
                  <a:pt x="1976586" y="1144490"/>
                  <a:pt x="1977411" y="1143390"/>
                </a:cubicBezTo>
                <a:cubicBezTo>
                  <a:pt x="1979885" y="1139542"/>
                  <a:pt x="1981809" y="1135693"/>
                  <a:pt x="1983184" y="1131294"/>
                </a:cubicBezTo>
                <a:cubicBezTo>
                  <a:pt x="1983733" y="1129370"/>
                  <a:pt x="1984283" y="1127171"/>
                  <a:pt x="1984833" y="1125247"/>
                </a:cubicBezTo>
                <a:cubicBezTo>
                  <a:pt x="1985658" y="1120848"/>
                  <a:pt x="1985933" y="1116450"/>
                  <a:pt x="1985383" y="1112051"/>
                </a:cubicBezTo>
                <a:cubicBezTo>
                  <a:pt x="1985383" y="1110402"/>
                  <a:pt x="1985383" y="1108752"/>
                  <a:pt x="1985108" y="1106828"/>
                </a:cubicBezTo>
                <a:cubicBezTo>
                  <a:pt x="1984283" y="1100780"/>
                  <a:pt x="1982084" y="1095007"/>
                  <a:pt x="1979060" y="1089784"/>
                </a:cubicBezTo>
                <a:lnTo>
                  <a:pt x="1978785" y="1089509"/>
                </a:lnTo>
                <a:cubicBezTo>
                  <a:pt x="1978235" y="1088684"/>
                  <a:pt x="1977686" y="1088409"/>
                  <a:pt x="1977136" y="1087585"/>
                </a:cubicBezTo>
                <a:cubicBezTo>
                  <a:pt x="1974112" y="1082911"/>
                  <a:pt x="1970538" y="1078788"/>
                  <a:pt x="1966140" y="1075214"/>
                </a:cubicBezTo>
                <a:cubicBezTo>
                  <a:pt x="1965590" y="1074664"/>
                  <a:pt x="1965315" y="1074114"/>
                  <a:pt x="1964765" y="1073564"/>
                </a:cubicBezTo>
                <a:lnTo>
                  <a:pt x="1430351" y="677153"/>
                </a:lnTo>
                <a:cubicBezTo>
                  <a:pt x="1471037" y="544924"/>
                  <a:pt x="1462240" y="414619"/>
                  <a:pt x="1426503" y="325550"/>
                </a:cubicBezTo>
                <a:cubicBezTo>
                  <a:pt x="1413857" y="292837"/>
                  <a:pt x="1395438" y="262322"/>
                  <a:pt x="1372072" y="235931"/>
                </a:cubicBezTo>
                <a:cubicBezTo>
                  <a:pt x="1384442" y="225485"/>
                  <a:pt x="1397638" y="215589"/>
                  <a:pt x="1411383" y="207066"/>
                </a:cubicBezTo>
                <a:cubicBezTo>
                  <a:pt x="1436674" y="193046"/>
                  <a:pt x="1445746" y="161157"/>
                  <a:pt x="1431726" y="135866"/>
                </a:cubicBezTo>
                <a:cubicBezTo>
                  <a:pt x="1428977" y="130918"/>
                  <a:pt x="1425403" y="126520"/>
                  <a:pt x="1421280" y="122671"/>
                </a:cubicBezTo>
                <a:cubicBezTo>
                  <a:pt x="1417431" y="119097"/>
                  <a:pt x="1323689" y="34702"/>
                  <a:pt x="1180463" y="54770"/>
                </a:cubicBezTo>
                <a:cubicBezTo>
                  <a:pt x="1085347" y="68515"/>
                  <a:pt x="1020744" y="133667"/>
                  <a:pt x="980333" y="193321"/>
                </a:cubicBezTo>
                <a:cubicBezTo>
                  <a:pt x="958341" y="132842"/>
                  <a:pt x="921504" y="60817"/>
                  <a:pt x="859650" y="7761"/>
                </a:cubicBezTo>
                <a:cubicBezTo>
                  <a:pt x="845355" y="-4060"/>
                  <a:pt x="824188" y="-2136"/>
                  <a:pt x="812367" y="11885"/>
                </a:cubicBezTo>
                <a:cubicBezTo>
                  <a:pt x="800821" y="25905"/>
                  <a:pt x="802195" y="46522"/>
                  <a:pt x="815666" y="58343"/>
                </a:cubicBezTo>
                <a:cubicBezTo>
                  <a:pt x="854977" y="92157"/>
                  <a:pt x="882467" y="136691"/>
                  <a:pt x="901711" y="179026"/>
                </a:cubicBezTo>
                <a:cubicBezTo>
                  <a:pt x="872296" y="169954"/>
                  <a:pt x="841507" y="165556"/>
                  <a:pt x="810717" y="166106"/>
                </a:cubicBezTo>
                <a:cubicBezTo>
                  <a:pt x="719174" y="166106"/>
                  <a:pt x="629281" y="231533"/>
                  <a:pt x="591619" y="325000"/>
                </a:cubicBezTo>
                <a:cubicBezTo>
                  <a:pt x="560005" y="404448"/>
                  <a:pt x="549558" y="516334"/>
                  <a:pt x="575949" y="632893"/>
                </a:cubicBezTo>
                <a:lnTo>
                  <a:pt x="185585" y="725536"/>
                </a:lnTo>
                <a:cubicBezTo>
                  <a:pt x="64352" y="749452"/>
                  <a:pt x="-17844" y="874809"/>
                  <a:pt x="3324" y="1005388"/>
                </a:cubicBezTo>
                <a:cubicBezTo>
                  <a:pt x="11571" y="1057895"/>
                  <a:pt x="36862" y="1106278"/>
                  <a:pt x="75074" y="1143115"/>
                </a:cubicBezTo>
                <a:lnTo>
                  <a:pt x="617735" y="1696772"/>
                </a:lnTo>
                <a:lnTo>
                  <a:pt x="618284" y="1697322"/>
                </a:lnTo>
                <a:cubicBezTo>
                  <a:pt x="631205" y="1712442"/>
                  <a:pt x="645775" y="1725637"/>
                  <a:pt x="661994" y="1737183"/>
                </a:cubicBezTo>
                <a:cubicBezTo>
                  <a:pt x="699106" y="1763574"/>
                  <a:pt x="743366" y="1777869"/>
                  <a:pt x="788725" y="1778144"/>
                </a:cubicBezTo>
                <a:cubicBezTo>
                  <a:pt x="802470" y="1778144"/>
                  <a:pt x="815940" y="1776769"/>
                  <a:pt x="829411" y="1774295"/>
                </a:cubicBezTo>
                <a:lnTo>
                  <a:pt x="1177439" y="1700621"/>
                </a:lnTo>
                <a:lnTo>
                  <a:pt x="1943872" y="1546675"/>
                </a:lnTo>
                <a:cubicBezTo>
                  <a:pt x="1972188" y="1540902"/>
                  <a:pt x="1990606" y="1513411"/>
                  <a:pt x="1984833" y="1484821"/>
                </a:cubicBezTo>
                <a:close/>
                <a:moveTo>
                  <a:pt x="1195858" y="158683"/>
                </a:moveTo>
                <a:cubicBezTo>
                  <a:pt x="1228022" y="154010"/>
                  <a:pt x="1260461" y="157034"/>
                  <a:pt x="1291250" y="167480"/>
                </a:cubicBezTo>
                <a:cubicBezTo>
                  <a:pt x="1280529" y="177377"/>
                  <a:pt x="1269258" y="188373"/>
                  <a:pt x="1257437" y="200469"/>
                </a:cubicBezTo>
                <a:cubicBezTo>
                  <a:pt x="1256062" y="201843"/>
                  <a:pt x="1254962" y="203218"/>
                  <a:pt x="1253863" y="204592"/>
                </a:cubicBezTo>
                <a:cubicBezTo>
                  <a:pt x="1243142" y="215314"/>
                  <a:pt x="1232145" y="226585"/>
                  <a:pt x="1221149" y="237306"/>
                </a:cubicBezTo>
                <a:cubicBezTo>
                  <a:pt x="1210153" y="248027"/>
                  <a:pt x="1198607" y="258748"/>
                  <a:pt x="1187336" y="268370"/>
                </a:cubicBezTo>
                <a:cubicBezTo>
                  <a:pt x="1173041" y="280466"/>
                  <a:pt x="1157097" y="290912"/>
                  <a:pt x="1140327" y="299159"/>
                </a:cubicBezTo>
                <a:cubicBezTo>
                  <a:pt x="1125208" y="306582"/>
                  <a:pt x="1109263" y="311805"/>
                  <a:pt x="1092769" y="314554"/>
                </a:cubicBezTo>
                <a:cubicBezTo>
                  <a:pt x="1083422" y="316203"/>
                  <a:pt x="1073801" y="316203"/>
                  <a:pt x="1064179" y="315104"/>
                </a:cubicBezTo>
                <a:cubicBezTo>
                  <a:pt x="1057581" y="314004"/>
                  <a:pt x="1051258" y="312080"/>
                  <a:pt x="1045211" y="308781"/>
                </a:cubicBezTo>
                <a:cubicBezTo>
                  <a:pt x="1043836" y="308231"/>
                  <a:pt x="1042736" y="307407"/>
                  <a:pt x="1041637" y="306857"/>
                </a:cubicBezTo>
                <a:cubicBezTo>
                  <a:pt x="1040537" y="306307"/>
                  <a:pt x="1039713" y="304932"/>
                  <a:pt x="1038888" y="304108"/>
                </a:cubicBezTo>
                <a:cubicBezTo>
                  <a:pt x="1059506" y="258748"/>
                  <a:pt x="1111188" y="170779"/>
                  <a:pt x="1195858" y="158683"/>
                </a:cubicBezTo>
                <a:close/>
                <a:moveTo>
                  <a:pt x="689759" y="364037"/>
                </a:moveTo>
                <a:cubicBezTo>
                  <a:pt x="714226" y="303008"/>
                  <a:pt x="769482" y="271119"/>
                  <a:pt x="811542" y="271119"/>
                </a:cubicBezTo>
                <a:cubicBezTo>
                  <a:pt x="889065" y="271119"/>
                  <a:pt x="908583" y="297510"/>
                  <a:pt x="927277" y="326925"/>
                </a:cubicBezTo>
                <a:cubicBezTo>
                  <a:pt x="928376" y="329124"/>
                  <a:pt x="929476" y="331323"/>
                  <a:pt x="930301" y="332973"/>
                </a:cubicBezTo>
                <a:lnTo>
                  <a:pt x="930850" y="334347"/>
                </a:lnTo>
                <a:cubicBezTo>
                  <a:pt x="932225" y="339295"/>
                  <a:pt x="934424" y="343969"/>
                  <a:pt x="937173" y="348092"/>
                </a:cubicBezTo>
                <a:cubicBezTo>
                  <a:pt x="947345" y="363212"/>
                  <a:pt x="960265" y="376682"/>
                  <a:pt x="974835" y="387404"/>
                </a:cubicBezTo>
                <a:cubicBezTo>
                  <a:pt x="978409" y="390153"/>
                  <a:pt x="981433" y="393177"/>
                  <a:pt x="985281" y="395651"/>
                </a:cubicBezTo>
                <a:cubicBezTo>
                  <a:pt x="985831" y="395926"/>
                  <a:pt x="986381" y="396201"/>
                  <a:pt x="986656" y="396475"/>
                </a:cubicBezTo>
                <a:cubicBezTo>
                  <a:pt x="995728" y="401974"/>
                  <a:pt x="1005350" y="406647"/>
                  <a:pt x="1015246" y="410496"/>
                </a:cubicBezTo>
                <a:lnTo>
                  <a:pt x="1015521" y="410496"/>
                </a:lnTo>
                <a:cubicBezTo>
                  <a:pt x="1026242" y="414344"/>
                  <a:pt x="1037513" y="417093"/>
                  <a:pt x="1048784" y="418743"/>
                </a:cubicBezTo>
                <a:lnTo>
                  <a:pt x="1049059" y="418743"/>
                </a:lnTo>
                <a:cubicBezTo>
                  <a:pt x="1057581" y="419842"/>
                  <a:pt x="1066378" y="420392"/>
                  <a:pt x="1074900" y="420667"/>
                </a:cubicBezTo>
                <a:lnTo>
                  <a:pt x="1075725" y="420667"/>
                </a:lnTo>
                <a:cubicBezTo>
                  <a:pt x="1083422" y="420667"/>
                  <a:pt x="1091395" y="420117"/>
                  <a:pt x="1099092" y="419293"/>
                </a:cubicBezTo>
                <a:cubicBezTo>
                  <a:pt x="1101291" y="419018"/>
                  <a:pt x="1103215" y="418468"/>
                  <a:pt x="1105415" y="418193"/>
                </a:cubicBezTo>
                <a:cubicBezTo>
                  <a:pt x="1111462" y="417368"/>
                  <a:pt x="1117510" y="416269"/>
                  <a:pt x="1123833" y="415169"/>
                </a:cubicBezTo>
                <a:cubicBezTo>
                  <a:pt x="1126857" y="414619"/>
                  <a:pt x="1130156" y="413520"/>
                  <a:pt x="1133180" y="412695"/>
                </a:cubicBezTo>
                <a:cubicBezTo>
                  <a:pt x="1138403" y="411320"/>
                  <a:pt x="1143626" y="409946"/>
                  <a:pt x="1148849" y="408296"/>
                </a:cubicBezTo>
                <a:cubicBezTo>
                  <a:pt x="1152148" y="407197"/>
                  <a:pt x="1155722" y="405822"/>
                  <a:pt x="1159021" y="404723"/>
                </a:cubicBezTo>
                <a:cubicBezTo>
                  <a:pt x="1163969" y="402798"/>
                  <a:pt x="1168918" y="400874"/>
                  <a:pt x="1173866" y="398675"/>
                </a:cubicBezTo>
                <a:cubicBezTo>
                  <a:pt x="1177165" y="397300"/>
                  <a:pt x="1180738" y="395651"/>
                  <a:pt x="1184037" y="394001"/>
                </a:cubicBezTo>
                <a:cubicBezTo>
                  <a:pt x="1188985" y="391527"/>
                  <a:pt x="1193934" y="389053"/>
                  <a:pt x="1198882" y="386304"/>
                </a:cubicBezTo>
                <a:cubicBezTo>
                  <a:pt x="1202181" y="384655"/>
                  <a:pt x="1205480" y="382730"/>
                  <a:pt x="1208504" y="380806"/>
                </a:cubicBezTo>
                <a:cubicBezTo>
                  <a:pt x="1213727" y="377782"/>
                  <a:pt x="1218950" y="374208"/>
                  <a:pt x="1224173" y="370909"/>
                </a:cubicBezTo>
                <a:cubicBezTo>
                  <a:pt x="1226922" y="368985"/>
                  <a:pt x="1229671" y="367336"/>
                  <a:pt x="1232420" y="365411"/>
                </a:cubicBezTo>
                <a:cubicBezTo>
                  <a:pt x="1239843" y="360188"/>
                  <a:pt x="1246990" y="354690"/>
                  <a:pt x="1254138" y="348642"/>
                </a:cubicBezTo>
                <a:cubicBezTo>
                  <a:pt x="1254413" y="348367"/>
                  <a:pt x="1254962" y="348092"/>
                  <a:pt x="1255237" y="347817"/>
                </a:cubicBezTo>
                <a:cubicBezTo>
                  <a:pt x="1256062" y="347268"/>
                  <a:pt x="1256612" y="346443"/>
                  <a:pt x="1257437" y="345618"/>
                </a:cubicBezTo>
                <a:cubicBezTo>
                  <a:pt x="1270907" y="334072"/>
                  <a:pt x="1283827" y="321976"/>
                  <a:pt x="1296473" y="309606"/>
                </a:cubicBezTo>
                <a:cubicBezTo>
                  <a:pt x="1296748" y="309331"/>
                  <a:pt x="1297298" y="308781"/>
                  <a:pt x="1297847" y="308506"/>
                </a:cubicBezTo>
                <a:cubicBezTo>
                  <a:pt x="1311043" y="325275"/>
                  <a:pt x="1321764" y="343969"/>
                  <a:pt x="1329187" y="364037"/>
                </a:cubicBezTo>
                <a:cubicBezTo>
                  <a:pt x="1369598" y="464377"/>
                  <a:pt x="1366024" y="631793"/>
                  <a:pt x="1267058" y="779142"/>
                </a:cubicBezTo>
                <a:cubicBezTo>
                  <a:pt x="1217576" y="853091"/>
                  <a:pt x="1169192" y="893777"/>
                  <a:pt x="1130431" y="893777"/>
                </a:cubicBezTo>
                <a:cubicBezTo>
                  <a:pt x="1097168" y="893777"/>
                  <a:pt x="1071876" y="861338"/>
                  <a:pt x="1069402" y="858040"/>
                </a:cubicBezTo>
                <a:cubicBezTo>
                  <a:pt x="1056207" y="837972"/>
                  <a:pt x="1033665" y="826151"/>
                  <a:pt x="1009473" y="826426"/>
                </a:cubicBezTo>
                <a:cubicBezTo>
                  <a:pt x="986106" y="826426"/>
                  <a:pt x="964114" y="837697"/>
                  <a:pt x="950644" y="856940"/>
                </a:cubicBezTo>
                <a:cubicBezTo>
                  <a:pt x="950369" y="857490"/>
                  <a:pt x="949819" y="858040"/>
                  <a:pt x="949544" y="858589"/>
                </a:cubicBezTo>
                <a:cubicBezTo>
                  <a:pt x="947070" y="861613"/>
                  <a:pt x="922328" y="894052"/>
                  <a:pt x="888515" y="894052"/>
                </a:cubicBezTo>
                <a:cubicBezTo>
                  <a:pt x="871471" y="894052"/>
                  <a:pt x="852503" y="886080"/>
                  <a:pt x="831610" y="870135"/>
                </a:cubicBezTo>
                <a:cubicBezTo>
                  <a:pt x="806319" y="850892"/>
                  <a:pt x="779653" y="820378"/>
                  <a:pt x="752163" y="779417"/>
                </a:cubicBezTo>
                <a:cubicBezTo>
                  <a:pt x="653472" y="632068"/>
                  <a:pt x="649623" y="464652"/>
                  <a:pt x="689759" y="364037"/>
                </a:cubicBezTo>
                <a:close/>
                <a:moveTo>
                  <a:pt x="1036139" y="917419"/>
                </a:moveTo>
                <a:cubicBezTo>
                  <a:pt x="1035589" y="918244"/>
                  <a:pt x="1035039" y="919068"/>
                  <a:pt x="1034489" y="919618"/>
                </a:cubicBezTo>
                <a:cubicBezTo>
                  <a:pt x="1035039" y="918793"/>
                  <a:pt x="1035589" y="917969"/>
                  <a:pt x="1036139" y="917419"/>
                </a:cubicBezTo>
                <a:lnTo>
                  <a:pt x="1036139" y="917419"/>
                </a:lnTo>
                <a:close/>
                <a:moveTo>
                  <a:pt x="608938" y="732958"/>
                </a:moveTo>
                <a:cubicBezTo>
                  <a:pt x="624332" y="769520"/>
                  <a:pt x="643026" y="804708"/>
                  <a:pt x="665293" y="837422"/>
                </a:cubicBezTo>
                <a:cubicBezTo>
                  <a:pt x="699106" y="887729"/>
                  <a:pt x="733744" y="926766"/>
                  <a:pt x="768107" y="952882"/>
                </a:cubicBezTo>
                <a:cubicBezTo>
                  <a:pt x="807419" y="983121"/>
                  <a:pt x="848104" y="998241"/>
                  <a:pt x="888515" y="998241"/>
                </a:cubicBezTo>
                <a:cubicBezTo>
                  <a:pt x="942396" y="998241"/>
                  <a:pt x="983632" y="971850"/>
                  <a:pt x="1009473" y="947383"/>
                </a:cubicBezTo>
                <a:cubicBezTo>
                  <a:pt x="1036414" y="972400"/>
                  <a:pt x="1078199" y="998241"/>
                  <a:pt x="1130706" y="998241"/>
                </a:cubicBezTo>
                <a:cubicBezTo>
                  <a:pt x="1207129" y="998241"/>
                  <a:pt x="1282178" y="944085"/>
                  <a:pt x="1353928" y="837147"/>
                </a:cubicBezTo>
                <a:cubicBezTo>
                  <a:pt x="1366849" y="817629"/>
                  <a:pt x="1378944" y="797561"/>
                  <a:pt x="1389391" y="776668"/>
                </a:cubicBezTo>
                <a:lnTo>
                  <a:pt x="1806970" y="1086760"/>
                </a:lnTo>
                <a:lnTo>
                  <a:pt x="771406" y="1289089"/>
                </a:lnTo>
                <a:lnTo>
                  <a:pt x="298571" y="806358"/>
                </a:lnTo>
                <a:lnTo>
                  <a:pt x="608938" y="732958"/>
                </a:lnTo>
                <a:close/>
                <a:moveTo>
                  <a:pt x="561379" y="1489495"/>
                </a:moveTo>
                <a:lnTo>
                  <a:pt x="148473" y="1068341"/>
                </a:lnTo>
                <a:cubicBezTo>
                  <a:pt x="126206" y="1047174"/>
                  <a:pt x="111361" y="1019133"/>
                  <a:pt x="106688" y="988619"/>
                </a:cubicBezTo>
                <a:cubicBezTo>
                  <a:pt x="96241" y="923742"/>
                  <a:pt x="128130" y="861613"/>
                  <a:pt x="181462" y="837147"/>
                </a:cubicBezTo>
                <a:lnTo>
                  <a:pt x="662819" y="1328676"/>
                </a:lnTo>
                <a:cubicBezTo>
                  <a:pt x="609762" y="1364688"/>
                  <a:pt x="572925" y="1423243"/>
                  <a:pt x="561379" y="1489495"/>
                </a:cubicBezTo>
                <a:close/>
                <a:moveTo>
                  <a:pt x="1156272" y="1597807"/>
                </a:moveTo>
                <a:lnTo>
                  <a:pt x="808793" y="1671481"/>
                </a:lnTo>
                <a:cubicBezTo>
                  <a:pt x="779378" y="1676979"/>
                  <a:pt x="748589" y="1670107"/>
                  <a:pt x="722198" y="1651413"/>
                </a:cubicBezTo>
                <a:cubicBezTo>
                  <a:pt x="691134" y="1629421"/>
                  <a:pt x="670241" y="1595607"/>
                  <a:pt x="664193" y="1557946"/>
                </a:cubicBezTo>
                <a:cubicBezTo>
                  <a:pt x="652098" y="1482622"/>
                  <a:pt x="696632" y="1410872"/>
                  <a:pt x="763709" y="1397951"/>
                </a:cubicBezTo>
                <a:lnTo>
                  <a:pt x="1831437" y="1189299"/>
                </a:lnTo>
                <a:cubicBezTo>
                  <a:pt x="1800922" y="1276719"/>
                  <a:pt x="1806145" y="1376234"/>
                  <a:pt x="1846831" y="1459255"/>
                </a:cubicBezTo>
                <a:lnTo>
                  <a:pt x="1156272" y="159780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50"/>
          <p:cNvSpPr/>
          <p:nvPr/>
        </p:nvSpPr>
        <p:spPr>
          <a:xfrm>
            <a:off x="3169019" y="1499060"/>
            <a:ext cx="900104" cy="623608"/>
          </a:xfrm>
          <a:custGeom>
            <a:rect b="b" l="l" r="r" t="t"/>
            <a:pathLst>
              <a:path extrusionOk="0" h="469761" w="628345">
                <a:moveTo>
                  <a:pt x="627315" y="305350"/>
                </a:moveTo>
                <a:lnTo>
                  <a:pt x="599996" y="225765"/>
                </a:lnTo>
                <a:cubicBezTo>
                  <a:pt x="599377" y="224013"/>
                  <a:pt x="598553" y="222260"/>
                  <a:pt x="597419" y="220714"/>
                </a:cubicBezTo>
                <a:cubicBezTo>
                  <a:pt x="582368" y="199684"/>
                  <a:pt x="560100" y="168860"/>
                  <a:pt x="540307" y="143809"/>
                </a:cubicBezTo>
                <a:cubicBezTo>
                  <a:pt x="532679" y="134222"/>
                  <a:pt x="523401" y="127830"/>
                  <a:pt x="513298" y="124944"/>
                </a:cubicBezTo>
                <a:lnTo>
                  <a:pt x="513298" y="45978"/>
                </a:lnTo>
                <a:cubicBezTo>
                  <a:pt x="513298" y="35153"/>
                  <a:pt x="504535" y="26288"/>
                  <a:pt x="493608" y="26288"/>
                </a:cubicBezTo>
                <a:lnTo>
                  <a:pt x="328975" y="26288"/>
                </a:lnTo>
                <a:cubicBezTo>
                  <a:pt x="309079" y="5258"/>
                  <a:pt x="277739" y="-515"/>
                  <a:pt x="251658" y="12165"/>
                </a:cubicBezTo>
                <a:cubicBezTo>
                  <a:pt x="231246" y="-2268"/>
                  <a:pt x="202794" y="-3814"/>
                  <a:pt x="181042" y="8453"/>
                </a:cubicBezTo>
                <a:cubicBezTo>
                  <a:pt x="171145" y="2886"/>
                  <a:pt x="160012" y="0"/>
                  <a:pt x="148672" y="0"/>
                </a:cubicBezTo>
                <a:cubicBezTo>
                  <a:pt x="123312" y="103"/>
                  <a:pt x="100220" y="14536"/>
                  <a:pt x="88983" y="37215"/>
                </a:cubicBezTo>
                <a:cubicBezTo>
                  <a:pt x="49603" y="32164"/>
                  <a:pt x="14347" y="63812"/>
                  <a:pt x="14347" y="103192"/>
                </a:cubicBezTo>
                <a:cubicBezTo>
                  <a:pt x="14450" y="108140"/>
                  <a:pt x="14965" y="113089"/>
                  <a:pt x="16203" y="117831"/>
                </a:cubicBezTo>
                <a:cubicBezTo>
                  <a:pt x="6512" y="119480"/>
                  <a:pt x="-395" y="128140"/>
                  <a:pt x="18" y="137933"/>
                </a:cubicBezTo>
                <a:lnTo>
                  <a:pt x="4553" y="246589"/>
                </a:lnTo>
                <a:cubicBezTo>
                  <a:pt x="4966" y="256383"/>
                  <a:pt x="12491" y="264423"/>
                  <a:pt x="22285" y="265351"/>
                </a:cubicBezTo>
                <a:lnTo>
                  <a:pt x="82798" y="271330"/>
                </a:lnTo>
                <a:lnTo>
                  <a:pt x="104344" y="312978"/>
                </a:lnTo>
                <a:cubicBezTo>
                  <a:pt x="64964" y="338957"/>
                  <a:pt x="54036" y="391945"/>
                  <a:pt x="80015" y="431325"/>
                </a:cubicBezTo>
                <a:cubicBezTo>
                  <a:pt x="105993" y="470705"/>
                  <a:pt x="158775" y="481632"/>
                  <a:pt x="198155" y="455654"/>
                </a:cubicBezTo>
                <a:cubicBezTo>
                  <a:pt x="222174" y="439881"/>
                  <a:pt x="236607" y="412975"/>
                  <a:pt x="236607" y="384316"/>
                </a:cubicBezTo>
                <a:cubicBezTo>
                  <a:pt x="236607" y="381017"/>
                  <a:pt x="236401" y="377718"/>
                  <a:pt x="235988" y="374419"/>
                </a:cubicBezTo>
                <a:lnTo>
                  <a:pt x="393715" y="374419"/>
                </a:lnTo>
                <a:cubicBezTo>
                  <a:pt x="388251" y="421325"/>
                  <a:pt x="421755" y="463695"/>
                  <a:pt x="468660" y="469158"/>
                </a:cubicBezTo>
                <a:cubicBezTo>
                  <a:pt x="515566" y="474622"/>
                  <a:pt x="557936" y="441118"/>
                  <a:pt x="563399" y="394213"/>
                </a:cubicBezTo>
                <a:cubicBezTo>
                  <a:pt x="563812" y="390914"/>
                  <a:pt x="564018" y="387615"/>
                  <a:pt x="564018" y="384316"/>
                </a:cubicBezTo>
                <a:cubicBezTo>
                  <a:pt x="564018" y="381120"/>
                  <a:pt x="563812" y="378028"/>
                  <a:pt x="563502" y="374832"/>
                </a:cubicBezTo>
                <a:lnTo>
                  <a:pt x="601336" y="374832"/>
                </a:lnTo>
                <a:cubicBezTo>
                  <a:pt x="616284" y="374832"/>
                  <a:pt x="628345" y="362770"/>
                  <a:pt x="628345" y="347823"/>
                </a:cubicBezTo>
                <a:lnTo>
                  <a:pt x="628345" y="311741"/>
                </a:lnTo>
                <a:cubicBezTo>
                  <a:pt x="628345" y="309576"/>
                  <a:pt x="627933" y="307412"/>
                  <a:pt x="627315" y="305350"/>
                </a:cubicBezTo>
                <a:close/>
                <a:moveTo>
                  <a:pt x="80839" y="60307"/>
                </a:moveTo>
                <a:cubicBezTo>
                  <a:pt x="84963" y="60307"/>
                  <a:pt x="89086" y="60926"/>
                  <a:pt x="93004" y="62060"/>
                </a:cubicBezTo>
                <a:cubicBezTo>
                  <a:pt x="99189" y="63915"/>
                  <a:pt x="105787" y="60307"/>
                  <a:pt x="107643" y="54122"/>
                </a:cubicBezTo>
                <a:cubicBezTo>
                  <a:pt x="113209" y="36081"/>
                  <a:pt x="129807" y="23607"/>
                  <a:pt x="148775" y="23607"/>
                </a:cubicBezTo>
                <a:cubicBezTo>
                  <a:pt x="157950" y="23607"/>
                  <a:pt x="166816" y="26494"/>
                  <a:pt x="174135" y="31958"/>
                </a:cubicBezTo>
                <a:cubicBezTo>
                  <a:pt x="178259" y="35050"/>
                  <a:pt x="183928" y="35050"/>
                  <a:pt x="188155" y="31958"/>
                </a:cubicBezTo>
                <a:cubicBezTo>
                  <a:pt x="204340" y="19999"/>
                  <a:pt x="227844" y="21339"/>
                  <a:pt x="242689" y="35050"/>
                </a:cubicBezTo>
                <a:cubicBezTo>
                  <a:pt x="246710" y="38761"/>
                  <a:pt x="252689" y="39277"/>
                  <a:pt x="257225" y="36184"/>
                </a:cubicBezTo>
                <a:cubicBezTo>
                  <a:pt x="264235" y="31545"/>
                  <a:pt x="272482" y="29071"/>
                  <a:pt x="280832" y="29071"/>
                </a:cubicBezTo>
                <a:lnTo>
                  <a:pt x="280935" y="29071"/>
                </a:lnTo>
                <a:cubicBezTo>
                  <a:pt x="278255" y="30617"/>
                  <a:pt x="275987" y="32782"/>
                  <a:pt x="274338" y="35463"/>
                </a:cubicBezTo>
                <a:lnTo>
                  <a:pt x="243720" y="84018"/>
                </a:lnTo>
                <a:lnTo>
                  <a:pt x="39501" y="114223"/>
                </a:lnTo>
                <a:cubicBezTo>
                  <a:pt x="33212" y="91440"/>
                  <a:pt x="46614" y="67936"/>
                  <a:pt x="69396" y="61750"/>
                </a:cubicBezTo>
                <a:cubicBezTo>
                  <a:pt x="73005" y="60823"/>
                  <a:pt x="76922" y="60307"/>
                  <a:pt x="80839" y="60307"/>
                </a:cubicBezTo>
                <a:close/>
                <a:moveTo>
                  <a:pt x="39913" y="154015"/>
                </a:moveTo>
                <a:lnTo>
                  <a:pt x="258359" y="121645"/>
                </a:lnTo>
                <a:cubicBezTo>
                  <a:pt x="264029" y="120820"/>
                  <a:pt x="269080" y="117522"/>
                  <a:pt x="272070" y="112676"/>
                </a:cubicBezTo>
                <a:lnTo>
                  <a:pt x="301656" y="65668"/>
                </a:lnTo>
                <a:lnTo>
                  <a:pt x="473918" y="65668"/>
                </a:lnTo>
                <a:lnTo>
                  <a:pt x="473918" y="123191"/>
                </a:lnTo>
                <a:lnTo>
                  <a:pt x="385777" y="123191"/>
                </a:lnTo>
                <a:lnTo>
                  <a:pt x="384334" y="123501"/>
                </a:lnTo>
                <a:lnTo>
                  <a:pt x="380519" y="124222"/>
                </a:lnTo>
                <a:lnTo>
                  <a:pt x="377014" y="125459"/>
                </a:lnTo>
                <a:lnTo>
                  <a:pt x="374025" y="127418"/>
                </a:lnTo>
                <a:lnTo>
                  <a:pt x="371138" y="130098"/>
                </a:lnTo>
                <a:lnTo>
                  <a:pt x="369076" y="133088"/>
                </a:lnTo>
                <a:lnTo>
                  <a:pt x="367324" y="136696"/>
                </a:lnTo>
                <a:lnTo>
                  <a:pt x="366705" y="138036"/>
                </a:lnTo>
                <a:lnTo>
                  <a:pt x="336706" y="256795"/>
                </a:lnTo>
                <a:lnTo>
                  <a:pt x="43006" y="227827"/>
                </a:lnTo>
                <a:lnTo>
                  <a:pt x="39913" y="154015"/>
                </a:lnTo>
                <a:close/>
                <a:moveTo>
                  <a:pt x="151146" y="430500"/>
                </a:moveTo>
                <a:cubicBezTo>
                  <a:pt x="125683" y="430500"/>
                  <a:pt x="104962" y="409779"/>
                  <a:pt x="104962" y="384316"/>
                </a:cubicBezTo>
                <a:cubicBezTo>
                  <a:pt x="104962" y="358853"/>
                  <a:pt x="125683" y="338132"/>
                  <a:pt x="151146" y="338132"/>
                </a:cubicBezTo>
                <a:cubicBezTo>
                  <a:pt x="176609" y="338132"/>
                  <a:pt x="197330" y="358853"/>
                  <a:pt x="197330" y="384316"/>
                </a:cubicBezTo>
                <a:lnTo>
                  <a:pt x="197330" y="384316"/>
                </a:lnTo>
                <a:cubicBezTo>
                  <a:pt x="197330" y="409779"/>
                  <a:pt x="176609" y="430500"/>
                  <a:pt x="151146" y="430500"/>
                </a:cubicBezTo>
                <a:close/>
                <a:moveTo>
                  <a:pt x="478557" y="430500"/>
                </a:moveTo>
                <a:cubicBezTo>
                  <a:pt x="453094" y="430500"/>
                  <a:pt x="432373" y="409882"/>
                  <a:pt x="432373" y="384316"/>
                </a:cubicBezTo>
                <a:cubicBezTo>
                  <a:pt x="432373" y="358853"/>
                  <a:pt x="452991" y="338132"/>
                  <a:pt x="478557" y="338132"/>
                </a:cubicBezTo>
                <a:cubicBezTo>
                  <a:pt x="504020" y="338132"/>
                  <a:pt x="524741" y="358750"/>
                  <a:pt x="524741" y="384316"/>
                </a:cubicBezTo>
                <a:cubicBezTo>
                  <a:pt x="524741" y="384316"/>
                  <a:pt x="524741" y="384316"/>
                  <a:pt x="524741" y="384316"/>
                </a:cubicBezTo>
                <a:cubicBezTo>
                  <a:pt x="524741" y="409779"/>
                  <a:pt x="504020" y="430397"/>
                  <a:pt x="478557" y="430500"/>
                </a:cubicBezTo>
                <a:close/>
                <a:moveTo>
                  <a:pt x="589068" y="335555"/>
                </a:moveTo>
                <a:lnTo>
                  <a:pt x="557317" y="335555"/>
                </a:lnTo>
                <a:cubicBezTo>
                  <a:pt x="554740" y="335555"/>
                  <a:pt x="552163" y="336070"/>
                  <a:pt x="549792" y="337101"/>
                </a:cubicBezTo>
                <a:cubicBezTo>
                  <a:pt x="523813" y="297824"/>
                  <a:pt x="470825" y="287000"/>
                  <a:pt x="431548" y="313082"/>
                </a:cubicBezTo>
                <a:cubicBezTo>
                  <a:pt x="422580" y="319061"/>
                  <a:pt x="414848" y="326586"/>
                  <a:pt x="408663" y="335452"/>
                </a:cubicBezTo>
                <a:lnTo>
                  <a:pt x="407529" y="335246"/>
                </a:lnTo>
                <a:lnTo>
                  <a:pt x="222381" y="335246"/>
                </a:lnTo>
                <a:lnTo>
                  <a:pt x="221040" y="335452"/>
                </a:lnTo>
                <a:cubicBezTo>
                  <a:pt x="203206" y="309576"/>
                  <a:pt x="172486" y="295763"/>
                  <a:pt x="141250" y="299474"/>
                </a:cubicBezTo>
                <a:lnTo>
                  <a:pt x="129085" y="275866"/>
                </a:lnTo>
                <a:lnTo>
                  <a:pt x="349593" y="297618"/>
                </a:lnTo>
                <a:lnTo>
                  <a:pt x="351551" y="297721"/>
                </a:lnTo>
                <a:cubicBezTo>
                  <a:pt x="360520" y="297721"/>
                  <a:pt x="368355" y="291639"/>
                  <a:pt x="370623" y="282876"/>
                </a:cubicBezTo>
                <a:lnTo>
                  <a:pt x="401137" y="162571"/>
                </a:lnTo>
                <a:lnTo>
                  <a:pt x="493196" y="162571"/>
                </a:lnTo>
                <a:lnTo>
                  <a:pt x="493608" y="162675"/>
                </a:lnTo>
                <a:lnTo>
                  <a:pt x="494020" y="162571"/>
                </a:lnTo>
                <a:lnTo>
                  <a:pt x="501340" y="162571"/>
                </a:lnTo>
                <a:cubicBezTo>
                  <a:pt x="504535" y="162571"/>
                  <a:pt x="508040" y="166592"/>
                  <a:pt x="509381" y="168241"/>
                </a:cubicBezTo>
                <a:cubicBezTo>
                  <a:pt x="529586" y="193807"/>
                  <a:pt x="553812" y="227518"/>
                  <a:pt x="563709" y="241228"/>
                </a:cubicBezTo>
                <a:lnTo>
                  <a:pt x="589068" y="314937"/>
                </a:lnTo>
                <a:lnTo>
                  <a:pt x="589068" y="335555"/>
                </a:lnTo>
                <a:close/>
                <a:moveTo>
                  <a:pt x="498350" y="187931"/>
                </a:moveTo>
                <a:lnTo>
                  <a:pt x="497628" y="187004"/>
                </a:lnTo>
                <a:cubicBezTo>
                  <a:pt x="492577" y="181952"/>
                  <a:pt x="485670" y="178963"/>
                  <a:pt x="478454" y="178756"/>
                </a:cubicBezTo>
                <a:lnTo>
                  <a:pt x="438662" y="178756"/>
                </a:lnTo>
                <a:cubicBezTo>
                  <a:pt x="428765" y="178860"/>
                  <a:pt x="420724" y="187004"/>
                  <a:pt x="420827" y="196900"/>
                </a:cubicBezTo>
                <a:lnTo>
                  <a:pt x="420827" y="245352"/>
                </a:lnTo>
                <a:cubicBezTo>
                  <a:pt x="420827" y="255352"/>
                  <a:pt x="428868" y="263496"/>
                  <a:pt x="438868" y="263496"/>
                </a:cubicBezTo>
                <a:lnTo>
                  <a:pt x="522164" y="263496"/>
                </a:lnTo>
                <a:cubicBezTo>
                  <a:pt x="528452" y="263496"/>
                  <a:pt x="534328" y="259372"/>
                  <a:pt x="537112" y="252877"/>
                </a:cubicBezTo>
                <a:cubicBezTo>
                  <a:pt x="539895" y="246383"/>
                  <a:pt x="538864" y="239579"/>
                  <a:pt x="535359" y="235868"/>
                </a:cubicBezTo>
                <a:lnTo>
                  <a:pt x="498350" y="187931"/>
                </a:lnTo>
                <a:close/>
                <a:moveTo>
                  <a:pt x="444331" y="239991"/>
                </a:moveTo>
                <a:lnTo>
                  <a:pt x="444331" y="202364"/>
                </a:lnTo>
                <a:lnTo>
                  <a:pt x="478351" y="202364"/>
                </a:lnTo>
                <a:lnTo>
                  <a:pt x="480310" y="203189"/>
                </a:lnTo>
                <a:lnTo>
                  <a:pt x="508659" y="240094"/>
                </a:lnTo>
                <a:lnTo>
                  <a:pt x="444331" y="23999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50"/>
          <p:cNvSpPr/>
          <p:nvPr/>
        </p:nvSpPr>
        <p:spPr>
          <a:xfrm>
            <a:off x="6127923" y="1399669"/>
            <a:ext cx="726739" cy="823117"/>
          </a:xfrm>
          <a:custGeom>
            <a:rect b="b" l="l" r="r" t="t"/>
            <a:pathLst>
              <a:path extrusionOk="0" h="627137" w="556888">
                <a:moveTo>
                  <a:pt x="278821" y="197954"/>
                </a:moveTo>
                <a:cubicBezTo>
                  <a:pt x="226246" y="197954"/>
                  <a:pt x="173052" y="215480"/>
                  <a:pt x="173052" y="248983"/>
                </a:cubicBezTo>
                <a:lnTo>
                  <a:pt x="173052" y="378154"/>
                </a:lnTo>
                <a:cubicBezTo>
                  <a:pt x="173052" y="411658"/>
                  <a:pt x="226246" y="429183"/>
                  <a:pt x="278821" y="429183"/>
                </a:cubicBezTo>
                <a:cubicBezTo>
                  <a:pt x="331397" y="429183"/>
                  <a:pt x="384591" y="411658"/>
                  <a:pt x="384591" y="378154"/>
                </a:cubicBezTo>
                <a:lnTo>
                  <a:pt x="384591" y="248880"/>
                </a:lnTo>
                <a:cubicBezTo>
                  <a:pt x="384591" y="215376"/>
                  <a:pt x="331397" y="197954"/>
                  <a:pt x="278821" y="197954"/>
                </a:cubicBezTo>
                <a:close/>
                <a:moveTo>
                  <a:pt x="360983" y="378051"/>
                </a:moveTo>
                <a:cubicBezTo>
                  <a:pt x="360983" y="387329"/>
                  <a:pt x="332015" y="405473"/>
                  <a:pt x="278821" y="405473"/>
                </a:cubicBezTo>
                <a:cubicBezTo>
                  <a:pt x="225627" y="405473"/>
                  <a:pt x="196659" y="387329"/>
                  <a:pt x="196659" y="378051"/>
                </a:cubicBezTo>
                <a:lnTo>
                  <a:pt x="196659" y="368464"/>
                </a:lnTo>
                <a:cubicBezTo>
                  <a:pt x="217071" y="380216"/>
                  <a:pt x="247998" y="386298"/>
                  <a:pt x="278821" y="386298"/>
                </a:cubicBezTo>
                <a:cubicBezTo>
                  <a:pt x="309645" y="386298"/>
                  <a:pt x="340572" y="380216"/>
                  <a:pt x="360983" y="368464"/>
                </a:cubicBezTo>
                <a:lnTo>
                  <a:pt x="360983" y="378051"/>
                </a:lnTo>
                <a:close/>
                <a:moveTo>
                  <a:pt x="360983" y="335269"/>
                </a:moveTo>
                <a:cubicBezTo>
                  <a:pt x="360983" y="344547"/>
                  <a:pt x="332015" y="362691"/>
                  <a:pt x="278821" y="362691"/>
                </a:cubicBezTo>
                <a:cubicBezTo>
                  <a:pt x="225627" y="362691"/>
                  <a:pt x="196659" y="344547"/>
                  <a:pt x="196659" y="335269"/>
                </a:cubicBezTo>
                <a:lnTo>
                  <a:pt x="196659" y="323723"/>
                </a:lnTo>
                <a:cubicBezTo>
                  <a:pt x="217071" y="335475"/>
                  <a:pt x="247998" y="341557"/>
                  <a:pt x="278821" y="341557"/>
                </a:cubicBezTo>
                <a:cubicBezTo>
                  <a:pt x="309645" y="341557"/>
                  <a:pt x="340572" y="335475"/>
                  <a:pt x="360983" y="323723"/>
                </a:cubicBezTo>
                <a:lnTo>
                  <a:pt x="360983" y="335269"/>
                </a:lnTo>
                <a:close/>
                <a:moveTo>
                  <a:pt x="360983" y="290528"/>
                </a:moveTo>
                <a:cubicBezTo>
                  <a:pt x="360983" y="299806"/>
                  <a:pt x="332015" y="317950"/>
                  <a:pt x="278821" y="317950"/>
                </a:cubicBezTo>
                <a:cubicBezTo>
                  <a:pt x="225627" y="317950"/>
                  <a:pt x="196659" y="299806"/>
                  <a:pt x="196659" y="290528"/>
                </a:cubicBezTo>
                <a:lnTo>
                  <a:pt x="196659" y="282075"/>
                </a:lnTo>
                <a:cubicBezTo>
                  <a:pt x="217071" y="293827"/>
                  <a:pt x="247998" y="299909"/>
                  <a:pt x="278821" y="299909"/>
                </a:cubicBezTo>
                <a:cubicBezTo>
                  <a:pt x="309645" y="299909"/>
                  <a:pt x="340572" y="293827"/>
                  <a:pt x="360983" y="282075"/>
                </a:cubicBezTo>
                <a:lnTo>
                  <a:pt x="360983" y="290528"/>
                </a:lnTo>
                <a:close/>
                <a:moveTo>
                  <a:pt x="278821" y="276302"/>
                </a:moveTo>
                <a:lnTo>
                  <a:pt x="278821" y="276302"/>
                </a:lnTo>
                <a:cubicBezTo>
                  <a:pt x="225627" y="276302"/>
                  <a:pt x="196659" y="258262"/>
                  <a:pt x="196659" y="248880"/>
                </a:cubicBezTo>
                <a:cubicBezTo>
                  <a:pt x="196659" y="239499"/>
                  <a:pt x="225730" y="221459"/>
                  <a:pt x="278821" y="221459"/>
                </a:cubicBezTo>
                <a:cubicBezTo>
                  <a:pt x="332015" y="221459"/>
                  <a:pt x="360983" y="239602"/>
                  <a:pt x="360983" y="248880"/>
                </a:cubicBezTo>
                <a:cubicBezTo>
                  <a:pt x="360983" y="258158"/>
                  <a:pt x="332015" y="276302"/>
                  <a:pt x="278821" y="276302"/>
                </a:cubicBezTo>
                <a:close/>
                <a:moveTo>
                  <a:pt x="531905" y="402792"/>
                </a:moveTo>
                <a:lnTo>
                  <a:pt x="531905" y="402792"/>
                </a:lnTo>
                <a:cubicBezTo>
                  <a:pt x="512215" y="391246"/>
                  <a:pt x="487164" y="394854"/>
                  <a:pt x="471495" y="411452"/>
                </a:cubicBezTo>
                <a:lnTo>
                  <a:pt x="452939" y="400731"/>
                </a:lnTo>
                <a:cubicBezTo>
                  <a:pt x="480979" y="345887"/>
                  <a:pt x="481082" y="281044"/>
                  <a:pt x="453454" y="225995"/>
                </a:cubicBezTo>
                <a:lnTo>
                  <a:pt x="471495" y="215480"/>
                </a:lnTo>
                <a:cubicBezTo>
                  <a:pt x="477680" y="222077"/>
                  <a:pt x="485618" y="226716"/>
                  <a:pt x="494381" y="229087"/>
                </a:cubicBezTo>
                <a:cubicBezTo>
                  <a:pt x="507060" y="232489"/>
                  <a:pt x="520565" y="230737"/>
                  <a:pt x="532008" y="224036"/>
                </a:cubicBezTo>
                <a:cubicBezTo>
                  <a:pt x="555719" y="210428"/>
                  <a:pt x="563966" y="180120"/>
                  <a:pt x="550255" y="156409"/>
                </a:cubicBezTo>
                <a:cubicBezTo>
                  <a:pt x="536647" y="132699"/>
                  <a:pt x="506339" y="124452"/>
                  <a:pt x="482628" y="138163"/>
                </a:cubicBezTo>
                <a:cubicBezTo>
                  <a:pt x="462732" y="149606"/>
                  <a:pt x="453351" y="173110"/>
                  <a:pt x="459743" y="195068"/>
                </a:cubicBezTo>
                <a:lnTo>
                  <a:pt x="441702" y="205583"/>
                </a:lnTo>
                <a:cubicBezTo>
                  <a:pt x="407889" y="154348"/>
                  <a:pt x="351911" y="121978"/>
                  <a:pt x="290573" y="118267"/>
                </a:cubicBezTo>
                <a:lnTo>
                  <a:pt x="290573" y="97649"/>
                </a:lnTo>
                <a:cubicBezTo>
                  <a:pt x="317170" y="91154"/>
                  <a:pt x="333459" y="64351"/>
                  <a:pt x="326861" y="37754"/>
                </a:cubicBezTo>
                <a:cubicBezTo>
                  <a:pt x="320366" y="11157"/>
                  <a:pt x="293563" y="-5131"/>
                  <a:pt x="266966" y="1467"/>
                </a:cubicBezTo>
                <a:cubicBezTo>
                  <a:pt x="240369" y="7961"/>
                  <a:pt x="224081" y="34764"/>
                  <a:pt x="230679" y="61361"/>
                </a:cubicBezTo>
                <a:cubicBezTo>
                  <a:pt x="235112" y="79299"/>
                  <a:pt x="249029" y="93319"/>
                  <a:pt x="266966" y="97649"/>
                </a:cubicBezTo>
                <a:lnTo>
                  <a:pt x="266966" y="118163"/>
                </a:lnTo>
                <a:cubicBezTo>
                  <a:pt x="205628" y="121875"/>
                  <a:pt x="149651" y="154245"/>
                  <a:pt x="115837" y="205583"/>
                </a:cubicBezTo>
                <a:lnTo>
                  <a:pt x="97900" y="195171"/>
                </a:lnTo>
                <a:cubicBezTo>
                  <a:pt x="105735" y="168677"/>
                  <a:pt x="90581" y="140843"/>
                  <a:pt x="64087" y="133111"/>
                </a:cubicBezTo>
                <a:cubicBezTo>
                  <a:pt x="37593" y="125380"/>
                  <a:pt x="9759" y="140431"/>
                  <a:pt x="2027" y="166925"/>
                </a:cubicBezTo>
                <a:cubicBezTo>
                  <a:pt x="-5705" y="193418"/>
                  <a:pt x="9346" y="221253"/>
                  <a:pt x="35840" y="228984"/>
                </a:cubicBezTo>
                <a:cubicBezTo>
                  <a:pt x="53778" y="234242"/>
                  <a:pt x="73159" y="229087"/>
                  <a:pt x="86148" y="215583"/>
                </a:cubicBezTo>
                <a:lnTo>
                  <a:pt x="104188" y="226098"/>
                </a:lnTo>
                <a:cubicBezTo>
                  <a:pt x="76457" y="281044"/>
                  <a:pt x="76664" y="345990"/>
                  <a:pt x="104704" y="400834"/>
                </a:cubicBezTo>
                <a:lnTo>
                  <a:pt x="86148" y="411555"/>
                </a:lnTo>
                <a:cubicBezTo>
                  <a:pt x="67179" y="391865"/>
                  <a:pt x="35840" y="391143"/>
                  <a:pt x="16047" y="410112"/>
                </a:cubicBezTo>
                <a:cubicBezTo>
                  <a:pt x="-3746" y="429080"/>
                  <a:pt x="-4364" y="460419"/>
                  <a:pt x="14604" y="480212"/>
                </a:cubicBezTo>
                <a:cubicBezTo>
                  <a:pt x="33572" y="500005"/>
                  <a:pt x="64911" y="500624"/>
                  <a:pt x="84705" y="481655"/>
                </a:cubicBezTo>
                <a:cubicBezTo>
                  <a:pt x="98003" y="468872"/>
                  <a:pt x="103158" y="449698"/>
                  <a:pt x="97900" y="431967"/>
                </a:cubicBezTo>
                <a:lnTo>
                  <a:pt x="116456" y="421245"/>
                </a:lnTo>
                <a:cubicBezTo>
                  <a:pt x="150372" y="471965"/>
                  <a:pt x="206040" y="503923"/>
                  <a:pt x="266966" y="507634"/>
                </a:cubicBezTo>
                <a:lnTo>
                  <a:pt x="266966" y="529489"/>
                </a:lnTo>
                <a:cubicBezTo>
                  <a:pt x="240369" y="535983"/>
                  <a:pt x="224081" y="562787"/>
                  <a:pt x="230679" y="589384"/>
                </a:cubicBezTo>
                <a:cubicBezTo>
                  <a:pt x="237173" y="615981"/>
                  <a:pt x="263976" y="632269"/>
                  <a:pt x="290573" y="625671"/>
                </a:cubicBezTo>
                <a:cubicBezTo>
                  <a:pt x="317170" y="619176"/>
                  <a:pt x="333459" y="592373"/>
                  <a:pt x="326861" y="565776"/>
                </a:cubicBezTo>
                <a:cubicBezTo>
                  <a:pt x="322428" y="547839"/>
                  <a:pt x="308511" y="533819"/>
                  <a:pt x="290573" y="529489"/>
                </a:cubicBezTo>
                <a:lnTo>
                  <a:pt x="290573" y="507634"/>
                </a:lnTo>
                <a:cubicBezTo>
                  <a:pt x="351499" y="503923"/>
                  <a:pt x="407167" y="471965"/>
                  <a:pt x="441083" y="421245"/>
                </a:cubicBezTo>
                <a:lnTo>
                  <a:pt x="459639" y="431967"/>
                </a:lnTo>
                <a:cubicBezTo>
                  <a:pt x="452011" y="458254"/>
                  <a:pt x="467165" y="485676"/>
                  <a:pt x="493350" y="493305"/>
                </a:cubicBezTo>
                <a:cubicBezTo>
                  <a:pt x="519637" y="500933"/>
                  <a:pt x="547059" y="485779"/>
                  <a:pt x="554688" y="459594"/>
                </a:cubicBezTo>
                <a:cubicBezTo>
                  <a:pt x="561079" y="437533"/>
                  <a:pt x="551698" y="414235"/>
                  <a:pt x="531905" y="402792"/>
                </a:cubicBezTo>
                <a:close/>
                <a:moveTo>
                  <a:pt x="498092" y="165688"/>
                </a:moveTo>
                <a:cubicBezTo>
                  <a:pt x="506751" y="160636"/>
                  <a:pt x="517782" y="163626"/>
                  <a:pt x="522833" y="172285"/>
                </a:cubicBezTo>
                <a:cubicBezTo>
                  <a:pt x="527884" y="180945"/>
                  <a:pt x="524895" y="191975"/>
                  <a:pt x="516235" y="197027"/>
                </a:cubicBezTo>
                <a:cubicBezTo>
                  <a:pt x="512112" y="199501"/>
                  <a:pt x="507060" y="200119"/>
                  <a:pt x="502421" y="198882"/>
                </a:cubicBezTo>
                <a:lnTo>
                  <a:pt x="502525" y="198882"/>
                </a:lnTo>
                <a:cubicBezTo>
                  <a:pt x="497886" y="197645"/>
                  <a:pt x="493968" y="194656"/>
                  <a:pt x="491494" y="190429"/>
                </a:cubicBezTo>
                <a:cubicBezTo>
                  <a:pt x="486443" y="181769"/>
                  <a:pt x="489432" y="170636"/>
                  <a:pt x="498092" y="165688"/>
                </a:cubicBezTo>
                <a:close/>
                <a:moveTo>
                  <a:pt x="66045" y="189913"/>
                </a:moveTo>
                <a:cubicBezTo>
                  <a:pt x="61200" y="198676"/>
                  <a:pt x="50170" y="201769"/>
                  <a:pt x="41407" y="196924"/>
                </a:cubicBezTo>
                <a:cubicBezTo>
                  <a:pt x="41201" y="196820"/>
                  <a:pt x="40995" y="196717"/>
                  <a:pt x="40892" y="196614"/>
                </a:cubicBezTo>
                <a:cubicBezTo>
                  <a:pt x="32335" y="191460"/>
                  <a:pt x="29552" y="180326"/>
                  <a:pt x="34706" y="171770"/>
                </a:cubicBezTo>
                <a:cubicBezTo>
                  <a:pt x="39861" y="163213"/>
                  <a:pt x="50994" y="160430"/>
                  <a:pt x="59551" y="165584"/>
                </a:cubicBezTo>
                <a:cubicBezTo>
                  <a:pt x="67901" y="170636"/>
                  <a:pt x="70788" y="181460"/>
                  <a:pt x="66045" y="189913"/>
                </a:cubicBezTo>
                <a:close/>
                <a:moveTo>
                  <a:pt x="59551" y="461347"/>
                </a:moveTo>
                <a:cubicBezTo>
                  <a:pt x="50891" y="466398"/>
                  <a:pt x="39861" y="463409"/>
                  <a:pt x="34809" y="454749"/>
                </a:cubicBezTo>
                <a:cubicBezTo>
                  <a:pt x="29758" y="446090"/>
                  <a:pt x="32748" y="435059"/>
                  <a:pt x="41407" y="430008"/>
                </a:cubicBezTo>
                <a:cubicBezTo>
                  <a:pt x="44191" y="428358"/>
                  <a:pt x="47283" y="427534"/>
                  <a:pt x="50479" y="427534"/>
                </a:cubicBezTo>
                <a:cubicBezTo>
                  <a:pt x="52025" y="427534"/>
                  <a:pt x="53675" y="427740"/>
                  <a:pt x="55221" y="428152"/>
                </a:cubicBezTo>
                <a:lnTo>
                  <a:pt x="55221" y="428152"/>
                </a:lnTo>
                <a:cubicBezTo>
                  <a:pt x="59860" y="429389"/>
                  <a:pt x="63778" y="432379"/>
                  <a:pt x="66252" y="436606"/>
                </a:cubicBezTo>
                <a:cubicBezTo>
                  <a:pt x="71200" y="445265"/>
                  <a:pt x="68210" y="456296"/>
                  <a:pt x="59551" y="461347"/>
                </a:cubicBezTo>
                <a:close/>
                <a:moveTo>
                  <a:pt x="260678" y="49712"/>
                </a:moveTo>
                <a:cubicBezTo>
                  <a:pt x="260678" y="39713"/>
                  <a:pt x="268822" y="31569"/>
                  <a:pt x="278821" y="31569"/>
                </a:cubicBezTo>
                <a:cubicBezTo>
                  <a:pt x="288821" y="31569"/>
                  <a:pt x="296965" y="39713"/>
                  <a:pt x="296965" y="49712"/>
                </a:cubicBezTo>
                <a:cubicBezTo>
                  <a:pt x="296965" y="59712"/>
                  <a:pt x="288821" y="67856"/>
                  <a:pt x="278821" y="67856"/>
                </a:cubicBezTo>
                <a:cubicBezTo>
                  <a:pt x="268822" y="67753"/>
                  <a:pt x="260678" y="59712"/>
                  <a:pt x="260678" y="49712"/>
                </a:cubicBezTo>
                <a:close/>
                <a:moveTo>
                  <a:pt x="296862" y="577322"/>
                </a:moveTo>
                <a:cubicBezTo>
                  <a:pt x="296862" y="587322"/>
                  <a:pt x="288718" y="595466"/>
                  <a:pt x="278718" y="595466"/>
                </a:cubicBezTo>
                <a:cubicBezTo>
                  <a:pt x="268719" y="595466"/>
                  <a:pt x="260575" y="587322"/>
                  <a:pt x="260575" y="577322"/>
                </a:cubicBezTo>
                <a:cubicBezTo>
                  <a:pt x="260575" y="567323"/>
                  <a:pt x="268822" y="559178"/>
                  <a:pt x="278821" y="559178"/>
                </a:cubicBezTo>
                <a:cubicBezTo>
                  <a:pt x="288821" y="559178"/>
                  <a:pt x="296862" y="567323"/>
                  <a:pt x="296862" y="577322"/>
                </a:cubicBezTo>
                <a:close/>
                <a:moveTo>
                  <a:pt x="278821" y="468769"/>
                </a:moveTo>
                <a:cubicBezTo>
                  <a:pt x="192845" y="468769"/>
                  <a:pt x="122848" y="398772"/>
                  <a:pt x="122848" y="312796"/>
                </a:cubicBezTo>
                <a:cubicBezTo>
                  <a:pt x="122848" y="226819"/>
                  <a:pt x="192845" y="156822"/>
                  <a:pt x="278821" y="156822"/>
                </a:cubicBezTo>
                <a:cubicBezTo>
                  <a:pt x="364798" y="156822"/>
                  <a:pt x="434692" y="226819"/>
                  <a:pt x="434692" y="312796"/>
                </a:cubicBezTo>
                <a:cubicBezTo>
                  <a:pt x="434692" y="398772"/>
                  <a:pt x="364798" y="468769"/>
                  <a:pt x="278821" y="468769"/>
                </a:cubicBezTo>
                <a:close/>
                <a:moveTo>
                  <a:pt x="511803" y="463203"/>
                </a:moveTo>
                <a:cubicBezTo>
                  <a:pt x="502112" y="465780"/>
                  <a:pt x="492216" y="460007"/>
                  <a:pt x="489638" y="450316"/>
                </a:cubicBezTo>
                <a:cubicBezTo>
                  <a:pt x="487061" y="440626"/>
                  <a:pt x="492834" y="430730"/>
                  <a:pt x="502525" y="428152"/>
                </a:cubicBezTo>
                <a:cubicBezTo>
                  <a:pt x="504071" y="427740"/>
                  <a:pt x="505617" y="427534"/>
                  <a:pt x="507267" y="427534"/>
                </a:cubicBezTo>
                <a:cubicBezTo>
                  <a:pt x="510462" y="427534"/>
                  <a:pt x="513555" y="428358"/>
                  <a:pt x="516338" y="430008"/>
                </a:cubicBezTo>
                <a:cubicBezTo>
                  <a:pt x="520462" y="432379"/>
                  <a:pt x="523555" y="436399"/>
                  <a:pt x="524792" y="441038"/>
                </a:cubicBezTo>
                <a:cubicBezTo>
                  <a:pt x="527266" y="450729"/>
                  <a:pt x="521493" y="460625"/>
                  <a:pt x="511803" y="463203"/>
                </a:cubicBezTo>
                <a:close/>
              </a:path>
            </a:pathLst>
          </a:custGeom>
          <a:solidFill>
            <a:srgbClr val="2CB5E8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50"/>
          <p:cNvSpPr txBox="1"/>
          <p:nvPr/>
        </p:nvSpPr>
        <p:spPr>
          <a:xfrm>
            <a:off x="365750" y="2266016"/>
            <a:ext cx="2660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" sz="1800">
                <a:solidFill>
                  <a:schemeClr val="dk2"/>
                </a:solidFill>
              </a:rPr>
              <a:t>Interactive Dashboards</a:t>
            </a:r>
            <a:endParaRPr/>
          </a:p>
        </p:txBody>
      </p:sp>
      <p:sp>
        <p:nvSpPr>
          <p:cNvPr id="421" name="Google Shape;421;p50"/>
          <p:cNvSpPr txBox="1"/>
          <p:nvPr/>
        </p:nvSpPr>
        <p:spPr>
          <a:xfrm>
            <a:off x="3169025" y="2266016"/>
            <a:ext cx="2797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" sz="1800">
                <a:solidFill>
                  <a:schemeClr val="dk2"/>
                </a:solidFill>
              </a:rPr>
              <a:t>Ask Cortex</a:t>
            </a:r>
            <a:endParaRPr/>
          </a:p>
        </p:txBody>
      </p:sp>
      <p:sp>
        <p:nvSpPr>
          <p:cNvPr id="422" name="Google Shape;422;p50"/>
          <p:cNvSpPr txBox="1"/>
          <p:nvPr/>
        </p:nvSpPr>
        <p:spPr>
          <a:xfrm>
            <a:off x="6127925" y="2266016"/>
            <a:ext cx="2660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" sz="1800">
                <a:solidFill>
                  <a:schemeClr val="dk2"/>
                </a:solidFill>
              </a:rPr>
              <a:t>Runs In Snowflake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49"/>
          <p:cNvSpPr txBox="1"/>
          <p:nvPr>
            <p:ph type="title"/>
          </p:nvPr>
        </p:nvSpPr>
        <p:spPr>
          <a:xfrm>
            <a:off x="365750" y="274320"/>
            <a:ext cx="83577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"/>
              <a:t>How It’s Built: BDC → Snowflake → App</a:t>
            </a:r>
            <a:endParaRPr/>
          </a:p>
        </p:txBody>
      </p:sp>
      <p:sp>
        <p:nvSpPr>
          <p:cNvPr id="399" name="Google Shape;399;p49"/>
          <p:cNvSpPr txBox="1"/>
          <p:nvPr>
            <p:ph idx="1" type="body"/>
          </p:nvPr>
        </p:nvSpPr>
        <p:spPr>
          <a:xfrm>
            <a:off x="365750" y="1371600"/>
            <a:ext cx="2697600" cy="218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1800"/>
              <a:t>SAP Business Data Cloud shares governed sales and CRM data products — sales orders, opportunities, customers, products — into Snowflake with zero copy and no ETL.</a:t>
            </a:r>
            <a:endParaRPr b="1" sz="1800">
              <a:solidFill>
                <a:schemeClr val="dk2"/>
              </a:solidFill>
            </a:endParaRPr>
          </a:p>
        </p:txBody>
      </p:sp>
      <p:sp>
        <p:nvSpPr>
          <p:cNvPr id="400" name="Google Shape;400;p49"/>
          <p:cNvSpPr txBox="1"/>
          <p:nvPr>
            <p:ph idx="2" type="body"/>
          </p:nvPr>
        </p:nvSpPr>
        <p:spPr>
          <a:xfrm>
            <a:off x="3169031" y="1371600"/>
            <a:ext cx="2697600" cy="218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1800"/>
              <a:t>Snowflake curates the data into analytics tables and a semantic view that captures SAP business meaning: revenue, pipeline, quota attainment, forecast.</a:t>
            </a:r>
            <a:r>
              <a:rPr lang="en" sz="1800">
                <a:solidFill>
                  <a:srgbClr val="5B5B5B"/>
                </a:solidFill>
              </a:rPr>
              <a:t/>
            </a:r>
            <a:r>
              <a:rPr lang="en" sz="1800"/>
              <a:t/>
            </a:r>
            <a:endParaRPr b="1" sz="1800">
              <a:solidFill>
                <a:schemeClr val="accent2"/>
              </a:solidFill>
            </a:endParaRPr>
          </a:p>
        </p:txBody>
      </p:sp>
      <p:sp>
        <p:nvSpPr>
          <p:cNvPr id="401" name="Google Shape;401;p49"/>
          <p:cNvSpPr txBox="1"/>
          <p:nvPr>
            <p:ph idx="3" type="body"/>
          </p:nvPr>
        </p:nvSpPr>
        <p:spPr>
          <a:xfrm>
            <a:off x="6127925" y="1371600"/>
            <a:ext cx="2697600" cy="218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1800"/>
              <a:t>A Native App packages the data, the semantic view and an SPCS-hosted React UI with Cortex Analyst — installable in one click.</a:t>
            </a:r>
            <a:endParaRPr sz="1800"/>
          </a:p>
        </p:txBody>
      </p:sp>
      <p:sp>
        <p:nvSpPr>
          <p:cNvPr id="402" name="Google Shape;402;p49"/>
          <p:cNvSpPr txBox="1"/>
          <p:nvPr/>
        </p:nvSpPr>
        <p:spPr>
          <a:xfrm>
            <a:off x="365750" y="1371600"/>
            <a:ext cx="2660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" sz="1800">
                <a:solidFill>
                  <a:schemeClr val="dk2"/>
                </a:solidFill>
              </a:rPr>
              <a:t>1. SAP BDC Data Products</a:t>
            </a:r>
            <a:endParaRPr/>
          </a:p>
        </p:txBody>
      </p:sp>
      <p:sp>
        <p:nvSpPr>
          <p:cNvPr id="403" name="Google Shape;403;p49"/>
          <p:cNvSpPr txBox="1"/>
          <p:nvPr/>
        </p:nvSpPr>
        <p:spPr>
          <a:xfrm>
            <a:off x="3169025" y="1371600"/>
            <a:ext cx="2797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" sz="1800">
                <a:solidFill>
                  <a:schemeClr val="dk2"/>
                </a:solidFill>
              </a:rPr>
              <a:t>2. Snowflake Curation</a:t>
            </a:r>
            <a:endParaRPr/>
          </a:p>
        </p:txBody>
      </p:sp>
      <p:sp>
        <p:nvSpPr>
          <p:cNvPr id="404" name="Google Shape;404;p49"/>
          <p:cNvSpPr txBox="1"/>
          <p:nvPr/>
        </p:nvSpPr>
        <p:spPr>
          <a:xfrm>
            <a:off x="6127925" y="1371600"/>
            <a:ext cx="2660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" sz="1800">
                <a:solidFill>
                  <a:schemeClr val="dk2"/>
                </a:solidFill>
              </a:rPr>
              <a:t>3. Native App + Cortex</a:t>
            </a:r>
            <a:endParaRPr/>
          </a:p>
        </p:txBody>
      </p:sp>
      <p:sp>
        <p:nvSpPr>
          <p:cNvPr id="405" name="Google Shape;405;p49"/>
          <p:cNvSpPr txBox="1"/>
          <p:nvPr>
            <p:ph idx="12" type="sldNum"/>
          </p:nvPr>
        </p:nvSpPr>
        <p:spPr>
          <a:xfrm>
            <a:off x="8229600" y="4864608"/>
            <a:ext cx="473700" cy="924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06" name="Google Shape;406;p49"/>
          <p:cNvSpPr txBox="1"/>
          <p:nvPr>
            <p:ph idx="4" type="subTitle"/>
          </p:nvPr>
        </p:nvSpPr>
        <p:spPr>
          <a:xfrm>
            <a:off x="365760" y="655285"/>
            <a:ext cx="83448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"/>
              <a:t>From SAP data product to a shareable AI app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35"/>
          <p:cNvSpPr txBox="1"/>
          <p:nvPr>
            <p:ph idx="1" type="body"/>
          </p:nvPr>
        </p:nvSpPr>
        <p:spPr>
          <a:xfrm>
            <a:off x="365760" y="1214450"/>
            <a:ext cx="7484400" cy="2714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DEMOING SALES 360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800"/>
              </a:spcAft>
              <a:buNone/>
            </a:pPr>
            <a:r>
              <a:rPr lang="en">
                <a:solidFill>
                  <a:schemeClr val="accent1"/>
                </a:solidFill>
              </a:rPr>
              <a:t>THE 10-MINUTE FLOW</a:t>
            </a:r>
            <a:endParaRPr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57"/>
          <p:cNvSpPr txBox="1"/>
          <p:nvPr>
            <p:ph idx="1" type="body"/>
          </p:nvPr>
        </p:nvSpPr>
        <p:spPr>
          <a:xfrm>
            <a:off x="365750" y="274320"/>
            <a:ext cx="1926000" cy="68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"/>
              <a:t>The Demo Flow</a:t>
            </a:r>
            <a:endParaRPr/>
          </a:p>
        </p:txBody>
      </p:sp>
      <p:sp>
        <p:nvSpPr>
          <p:cNvPr id="493" name="Google Shape;493;p57"/>
          <p:cNvSpPr txBox="1"/>
          <p:nvPr>
            <p:ph idx="2" type="body"/>
          </p:nvPr>
        </p:nvSpPr>
        <p:spPr>
          <a:xfrm>
            <a:off x="2961200" y="914400"/>
            <a:ext cx="5725500" cy="3771900"/>
          </a:xfrm>
          <a:prstGeom prst="rect">
            <a:avLst/>
          </a:prstGeom>
        </p:spPr>
        <p:txBody>
          <a:bodyPr anchorCtr="0" anchor="ctr" bIns="91425" lIns="3657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Open the app — no setup, the data is already inside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Executive Dashboard: revenue, pipeline and top customers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Drill into the deal funnel, customer health and products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Review the rep leaderboard and revenue forecast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Ask Cortex a natural-language question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Show the generated SQL and the governed answer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>
                <a:solidFill>
                  <a:schemeClr val="lt1"/>
                </a:solidFill>
              </a:rPr>
              <a:t>Recap: zero-ETL, governed, AI-ready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494" name="Google Shape;494;p57"/>
          <p:cNvSpPr/>
          <p:nvPr/>
        </p:nvSpPr>
        <p:spPr>
          <a:xfrm>
            <a:off x="2951126" y="1830810"/>
            <a:ext cx="168110" cy="184161"/>
          </a:xfrm>
          <a:custGeom>
            <a:rect b="b" l="l" r="r" t="t"/>
            <a:pathLst>
              <a:path extrusionOk="0" h="3348378" w="3056545">
                <a:moveTo>
                  <a:pt x="3030586" y="1839314"/>
                </a:moveTo>
                <a:cubicBezTo>
                  <a:pt x="3049302" y="1779704"/>
                  <a:pt x="3058009" y="1717406"/>
                  <a:pt x="3056345" y="1654957"/>
                </a:cubicBezTo>
                <a:cubicBezTo>
                  <a:pt x="3054596" y="1609803"/>
                  <a:pt x="3047677" y="1564992"/>
                  <a:pt x="3035719" y="1521415"/>
                </a:cubicBezTo>
                <a:cubicBezTo>
                  <a:pt x="2996395" y="1377786"/>
                  <a:pt x="2901628" y="1255622"/>
                  <a:pt x="2772233" y="1181766"/>
                </a:cubicBezTo>
                <a:lnTo>
                  <a:pt x="849600" y="72682"/>
                </a:lnTo>
                <a:cubicBezTo>
                  <a:pt x="577049" y="-80422"/>
                  <a:pt x="231891" y="16239"/>
                  <a:pt x="78670" y="288582"/>
                </a:cubicBezTo>
                <a:cubicBezTo>
                  <a:pt x="-72025" y="556433"/>
                  <a:pt x="18814" y="895508"/>
                  <a:pt x="283275" y="1052308"/>
                </a:cubicBezTo>
                <a:lnTo>
                  <a:pt x="1357372" y="1673193"/>
                </a:lnTo>
                <a:lnTo>
                  <a:pt x="283275" y="2292274"/>
                </a:lnTo>
                <a:cubicBezTo>
                  <a:pt x="12395" y="2448545"/>
                  <a:pt x="-80421" y="2794643"/>
                  <a:pt x="75965" y="3065318"/>
                </a:cubicBezTo>
                <a:cubicBezTo>
                  <a:pt x="232351" y="3335992"/>
                  <a:pt x="578719" y="3428740"/>
                  <a:pt x="849600" y="3272470"/>
                </a:cubicBezTo>
                <a:lnTo>
                  <a:pt x="2772233" y="2162246"/>
                </a:lnTo>
                <a:cubicBezTo>
                  <a:pt x="2896324" y="2091362"/>
                  <a:pt x="2988715" y="1975876"/>
                  <a:pt x="3030586" y="1839314"/>
                </a:cubicBezTo>
              </a:path>
            </a:pathLst>
          </a:custGeom>
          <a:solidFill>
            <a:srgbClr val="29B5E8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26262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57"/>
          <p:cNvSpPr/>
          <p:nvPr/>
        </p:nvSpPr>
        <p:spPr>
          <a:xfrm>
            <a:off x="2951126" y="2273898"/>
            <a:ext cx="168110" cy="184161"/>
          </a:xfrm>
          <a:custGeom>
            <a:rect b="b" l="l" r="r" t="t"/>
            <a:pathLst>
              <a:path extrusionOk="0" h="3348378" w="3056545">
                <a:moveTo>
                  <a:pt x="3030586" y="1839314"/>
                </a:moveTo>
                <a:cubicBezTo>
                  <a:pt x="3049302" y="1779704"/>
                  <a:pt x="3058009" y="1717406"/>
                  <a:pt x="3056345" y="1654957"/>
                </a:cubicBezTo>
                <a:cubicBezTo>
                  <a:pt x="3054596" y="1609803"/>
                  <a:pt x="3047677" y="1564992"/>
                  <a:pt x="3035719" y="1521415"/>
                </a:cubicBezTo>
                <a:cubicBezTo>
                  <a:pt x="2996395" y="1377786"/>
                  <a:pt x="2901628" y="1255622"/>
                  <a:pt x="2772233" y="1181766"/>
                </a:cubicBezTo>
                <a:lnTo>
                  <a:pt x="849600" y="72682"/>
                </a:lnTo>
                <a:cubicBezTo>
                  <a:pt x="577049" y="-80422"/>
                  <a:pt x="231891" y="16239"/>
                  <a:pt x="78670" y="288582"/>
                </a:cubicBezTo>
                <a:cubicBezTo>
                  <a:pt x="-72025" y="556433"/>
                  <a:pt x="18814" y="895508"/>
                  <a:pt x="283275" y="1052308"/>
                </a:cubicBezTo>
                <a:lnTo>
                  <a:pt x="1357372" y="1673193"/>
                </a:lnTo>
                <a:lnTo>
                  <a:pt x="283275" y="2292274"/>
                </a:lnTo>
                <a:cubicBezTo>
                  <a:pt x="12395" y="2448545"/>
                  <a:pt x="-80421" y="2794643"/>
                  <a:pt x="75965" y="3065318"/>
                </a:cubicBezTo>
                <a:cubicBezTo>
                  <a:pt x="232351" y="3335992"/>
                  <a:pt x="578719" y="3428740"/>
                  <a:pt x="849600" y="3272470"/>
                </a:cubicBezTo>
                <a:lnTo>
                  <a:pt x="2772233" y="2162246"/>
                </a:lnTo>
                <a:cubicBezTo>
                  <a:pt x="2896324" y="2091362"/>
                  <a:pt x="2988715" y="1975876"/>
                  <a:pt x="3030586" y="1839314"/>
                </a:cubicBezTo>
              </a:path>
            </a:pathLst>
          </a:custGeom>
          <a:solidFill>
            <a:srgbClr val="29B5E8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26262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57"/>
          <p:cNvSpPr/>
          <p:nvPr/>
        </p:nvSpPr>
        <p:spPr>
          <a:xfrm>
            <a:off x="2951126" y="2716987"/>
            <a:ext cx="168110" cy="184161"/>
          </a:xfrm>
          <a:custGeom>
            <a:rect b="b" l="l" r="r" t="t"/>
            <a:pathLst>
              <a:path extrusionOk="0" h="3348378" w="3056545">
                <a:moveTo>
                  <a:pt x="3030586" y="1839314"/>
                </a:moveTo>
                <a:cubicBezTo>
                  <a:pt x="3049302" y="1779704"/>
                  <a:pt x="3058009" y="1717406"/>
                  <a:pt x="3056345" y="1654957"/>
                </a:cubicBezTo>
                <a:cubicBezTo>
                  <a:pt x="3054596" y="1609803"/>
                  <a:pt x="3047677" y="1564992"/>
                  <a:pt x="3035719" y="1521415"/>
                </a:cubicBezTo>
                <a:cubicBezTo>
                  <a:pt x="2996395" y="1377786"/>
                  <a:pt x="2901628" y="1255622"/>
                  <a:pt x="2772233" y="1181766"/>
                </a:cubicBezTo>
                <a:lnTo>
                  <a:pt x="849600" y="72682"/>
                </a:lnTo>
                <a:cubicBezTo>
                  <a:pt x="577049" y="-80422"/>
                  <a:pt x="231891" y="16239"/>
                  <a:pt x="78670" y="288582"/>
                </a:cubicBezTo>
                <a:cubicBezTo>
                  <a:pt x="-72025" y="556433"/>
                  <a:pt x="18814" y="895508"/>
                  <a:pt x="283275" y="1052308"/>
                </a:cubicBezTo>
                <a:lnTo>
                  <a:pt x="1357372" y="1673193"/>
                </a:lnTo>
                <a:lnTo>
                  <a:pt x="283275" y="2292274"/>
                </a:lnTo>
                <a:cubicBezTo>
                  <a:pt x="12395" y="2448545"/>
                  <a:pt x="-80421" y="2794643"/>
                  <a:pt x="75965" y="3065318"/>
                </a:cubicBezTo>
                <a:cubicBezTo>
                  <a:pt x="232351" y="3335992"/>
                  <a:pt x="578719" y="3428740"/>
                  <a:pt x="849600" y="3272470"/>
                </a:cubicBezTo>
                <a:lnTo>
                  <a:pt x="2772233" y="2162246"/>
                </a:lnTo>
                <a:cubicBezTo>
                  <a:pt x="2896324" y="2091362"/>
                  <a:pt x="2988715" y="1975876"/>
                  <a:pt x="3030586" y="1839314"/>
                </a:cubicBezTo>
              </a:path>
            </a:pathLst>
          </a:custGeom>
          <a:solidFill>
            <a:srgbClr val="29B5E8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26262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57"/>
          <p:cNvSpPr/>
          <p:nvPr/>
        </p:nvSpPr>
        <p:spPr>
          <a:xfrm>
            <a:off x="2951126" y="3160076"/>
            <a:ext cx="168110" cy="184161"/>
          </a:xfrm>
          <a:custGeom>
            <a:rect b="b" l="l" r="r" t="t"/>
            <a:pathLst>
              <a:path extrusionOk="0" h="3348378" w="3056545">
                <a:moveTo>
                  <a:pt x="3030586" y="1839314"/>
                </a:moveTo>
                <a:cubicBezTo>
                  <a:pt x="3049302" y="1779704"/>
                  <a:pt x="3058009" y="1717406"/>
                  <a:pt x="3056345" y="1654957"/>
                </a:cubicBezTo>
                <a:cubicBezTo>
                  <a:pt x="3054596" y="1609803"/>
                  <a:pt x="3047677" y="1564992"/>
                  <a:pt x="3035719" y="1521415"/>
                </a:cubicBezTo>
                <a:cubicBezTo>
                  <a:pt x="2996395" y="1377786"/>
                  <a:pt x="2901628" y="1255622"/>
                  <a:pt x="2772233" y="1181766"/>
                </a:cubicBezTo>
                <a:lnTo>
                  <a:pt x="849600" y="72682"/>
                </a:lnTo>
                <a:cubicBezTo>
                  <a:pt x="577049" y="-80422"/>
                  <a:pt x="231891" y="16239"/>
                  <a:pt x="78670" y="288582"/>
                </a:cubicBezTo>
                <a:cubicBezTo>
                  <a:pt x="-72025" y="556433"/>
                  <a:pt x="18814" y="895508"/>
                  <a:pt x="283275" y="1052308"/>
                </a:cubicBezTo>
                <a:lnTo>
                  <a:pt x="1357372" y="1673193"/>
                </a:lnTo>
                <a:lnTo>
                  <a:pt x="283275" y="2292274"/>
                </a:lnTo>
                <a:cubicBezTo>
                  <a:pt x="12395" y="2448545"/>
                  <a:pt x="-80421" y="2794643"/>
                  <a:pt x="75965" y="3065318"/>
                </a:cubicBezTo>
                <a:cubicBezTo>
                  <a:pt x="232351" y="3335992"/>
                  <a:pt x="578719" y="3428740"/>
                  <a:pt x="849600" y="3272470"/>
                </a:cubicBezTo>
                <a:lnTo>
                  <a:pt x="2772233" y="2162246"/>
                </a:lnTo>
                <a:cubicBezTo>
                  <a:pt x="2896324" y="2091362"/>
                  <a:pt x="2988715" y="1975876"/>
                  <a:pt x="3030586" y="1839314"/>
                </a:cubicBezTo>
              </a:path>
            </a:pathLst>
          </a:custGeom>
          <a:solidFill>
            <a:srgbClr val="29B5E8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26262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57"/>
          <p:cNvSpPr/>
          <p:nvPr/>
        </p:nvSpPr>
        <p:spPr>
          <a:xfrm>
            <a:off x="2951126" y="3603165"/>
            <a:ext cx="168110" cy="184161"/>
          </a:xfrm>
          <a:custGeom>
            <a:rect b="b" l="l" r="r" t="t"/>
            <a:pathLst>
              <a:path extrusionOk="0" h="3348378" w="3056545">
                <a:moveTo>
                  <a:pt x="3030586" y="1839314"/>
                </a:moveTo>
                <a:cubicBezTo>
                  <a:pt x="3049302" y="1779704"/>
                  <a:pt x="3058009" y="1717406"/>
                  <a:pt x="3056345" y="1654957"/>
                </a:cubicBezTo>
                <a:cubicBezTo>
                  <a:pt x="3054596" y="1609803"/>
                  <a:pt x="3047677" y="1564992"/>
                  <a:pt x="3035719" y="1521415"/>
                </a:cubicBezTo>
                <a:cubicBezTo>
                  <a:pt x="2996395" y="1377786"/>
                  <a:pt x="2901628" y="1255622"/>
                  <a:pt x="2772233" y="1181766"/>
                </a:cubicBezTo>
                <a:lnTo>
                  <a:pt x="849600" y="72682"/>
                </a:lnTo>
                <a:cubicBezTo>
                  <a:pt x="577049" y="-80422"/>
                  <a:pt x="231891" y="16239"/>
                  <a:pt x="78670" y="288582"/>
                </a:cubicBezTo>
                <a:cubicBezTo>
                  <a:pt x="-72025" y="556433"/>
                  <a:pt x="18814" y="895508"/>
                  <a:pt x="283275" y="1052308"/>
                </a:cubicBezTo>
                <a:lnTo>
                  <a:pt x="1357372" y="1673193"/>
                </a:lnTo>
                <a:lnTo>
                  <a:pt x="283275" y="2292274"/>
                </a:lnTo>
                <a:cubicBezTo>
                  <a:pt x="12395" y="2448545"/>
                  <a:pt x="-80421" y="2794643"/>
                  <a:pt x="75965" y="3065318"/>
                </a:cubicBezTo>
                <a:cubicBezTo>
                  <a:pt x="232351" y="3335992"/>
                  <a:pt x="578719" y="3428740"/>
                  <a:pt x="849600" y="3272470"/>
                </a:cubicBezTo>
                <a:lnTo>
                  <a:pt x="2772233" y="2162246"/>
                </a:lnTo>
                <a:cubicBezTo>
                  <a:pt x="2896324" y="2091362"/>
                  <a:pt x="2988715" y="1975876"/>
                  <a:pt x="3030586" y="1839314"/>
                </a:cubicBezTo>
              </a:path>
            </a:pathLst>
          </a:custGeom>
          <a:solidFill>
            <a:srgbClr val="29B5E8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26262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p57"/>
          <p:cNvSpPr/>
          <p:nvPr/>
        </p:nvSpPr>
        <p:spPr>
          <a:xfrm>
            <a:off x="2951126" y="4046253"/>
            <a:ext cx="168110" cy="184161"/>
          </a:xfrm>
          <a:custGeom>
            <a:rect b="b" l="l" r="r" t="t"/>
            <a:pathLst>
              <a:path extrusionOk="0" h="3348378" w="3056545">
                <a:moveTo>
                  <a:pt x="3030586" y="1839314"/>
                </a:moveTo>
                <a:cubicBezTo>
                  <a:pt x="3049302" y="1779704"/>
                  <a:pt x="3058009" y="1717406"/>
                  <a:pt x="3056345" y="1654957"/>
                </a:cubicBezTo>
                <a:cubicBezTo>
                  <a:pt x="3054596" y="1609803"/>
                  <a:pt x="3047677" y="1564992"/>
                  <a:pt x="3035719" y="1521415"/>
                </a:cubicBezTo>
                <a:cubicBezTo>
                  <a:pt x="2996395" y="1377786"/>
                  <a:pt x="2901628" y="1255622"/>
                  <a:pt x="2772233" y="1181766"/>
                </a:cubicBezTo>
                <a:lnTo>
                  <a:pt x="849600" y="72682"/>
                </a:lnTo>
                <a:cubicBezTo>
                  <a:pt x="577049" y="-80422"/>
                  <a:pt x="231891" y="16239"/>
                  <a:pt x="78670" y="288582"/>
                </a:cubicBezTo>
                <a:cubicBezTo>
                  <a:pt x="-72025" y="556433"/>
                  <a:pt x="18814" y="895508"/>
                  <a:pt x="283275" y="1052308"/>
                </a:cubicBezTo>
                <a:lnTo>
                  <a:pt x="1357372" y="1673193"/>
                </a:lnTo>
                <a:lnTo>
                  <a:pt x="283275" y="2292274"/>
                </a:lnTo>
                <a:cubicBezTo>
                  <a:pt x="12395" y="2448545"/>
                  <a:pt x="-80421" y="2794643"/>
                  <a:pt x="75965" y="3065318"/>
                </a:cubicBezTo>
                <a:cubicBezTo>
                  <a:pt x="232351" y="3335992"/>
                  <a:pt x="578719" y="3428740"/>
                  <a:pt x="849600" y="3272470"/>
                </a:cubicBezTo>
                <a:lnTo>
                  <a:pt x="2772233" y="2162246"/>
                </a:lnTo>
                <a:cubicBezTo>
                  <a:pt x="2896324" y="2091362"/>
                  <a:pt x="2988715" y="1975876"/>
                  <a:pt x="3030586" y="1839314"/>
                </a:cubicBezTo>
              </a:path>
            </a:pathLst>
          </a:custGeom>
          <a:solidFill>
            <a:srgbClr val="29B5E8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26262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p57"/>
          <p:cNvSpPr/>
          <p:nvPr/>
        </p:nvSpPr>
        <p:spPr>
          <a:xfrm>
            <a:off x="2951126" y="1387721"/>
            <a:ext cx="168110" cy="184161"/>
          </a:xfrm>
          <a:custGeom>
            <a:rect b="b" l="l" r="r" t="t"/>
            <a:pathLst>
              <a:path extrusionOk="0" h="3348378" w="3056545">
                <a:moveTo>
                  <a:pt x="3030586" y="1839314"/>
                </a:moveTo>
                <a:cubicBezTo>
                  <a:pt x="3049302" y="1779704"/>
                  <a:pt x="3058009" y="1717406"/>
                  <a:pt x="3056345" y="1654957"/>
                </a:cubicBezTo>
                <a:cubicBezTo>
                  <a:pt x="3054596" y="1609803"/>
                  <a:pt x="3047677" y="1564992"/>
                  <a:pt x="3035719" y="1521415"/>
                </a:cubicBezTo>
                <a:cubicBezTo>
                  <a:pt x="2996395" y="1377786"/>
                  <a:pt x="2901628" y="1255622"/>
                  <a:pt x="2772233" y="1181766"/>
                </a:cubicBezTo>
                <a:lnTo>
                  <a:pt x="849600" y="72682"/>
                </a:lnTo>
                <a:cubicBezTo>
                  <a:pt x="577049" y="-80422"/>
                  <a:pt x="231891" y="16239"/>
                  <a:pt x="78670" y="288582"/>
                </a:cubicBezTo>
                <a:cubicBezTo>
                  <a:pt x="-72025" y="556433"/>
                  <a:pt x="18814" y="895508"/>
                  <a:pt x="283275" y="1052308"/>
                </a:cubicBezTo>
                <a:lnTo>
                  <a:pt x="1357372" y="1673193"/>
                </a:lnTo>
                <a:lnTo>
                  <a:pt x="283275" y="2292274"/>
                </a:lnTo>
                <a:cubicBezTo>
                  <a:pt x="12395" y="2448545"/>
                  <a:pt x="-80421" y="2794643"/>
                  <a:pt x="75965" y="3065318"/>
                </a:cubicBezTo>
                <a:cubicBezTo>
                  <a:pt x="232351" y="3335992"/>
                  <a:pt x="578719" y="3428740"/>
                  <a:pt x="849600" y="3272470"/>
                </a:cubicBezTo>
                <a:lnTo>
                  <a:pt x="2772233" y="2162246"/>
                </a:lnTo>
                <a:cubicBezTo>
                  <a:pt x="2896324" y="2091362"/>
                  <a:pt x="2988715" y="1975876"/>
                  <a:pt x="3030586" y="1839314"/>
                </a:cubicBezTo>
              </a:path>
            </a:pathLst>
          </a:custGeom>
          <a:solidFill>
            <a:srgbClr val="29B5E8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26262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p57"/>
          <p:cNvSpPr txBox="1"/>
          <p:nvPr>
            <p:ph idx="12" type="sldNum"/>
          </p:nvPr>
        </p:nvSpPr>
        <p:spPr>
          <a:xfrm>
            <a:off x="8229600" y="4864608"/>
            <a:ext cx="473700" cy="924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52"/>
          <p:cNvSpPr txBox="1"/>
          <p:nvPr>
            <p:ph type="title"/>
          </p:nvPr>
        </p:nvSpPr>
        <p:spPr>
          <a:xfrm>
            <a:off x="365750" y="274320"/>
            <a:ext cx="83484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"/>
              <a:t>Demo Act 1: The Dashboards</a:t>
            </a:r>
            <a:endParaRPr/>
          </a:p>
        </p:txBody>
      </p:sp>
      <p:sp>
        <p:nvSpPr>
          <p:cNvPr id="443" name="Google Shape;443;p52"/>
          <p:cNvSpPr txBox="1"/>
          <p:nvPr>
            <p:ph idx="1" type="body"/>
          </p:nvPr>
        </p:nvSpPr>
        <p:spPr>
          <a:xfrm>
            <a:off x="365750" y="1371600"/>
            <a:ext cx="1920300" cy="276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/>
              <a:t>Revenue, pipeline and top customers by country — see sales performance instantly.</a:t>
            </a:r>
            <a:endParaRPr/>
          </a:p>
        </p:txBody>
      </p:sp>
      <p:sp>
        <p:nvSpPr>
          <p:cNvPr id="444" name="Google Shape;444;p52"/>
          <p:cNvSpPr txBox="1"/>
          <p:nvPr>
            <p:ph idx="2" type="body"/>
          </p:nvPr>
        </p:nvSpPr>
        <p:spPr>
          <a:xfrm>
            <a:off x="2459408" y="1371600"/>
            <a:ext cx="1920300" cy="276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/>
              <a:t>Deal funnel, stage sankey, aging and stale deals — manage the pipeline.</a:t>
            </a:r>
            <a:endParaRPr/>
          </a:p>
        </p:txBody>
      </p:sp>
      <p:sp>
        <p:nvSpPr>
          <p:cNvPr id="445" name="Google Shape;445;p52"/>
          <p:cNvSpPr txBox="1"/>
          <p:nvPr>
            <p:ph idx="3" type="body"/>
          </p:nvPr>
        </p:nvSpPr>
        <p:spPr>
          <a:xfrm>
            <a:off x="4673192" y="1371600"/>
            <a:ext cx="1920300" cy="276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/>
              <a:t>Customer health by contract value, revenue and open opportunities.</a:t>
            </a:r>
            <a:endParaRPr/>
          </a:p>
        </p:txBody>
      </p:sp>
      <p:sp>
        <p:nvSpPr>
          <p:cNvPr id="446" name="Google Shape;446;p52"/>
          <p:cNvSpPr txBox="1"/>
          <p:nvPr>
            <p:ph idx="4" type="body"/>
          </p:nvPr>
        </p:nvSpPr>
        <p:spPr>
          <a:xfrm>
            <a:off x="6887000" y="1371600"/>
            <a:ext cx="1920300" cy="276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/>
              <a:t>Rep leaderboard (quota attainment, win %) and revenue forecast vs actual.</a:t>
            </a:r>
            <a:endParaRPr/>
          </a:p>
        </p:txBody>
      </p:sp>
      <p:sp>
        <p:nvSpPr>
          <p:cNvPr id="447" name="Google Shape;447;p52"/>
          <p:cNvSpPr txBox="1"/>
          <p:nvPr>
            <p:ph idx="12" type="sldNum"/>
          </p:nvPr>
        </p:nvSpPr>
        <p:spPr>
          <a:xfrm>
            <a:off x="8229600" y="4864608"/>
            <a:ext cx="473700" cy="924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48" name="Google Shape;448;p52"/>
          <p:cNvSpPr txBox="1"/>
          <p:nvPr>
            <p:ph idx="5" type="subTitle"/>
          </p:nvPr>
        </p:nvSpPr>
        <p:spPr>
          <a:xfrm>
            <a:off x="365760" y="655285"/>
            <a:ext cx="83448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"/>
              <a:t>Click through the sales story</a:t>
            </a:r>
            <a:endParaRPr/>
          </a:p>
        </p:txBody>
      </p:sp>
      <p:sp>
        <p:nvSpPr>
          <p:cNvPr id="449" name="Google Shape;449;p52"/>
          <p:cNvSpPr/>
          <p:nvPr/>
        </p:nvSpPr>
        <p:spPr>
          <a:xfrm>
            <a:off x="544112" y="1443998"/>
            <a:ext cx="615626" cy="546779"/>
          </a:xfrm>
          <a:custGeom>
            <a:rect b="b" l="l" r="r" t="t"/>
            <a:pathLst>
              <a:path extrusionOk="0" h="1778143" w="1985891">
                <a:moveTo>
                  <a:pt x="1984833" y="1484821"/>
                </a:moveTo>
                <a:cubicBezTo>
                  <a:pt x="1982909" y="1475749"/>
                  <a:pt x="1978785" y="1467227"/>
                  <a:pt x="1972737" y="1460355"/>
                </a:cubicBezTo>
                <a:lnTo>
                  <a:pt x="1972737" y="1460355"/>
                </a:lnTo>
                <a:cubicBezTo>
                  <a:pt x="1896864" y="1374859"/>
                  <a:pt x="1896864" y="1236033"/>
                  <a:pt x="1972737" y="1150538"/>
                </a:cubicBezTo>
                <a:cubicBezTo>
                  <a:pt x="1973287" y="1149988"/>
                  <a:pt x="1973287" y="1149438"/>
                  <a:pt x="1973837" y="1148888"/>
                </a:cubicBezTo>
                <a:cubicBezTo>
                  <a:pt x="1974387" y="1148338"/>
                  <a:pt x="1975211" y="1147789"/>
                  <a:pt x="1975761" y="1146964"/>
                </a:cubicBezTo>
                <a:cubicBezTo>
                  <a:pt x="1976311" y="1146139"/>
                  <a:pt x="1976586" y="1144490"/>
                  <a:pt x="1977411" y="1143390"/>
                </a:cubicBezTo>
                <a:cubicBezTo>
                  <a:pt x="1979885" y="1139542"/>
                  <a:pt x="1981809" y="1135693"/>
                  <a:pt x="1983184" y="1131294"/>
                </a:cubicBezTo>
                <a:cubicBezTo>
                  <a:pt x="1983733" y="1129370"/>
                  <a:pt x="1984283" y="1127171"/>
                  <a:pt x="1984833" y="1125247"/>
                </a:cubicBezTo>
                <a:cubicBezTo>
                  <a:pt x="1985658" y="1120848"/>
                  <a:pt x="1985933" y="1116450"/>
                  <a:pt x="1985383" y="1112051"/>
                </a:cubicBezTo>
                <a:cubicBezTo>
                  <a:pt x="1985383" y="1110402"/>
                  <a:pt x="1985383" y="1108752"/>
                  <a:pt x="1985108" y="1106828"/>
                </a:cubicBezTo>
                <a:cubicBezTo>
                  <a:pt x="1984283" y="1100780"/>
                  <a:pt x="1982084" y="1095007"/>
                  <a:pt x="1979060" y="1089784"/>
                </a:cubicBezTo>
                <a:lnTo>
                  <a:pt x="1978785" y="1089509"/>
                </a:lnTo>
                <a:cubicBezTo>
                  <a:pt x="1978235" y="1088684"/>
                  <a:pt x="1977686" y="1088409"/>
                  <a:pt x="1977136" y="1087585"/>
                </a:cubicBezTo>
                <a:cubicBezTo>
                  <a:pt x="1974112" y="1082911"/>
                  <a:pt x="1970538" y="1078788"/>
                  <a:pt x="1966140" y="1075214"/>
                </a:cubicBezTo>
                <a:cubicBezTo>
                  <a:pt x="1965590" y="1074664"/>
                  <a:pt x="1965315" y="1074114"/>
                  <a:pt x="1964765" y="1073564"/>
                </a:cubicBezTo>
                <a:lnTo>
                  <a:pt x="1430351" y="677153"/>
                </a:lnTo>
                <a:cubicBezTo>
                  <a:pt x="1471037" y="544924"/>
                  <a:pt x="1462240" y="414619"/>
                  <a:pt x="1426503" y="325550"/>
                </a:cubicBezTo>
                <a:cubicBezTo>
                  <a:pt x="1413857" y="292837"/>
                  <a:pt x="1395438" y="262322"/>
                  <a:pt x="1372072" y="235931"/>
                </a:cubicBezTo>
                <a:cubicBezTo>
                  <a:pt x="1384442" y="225485"/>
                  <a:pt x="1397638" y="215589"/>
                  <a:pt x="1411383" y="207066"/>
                </a:cubicBezTo>
                <a:cubicBezTo>
                  <a:pt x="1436674" y="193046"/>
                  <a:pt x="1445746" y="161157"/>
                  <a:pt x="1431726" y="135866"/>
                </a:cubicBezTo>
                <a:cubicBezTo>
                  <a:pt x="1428977" y="130918"/>
                  <a:pt x="1425403" y="126520"/>
                  <a:pt x="1421280" y="122671"/>
                </a:cubicBezTo>
                <a:cubicBezTo>
                  <a:pt x="1417431" y="119097"/>
                  <a:pt x="1323689" y="34702"/>
                  <a:pt x="1180463" y="54770"/>
                </a:cubicBezTo>
                <a:cubicBezTo>
                  <a:pt x="1085347" y="68515"/>
                  <a:pt x="1020744" y="133667"/>
                  <a:pt x="980333" y="193321"/>
                </a:cubicBezTo>
                <a:cubicBezTo>
                  <a:pt x="958341" y="132842"/>
                  <a:pt x="921504" y="60817"/>
                  <a:pt x="859650" y="7761"/>
                </a:cubicBezTo>
                <a:cubicBezTo>
                  <a:pt x="845355" y="-4060"/>
                  <a:pt x="824188" y="-2136"/>
                  <a:pt x="812367" y="11885"/>
                </a:cubicBezTo>
                <a:cubicBezTo>
                  <a:pt x="800821" y="25905"/>
                  <a:pt x="802195" y="46522"/>
                  <a:pt x="815666" y="58343"/>
                </a:cubicBezTo>
                <a:cubicBezTo>
                  <a:pt x="854977" y="92157"/>
                  <a:pt x="882467" y="136691"/>
                  <a:pt x="901711" y="179026"/>
                </a:cubicBezTo>
                <a:cubicBezTo>
                  <a:pt x="872296" y="169954"/>
                  <a:pt x="841507" y="165556"/>
                  <a:pt x="810717" y="166106"/>
                </a:cubicBezTo>
                <a:cubicBezTo>
                  <a:pt x="719174" y="166106"/>
                  <a:pt x="629281" y="231533"/>
                  <a:pt x="591619" y="325000"/>
                </a:cubicBezTo>
                <a:cubicBezTo>
                  <a:pt x="560005" y="404448"/>
                  <a:pt x="549558" y="516334"/>
                  <a:pt x="575949" y="632893"/>
                </a:cubicBezTo>
                <a:lnTo>
                  <a:pt x="185585" y="725536"/>
                </a:lnTo>
                <a:cubicBezTo>
                  <a:pt x="64352" y="749452"/>
                  <a:pt x="-17844" y="874809"/>
                  <a:pt x="3324" y="1005388"/>
                </a:cubicBezTo>
                <a:cubicBezTo>
                  <a:pt x="11571" y="1057895"/>
                  <a:pt x="36862" y="1106278"/>
                  <a:pt x="75074" y="1143115"/>
                </a:cubicBezTo>
                <a:lnTo>
                  <a:pt x="617735" y="1696772"/>
                </a:lnTo>
                <a:lnTo>
                  <a:pt x="618284" y="1697322"/>
                </a:lnTo>
                <a:cubicBezTo>
                  <a:pt x="631205" y="1712442"/>
                  <a:pt x="645775" y="1725637"/>
                  <a:pt x="661994" y="1737183"/>
                </a:cubicBezTo>
                <a:cubicBezTo>
                  <a:pt x="699106" y="1763574"/>
                  <a:pt x="743366" y="1777869"/>
                  <a:pt x="788725" y="1778144"/>
                </a:cubicBezTo>
                <a:cubicBezTo>
                  <a:pt x="802470" y="1778144"/>
                  <a:pt x="815940" y="1776769"/>
                  <a:pt x="829411" y="1774295"/>
                </a:cubicBezTo>
                <a:lnTo>
                  <a:pt x="1177439" y="1700621"/>
                </a:lnTo>
                <a:lnTo>
                  <a:pt x="1943872" y="1546675"/>
                </a:lnTo>
                <a:cubicBezTo>
                  <a:pt x="1972188" y="1540902"/>
                  <a:pt x="1990606" y="1513411"/>
                  <a:pt x="1984833" y="1484821"/>
                </a:cubicBezTo>
                <a:close/>
                <a:moveTo>
                  <a:pt x="1195858" y="158683"/>
                </a:moveTo>
                <a:cubicBezTo>
                  <a:pt x="1228022" y="154010"/>
                  <a:pt x="1260461" y="157034"/>
                  <a:pt x="1291250" y="167480"/>
                </a:cubicBezTo>
                <a:cubicBezTo>
                  <a:pt x="1280529" y="177377"/>
                  <a:pt x="1269258" y="188373"/>
                  <a:pt x="1257437" y="200469"/>
                </a:cubicBezTo>
                <a:cubicBezTo>
                  <a:pt x="1256062" y="201843"/>
                  <a:pt x="1254962" y="203218"/>
                  <a:pt x="1253863" y="204592"/>
                </a:cubicBezTo>
                <a:cubicBezTo>
                  <a:pt x="1243142" y="215314"/>
                  <a:pt x="1232145" y="226585"/>
                  <a:pt x="1221149" y="237306"/>
                </a:cubicBezTo>
                <a:cubicBezTo>
                  <a:pt x="1210153" y="248027"/>
                  <a:pt x="1198607" y="258748"/>
                  <a:pt x="1187336" y="268370"/>
                </a:cubicBezTo>
                <a:cubicBezTo>
                  <a:pt x="1173041" y="280466"/>
                  <a:pt x="1157097" y="290912"/>
                  <a:pt x="1140327" y="299159"/>
                </a:cubicBezTo>
                <a:cubicBezTo>
                  <a:pt x="1125208" y="306582"/>
                  <a:pt x="1109263" y="311805"/>
                  <a:pt x="1092769" y="314554"/>
                </a:cubicBezTo>
                <a:cubicBezTo>
                  <a:pt x="1083422" y="316203"/>
                  <a:pt x="1073801" y="316203"/>
                  <a:pt x="1064179" y="315104"/>
                </a:cubicBezTo>
                <a:cubicBezTo>
                  <a:pt x="1057581" y="314004"/>
                  <a:pt x="1051258" y="312080"/>
                  <a:pt x="1045211" y="308781"/>
                </a:cubicBezTo>
                <a:cubicBezTo>
                  <a:pt x="1043836" y="308231"/>
                  <a:pt x="1042736" y="307407"/>
                  <a:pt x="1041637" y="306857"/>
                </a:cubicBezTo>
                <a:cubicBezTo>
                  <a:pt x="1040537" y="306307"/>
                  <a:pt x="1039713" y="304932"/>
                  <a:pt x="1038888" y="304108"/>
                </a:cubicBezTo>
                <a:cubicBezTo>
                  <a:pt x="1059506" y="258748"/>
                  <a:pt x="1111188" y="170779"/>
                  <a:pt x="1195858" y="158683"/>
                </a:cubicBezTo>
                <a:close/>
                <a:moveTo>
                  <a:pt x="689759" y="364037"/>
                </a:moveTo>
                <a:cubicBezTo>
                  <a:pt x="714226" y="303008"/>
                  <a:pt x="769482" y="271119"/>
                  <a:pt x="811542" y="271119"/>
                </a:cubicBezTo>
                <a:cubicBezTo>
                  <a:pt x="889065" y="271119"/>
                  <a:pt x="908583" y="297510"/>
                  <a:pt x="927277" y="326925"/>
                </a:cubicBezTo>
                <a:cubicBezTo>
                  <a:pt x="928376" y="329124"/>
                  <a:pt x="929476" y="331323"/>
                  <a:pt x="930301" y="332973"/>
                </a:cubicBezTo>
                <a:lnTo>
                  <a:pt x="930850" y="334347"/>
                </a:lnTo>
                <a:cubicBezTo>
                  <a:pt x="932225" y="339295"/>
                  <a:pt x="934424" y="343969"/>
                  <a:pt x="937173" y="348092"/>
                </a:cubicBezTo>
                <a:cubicBezTo>
                  <a:pt x="947345" y="363212"/>
                  <a:pt x="960265" y="376682"/>
                  <a:pt x="974835" y="387404"/>
                </a:cubicBezTo>
                <a:cubicBezTo>
                  <a:pt x="978409" y="390153"/>
                  <a:pt x="981433" y="393177"/>
                  <a:pt x="985281" y="395651"/>
                </a:cubicBezTo>
                <a:cubicBezTo>
                  <a:pt x="985831" y="395926"/>
                  <a:pt x="986381" y="396201"/>
                  <a:pt x="986656" y="396475"/>
                </a:cubicBezTo>
                <a:cubicBezTo>
                  <a:pt x="995728" y="401974"/>
                  <a:pt x="1005350" y="406647"/>
                  <a:pt x="1015246" y="410496"/>
                </a:cubicBezTo>
                <a:lnTo>
                  <a:pt x="1015521" y="410496"/>
                </a:lnTo>
                <a:cubicBezTo>
                  <a:pt x="1026242" y="414344"/>
                  <a:pt x="1037513" y="417093"/>
                  <a:pt x="1048784" y="418743"/>
                </a:cubicBezTo>
                <a:lnTo>
                  <a:pt x="1049059" y="418743"/>
                </a:lnTo>
                <a:cubicBezTo>
                  <a:pt x="1057581" y="419842"/>
                  <a:pt x="1066378" y="420392"/>
                  <a:pt x="1074900" y="420667"/>
                </a:cubicBezTo>
                <a:lnTo>
                  <a:pt x="1075725" y="420667"/>
                </a:lnTo>
                <a:cubicBezTo>
                  <a:pt x="1083422" y="420667"/>
                  <a:pt x="1091395" y="420117"/>
                  <a:pt x="1099092" y="419293"/>
                </a:cubicBezTo>
                <a:cubicBezTo>
                  <a:pt x="1101291" y="419018"/>
                  <a:pt x="1103215" y="418468"/>
                  <a:pt x="1105415" y="418193"/>
                </a:cubicBezTo>
                <a:cubicBezTo>
                  <a:pt x="1111462" y="417368"/>
                  <a:pt x="1117510" y="416269"/>
                  <a:pt x="1123833" y="415169"/>
                </a:cubicBezTo>
                <a:cubicBezTo>
                  <a:pt x="1126857" y="414619"/>
                  <a:pt x="1130156" y="413520"/>
                  <a:pt x="1133180" y="412695"/>
                </a:cubicBezTo>
                <a:cubicBezTo>
                  <a:pt x="1138403" y="411320"/>
                  <a:pt x="1143626" y="409946"/>
                  <a:pt x="1148849" y="408296"/>
                </a:cubicBezTo>
                <a:cubicBezTo>
                  <a:pt x="1152148" y="407197"/>
                  <a:pt x="1155722" y="405822"/>
                  <a:pt x="1159021" y="404723"/>
                </a:cubicBezTo>
                <a:cubicBezTo>
                  <a:pt x="1163969" y="402798"/>
                  <a:pt x="1168918" y="400874"/>
                  <a:pt x="1173866" y="398675"/>
                </a:cubicBezTo>
                <a:cubicBezTo>
                  <a:pt x="1177165" y="397300"/>
                  <a:pt x="1180738" y="395651"/>
                  <a:pt x="1184037" y="394001"/>
                </a:cubicBezTo>
                <a:cubicBezTo>
                  <a:pt x="1188985" y="391527"/>
                  <a:pt x="1193934" y="389053"/>
                  <a:pt x="1198882" y="386304"/>
                </a:cubicBezTo>
                <a:cubicBezTo>
                  <a:pt x="1202181" y="384655"/>
                  <a:pt x="1205480" y="382730"/>
                  <a:pt x="1208504" y="380806"/>
                </a:cubicBezTo>
                <a:cubicBezTo>
                  <a:pt x="1213727" y="377782"/>
                  <a:pt x="1218950" y="374208"/>
                  <a:pt x="1224173" y="370909"/>
                </a:cubicBezTo>
                <a:cubicBezTo>
                  <a:pt x="1226922" y="368985"/>
                  <a:pt x="1229671" y="367336"/>
                  <a:pt x="1232420" y="365411"/>
                </a:cubicBezTo>
                <a:cubicBezTo>
                  <a:pt x="1239843" y="360188"/>
                  <a:pt x="1246990" y="354690"/>
                  <a:pt x="1254138" y="348642"/>
                </a:cubicBezTo>
                <a:cubicBezTo>
                  <a:pt x="1254413" y="348367"/>
                  <a:pt x="1254962" y="348092"/>
                  <a:pt x="1255237" y="347817"/>
                </a:cubicBezTo>
                <a:cubicBezTo>
                  <a:pt x="1256062" y="347268"/>
                  <a:pt x="1256612" y="346443"/>
                  <a:pt x="1257437" y="345618"/>
                </a:cubicBezTo>
                <a:cubicBezTo>
                  <a:pt x="1270907" y="334072"/>
                  <a:pt x="1283827" y="321976"/>
                  <a:pt x="1296473" y="309606"/>
                </a:cubicBezTo>
                <a:cubicBezTo>
                  <a:pt x="1296748" y="309331"/>
                  <a:pt x="1297298" y="308781"/>
                  <a:pt x="1297847" y="308506"/>
                </a:cubicBezTo>
                <a:cubicBezTo>
                  <a:pt x="1311043" y="325275"/>
                  <a:pt x="1321764" y="343969"/>
                  <a:pt x="1329187" y="364037"/>
                </a:cubicBezTo>
                <a:cubicBezTo>
                  <a:pt x="1369598" y="464377"/>
                  <a:pt x="1366024" y="631793"/>
                  <a:pt x="1267058" y="779142"/>
                </a:cubicBezTo>
                <a:cubicBezTo>
                  <a:pt x="1217576" y="853091"/>
                  <a:pt x="1169192" y="893777"/>
                  <a:pt x="1130431" y="893777"/>
                </a:cubicBezTo>
                <a:cubicBezTo>
                  <a:pt x="1097168" y="893777"/>
                  <a:pt x="1071876" y="861338"/>
                  <a:pt x="1069402" y="858040"/>
                </a:cubicBezTo>
                <a:cubicBezTo>
                  <a:pt x="1056207" y="837972"/>
                  <a:pt x="1033665" y="826151"/>
                  <a:pt x="1009473" y="826426"/>
                </a:cubicBezTo>
                <a:cubicBezTo>
                  <a:pt x="986106" y="826426"/>
                  <a:pt x="964114" y="837697"/>
                  <a:pt x="950644" y="856940"/>
                </a:cubicBezTo>
                <a:cubicBezTo>
                  <a:pt x="950369" y="857490"/>
                  <a:pt x="949819" y="858040"/>
                  <a:pt x="949544" y="858589"/>
                </a:cubicBezTo>
                <a:cubicBezTo>
                  <a:pt x="947070" y="861613"/>
                  <a:pt x="922328" y="894052"/>
                  <a:pt x="888515" y="894052"/>
                </a:cubicBezTo>
                <a:cubicBezTo>
                  <a:pt x="871471" y="894052"/>
                  <a:pt x="852503" y="886080"/>
                  <a:pt x="831610" y="870135"/>
                </a:cubicBezTo>
                <a:cubicBezTo>
                  <a:pt x="806319" y="850892"/>
                  <a:pt x="779653" y="820378"/>
                  <a:pt x="752163" y="779417"/>
                </a:cubicBezTo>
                <a:cubicBezTo>
                  <a:pt x="653472" y="632068"/>
                  <a:pt x="649623" y="464652"/>
                  <a:pt x="689759" y="364037"/>
                </a:cubicBezTo>
                <a:close/>
                <a:moveTo>
                  <a:pt x="1036139" y="917419"/>
                </a:moveTo>
                <a:cubicBezTo>
                  <a:pt x="1035589" y="918244"/>
                  <a:pt x="1035039" y="919068"/>
                  <a:pt x="1034489" y="919618"/>
                </a:cubicBezTo>
                <a:cubicBezTo>
                  <a:pt x="1035039" y="918793"/>
                  <a:pt x="1035589" y="917969"/>
                  <a:pt x="1036139" y="917419"/>
                </a:cubicBezTo>
                <a:lnTo>
                  <a:pt x="1036139" y="917419"/>
                </a:lnTo>
                <a:close/>
                <a:moveTo>
                  <a:pt x="608938" y="732958"/>
                </a:moveTo>
                <a:cubicBezTo>
                  <a:pt x="624332" y="769520"/>
                  <a:pt x="643026" y="804708"/>
                  <a:pt x="665293" y="837422"/>
                </a:cubicBezTo>
                <a:cubicBezTo>
                  <a:pt x="699106" y="887729"/>
                  <a:pt x="733744" y="926766"/>
                  <a:pt x="768107" y="952882"/>
                </a:cubicBezTo>
                <a:cubicBezTo>
                  <a:pt x="807419" y="983121"/>
                  <a:pt x="848104" y="998241"/>
                  <a:pt x="888515" y="998241"/>
                </a:cubicBezTo>
                <a:cubicBezTo>
                  <a:pt x="942396" y="998241"/>
                  <a:pt x="983632" y="971850"/>
                  <a:pt x="1009473" y="947383"/>
                </a:cubicBezTo>
                <a:cubicBezTo>
                  <a:pt x="1036414" y="972400"/>
                  <a:pt x="1078199" y="998241"/>
                  <a:pt x="1130706" y="998241"/>
                </a:cubicBezTo>
                <a:cubicBezTo>
                  <a:pt x="1207129" y="998241"/>
                  <a:pt x="1282178" y="944085"/>
                  <a:pt x="1353928" y="837147"/>
                </a:cubicBezTo>
                <a:cubicBezTo>
                  <a:pt x="1366849" y="817629"/>
                  <a:pt x="1378944" y="797561"/>
                  <a:pt x="1389391" y="776668"/>
                </a:cubicBezTo>
                <a:lnTo>
                  <a:pt x="1806970" y="1086760"/>
                </a:lnTo>
                <a:lnTo>
                  <a:pt x="771406" y="1289089"/>
                </a:lnTo>
                <a:lnTo>
                  <a:pt x="298571" y="806358"/>
                </a:lnTo>
                <a:lnTo>
                  <a:pt x="608938" y="732958"/>
                </a:lnTo>
                <a:close/>
                <a:moveTo>
                  <a:pt x="561379" y="1489495"/>
                </a:moveTo>
                <a:lnTo>
                  <a:pt x="148473" y="1068341"/>
                </a:lnTo>
                <a:cubicBezTo>
                  <a:pt x="126206" y="1047174"/>
                  <a:pt x="111361" y="1019133"/>
                  <a:pt x="106688" y="988619"/>
                </a:cubicBezTo>
                <a:cubicBezTo>
                  <a:pt x="96241" y="923742"/>
                  <a:pt x="128130" y="861613"/>
                  <a:pt x="181462" y="837147"/>
                </a:cubicBezTo>
                <a:lnTo>
                  <a:pt x="662819" y="1328676"/>
                </a:lnTo>
                <a:cubicBezTo>
                  <a:pt x="609762" y="1364688"/>
                  <a:pt x="572925" y="1423243"/>
                  <a:pt x="561379" y="1489495"/>
                </a:cubicBezTo>
                <a:close/>
                <a:moveTo>
                  <a:pt x="1156272" y="1597807"/>
                </a:moveTo>
                <a:lnTo>
                  <a:pt x="808793" y="1671481"/>
                </a:lnTo>
                <a:cubicBezTo>
                  <a:pt x="779378" y="1676979"/>
                  <a:pt x="748589" y="1670107"/>
                  <a:pt x="722198" y="1651413"/>
                </a:cubicBezTo>
                <a:cubicBezTo>
                  <a:pt x="691134" y="1629421"/>
                  <a:pt x="670241" y="1595607"/>
                  <a:pt x="664193" y="1557946"/>
                </a:cubicBezTo>
                <a:cubicBezTo>
                  <a:pt x="652098" y="1482622"/>
                  <a:pt x="696632" y="1410872"/>
                  <a:pt x="763709" y="1397951"/>
                </a:cubicBezTo>
                <a:lnTo>
                  <a:pt x="1831437" y="1189299"/>
                </a:lnTo>
                <a:cubicBezTo>
                  <a:pt x="1800922" y="1276719"/>
                  <a:pt x="1806145" y="1376234"/>
                  <a:pt x="1846831" y="1459255"/>
                </a:cubicBezTo>
                <a:lnTo>
                  <a:pt x="1156272" y="159780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52"/>
          <p:cNvSpPr/>
          <p:nvPr/>
        </p:nvSpPr>
        <p:spPr>
          <a:xfrm>
            <a:off x="2505882" y="1474874"/>
            <a:ext cx="699034" cy="485028"/>
          </a:xfrm>
          <a:custGeom>
            <a:rect b="b" l="l" r="r" t="t"/>
            <a:pathLst>
              <a:path extrusionOk="0" h="469761" w="628345">
                <a:moveTo>
                  <a:pt x="627315" y="305350"/>
                </a:moveTo>
                <a:lnTo>
                  <a:pt x="599996" y="225765"/>
                </a:lnTo>
                <a:cubicBezTo>
                  <a:pt x="599377" y="224013"/>
                  <a:pt x="598553" y="222260"/>
                  <a:pt x="597419" y="220714"/>
                </a:cubicBezTo>
                <a:cubicBezTo>
                  <a:pt x="582368" y="199684"/>
                  <a:pt x="560100" y="168860"/>
                  <a:pt x="540307" y="143809"/>
                </a:cubicBezTo>
                <a:cubicBezTo>
                  <a:pt x="532679" y="134222"/>
                  <a:pt x="523401" y="127830"/>
                  <a:pt x="513298" y="124944"/>
                </a:cubicBezTo>
                <a:lnTo>
                  <a:pt x="513298" y="45978"/>
                </a:lnTo>
                <a:cubicBezTo>
                  <a:pt x="513298" y="35153"/>
                  <a:pt x="504535" y="26288"/>
                  <a:pt x="493608" y="26288"/>
                </a:cubicBezTo>
                <a:lnTo>
                  <a:pt x="328975" y="26288"/>
                </a:lnTo>
                <a:cubicBezTo>
                  <a:pt x="309079" y="5258"/>
                  <a:pt x="277739" y="-515"/>
                  <a:pt x="251658" y="12165"/>
                </a:cubicBezTo>
                <a:cubicBezTo>
                  <a:pt x="231246" y="-2268"/>
                  <a:pt x="202794" y="-3814"/>
                  <a:pt x="181042" y="8453"/>
                </a:cubicBezTo>
                <a:cubicBezTo>
                  <a:pt x="171145" y="2886"/>
                  <a:pt x="160012" y="0"/>
                  <a:pt x="148672" y="0"/>
                </a:cubicBezTo>
                <a:cubicBezTo>
                  <a:pt x="123312" y="103"/>
                  <a:pt x="100220" y="14536"/>
                  <a:pt x="88983" y="37215"/>
                </a:cubicBezTo>
                <a:cubicBezTo>
                  <a:pt x="49603" y="32164"/>
                  <a:pt x="14347" y="63812"/>
                  <a:pt x="14347" y="103192"/>
                </a:cubicBezTo>
                <a:cubicBezTo>
                  <a:pt x="14450" y="108140"/>
                  <a:pt x="14965" y="113089"/>
                  <a:pt x="16203" y="117831"/>
                </a:cubicBezTo>
                <a:cubicBezTo>
                  <a:pt x="6512" y="119480"/>
                  <a:pt x="-395" y="128140"/>
                  <a:pt x="18" y="137933"/>
                </a:cubicBezTo>
                <a:lnTo>
                  <a:pt x="4553" y="246589"/>
                </a:lnTo>
                <a:cubicBezTo>
                  <a:pt x="4966" y="256383"/>
                  <a:pt x="12491" y="264423"/>
                  <a:pt x="22285" y="265351"/>
                </a:cubicBezTo>
                <a:lnTo>
                  <a:pt x="82798" y="271330"/>
                </a:lnTo>
                <a:lnTo>
                  <a:pt x="104344" y="312978"/>
                </a:lnTo>
                <a:cubicBezTo>
                  <a:pt x="64964" y="338957"/>
                  <a:pt x="54036" y="391945"/>
                  <a:pt x="80015" y="431325"/>
                </a:cubicBezTo>
                <a:cubicBezTo>
                  <a:pt x="105993" y="470705"/>
                  <a:pt x="158775" y="481632"/>
                  <a:pt x="198155" y="455654"/>
                </a:cubicBezTo>
                <a:cubicBezTo>
                  <a:pt x="222174" y="439881"/>
                  <a:pt x="236607" y="412975"/>
                  <a:pt x="236607" y="384316"/>
                </a:cubicBezTo>
                <a:cubicBezTo>
                  <a:pt x="236607" y="381017"/>
                  <a:pt x="236401" y="377718"/>
                  <a:pt x="235988" y="374419"/>
                </a:cubicBezTo>
                <a:lnTo>
                  <a:pt x="393715" y="374419"/>
                </a:lnTo>
                <a:cubicBezTo>
                  <a:pt x="388251" y="421325"/>
                  <a:pt x="421755" y="463695"/>
                  <a:pt x="468660" y="469158"/>
                </a:cubicBezTo>
                <a:cubicBezTo>
                  <a:pt x="515566" y="474622"/>
                  <a:pt x="557936" y="441118"/>
                  <a:pt x="563399" y="394213"/>
                </a:cubicBezTo>
                <a:cubicBezTo>
                  <a:pt x="563812" y="390914"/>
                  <a:pt x="564018" y="387615"/>
                  <a:pt x="564018" y="384316"/>
                </a:cubicBezTo>
                <a:cubicBezTo>
                  <a:pt x="564018" y="381120"/>
                  <a:pt x="563812" y="378028"/>
                  <a:pt x="563502" y="374832"/>
                </a:cubicBezTo>
                <a:lnTo>
                  <a:pt x="601336" y="374832"/>
                </a:lnTo>
                <a:cubicBezTo>
                  <a:pt x="616284" y="374832"/>
                  <a:pt x="628345" y="362770"/>
                  <a:pt x="628345" y="347823"/>
                </a:cubicBezTo>
                <a:lnTo>
                  <a:pt x="628345" y="311741"/>
                </a:lnTo>
                <a:cubicBezTo>
                  <a:pt x="628345" y="309576"/>
                  <a:pt x="627933" y="307412"/>
                  <a:pt x="627315" y="305350"/>
                </a:cubicBezTo>
                <a:close/>
                <a:moveTo>
                  <a:pt x="80839" y="60307"/>
                </a:moveTo>
                <a:cubicBezTo>
                  <a:pt x="84963" y="60307"/>
                  <a:pt x="89086" y="60926"/>
                  <a:pt x="93004" y="62060"/>
                </a:cubicBezTo>
                <a:cubicBezTo>
                  <a:pt x="99189" y="63915"/>
                  <a:pt x="105787" y="60307"/>
                  <a:pt x="107643" y="54122"/>
                </a:cubicBezTo>
                <a:cubicBezTo>
                  <a:pt x="113209" y="36081"/>
                  <a:pt x="129807" y="23607"/>
                  <a:pt x="148775" y="23607"/>
                </a:cubicBezTo>
                <a:cubicBezTo>
                  <a:pt x="157950" y="23607"/>
                  <a:pt x="166816" y="26494"/>
                  <a:pt x="174135" y="31958"/>
                </a:cubicBezTo>
                <a:cubicBezTo>
                  <a:pt x="178259" y="35050"/>
                  <a:pt x="183928" y="35050"/>
                  <a:pt x="188155" y="31958"/>
                </a:cubicBezTo>
                <a:cubicBezTo>
                  <a:pt x="204340" y="19999"/>
                  <a:pt x="227844" y="21339"/>
                  <a:pt x="242689" y="35050"/>
                </a:cubicBezTo>
                <a:cubicBezTo>
                  <a:pt x="246710" y="38761"/>
                  <a:pt x="252689" y="39277"/>
                  <a:pt x="257225" y="36184"/>
                </a:cubicBezTo>
                <a:cubicBezTo>
                  <a:pt x="264235" y="31545"/>
                  <a:pt x="272482" y="29071"/>
                  <a:pt x="280832" y="29071"/>
                </a:cubicBezTo>
                <a:lnTo>
                  <a:pt x="280935" y="29071"/>
                </a:lnTo>
                <a:cubicBezTo>
                  <a:pt x="278255" y="30617"/>
                  <a:pt x="275987" y="32782"/>
                  <a:pt x="274338" y="35463"/>
                </a:cubicBezTo>
                <a:lnTo>
                  <a:pt x="243720" y="84018"/>
                </a:lnTo>
                <a:lnTo>
                  <a:pt x="39501" y="114223"/>
                </a:lnTo>
                <a:cubicBezTo>
                  <a:pt x="33212" y="91440"/>
                  <a:pt x="46614" y="67936"/>
                  <a:pt x="69396" y="61750"/>
                </a:cubicBezTo>
                <a:cubicBezTo>
                  <a:pt x="73005" y="60823"/>
                  <a:pt x="76922" y="60307"/>
                  <a:pt x="80839" y="60307"/>
                </a:cubicBezTo>
                <a:close/>
                <a:moveTo>
                  <a:pt x="39913" y="154015"/>
                </a:moveTo>
                <a:lnTo>
                  <a:pt x="258359" y="121645"/>
                </a:lnTo>
                <a:cubicBezTo>
                  <a:pt x="264029" y="120820"/>
                  <a:pt x="269080" y="117522"/>
                  <a:pt x="272070" y="112676"/>
                </a:cubicBezTo>
                <a:lnTo>
                  <a:pt x="301656" y="65668"/>
                </a:lnTo>
                <a:lnTo>
                  <a:pt x="473918" y="65668"/>
                </a:lnTo>
                <a:lnTo>
                  <a:pt x="473918" y="123191"/>
                </a:lnTo>
                <a:lnTo>
                  <a:pt x="385777" y="123191"/>
                </a:lnTo>
                <a:lnTo>
                  <a:pt x="384334" y="123501"/>
                </a:lnTo>
                <a:lnTo>
                  <a:pt x="380519" y="124222"/>
                </a:lnTo>
                <a:lnTo>
                  <a:pt x="377014" y="125459"/>
                </a:lnTo>
                <a:lnTo>
                  <a:pt x="374025" y="127418"/>
                </a:lnTo>
                <a:lnTo>
                  <a:pt x="371138" y="130098"/>
                </a:lnTo>
                <a:lnTo>
                  <a:pt x="369076" y="133088"/>
                </a:lnTo>
                <a:lnTo>
                  <a:pt x="367324" y="136696"/>
                </a:lnTo>
                <a:lnTo>
                  <a:pt x="366705" y="138036"/>
                </a:lnTo>
                <a:lnTo>
                  <a:pt x="336706" y="256795"/>
                </a:lnTo>
                <a:lnTo>
                  <a:pt x="43006" y="227827"/>
                </a:lnTo>
                <a:lnTo>
                  <a:pt x="39913" y="154015"/>
                </a:lnTo>
                <a:close/>
                <a:moveTo>
                  <a:pt x="151146" y="430500"/>
                </a:moveTo>
                <a:cubicBezTo>
                  <a:pt x="125683" y="430500"/>
                  <a:pt x="104962" y="409779"/>
                  <a:pt x="104962" y="384316"/>
                </a:cubicBezTo>
                <a:cubicBezTo>
                  <a:pt x="104962" y="358853"/>
                  <a:pt x="125683" y="338132"/>
                  <a:pt x="151146" y="338132"/>
                </a:cubicBezTo>
                <a:cubicBezTo>
                  <a:pt x="176609" y="338132"/>
                  <a:pt x="197330" y="358853"/>
                  <a:pt x="197330" y="384316"/>
                </a:cubicBezTo>
                <a:lnTo>
                  <a:pt x="197330" y="384316"/>
                </a:lnTo>
                <a:cubicBezTo>
                  <a:pt x="197330" y="409779"/>
                  <a:pt x="176609" y="430500"/>
                  <a:pt x="151146" y="430500"/>
                </a:cubicBezTo>
                <a:close/>
                <a:moveTo>
                  <a:pt x="478557" y="430500"/>
                </a:moveTo>
                <a:cubicBezTo>
                  <a:pt x="453094" y="430500"/>
                  <a:pt x="432373" y="409882"/>
                  <a:pt x="432373" y="384316"/>
                </a:cubicBezTo>
                <a:cubicBezTo>
                  <a:pt x="432373" y="358853"/>
                  <a:pt x="452991" y="338132"/>
                  <a:pt x="478557" y="338132"/>
                </a:cubicBezTo>
                <a:cubicBezTo>
                  <a:pt x="504020" y="338132"/>
                  <a:pt x="524741" y="358750"/>
                  <a:pt x="524741" y="384316"/>
                </a:cubicBezTo>
                <a:cubicBezTo>
                  <a:pt x="524741" y="384316"/>
                  <a:pt x="524741" y="384316"/>
                  <a:pt x="524741" y="384316"/>
                </a:cubicBezTo>
                <a:cubicBezTo>
                  <a:pt x="524741" y="409779"/>
                  <a:pt x="504020" y="430397"/>
                  <a:pt x="478557" y="430500"/>
                </a:cubicBezTo>
                <a:close/>
                <a:moveTo>
                  <a:pt x="589068" y="335555"/>
                </a:moveTo>
                <a:lnTo>
                  <a:pt x="557317" y="335555"/>
                </a:lnTo>
                <a:cubicBezTo>
                  <a:pt x="554740" y="335555"/>
                  <a:pt x="552163" y="336070"/>
                  <a:pt x="549792" y="337101"/>
                </a:cubicBezTo>
                <a:cubicBezTo>
                  <a:pt x="523813" y="297824"/>
                  <a:pt x="470825" y="287000"/>
                  <a:pt x="431548" y="313082"/>
                </a:cubicBezTo>
                <a:cubicBezTo>
                  <a:pt x="422580" y="319061"/>
                  <a:pt x="414848" y="326586"/>
                  <a:pt x="408663" y="335452"/>
                </a:cubicBezTo>
                <a:lnTo>
                  <a:pt x="407529" y="335246"/>
                </a:lnTo>
                <a:lnTo>
                  <a:pt x="222381" y="335246"/>
                </a:lnTo>
                <a:lnTo>
                  <a:pt x="221040" y="335452"/>
                </a:lnTo>
                <a:cubicBezTo>
                  <a:pt x="203206" y="309576"/>
                  <a:pt x="172486" y="295763"/>
                  <a:pt x="141250" y="299474"/>
                </a:cubicBezTo>
                <a:lnTo>
                  <a:pt x="129085" y="275866"/>
                </a:lnTo>
                <a:lnTo>
                  <a:pt x="349593" y="297618"/>
                </a:lnTo>
                <a:lnTo>
                  <a:pt x="351551" y="297721"/>
                </a:lnTo>
                <a:cubicBezTo>
                  <a:pt x="360520" y="297721"/>
                  <a:pt x="368355" y="291639"/>
                  <a:pt x="370623" y="282876"/>
                </a:cubicBezTo>
                <a:lnTo>
                  <a:pt x="401137" y="162571"/>
                </a:lnTo>
                <a:lnTo>
                  <a:pt x="493196" y="162571"/>
                </a:lnTo>
                <a:lnTo>
                  <a:pt x="493608" y="162675"/>
                </a:lnTo>
                <a:lnTo>
                  <a:pt x="494020" y="162571"/>
                </a:lnTo>
                <a:lnTo>
                  <a:pt x="501340" y="162571"/>
                </a:lnTo>
                <a:cubicBezTo>
                  <a:pt x="504535" y="162571"/>
                  <a:pt x="508040" y="166592"/>
                  <a:pt x="509381" y="168241"/>
                </a:cubicBezTo>
                <a:cubicBezTo>
                  <a:pt x="529586" y="193807"/>
                  <a:pt x="553812" y="227518"/>
                  <a:pt x="563709" y="241228"/>
                </a:cubicBezTo>
                <a:lnTo>
                  <a:pt x="589068" y="314937"/>
                </a:lnTo>
                <a:lnTo>
                  <a:pt x="589068" y="335555"/>
                </a:lnTo>
                <a:close/>
                <a:moveTo>
                  <a:pt x="498350" y="187931"/>
                </a:moveTo>
                <a:lnTo>
                  <a:pt x="497628" y="187004"/>
                </a:lnTo>
                <a:cubicBezTo>
                  <a:pt x="492577" y="181952"/>
                  <a:pt x="485670" y="178963"/>
                  <a:pt x="478454" y="178756"/>
                </a:cubicBezTo>
                <a:lnTo>
                  <a:pt x="438662" y="178756"/>
                </a:lnTo>
                <a:cubicBezTo>
                  <a:pt x="428765" y="178860"/>
                  <a:pt x="420724" y="187004"/>
                  <a:pt x="420827" y="196900"/>
                </a:cubicBezTo>
                <a:lnTo>
                  <a:pt x="420827" y="245352"/>
                </a:lnTo>
                <a:cubicBezTo>
                  <a:pt x="420827" y="255352"/>
                  <a:pt x="428868" y="263496"/>
                  <a:pt x="438868" y="263496"/>
                </a:cubicBezTo>
                <a:lnTo>
                  <a:pt x="522164" y="263496"/>
                </a:lnTo>
                <a:cubicBezTo>
                  <a:pt x="528452" y="263496"/>
                  <a:pt x="534328" y="259372"/>
                  <a:pt x="537112" y="252877"/>
                </a:cubicBezTo>
                <a:cubicBezTo>
                  <a:pt x="539895" y="246383"/>
                  <a:pt x="538864" y="239579"/>
                  <a:pt x="535359" y="235868"/>
                </a:cubicBezTo>
                <a:lnTo>
                  <a:pt x="498350" y="187931"/>
                </a:lnTo>
                <a:close/>
                <a:moveTo>
                  <a:pt x="444331" y="239991"/>
                </a:moveTo>
                <a:lnTo>
                  <a:pt x="444331" y="202364"/>
                </a:lnTo>
                <a:lnTo>
                  <a:pt x="478351" y="202364"/>
                </a:lnTo>
                <a:lnTo>
                  <a:pt x="480310" y="203189"/>
                </a:lnTo>
                <a:lnTo>
                  <a:pt x="508659" y="240094"/>
                </a:lnTo>
                <a:lnTo>
                  <a:pt x="444331" y="23999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52"/>
          <p:cNvSpPr/>
          <p:nvPr/>
        </p:nvSpPr>
        <p:spPr>
          <a:xfrm>
            <a:off x="7071573" y="1466005"/>
            <a:ext cx="536083" cy="502765"/>
          </a:xfrm>
          <a:custGeom>
            <a:rect b="b" l="l" r="r" t="t"/>
            <a:pathLst>
              <a:path extrusionOk="0" h="502765" w="529465">
                <a:moveTo>
                  <a:pt x="529053" y="56080"/>
                </a:moveTo>
                <a:cubicBezTo>
                  <a:pt x="525136" y="17628"/>
                  <a:pt x="462870" y="0"/>
                  <a:pt x="404831" y="0"/>
                </a:cubicBezTo>
                <a:cubicBezTo>
                  <a:pt x="346792" y="0"/>
                  <a:pt x="284629" y="17628"/>
                  <a:pt x="280608" y="56080"/>
                </a:cubicBezTo>
                <a:lnTo>
                  <a:pt x="280196" y="57936"/>
                </a:lnTo>
                <a:lnTo>
                  <a:pt x="280196" y="442768"/>
                </a:lnTo>
                <a:cubicBezTo>
                  <a:pt x="280196" y="484003"/>
                  <a:pt x="344833" y="502765"/>
                  <a:pt x="404831" y="502765"/>
                </a:cubicBezTo>
                <a:cubicBezTo>
                  <a:pt x="464829" y="502765"/>
                  <a:pt x="529465" y="484003"/>
                  <a:pt x="529465" y="442768"/>
                </a:cubicBezTo>
                <a:lnTo>
                  <a:pt x="529465" y="58039"/>
                </a:lnTo>
                <a:lnTo>
                  <a:pt x="529053" y="56080"/>
                </a:lnTo>
                <a:close/>
                <a:moveTo>
                  <a:pt x="490189" y="277516"/>
                </a:moveTo>
                <a:cubicBezTo>
                  <a:pt x="487096" y="283804"/>
                  <a:pt x="457509" y="299268"/>
                  <a:pt x="404831" y="299268"/>
                </a:cubicBezTo>
                <a:cubicBezTo>
                  <a:pt x="351843" y="299268"/>
                  <a:pt x="322256" y="283701"/>
                  <a:pt x="319576" y="278650"/>
                </a:cubicBezTo>
                <a:lnTo>
                  <a:pt x="319576" y="269269"/>
                </a:lnTo>
                <a:cubicBezTo>
                  <a:pt x="343287" y="279268"/>
                  <a:pt x="374626" y="284010"/>
                  <a:pt x="404831" y="284010"/>
                </a:cubicBezTo>
                <a:cubicBezTo>
                  <a:pt x="435036" y="284010"/>
                  <a:pt x="466478" y="279268"/>
                  <a:pt x="490189" y="269166"/>
                </a:cubicBezTo>
                <a:lnTo>
                  <a:pt x="490189" y="277516"/>
                </a:lnTo>
                <a:close/>
                <a:moveTo>
                  <a:pt x="490189" y="222982"/>
                </a:moveTo>
                <a:cubicBezTo>
                  <a:pt x="486993" y="229270"/>
                  <a:pt x="457509" y="244630"/>
                  <a:pt x="404831" y="244630"/>
                </a:cubicBezTo>
                <a:cubicBezTo>
                  <a:pt x="351843" y="244630"/>
                  <a:pt x="322256" y="229064"/>
                  <a:pt x="319576" y="224013"/>
                </a:cubicBezTo>
                <a:lnTo>
                  <a:pt x="319576" y="214425"/>
                </a:lnTo>
                <a:cubicBezTo>
                  <a:pt x="343287" y="224425"/>
                  <a:pt x="374626" y="229167"/>
                  <a:pt x="404831" y="229167"/>
                </a:cubicBezTo>
                <a:cubicBezTo>
                  <a:pt x="435036" y="229167"/>
                  <a:pt x="466478" y="224425"/>
                  <a:pt x="490189" y="214322"/>
                </a:cubicBezTo>
                <a:lnTo>
                  <a:pt x="490189" y="222982"/>
                </a:lnTo>
                <a:close/>
                <a:moveTo>
                  <a:pt x="490189" y="168241"/>
                </a:moveTo>
                <a:cubicBezTo>
                  <a:pt x="486993" y="174530"/>
                  <a:pt x="457406" y="189890"/>
                  <a:pt x="404831" y="189890"/>
                </a:cubicBezTo>
                <a:cubicBezTo>
                  <a:pt x="351843" y="189890"/>
                  <a:pt x="322256" y="174324"/>
                  <a:pt x="319576" y="169272"/>
                </a:cubicBezTo>
                <a:lnTo>
                  <a:pt x="319576" y="159891"/>
                </a:lnTo>
                <a:cubicBezTo>
                  <a:pt x="343287" y="169891"/>
                  <a:pt x="374626" y="174633"/>
                  <a:pt x="404831" y="174633"/>
                </a:cubicBezTo>
                <a:cubicBezTo>
                  <a:pt x="435036" y="174633"/>
                  <a:pt x="466478" y="169891"/>
                  <a:pt x="490189" y="159891"/>
                </a:cubicBezTo>
                <a:lnTo>
                  <a:pt x="490189" y="168241"/>
                </a:lnTo>
                <a:close/>
                <a:moveTo>
                  <a:pt x="319473" y="323803"/>
                </a:moveTo>
                <a:cubicBezTo>
                  <a:pt x="343184" y="333802"/>
                  <a:pt x="374523" y="338545"/>
                  <a:pt x="404728" y="338545"/>
                </a:cubicBezTo>
                <a:cubicBezTo>
                  <a:pt x="434933" y="338545"/>
                  <a:pt x="466478" y="333699"/>
                  <a:pt x="490189" y="323700"/>
                </a:cubicBezTo>
                <a:lnTo>
                  <a:pt x="490189" y="332462"/>
                </a:lnTo>
                <a:cubicBezTo>
                  <a:pt x="487199" y="338648"/>
                  <a:pt x="457612" y="354214"/>
                  <a:pt x="404728" y="354214"/>
                </a:cubicBezTo>
                <a:cubicBezTo>
                  <a:pt x="351740" y="354214"/>
                  <a:pt x="322153" y="338648"/>
                  <a:pt x="319473" y="333596"/>
                </a:cubicBezTo>
                <a:lnTo>
                  <a:pt x="319473" y="323803"/>
                </a:lnTo>
                <a:close/>
                <a:moveTo>
                  <a:pt x="490085" y="113707"/>
                </a:moveTo>
                <a:cubicBezTo>
                  <a:pt x="486787" y="119996"/>
                  <a:pt x="457303" y="135356"/>
                  <a:pt x="404728" y="135356"/>
                </a:cubicBezTo>
                <a:cubicBezTo>
                  <a:pt x="351740" y="135356"/>
                  <a:pt x="322153" y="119789"/>
                  <a:pt x="319473" y="114738"/>
                </a:cubicBezTo>
                <a:lnTo>
                  <a:pt x="319473" y="105151"/>
                </a:lnTo>
                <a:cubicBezTo>
                  <a:pt x="343184" y="115150"/>
                  <a:pt x="374523" y="119893"/>
                  <a:pt x="404728" y="119893"/>
                </a:cubicBezTo>
                <a:cubicBezTo>
                  <a:pt x="434933" y="119893"/>
                  <a:pt x="466375" y="115150"/>
                  <a:pt x="490085" y="105151"/>
                </a:cubicBezTo>
                <a:lnTo>
                  <a:pt x="490085" y="113707"/>
                </a:lnTo>
                <a:close/>
                <a:moveTo>
                  <a:pt x="319473" y="378749"/>
                </a:moveTo>
                <a:cubicBezTo>
                  <a:pt x="343184" y="388749"/>
                  <a:pt x="374523" y="393491"/>
                  <a:pt x="404728" y="393491"/>
                </a:cubicBezTo>
                <a:cubicBezTo>
                  <a:pt x="434933" y="393491"/>
                  <a:pt x="466478" y="388646"/>
                  <a:pt x="490189" y="378646"/>
                </a:cubicBezTo>
                <a:lnTo>
                  <a:pt x="490189" y="386996"/>
                </a:lnTo>
                <a:cubicBezTo>
                  <a:pt x="487302" y="393182"/>
                  <a:pt x="457612" y="408748"/>
                  <a:pt x="404728" y="408748"/>
                </a:cubicBezTo>
                <a:cubicBezTo>
                  <a:pt x="351843" y="408748"/>
                  <a:pt x="322153" y="393182"/>
                  <a:pt x="319473" y="388130"/>
                </a:cubicBezTo>
                <a:lnTo>
                  <a:pt x="319473" y="378749"/>
                </a:lnTo>
                <a:close/>
                <a:moveTo>
                  <a:pt x="404831" y="39277"/>
                </a:moveTo>
                <a:cubicBezTo>
                  <a:pt x="454829" y="39277"/>
                  <a:pt x="484003" y="53091"/>
                  <a:pt x="489570" y="59895"/>
                </a:cubicBezTo>
                <a:cubicBezTo>
                  <a:pt x="484003" y="66699"/>
                  <a:pt x="454829" y="80513"/>
                  <a:pt x="404831" y="80513"/>
                </a:cubicBezTo>
                <a:cubicBezTo>
                  <a:pt x="354833" y="80513"/>
                  <a:pt x="325658" y="66699"/>
                  <a:pt x="320092" y="59895"/>
                </a:cubicBezTo>
                <a:cubicBezTo>
                  <a:pt x="325658" y="53194"/>
                  <a:pt x="354833" y="39277"/>
                  <a:pt x="404831" y="39277"/>
                </a:cubicBezTo>
                <a:close/>
                <a:moveTo>
                  <a:pt x="404831" y="463488"/>
                </a:moveTo>
                <a:cubicBezTo>
                  <a:pt x="351843" y="463488"/>
                  <a:pt x="322256" y="447922"/>
                  <a:pt x="319576" y="442871"/>
                </a:cubicBezTo>
                <a:lnTo>
                  <a:pt x="319576" y="433386"/>
                </a:lnTo>
                <a:cubicBezTo>
                  <a:pt x="343287" y="443386"/>
                  <a:pt x="374626" y="448128"/>
                  <a:pt x="404831" y="448128"/>
                </a:cubicBezTo>
                <a:cubicBezTo>
                  <a:pt x="435036" y="448128"/>
                  <a:pt x="466581" y="443283"/>
                  <a:pt x="490292" y="433283"/>
                </a:cubicBezTo>
                <a:lnTo>
                  <a:pt x="490292" y="441737"/>
                </a:lnTo>
                <a:cubicBezTo>
                  <a:pt x="487405" y="447922"/>
                  <a:pt x="457819" y="463488"/>
                  <a:pt x="404831" y="463488"/>
                </a:cubicBezTo>
                <a:close/>
                <a:moveTo>
                  <a:pt x="124635" y="163499"/>
                </a:moveTo>
                <a:cubicBezTo>
                  <a:pt x="64637" y="163499"/>
                  <a:pt x="0" y="182261"/>
                  <a:pt x="0" y="223394"/>
                </a:cubicBezTo>
                <a:lnTo>
                  <a:pt x="103" y="223909"/>
                </a:lnTo>
                <a:lnTo>
                  <a:pt x="0" y="224116"/>
                </a:lnTo>
                <a:lnTo>
                  <a:pt x="0" y="442149"/>
                </a:lnTo>
                <a:cubicBezTo>
                  <a:pt x="0" y="483385"/>
                  <a:pt x="64637" y="502147"/>
                  <a:pt x="124635" y="502147"/>
                </a:cubicBezTo>
                <a:cubicBezTo>
                  <a:pt x="184633" y="502147"/>
                  <a:pt x="249269" y="483385"/>
                  <a:pt x="249269" y="442149"/>
                </a:cubicBezTo>
                <a:lnTo>
                  <a:pt x="249269" y="224219"/>
                </a:lnTo>
                <a:lnTo>
                  <a:pt x="249269" y="224013"/>
                </a:lnTo>
                <a:lnTo>
                  <a:pt x="249269" y="223497"/>
                </a:lnTo>
                <a:cubicBezTo>
                  <a:pt x="249166" y="182261"/>
                  <a:pt x="184633" y="163499"/>
                  <a:pt x="124635" y="163499"/>
                </a:cubicBezTo>
                <a:close/>
                <a:moveTo>
                  <a:pt x="39277" y="323390"/>
                </a:moveTo>
                <a:cubicBezTo>
                  <a:pt x="62987" y="333390"/>
                  <a:pt x="94326" y="338132"/>
                  <a:pt x="124532" y="338132"/>
                </a:cubicBezTo>
                <a:cubicBezTo>
                  <a:pt x="154737" y="338132"/>
                  <a:pt x="186179" y="333287"/>
                  <a:pt x="209889" y="323287"/>
                </a:cubicBezTo>
                <a:lnTo>
                  <a:pt x="209889" y="331638"/>
                </a:lnTo>
                <a:cubicBezTo>
                  <a:pt x="206797" y="337926"/>
                  <a:pt x="177210" y="353286"/>
                  <a:pt x="124532" y="353286"/>
                </a:cubicBezTo>
                <a:cubicBezTo>
                  <a:pt x="71544" y="353286"/>
                  <a:pt x="41957" y="337720"/>
                  <a:pt x="39277" y="332668"/>
                </a:cubicBezTo>
                <a:lnTo>
                  <a:pt x="39277" y="323390"/>
                </a:lnTo>
                <a:close/>
                <a:moveTo>
                  <a:pt x="209889" y="277207"/>
                </a:moveTo>
                <a:cubicBezTo>
                  <a:pt x="206694" y="283495"/>
                  <a:pt x="177107" y="298855"/>
                  <a:pt x="124532" y="298855"/>
                </a:cubicBezTo>
                <a:cubicBezTo>
                  <a:pt x="71544" y="298855"/>
                  <a:pt x="41957" y="283289"/>
                  <a:pt x="39277" y="278237"/>
                </a:cubicBezTo>
                <a:lnTo>
                  <a:pt x="39277" y="268753"/>
                </a:lnTo>
                <a:cubicBezTo>
                  <a:pt x="62987" y="278753"/>
                  <a:pt x="94326" y="283495"/>
                  <a:pt x="124532" y="283495"/>
                </a:cubicBezTo>
                <a:cubicBezTo>
                  <a:pt x="154737" y="283495"/>
                  <a:pt x="186179" y="278753"/>
                  <a:pt x="209889" y="268753"/>
                </a:cubicBezTo>
                <a:lnTo>
                  <a:pt x="209889" y="277207"/>
                </a:lnTo>
                <a:close/>
                <a:moveTo>
                  <a:pt x="39277" y="377925"/>
                </a:moveTo>
                <a:cubicBezTo>
                  <a:pt x="62987" y="387924"/>
                  <a:pt x="94326" y="392666"/>
                  <a:pt x="124532" y="392666"/>
                </a:cubicBezTo>
                <a:cubicBezTo>
                  <a:pt x="154737" y="392666"/>
                  <a:pt x="186282" y="387924"/>
                  <a:pt x="209992" y="377821"/>
                </a:cubicBezTo>
                <a:lnTo>
                  <a:pt x="209992" y="386584"/>
                </a:lnTo>
                <a:cubicBezTo>
                  <a:pt x="207003" y="392769"/>
                  <a:pt x="177416" y="408336"/>
                  <a:pt x="124532" y="408336"/>
                </a:cubicBezTo>
                <a:cubicBezTo>
                  <a:pt x="71647" y="408336"/>
                  <a:pt x="41957" y="392769"/>
                  <a:pt x="39277" y="387718"/>
                </a:cubicBezTo>
                <a:lnTo>
                  <a:pt x="39277" y="377925"/>
                </a:lnTo>
                <a:close/>
                <a:moveTo>
                  <a:pt x="124532" y="202776"/>
                </a:moveTo>
                <a:cubicBezTo>
                  <a:pt x="174530" y="202776"/>
                  <a:pt x="203704" y="216590"/>
                  <a:pt x="209271" y="223394"/>
                </a:cubicBezTo>
                <a:cubicBezTo>
                  <a:pt x="203704" y="230198"/>
                  <a:pt x="174530" y="244012"/>
                  <a:pt x="124532" y="244012"/>
                </a:cubicBezTo>
                <a:cubicBezTo>
                  <a:pt x="74533" y="244012"/>
                  <a:pt x="45359" y="230198"/>
                  <a:pt x="39792" y="223394"/>
                </a:cubicBezTo>
                <a:cubicBezTo>
                  <a:pt x="45462" y="216693"/>
                  <a:pt x="74636" y="202776"/>
                  <a:pt x="124532" y="202776"/>
                </a:cubicBezTo>
                <a:lnTo>
                  <a:pt x="124532" y="202776"/>
                </a:lnTo>
                <a:close/>
                <a:moveTo>
                  <a:pt x="124532" y="462870"/>
                </a:moveTo>
                <a:cubicBezTo>
                  <a:pt x="71544" y="462870"/>
                  <a:pt x="41957" y="447303"/>
                  <a:pt x="39277" y="442252"/>
                </a:cubicBezTo>
                <a:lnTo>
                  <a:pt x="39277" y="432974"/>
                </a:lnTo>
                <a:cubicBezTo>
                  <a:pt x="62987" y="442974"/>
                  <a:pt x="94326" y="447716"/>
                  <a:pt x="124532" y="447716"/>
                </a:cubicBezTo>
                <a:cubicBezTo>
                  <a:pt x="154737" y="447716"/>
                  <a:pt x="186282" y="442871"/>
                  <a:pt x="209992" y="432871"/>
                </a:cubicBezTo>
                <a:lnTo>
                  <a:pt x="209992" y="441118"/>
                </a:lnTo>
                <a:cubicBezTo>
                  <a:pt x="207209" y="447303"/>
                  <a:pt x="177622" y="462870"/>
                  <a:pt x="124532" y="462870"/>
                </a:cubicBezTo>
                <a:lnTo>
                  <a:pt x="124532" y="462870"/>
                </a:lnTo>
                <a:close/>
              </a:path>
            </a:pathLst>
          </a:custGeom>
          <a:solidFill>
            <a:srgbClr val="2CB5E8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52"/>
          <p:cNvSpPr txBox="1"/>
          <p:nvPr/>
        </p:nvSpPr>
        <p:spPr>
          <a:xfrm>
            <a:off x="365750" y="2041975"/>
            <a:ext cx="1737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" sz="1800">
                <a:solidFill>
                  <a:schemeClr val="dk2"/>
                </a:solidFill>
              </a:rPr>
              <a:t>Executive Dashboard &amp; Funnel</a:t>
            </a:r>
            <a:endParaRPr/>
          </a:p>
        </p:txBody>
      </p:sp>
      <p:sp>
        <p:nvSpPr>
          <p:cNvPr id="453" name="Google Shape;453;p52"/>
          <p:cNvSpPr txBox="1"/>
          <p:nvPr/>
        </p:nvSpPr>
        <p:spPr>
          <a:xfrm>
            <a:off x="2459408" y="2041975"/>
            <a:ext cx="1782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" sz="1800">
                <a:solidFill>
                  <a:schemeClr val="dk2"/>
                </a:solidFill>
              </a:rPr>
              <a:t>Customer Health</a:t>
            </a:r>
            <a:endParaRPr/>
          </a:p>
        </p:txBody>
      </p:sp>
      <p:sp>
        <p:nvSpPr>
          <p:cNvPr id="454" name="Google Shape;454;p52"/>
          <p:cNvSpPr txBox="1"/>
          <p:nvPr/>
        </p:nvSpPr>
        <p:spPr>
          <a:xfrm>
            <a:off x="4673192" y="2041975"/>
            <a:ext cx="1893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" sz="1800">
                <a:solidFill>
                  <a:schemeClr val="dk2"/>
                </a:solidFill>
              </a:rPr>
              <a:t>Products &amp; Reps</a:t>
            </a:r>
            <a:endParaRPr/>
          </a:p>
        </p:txBody>
      </p:sp>
      <p:sp>
        <p:nvSpPr>
          <p:cNvPr id="455" name="Google Shape;455;p52"/>
          <p:cNvSpPr/>
          <p:nvPr/>
        </p:nvSpPr>
        <p:spPr>
          <a:xfrm>
            <a:off x="4849511" y="1397548"/>
            <a:ext cx="565241" cy="639680"/>
          </a:xfrm>
          <a:custGeom>
            <a:rect b="b" l="l" r="r" t="t"/>
            <a:pathLst>
              <a:path extrusionOk="0" h="627137" w="556888">
                <a:moveTo>
                  <a:pt x="278821" y="197954"/>
                </a:moveTo>
                <a:cubicBezTo>
                  <a:pt x="226246" y="197954"/>
                  <a:pt x="173052" y="215480"/>
                  <a:pt x="173052" y="248983"/>
                </a:cubicBezTo>
                <a:lnTo>
                  <a:pt x="173052" y="378154"/>
                </a:lnTo>
                <a:cubicBezTo>
                  <a:pt x="173052" y="411658"/>
                  <a:pt x="226246" y="429183"/>
                  <a:pt x="278821" y="429183"/>
                </a:cubicBezTo>
                <a:cubicBezTo>
                  <a:pt x="331397" y="429183"/>
                  <a:pt x="384591" y="411658"/>
                  <a:pt x="384591" y="378154"/>
                </a:cubicBezTo>
                <a:lnTo>
                  <a:pt x="384591" y="248880"/>
                </a:lnTo>
                <a:cubicBezTo>
                  <a:pt x="384591" y="215376"/>
                  <a:pt x="331397" y="197954"/>
                  <a:pt x="278821" y="197954"/>
                </a:cubicBezTo>
                <a:close/>
                <a:moveTo>
                  <a:pt x="360983" y="378051"/>
                </a:moveTo>
                <a:cubicBezTo>
                  <a:pt x="360983" y="387329"/>
                  <a:pt x="332015" y="405473"/>
                  <a:pt x="278821" y="405473"/>
                </a:cubicBezTo>
                <a:cubicBezTo>
                  <a:pt x="225627" y="405473"/>
                  <a:pt x="196659" y="387329"/>
                  <a:pt x="196659" y="378051"/>
                </a:cubicBezTo>
                <a:lnTo>
                  <a:pt x="196659" y="368464"/>
                </a:lnTo>
                <a:cubicBezTo>
                  <a:pt x="217071" y="380216"/>
                  <a:pt x="247998" y="386298"/>
                  <a:pt x="278821" y="386298"/>
                </a:cubicBezTo>
                <a:cubicBezTo>
                  <a:pt x="309645" y="386298"/>
                  <a:pt x="340572" y="380216"/>
                  <a:pt x="360983" y="368464"/>
                </a:cubicBezTo>
                <a:lnTo>
                  <a:pt x="360983" y="378051"/>
                </a:lnTo>
                <a:close/>
                <a:moveTo>
                  <a:pt x="360983" y="335269"/>
                </a:moveTo>
                <a:cubicBezTo>
                  <a:pt x="360983" y="344547"/>
                  <a:pt x="332015" y="362691"/>
                  <a:pt x="278821" y="362691"/>
                </a:cubicBezTo>
                <a:cubicBezTo>
                  <a:pt x="225627" y="362691"/>
                  <a:pt x="196659" y="344547"/>
                  <a:pt x="196659" y="335269"/>
                </a:cubicBezTo>
                <a:lnTo>
                  <a:pt x="196659" y="323723"/>
                </a:lnTo>
                <a:cubicBezTo>
                  <a:pt x="217071" y="335475"/>
                  <a:pt x="247998" y="341557"/>
                  <a:pt x="278821" y="341557"/>
                </a:cubicBezTo>
                <a:cubicBezTo>
                  <a:pt x="309645" y="341557"/>
                  <a:pt x="340572" y="335475"/>
                  <a:pt x="360983" y="323723"/>
                </a:cubicBezTo>
                <a:lnTo>
                  <a:pt x="360983" y="335269"/>
                </a:lnTo>
                <a:close/>
                <a:moveTo>
                  <a:pt x="360983" y="290528"/>
                </a:moveTo>
                <a:cubicBezTo>
                  <a:pt x="360983" y="299806"/>
                  <a:pt x="332015" y="317950"/>
                  <a:pt x="278821" y="317950"/>
                </a:cubicBezTo>
                <a:cubicBezTo>
                  <a:pt x="225627" y="317950"/>
                  <a:pt x="196659" y="299806"/>
                  <a:pt x="196659" y="290528"/>
                </a:cubicBezTo>
                <a:lnTo>
                  <a:pt x="196659" y="282075"/>
                </a:lnTo>
                <a:cubicBezTo>
                  <a:pt x="217071" y="293827"/>
                  <a:pt x="247998" y="299909"/>
                  <a:pt x="278821" y="299909"/>
                </a:cubicBezTo>
                <a:cubicBezTo>
                  <a:pt x="309645" y="299909"/>
                  <a:pt x="340572" y="293827"/>
                  <a:pt x="360983" y="282075"/>
                </a:cubicBezTo>
                <a:lnTo>
                  <a:pt x="360983" y="290528"/>
                </a:lnTo>
                <a:close/>
                <a:moveTo>
                  <a:pt x="278821" y="276302"/>
                </a:moveTo>
                <a:lnTo>
                  <a:pt x="278821" y="276302"/>
                </a:lnTo>
                <a:cubicBezTo>
                  <a:pt x="225627" y="276302"/>
                  <a:pt x="196659" y="258262"/>
                  <a:pt x="196659" y="248880"/>
                </a:cubicBezTo>
                <a:cubicBezTo>
                  <a:pt x="196659" y="239499"/>
                  <a:pt x="225730" y="221459"/>
                  <a:pt x="278821" y="221459"/>
                </a:cubicBezTo>
                <a:cubicBezTo>
                  <a:pt x="332015" y="221459"/>
                  <a:pt x="360983" y="239602"/>
                  <a:pt x="360983" y="248880"/>
                </a:cubicBezTo>
                <a:cubicBezTo>
                  <a:pt x="360983" y="258158"/>
                  <a:pt x="332015" y="276302"/>
                  <a:pt x="278821" y="276302"/>
                </a:cubicBezTo>
                <a:close/>
                <a:moveTo>
                  <a:pt x="531905" y="402792"/>
                </a:moveTo>
                <a:lnTo>
                  <a:pt x="531905" y="402792"/>
                </a:lnTo>
                <a:cubicBezTo>
                  <a:pt x="512215" y="391246"/>
                  <a:pt x="487164" y="394854"/>
                  <a:pt x="471495" y="411452"/>
                </a:cubicBezTo>
                <a:lnTo>
                  <a:pt x="452939" y="400731"/>
                </a:lnTo>
                <a:cubicBezTo>
                  <a:pt x="480979" y="345887"/>
                  <a:pt x="481082" y="281044"/>
                  <a:pt x="453454" y="225995"/>
                </a:cubicBezTo>
                <a:lnTo>
                  <a:pt x="471495" y="215480"/>
                </a:lnTo>
                <a:cubicBezTo>
                  <a:pt x="477680" y="222077"/>
                  <a:pt x="485618" y="226716"/>
                  <a:pt x="494381" y="229087"/>
                </a:cubicBezTo>
                <a:cubicBezTo>
                  <a:pt x="507060" y="232489"/>
                  <a:pt x="520565" y="230737"/>
                  <a:pt x="532008" y="224036"/>
                </a:cubicBezTo>
                <a:cubicBezTo>
                  <a:pt x="555719" y="210428"/>
                  <a:pt x="563966" y="180120"/>
                  <a:pt x="550255" y="156409"/>
                </a:cubicBezTo>
                <a:cubicBezTo>
                  <a:pt x="536647" y="132699"/>
                  <a:pt x="506339" y="124452"/>
                  <a:pt x="482628" y="138163"/>
                </a:cubicBezTo>
                <a:cubicBezTo>
                  <a:pt x="462732" y="149606"/>
                  <a:pt x="453351" y="173110"/>
                  <a:pt x="459743" y="195068"/>
                </a:cubicBezTo>
                <a:lnTo>
                  <a:pt x="441702" y="205583"/>
                </a:lnTo>
                <a:cubicBezTo>
                  <a:pt x="407889" y="154348"/>
                  <a:pt x="351911" y="121978"/>
                  <a:pt x="290573" y="118267"/>
                </a:cubicBezTo>
                <a:lnTo>
                  <a:pt x="290573" y="97649"/>
                </a:lnTo>
                <a:cubicBezTo>
                  <a:pt x="317170" y="91154"/>
                  <a:pt x="333459" y="64351"/>
                  <a:pt x="326861" y="37754"/>
                </a:cubicBezTo>
                <a:cubicBezTo>
                  <a:pt x="320366" y="11157"/>
                  <a:pt x="293563" y="-5131"/>
                  <a:pt x="266966" y="1467"/>
                </a:cubicBezTo>
                <a:cubicBezTo>
                  <a:pt x="240369" y="7961"/>
                  <a:pt x="224081" y="34764"/>
                  <a:pt x="230679" y="61361"/>
                </a:cubicBezTo>
                <a:cubicBezTo>
                  <a:pt x="235112" y="79299"/>
                  <a:pt x="249029" y="93319"/>
                  <a:pt x="266966" y="97649"/>
                </a:cubicBezTo>
                <a:lnTo>
                  <a:pt x="266966" y="118163"/>
                </a:lnTo>
                <a:cubicBezTo>
                  <a:pt x="205628" y="121875"/>
                  <a:pt x="149651" y="154245"/>
                  <a:pt x="115837" y="205583"/>
                </a:cubicBezTo>
                <a:lnTo>
                  <a:pt x="97900" y="195171"/>
                </a:lnTo>
                <a:cubicBezTo>
                  <a:pt x="105735" y="168677"/>
                  <a:pt x="90581" y="140843"/>
                  <a:pt x="64087" y="133111"/>
                </a:cubicBezTo>
                <a:cubicBezTo>
                  <a:pt x="37593" y="125380"/>
                  <a:pt x="9759" y="140431"/>
                  <a:pt x="2027" y="166925"/>
                </a:cubicBezTo>
                <a:cubicBezTo>
                  <a:pt x="-5705" y="193418"/>
                  <a:pt x="9346" y="221253"/>
                  <a:pt x="35840" y="228984"/>
                </a:cubicBezTo>
                <a:cubicBezTo>
                  <a:pt x="53778" y="234242"/>
                  <a:pt x="73159" y="229087"/>
                  <a:pt x="86148" y="215583"/>
                </a:cubicBezTo>
                <a:lnTo>
                  <a:pt x="104188" y="226098"/>
                </a:lnTo>
                <a:cubicBezTo>
                  <a:pt x="76457" y="281044"/>
                  <a:pt x="76664" y="345990"/>
                  <a:pt x="104704" y="400834"/>
                </a:cubicBezTo>
                <a:lnTo>
                  <a:pt x="86148" y="411555"/>
                </a:lnTo>
                <a:cubicBezTo>
                  <a:pt x="67179" y="391865"/>
                  <a:pt x="35840" y="391143"/>
                  <a:pt x="16047" y="410112"/>
                </a:cubicBezTo>
                <a:cubicBezTo>
                  <a:pt x="-3746" y="429080"/>
                  <a:pt x="-4364" y="460419"/>
                  <a:pt x="14604" y="480212"/>
                </a:cubicBezTo>
                <a:cubicBezTo>
                  <a:pt x="33572" y="500005"/>
                  <a:pt x="64911" y="500624"/>
                  <a:pt x="84705" y="481655"/>
                </a:cubicBezTo>
                <a:cubicBezTo>
                  <a:pt x="98003" y="468872"/>
                  <a:pt x="103158" y="449698"/>
                  <a:pt x="97900" y="431967"/>
                </a:cubicBezTo>
                <a:lnTo>
                  <a:pt x="116456" y="421245"/>
                </a:lnTo>
                <a:cubicBezTo>
                  <a:pt x="150372" y="471965"/>
                  <a:pt x="206040" y="503923"/>
                  <a:pt x="266966" y="507634"/>
                </a:cubicBezTo>
                <a:lnTo>
                  <a:pt x="266966" y="529489"/>
                </a:lnTo>
                <a:cubicBezTo>
                  <a:pt x="240369" y="535983"/>
                  <a:pt x="224081" y="562787"/>
                  <a:pt x="230679" y="589384"/>
                </a:cubicBezTo>
                <a:cubicBezTo>
                  <a:pt x="237173" y="615981"/>
                  <a:pt x="263976" y="632269"/>
                  <a:pt x="290573" y="625671"/>
                </a:cubicBezTo>
                <a:cubicBezTo>
                  <a:pt x="317170" y="619176"/>
                  <a:pt x="333459" y="592373"/>
                  <a:pt x="326861" y="565776"/>
                </a:cubicBezTo>
                <a:cubicBezTo>
                  <a:pt x="322428" y="547839"/>
                  <a:pt x="308511" y="533819"/>
                  <a:pt x="290573" y="529489"/>
                </a:cubicBezTo>
                <a:lnTo>
                  <a:pt x="290573" y="507634"/>
                </a:lnTo>
                <a:cubicBezTo>
                  <a:pt x="351499" y="503923"/>
                  <a:pt x="407167" y="471965"/>
                  <a:pt x="441083" y="421245"/>
                </a:cubicBezTo>
                <a:lnTo>
                  <a:pt x="459639" y="431967"/>
                </a:lnTo>
                <a:cubicBezTo>
                  <a:pt x="452011" y="458254"/>
                  <a:pt x="467165" y="485676"/>
                  <a:pt x="493350" y="493305"/>
                </a:cubicBezTo>
                <a:cubicBezTo>
                  <a:pt x="519637" y="500933"/>
                  <a:pt x="547059" y="485779"/>
                  <a:pt x="554688" y="459594"/>
                </a:cubicBezTo>
                <a:cubicBezTo>
                  <a:pt x="561079" y="437533"/>
                  <a:pt x="551698" y="414235"/>
                  <a:pt x="531905" y="402792"/>
                </a:cubicBezTo>
                <a:close/>
                <a:moveTo>
                  <a:pt x="498092" y="165688"/>
                </a:moveTo>
                <a:cubicBezTo>
                  <a:pt x="506751" y="160636"/>
                  <a:pt x="517782" y="163626"/>
                  <a:pt x="522833" y="172285"/>
                </a:cubicBezTo>
                <a:cubicBezTo>
                  <a:pt x="527884" y="180945"/>
                  <a:pt x="524895" y="191975"/>
                  <a:pt x="516235" y="197027"/>
                </a:cubicBezTo>
                <a:cubicBezTo>
                  <a:pt x="512112" y="199501"/>
                  <a:pt x="507060" y="200119"/>
                  <a:pt x="502421" y="198882"/>
                </a:cubicBezTo>
                <a:lnTo>
                  <a:pt x="502525" y="198882"/>
                </a:lnTo>
                <a:cubicBezTo>
                  <a:pt x="497886" y="197645"/>
                  <a:pt x="493968" y="194656"/>
                  <a:pt x="491494" y="190429"/>
                </a:cubicBezTo>
                <a:cubicBezTo>
                  <a:pt x="486443" y="181769"/>
                  <a:pt x="489432" y="170636"/>
                  <a:pt x="498092" y="165688"/>
                </a:cubicBezTo>
                <a:close/>
                <a:moveTo>
                  <a:pt x="66045" y="189913"/>
                </a:moveTo>
                <a:cubicBezTo>
                  <a:pt x="61200" y="198676"/>
                  <a:pt x="50170" y="201769"/>
                  <a:pt x="41407" y="196924"/>
                </a:cubicBezTo>
                <a:cubicBezTo>
                  <a:pt x="41201" y="196820"/>
                  <a:pt x="40995" y="196717"/>
                  <a:pt x="40892" y="196614"/>
                </a:cubicBezTo>
                <a:cubicBezTo>
                  <a:pt x="32335" y="191460"/>
                  <a:pt x="29552" y="180326"/>
                  <a:pt x="34706" y="171770"/>
                </a:cubicBezTo>
                <a:cubicBezTo>
                  <a:pt x="39861" y="163213"/>
                  <a:pt x="50994" y="160430"/>
                  <a:pt x="59551" y="165584"/>
                </a:cubicBezTo>
                <a:cubicBezTo>
                  <a:pt x="67901" y="170636"/>
                  <a:pt x="70788" y="181460"/>
                  <a:pt x="66045" y="189913"/>
                </a:cubicBezTo>
                <a:close/>
                <a:moveTo>
                  <a:pt x="59551" y="461347"/>
                </a:moveTo>
                <a:cubicBezTo>
                  <a:pt x="50891" y="466398"/>
                  <a:pt x="39861" y="463409"/>
                  <a:pt x="34809" y="454749"/>
                </a:cubicBezTo>
                <a:cubicBezTo>
                  <a:pt x="29758" y="446090"/>
                  <a:pt x="32748" y="435059"/>
                  <a:pt x="41407" y="430008"/>
                </a:cubicBezTo>
                <a:cubicBezTo>
                  <a:pt x="44191" y="428358"/>
                  <a:pt x="47283" y="427534"/>
                  <a:pt x="50479" y="427534"/>
                </a:cubicBezTo>
                <a:cubicBezTo>
                  <a:pt x="52025" y="427534"/>
                  <a:pt x="53675" y="427740"/>
                  <a:pt x="55221" y="428152"/>
                </a:cubicBezTo>
                <a:lnTo>
                  <a:pt x="55221" y="428152"/>
                </a:lnTo>
                <a:cubicBezTo>
                  <a:pt x="59860" y="429389"/>
                  <a:pt x="63778" y="432379"/>
                  <a:pt x="66252" y="436606"/>
                </a:cubicBezTo>
                <a:cubicBezTo>
                  <a:pt x="71200" y="445265"/>
                  <a:pt x="68210" y="456296"/>
                  <a:pt x="59551" y="461347"/>
                </a:cubicBezTo>
                <a:close/>
                <a:moveTo>
                  <a:pt x="260678" y="49712"/>
                </a:moveTo>
                <a:cubicBezTo>
                  <a:pt x="260678" y="39713"/>
                  <a:pt x="268822" y="31569"/>
                  <a:pt x="278821" y="31569"/>
                </a:cubicBezTo>
                <a:cubicBezTo>
                  <a:pt x="288821" y="31569"/>
                  <a:pt x="296965" y="39713"/>
                  <a:pt x="296965" y="49712"/>
                </a:cubicBezTo>
                <a:cubicBezTo>
                  <a:pt x="296965" y="59712"/>
                  <a:pt x="288821" y="67856"/>
                  <a:pt x="278821" y="67856"/>
                </a:cubicBezTo>
                <a:cubicBezTo>
                  <a:pt x="268822" y="67753"/>
                  <a:pt x="260678" y="59712"/>
                  <a:pt x="260678" y="49712"/>
                </a:cubicBezTo>
                <a:close/>
                <a:moveTo>
                  <a:pt x="296862" y="577322"/>
                </a:moveTo>
                <a:cubicBezTo>
                  <a:pt x="296862" y="587322"/>
                  <a:pt x="288718" y="595466"/>
                  <a:pt x="278718" y="595466"/>
                </a:cubicBezTo>
                <a:cubicBezTo>
                  <a:pt x="268719" y="595466"/>
                  <a:pt x="260575" y="587322"/>
                  <a:pt x="260575" y="577322"/>
                </a:cubicBezTo>
                <a:cubicBezTo>
                  <a:pt x="260575" y="567323"/>
                  <a:pt x="268822" y="559178"/>
                  <a:pt x="278821" y="559178"/>
                </a:cubicBezTo>
                <a:cubicBezTo>
                  <a:pt x="288821" y="559178"/>
                  <a:pt x="296862" y="567323"/>
                  <a:pt x="296862" y="577322"/>
                </a:cubicBezTo>
                <a:close/>
                <a:moveTo>
                  <a:pt x="278821" y="468769"/>
                </a:moveTo>
                <a:cubicBezTo>
                  <a:pt x="192845" y="468769"/>
                  <a:pt x="122848" y="398772"/>
                  <a:pt x="122848" y="312796"/>
                </a:cubicBezTo>
                <a:cubicBezTo>
                  <a:pt x="122848" y="226819"/>
                  <a:pt x="192845" y="156822"/>
                  <a:pt x="278821" y="156822"/>
                </a:cubicBezTo>
                <a:cubicBezTo>
                  <a:pt x="364798" y="156822"/>
                  <a:pt x="434692" y="226819"/>
                  <a:pt x="434692" y="312796"/>
                </a:cubicBezTo>
                <a:cubicBezTo>
                  <a:pt x="434692" y="398772"/>
                  <a:pt x="364798" y="468769"/>
                  <a:pt x="278821" y="468769"/>
                </a:cubicBezTo>
                <a:close/>
                <a:moveTo>
                  <a:pt x="511803" y="463203"/>
                </a:moveTo>
                <a:cubicBezTo>
                  <a:pt x="502112" y="465780"/>
                  <a:pt x="492216" y="460007"/>
                  <a:pt x="489638" y="450316"/>
                </a:cubicBezTo>
                <a:cubicBezTo>
                  <a:pt x="487061" y="440626"/>
                  <a:pt x="492834" y="430730"/>
                  <a:pt x="502525" y="428152"/>
                </a:cubicBezTo>
                <a:cubicBezTo>
                  <a:pt x="504071" y="427740"/>
                  <a:pt x="505617" y="427534"/>
                  <a:pt x="507267" y="427534"/>
                </a:cubicBezTo>
                <a:cubicBezTo>
                  <a:pt x="510462" y="427534"/>
                  <a:pt x="513555" y="428358"/>
                  <a:pt x="516338" y="430008"/>
                </a:cubicBezTo>
                <a:cubicBezTo>
                  <a:pt x="520462" y="432379"/>
                  <a:pt x="523555" y="436399"/>
                  <a:pt x="524792" y="441038"/>
                </a:cubicBezTo>
                <a:cubicBezTo>
                  <a:pt x="527266" y="450729"/>
                  <a:pt x="521493" y="460625"/>
                  <a:pt x="511803" y="463203"/>
                </a:cubicBezTo>
                <a:close/>
              </a:path>
            </a:pathLst>
          </a:custGeom>
          <a:solidFill>
            <a:srgbClr val="2CB5E8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52"/>
          <p:cNvSpPr txBox="1"/>
          <p:nvPr/>
        </p:nvSpPr>
        <p:spPr>
          <a:xfrm>
            <a:off x="6887000" y="2041975"/>
            <a:ext cx="1893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" sz="1800">
                <a:solidFill>
                  <a:schemeClr val="dk2"/>
                </a:solidFill>
              </a:rPr>
              <a:t>Forecast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46"/>
          <p:cNvSpPr txBox="1"/>
          <p:nvPr>
            <p:ph type="title"/>
          </p:nvPr>
        </p:nvSpPr>
        <p:spPr>
          <a:xfrm>
            <a:off x="365750" y="274323"/>
            <a:ext cx="83484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"/>
              <a:t>Demo Act 2: Ask Cortex</a:t>
            </a:r>
            <a:endParaRPr/>
          </a:p>
        </p:txBody>
      </p:sp>
      <p:sp>
        <p:nvSpPr>
          <p:cNvPr id="369" name="Google Shape;369;p46"/>
          <p:cNvSpPr txBox="1"/>
          <p:nvPr>
            <p:ph idx="1" type="body"/>
          </p:nvPr>
        </p:nvSpPr>
        <p:spPr>
          <a:xfrm>
            <a:off x="365750" y="1371600"/>
            <a:ext cx="4160400" cy="109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"/>
              <a:t>Ask in plain English: “What is total revenue by customer country?”, “Show the open pipeline by stage,” or “Which reps are above quota?” No SQL, no pre-built dashboard needed.</a:t>
            </a:r>
            <a:endParaRPr b="1">
              <a:solidFill>
                <a:schemeClr val="dk2"/>
              </a:solidFill>
            </a:endParaRPr>
          </a:p>
        </p:txBody>
      </p:sp>
      <p:sp>
        <p:nvSpPr>
          <p:cNvPr id="370" name="Google Shape;370;p46"/>
          <p:cNvSpPr txBox="1"/>
          <p:nvPr>
            <p:ph idx="2" type="body"/>
          </p:nvPr>
        </p:nvSpPr>
        <p:spPr>
          <a:xfrm>
            <a:off x="4617721" y="1371600"/>
            <a:ext cx="4160400" cy="109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"/>
              <a:t>The SAP_SALES_360_AGENT maps the question to the bundled semantic view, generates governed SQL and returns a chart plus the exact query — fully explainable and trustworthy.</a:t>
            </a:r>
            <a:endParaRPr b="1">
              <a:solidFill>
                <a:schemeClr val="dk2"/>
              </a:solidFill>
            </a:endParaRPr>
          </a:p>
        </p:txBody>
      </p:sp>
      <p:sp>
        <p:nvSpPr>
          <p:cNvPr id="371" name="Google Shape;371;p46"/>
          <p:cNvSpPr txBox="1"/>
          <p:nvPr>
            <p:ph idx="12" type="sldNum"/>
          </p:nvPr>
        </p:nvSpPr>
        <p:spPr>
          <a:xfrm>
            <a:off x="8229600" y="4866905"/>
            <a:ext cx="473700" cy="924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72" name="Google Shape;372;p46"/>
          <p:cNvSpPr txBox="1"/>
          <p:nvPr>
            <p:ph idx="3" type="subTitle"/>
          </p:nvPr>
        </p:nvSpPr>
        <p:spPr>
          <a:xfrm>
            <a:off x="365760" y="655285"/>
            <a:ext cx="83448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"/>
              <a:t>Cortex Analyst over a governed semantic view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45"/>
          <p:cNvSpPr txBox="1"/>
          <p:nvPr>
            <p:ph idx="1" type="body"/>
          </p:nvPr>
        </p:nvSpPr>
        <p:spPr>
          <a:xfrm>
            <a:off x="365750" y="1371600"/>
            <a:ext cx="6261300" cy="141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"/>
              <a:t>Lead with outcomes, not architecture. Stress that the data is already inside Snowflake — no ETL, no waiting — and that SAP’s business context (revenue, pipeline, quota, forecast) is preserved end to end. Then let the SAP_SALES_360_AGENT answer a live question to prove the app is AI-ready and governed, and close on one-click, region-wide distribution.</a:t>
            </a:r>
            <a:endParaRPr b="1">
              <a:solidFill>
                <a:schemeClr val="accent2"/>
              </a:solidFill>
            </a:endParaRPr>
          </a:p>
        </p:txBody>
      </p:sp>
      <p:sp>
        <p:nvSpPr>
          <p:cNvPr id="361" name="Google Shape;361;p45"/>
          <p:cNvSpPr txBox="1"/>
          <p:nvPr>
            <p:ph type="title"/>
          </p:nvPr>
        </p:nvSpPr>
        <p:spPr>
          <a:xfrm>
            <a:off x="365750" y="274323"/>
            <a:ext cx="83211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"/>
              <a:t>Key Points to Land During the Demo</a:t>
            </a:r>
            <a:endParaRPr/>
          </a:p>
        </p:txBody>
      </p:sp>
      <p:sp>
        <p:nvSpPr>
          <p:cNvPr id="362" name="Google Shape;362;p45"/>
          <p:cNvSpPr txBox="1"/>
          <p:nvPr>
            <p:ph idx="12" type="sldNum"/>
          </p:nvPr>
        </p:nvSpPr>
        <p:spPr>
          <a:xfrm>
            <a:off x="8229600" y="4866905"/>
            <a:ext cx="473700" cy="924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63" name="Google Shape;363;p45"/>
          <p:cNvSpPr txBox="1"/>
          <p:nvPr>
            <p:ph idx="2" type="subTitle"/>
          </p:nvPr>
        </p:nvSpPr>
        <p:spPr>
          <a:xfrm>
            <a:off x="365760" y="655285"/>
            <a:ext cx="83448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"/>
              <a:t>Say these out loud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52"/>
          <p:cNvSpPr txBox="1"/>
          <p:nvPr>
            <p:ph type="title"/>
          </p:nvPr>
        </p:nvSpPr>
        <p:spPr>
          <a:xfrm>
            <a:off x="365750" y="274320"/>
            <a:ext cx="83484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"/>
              <a:t>The Snowflake × SAP BDC Value</a:t>
            </a:r>
            <a:endParaRPr/>
          </a:p>
        </p:txBody>
      </p:sp>
      <p:sp>
        <p:nvSpPr>
          <p:cNvPr id="443" name="Google Shape;443;p52"/>
          <p:cNvSpPr txBox="1"/>
          <p:nvPr>
            <p:ph idx="1" type="body"/>
          </p:nvPr>
        </p:nvSpPr>
        <p:spPr>
          <a:xfrm>
            <a:off x="365750" y="1371600"/>
            <a:ext cx="1920300" cy="276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/>
              <a:t>BDC zero-copy sharing means no pipelines to build or maintain — sales and CRM data is live in Snowflake instantly.</a:t>
            </a:r>
            <a:endParaRPr/>
          </a:p>
        </p:txBody>
      </p:sp>
      <p:sp>
        <p:nvSpPr>
          <p:cNvPr id="444" name="Google Shape;444;p52"/>
          <p:cNvSpPr txBox="1"/>
          <p:nvPr>
            <p:ph idx="2" type="body"/>
          </p:nvPr>
        </p:nvSpPr>
        <p:spPr>
          <a:xfrm>
            <a:off x="2459408" y="1371600"/>
            <a:ext cx="1920300" cy="276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/>
              <a:t>SAP business context and semantics are preserved and governed end to end across the platform.</a:t>
            </a:r>
            <a:endParaRPr/>
          </a:p>
        </p:txBody>
      </p:sp>
      <p:sp>
        <p:nvSpPr>
          <p:cNvPr id="445" name="Google Shape;445;p52"/>
          <p:cNvSpPr txBox="1"/>
          <p:nvPr>
            <p:ph idx="3" type="body"/>
          </p:nvPr>
        </p:nvSpPr>
        <p:spPr>
          <a:xfrm>
            <a:off x="4673192" y="1371600"/>
            <a:ext cx="1920300" cy="276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/>
              <a:t>Cortex brings natural-language analytics and AI directly to SAP data — no extraction required.</a:t>
            </a:r>
            <a:endParaRPr/>
          </a:p>
        </p:txBody>
      </p:sp>
      <p:sp>
        <p:nvSpPr>
          <p:cNvPr id="446" name="Google Shape;446;p52"/>
          <p:cNvSpPr txBox="1"/>
          <p:nvPr>
            <p:ph idx="4" type="body"/>
          </p:nvPr>
        </p:nvSpPr>
        <p:spPr>
          <a:xfrm>
            <a:off x="6887000" y="1371600"/>
            <a:ext cx="1920300" cy="276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/>
              <a:t>Native Apps package data + AI + UI into a one-click, globally distributable product.</a:t>
            </a:r>
            <a:endParaRPr/>
          </a:p>
        </p:txBody>
      </p:sp>
      <p:sp>
        <p:nvSpPr>
          <p:cNvPr id="447" name="Google Shape;447;p52"/>
          <p:cNvSpPr txBox="1"/>
          <p:nvPr>
            <p:ph idx="12" type="sldNum"/>
          </p:nvPr>
        </p:nvSpPr>
        <p:spPr>
          <a:xfrm>
            <a:off x="8229600" y="4864608"/>
            <a:ext cx="473700" cy="924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48" name="Google Shape;448;p52"/>
          <p:cNvSpPr txBox="1"/>
          <p:nvPr>
            <p:ph idx="5" type="subTitle"/>
          </p:nvPr>
        </p:nvSpPr>
        <p:spPr>
          <a:xfrm>
            <a:off x="365760" y="655285"/>
            <a:ext cx="83448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"/>
              <a:t>Why this partnership matters</a:t>
            </a:r>
            <a:endParaRPr/>
          </a:p>
        </p:txBody>
      </p:sp>
      <p:sp>
        <p:nvSpPr>
          <p:cNvPr id="449" name="Google Shape;449;p52"/>
          <p:cNvSpPr/>
          <p:nvPr/>
        </p:nvSpPr>
        <p:spPr>
          <a:xfrm>
            <a:off x="544112" y="1443998"/>
            <a:ext cx="615626" cy="546779"/>
          </a:xfrm>
          <a:custGeom>
            <a:rect b="b" l="l" r="r" t="t"/>
            <a:pathLst>
              <a:path extrusionOk="0" h="1778143" w="1985891">
                <a:moveTo>
                  <a:pt x="1984833" y="1484821"/>
                </a:moveTo>
                <a:cubicBezTo>
                  <a:pt x="1982909" y="1475749"/>
                  <a:pt x="1978785" y="1467227"/>
                  <a:pt x="1972737" y="1460355"/>
                </a:cubicBezTo>
                <a:lnTo>
                  <a:pt x="1972737" y="1460355"/>
                </a:lnTo>
                <a:cubicBezTo>
                  <a:pt x="1896864" y="1374859"/>
                  <a:pt x="1896864" y="1236033"/>
                  <a:pt x="1972737" y="1150538"/>
                </a:cubicBezTo>
                <a:cubicBezTo>
                  <a:pt x="1973287" y="1149988"/>
                  <a:pt x="1973287" y="1149438"/>
                  <a:pt x="1973837" y="1148888"/>
                </a:cubicBezTo>
                <a:cubicBezTo>
                  <a:pt x="1974387" y="1148338"/>
                  <a:pt x="1975211" y="1147789"/>
                  <a:pt x="1975761" y="1146964"/>
                </a:cubicBezTo>
                <a:cubicBezTo>
                  <a:pt x="1976311" y="1146139"/>
                  <a:pt x="1976586" y="1144490"/>
                  <a:pt x="1977411" y="1143390"/>
                </a:cubicBezTo>
                <a:cubicBezTo>
                  <a:pt x="1979885" y="1139542"/>
                  <a:pt x="1981809" y="1135693"/>
                  <a:pt x="1983184" y="1131294"/>
                </a:cubicBezTo>
                <a:cubicBezTo>
                  <a:pt x="1983733" y="1129370"/>
                  <a:pt x="1984283" y="1127171"/>
                  <a:pt x="1984833" y="1125247"/>
                </a:cubicBezTo>
                <a:cubicBezTo>
                  <a:pt x="1985658" y="1120848"/>
                  <a:pt x="1985933" y="1116450"/>
                  <a:pt x="1985383" y="1112051"/>
                </a:cubicBezTo>
                <a:cubicBezTo>
                  <a:pt x="1985383" y="1110402"/>
                  <a:pt x="1985383" y="1108752"/>
                  <a:pt x="1985108" y="1106828"/>
                </a:cubicBezTo>
                <a:cubicBezTo>
                  <a:pt x="1984283" y="1100780"/>
                  <a:pt x="1982084" y="1095007"/>
                  <a:pt x="1979060" y="1089784"/>
                </a:cubicBezTo>
                <a:lnTo>
                  <a:pt x="1978785" y="1089509"/>
                </a:lnTo>
                <a:cubicBezTo>
                  <a:pt x="1978235" y="1088684"/>
                  <a:pt x="1977686" y="1088409"/>
                  <a:pt x="1977136" y="1087585"/>
                </a:cubicBezTo>
                <a:cubicBezTo>
                  <a:pt x="1974112" y="1082911"/>
                  <a:pt x="1970538" y="1078788"/>
                  <a:pt x="1966140" y="1075214"/>
                </a:cubicBezTo>
                <a:cubicBezTo>
                  <a:pt x="1965590" y="1074664"/>
                  <a:pt x="1965315" y="1074114"/>
                  <a:pt x="1964765" y="1073564"/>
                </a:cubicBezTo>
                <a:lnTo>
                  <a:pt x="1430351" y="677153"/>
                </a:lnTo>
                <a:cubicBezTo>
                  <a:pt x="1471037" y="544924"/>
                  <a:pt x="1462240" y="414619"/>
                  <a:pt x="1426503" y="325550"/>
                </a:cubicBezTo>
                <a:cubicBezTo>
                  <a:pt x="1413857" y="292837"/>
                  <a:pt x="1395438" y="262322"/>
                  <a:pt x="1372072" y="235931"/>
                </a:cubicBezTo>
                <a:cubicBezTo>
                  <a:pt x="1384442" y="225485"/>
                  <a:pt x="1397638" y="215589"/>
                  <a:pt x="1411383" y="207066"/>
                </a:cubicBezTo>
                <a:cubicBezTo>
                  <a:pt x="1436674" y="193046"/>
                  <a:pt x="1445746" y="161157"/>
                  <a:pt x="1431726" y="135866"/>
                </a:cubicBezTo>
                <a:cubicBezTo>
                  <a:pt x="1428977" y="130918"/>
                  <a:pt x="1425403" y="126520"/>
                  <a:pt x="1421280" y="122671"/>
                </a:cubicBezTo>
                <a:cubicBezTo>
                  <a:pt x="1417431" y="119097"/>
                  <a:pt x="1323689" y="34702"/>
                  <a:pt x="1180463" y="54770"/>
                </a:cubicBezTo>
                <a:cubicBezTo>
                  <a:pt x="1085347" y="68515"/>
                  <a:pt x="1020744" y="133667"/>
                  <a:pt x="980333" y="193321"/>
                </a:cubicBezTo>
                <a:cubicBezTo>
                  <a:pt x="958341" y="132842"/>
                  <a:pt x="921504" y="60817"/>
                  <a:pt x="859650" y="7761"/>
                </a:cubicBezTo>
                <a:cubicBezTo>
                  <a:pt x="845355" y="-4060"/>
                  <a:pt x="824188" y="-2136"/>
                  <a:pt x="812367" y="11885"/>
                </a:cubicBezTo>
                <a:cubicBezTo>
                  <a:pt x="800821" y="25905"/>
                  <a:pt x="802195" y="46522"/>
                  <a:pt x="815666" y="58343"/>
                </a:cubicBezTo>
                <a:cubicBezTo>
                  <a:pt x="854977" y="92157"/>
                  <a:pt x="882467" y="136691"/>
                  <a:pt x="901711" y="179026"/>
                </a:cubicBezTo>
                <a:cubicBezTo>
                  <a:pt x="872296" y="169954"/>
                  <a:pt x="841507" y="165556"/>
                  <a:pt x="810717" y="166106"/>
                </a:cubicBezTo>
                <a:cubicBezTo>
                  <a:pt x="719174" y="166106"/>
                  <a:pt x="629281" y="231533"/>
                  <a:pt x="591619" y="325000"/>
                </a:cubicBezTo>
                <a:cubicBezTo>
                  <a:pt x="560005" y="404448"/>
                  <a:pt x="549558" y="516334"/>
                  <a:pt x="575949" y="632893"/>
                </a:cubicBezTo>
                <a:lnTo>
                  <a:pt x="185585" y="725536"/>
                </a:lnTo>
                <a:cubicBezTo>
                  <a:pt x="64352" y="749452"/>
                  <a:pt x="-17844" y="874809"/>
                  <a:pt x="3324" y="1005388"/>
                </a:cubicBezTo>
                <a:cubicBezTo>
                  <a:pt x="11571" y="1057895"/>
                  <a:pt x="36862" y="1106278"/>
                  <a:pt x="75074" y="1143115"/>
                </a:cubicBezTo>
                <a:lnTo>
                  <a:pt x="617735" y="1696772"/>
                </a:lnTo>
                <a:lnTo>
                  <a:pt x="618284" y="1697322"/>
                </a:lnTo>
                <a:cubicBezTo>
                  <a:pt x="631205" y="1712442"/>
                  <a:pt x="645775" y="1725637"/>
                  <a:pt x="661994" y="1737183"/>
                </a:cubicBezTo>
                <a:cubicBezTo>
                  <a:pt x="699106" y="1763574"/>
                  <a:pt x="743366" y="1777869"/>
                  <a:pt x="788725" y="1778144"/>
                </a:cubicBezTo>
                <a:cubicBezTo>
                  <a:pt x="802470" y="1778144"/>
                  <a:pt x="815940" y="1776769"/>
                  <a:pt x="829411" y="1774295"/>
                </a:cubicBezTo>
                <a:lnTo>
                  <a:pt x="1177439" y="1700621"/>
                </a:lnTo>
                <a:lnTo>
                  <a:pt x="1943872" y="1546675"/>
                </a:lnTo>
                <a:cubicBezTo>
                  <a:pt x="1972188" y="1540902"/>
                  <a:pt x="1990606" y="1513411"/>
                  <a:pt x="1984833" y="1484821"/>
                </a:cubicBezTo>
                <a:close/>
                <a:moveTo>
                  <a:pt x="1195858" y="158683"/>
                </a:moveTo>
                <a:cubicBezTo>
                  <a:pt x="1228022" y="154010"/>
                  <a:pt x="1260461" y="157034"/>
                  <a:pt x="1291250" y="167480"/>
                </a:cubicBezTo>
                <a:cubicBezTo>
                  <a:pt x="1280529" y="177377"/>
                  <a:pt x="1269258" y="188373"/>
                  <a:pt x="1257437" y="200469"/>
                </a:cubicBezTo>
                <a:cubicBezTo>
                  <a:pt x="1256062" y="201843"/>
                  <a:pt x="1254962" y="203218"/>
                  <a:pt x="1253863" y="204592"/>
                </a:cubicBezTo>
                <a:cubicBezTo>
                  <a:pt x="1243142" y="215314"/>
                  <a:pt x="1232145" y="226585"/>
                  <a:pt x="1221149" y="237306"/>
                </a:cubicBezTo>
                <a:cubicBezTo>
                  <a:pt x="1210153" y="248027"/>
                  <a:pt x="1198607" y="258748"/>
                  <a:pt x="1187336" y="268370"/>
                </a:cubicBezTo>
                <a:cubicBezTo>
                  <a:pt x="1173041" y="280466"/>
                  <a:pt x="1157097" y="290912"/>
                  <a:pt x="1140327" y="299159"/>
                </a:cubicBezTo>
                <a:cubicBezTo>
                  <a:pt x="1125208" y="306582"/>
                  <a:pt x="1109263" y="311805"/>
                  <a:pt x="1092769" y="314554"/>
                </a:cubicBezTo>
                <a:cubicBezTo>
                  <a:pt x="1083422" y="316203"/>
                  <a:pt x="1073801" y="316203"/>
                  <a:pt x="1064179" y="315104"/>
                </a:cubicBezTo>
                <a:cubicBezTo>
                  <a:pt x="1057581" y="314004"/>
                  <a:pt x="1051258" y="312080"/>
                  <a:pt x="1045211" y="308781"/>
                </a:cubicBezTo>
                <a:cubicBezTo>
                  <a:pt x="1043836" y="308231"/>
                  <a:pt x="1042736" y="307407"/>
                  <a:pt x="1041637" y="306857"/>
                </a:cubicBezTo>
                <a:cubicBezTo>
                  <a:pt x="1040537" y="306307"/>
                  <a:pt x="1039713" y="304932"/>
                  <a:pt x="1038888" y="304108"/>
                </a:cubicBezTo>
                <a:cubicBezTo>
                  <a:pt x="1059506" y="258748"/>
                  <a:pt x="1111188" y="170779"/>
                  <a:pt x="1195858" y="158683"/>
                </a:cubicBezTo>
                <a:close/>
                <a:moveTo>
                  <a:pt x="689759" y="364037"/>
                </a:moveTo>
                <a:cubicBezTo>
                  <a:pt x="714226" y="303008"/>
                  <a:pt x="769482" y="271119"/>
                  <a:pt x="811542" y="271119"/>
                </a:cubicBezTo>
                <a:cubicBezTo>
                  <a:pt x="889065" y="271119"/>
                  <a:pt x="908583" y="297510"/>
                  <a:pt x="927277" y="326925"/>
                </a:cubicBezTo>
                <a:cubicBezTo>
                  <a:pt x="928376" y="329124"/>
                  <a:pt x="929476" y="331323"/>
                  <a:pt x="930301" y="332973"/>
                </a:cubicBezTo>
                <a:lnTo>
                  <a:pt x="930850" y="334347"/>
                </a:lnTo>
                <a:cubicBezTo>
                  <a:pt x="932225" y="339295"/>
                  <a:pt x="934424" y="343969"/>
                  <a:pt x="937173" y="348092"/>
                </a:cubicBezTo>
                <a:cubicBezTo>
                  <a:pt x="947345" y="363212"/>
                  <a:pt x="960265" y="376682"/>
                  <a:pt x="974835" y="387404"/>
                </a:cubicBezTo>
                <a:cubicBezTo>
                  <a:pt x="978409" y="390153"/>
                  <a:pt x="981433" y="393177"/>
                  <a:pt x="985281" y="395651"/>
                </a:cubicBezTo>
                <a:cubicBezTo>
                  <a:pt x="985831" y="395926"/>
                  <a:pt x="986381" y="396201"/>
                  <a:pt x="986656" y="396475"/>
                </a:cubicBezTo>
                <a:cubicBezTo>
                  <a:pt x="995728" y="401974"/>
                  <a:pt x="1005350" y="406647"/>
                  <a:pt x="1015246" y="410496"/>
                </a:cubicBezTo>
                <a:lnTo>
                  <a:pt x="1015521" y="410496"/>
                </a:lnTo>
                <a:cubicBezTo>
                  <a:pt x="1026242" y="414344"/>
                  <a:pt x="1037513" y="417093"/>
                  <a:pt x="1048784" y="418743"/>
                </a:cubicBezTo>
                <a:lnTo>
                  <a:pt x="1049059" y="418743"/>
                </a:lnTo>
                <a:cubicBezTo>
                  <a:pt x="1057581" y="419842"/>
                  <a:pt x="1066378" y="420392"/>
                  <a:pt x="1074900" y="420667"/>
                </a:cubicBezTo>
                <a:lnTo>
                  <a:pt x="1075725" y="420667"/>
                </a:lnTo>
                <a:cubicBezTo>
                  <a:pt x="1083422" y="420667"/>
                  <a:pt x="1091395" y="420117"/>
                  <a:pt x="1099092" y="419293"/>
                </a:cubicBezTo>
                <a:cubicBezTo>
                  <a:pt x="1101291" y="419018"/>
                  <a:pt x="1103215" y="418468"/>
                  <a:pt x="1105415" y="418193"/>
                </a:cubicBezTo>
                <a:cubicBezTo>
                  <a:pt x="1111462" y="417368"/>
                  <a:pt x="1117510" y="416269"/>
                  <a:pt x="1123833" y="415169"/>
                </a:cubicBezTo>
                <a:cubicBezTo>
                  <a:pt x="1126857" y="414619"/>
                  <a:pt x="1130156" y="413520"/>
                  <a:pt x="1133180" y="412695"/>
                </a:cubicBezTo>
                <a:cubicBezTo>
                  <a:pt x="1138403" y="411320"/>
                  <a:pt x="1143626" y="409946"/>
                  <a:pt x="1148849" y="408296"/>
                </a:cubicBezTo>
                <a:cubicBezTo>
                  <a:pt x="1152148" y="407197"/>
                  <a:pt x="1155722" y="405822"/>
                  <a:pt x="1159021" y="404723"/>
                </a:cubicBezTo>
                <a:cubicBezTo>
                  <a:pt x="1163969" y="402798"/>
                  <a:pt x="1168918" y="400874"/>
                  <a:pt x="1173866" y="398675"/>
                </a:cubicBezTo>
                <a:cubicBezTo>
                  <a:pt x="1177165" y="397300"/>
                  <a:pt x="1180738" y="395651"/>
                  <a:pt x="1184037" y="394001"/>
                </a:cubicBezTo>
                <a:cubicBezTo>
                  <a:pt x="1188985" y="391527"/>
                  <a:pt x="1193934" y="389053"/>
                  <a:pt x="1198882" y="386304"/>
                </a:cubicBezTo>
                <a:cubicBezTo>
                  <a:pt x="1202181" y="384655"/>
                  <a:pt x="1205480" y="382730"/>
                  <a:pt x="1208504" y="380806"/>
                </a:cubicBezTo>
                <a:cubicBezTo>
                  <a:pt x="1213727" y="377782"/>
                  <a:pt x="1218950" y="374208"/>
                  <a:pt x="1224173" y="370909"/>
                </a:cubicBezTo>
                <a:cubicBezTo>
                  <a:pt x="1226922" y="368985"/>
                  <a:pt x="1229671" y="367336"/>
                  <a:pt x="1232420" y="365411"/>
                </a:cubicBezTo>
                <a:cubicBezTo>
                  <a:pt x="1239843" y="360188"/>
                  <a:pt x="1246990" y="354690"/>
                  <a:pt x="1254138" y="348642"/>
                </a:cubicBezTo>
                <a:cubicBezTo>
                  <a:pt x="1254413" y="348367"/>
                  <a:pt x="1254962" y="348092"/>
                  <a:pt x="1255237" y="347817"/>
                </a:cubicBezTo>
                <a:cubicBezTo>
                  <a:pt x="1256062" y="347268"/>
                  <a:pt x="1256612" y="346443"/>
                  <a:pt x="1257437" y="345618"/>
                </a:cubicBezTo>
                <a:cubicBezTo>
                  <a:pt x="1270907" y="334072"/>
                  <a:pt x="1283827" y="321976"/>
                  <a:pt x="1296473" y="309606"/>
                </a:cubicBezTo>
                <a:cubicBezTo>
                  <a:pt x="1296748" y="309331"/>
                  <a:pt x="1297298" y="308781"/>
                  <a:pt x="1297847" y="308506"/>
                </a:cubicBezTo>
                <a:cubicBezTo>
                  <a:pt x="1311043" y="325275"/>
                  <a:pt x="1321764" y="343969"/>
                  <a:pt x="1329187" y="364037"/>
                </a:cubicBezTo>
                <a:cubicBezTo>
                  <a:pt x="1369598" y="464377"/>
                  <a:pt x="1366024" y="631793"/>
                  <a:pt x="1267058" y="779142"/>
                </a:cubicBezTo>
                <a:cubicBezTo>
                  <a:pt x="1217576" y="853091"/>
                  <a:pt x="1169192" y="893777"/>
                  <a:pt x="1130431" y="893777"/>
                </a:cubicBezTo>
                <a:cubicBezTo>
                  <a:pt x="1097168" y="893777"/>
                  <a:pt x="1071876" y="861338"/>
                  <a:pt x="1069402" y="858040"/>
                </a:cubicBezTo>
                <a:cubicBezTo>
                  <a:pt x="1056207" y="837972"/>
                  <a:pt x="1033665" y="826151"/>
                  <a:pt x="1009473" y="826426"/>
                </a:cubicBezTo>
                <a:cubicBezTo>
                  <a:pt x="986106" y="826426"/>
                  <a:pt x="964114" y="837697"/>
                  <a:pt x="950644" y="856940"/>
                </a:cubicBezTo>
                <a:cubicBezTo>
                  <a:pt x="950369" y="857490"/>
                  <a:pt x="949819" y="858040"/>
                  <a:pt x="949544" y="858589"/>
                </a:cubicBezTo>
                <a:cubicBezTo>
                  <a:pt x="947070" y="861613"/>
                  <a:pt x="922328" y="894052"/>
                  <a:pt x="888515" y="894052"/>
                </a:cubicBezTo>
                <a:cubicBezTo>
                  <a:pt x="871471" y="894052"/>
                  <a:pt x="852503" y="886080"/>
                  <a:pt x="831610" y="870135"/>
                </a:cubicBezTo>
                <a:cubicBezTo>
                  <a:pt x="806319" y="850892"/>
                  <a:pt x="779653" y="820378"/>
                  <a:pt x="752163" y="779417"/>
                </a:cubicBezTo>
                <a:cubicBezTo>
                  <a:pt x="653472" y="632068"/>
                  <a:pt x="649623" y="464652"/>
                  <a:pt x="689759" y="364037"/>
                </a:cubicBezTo>
                <a:close/>
                <a:moveTo>
                  <a:pt x="1036139" y="917419"/>
                </a:moveTo>
                <a:cubicBezTo>
                  <a:pt x="1035589" y="918244"/>
                  <a:pt x="1035039" y="919068"/>
                  <a:pt x="1034489" y="919618"/>
                </a:cubicBezTo>
                <a:cubicBezTo>
                  <a:pt x="1035039" y="918793"/>
                  <a:pt x="1035589" y="917969"/>
                  <a:pt x="1036139" y="917419"/>
                </a:cubicBezTo>
                <a:lnTo>
                  <a:pt x="1036139" y="917419"/>
                </a:lnTo>
                <a:close/>
                <a:moveTo>
                  <a:pt x="608938" y="732958"/>
                </a:moveTo>
                <a:cubicBezTo>
                  <a:pt x="624332" y="769520"/>
                  <a:pt x="643026" y="804708"/>
                  <a:pt x="665293" y="837422"/>
                </a:cubicBezTo>
                <a:cubicBezTo>
                  <a:pt x="699106" y="887729"/>
                  <a:pt x="733744" y="926766"/>
                  <a:pt x="768107" y="952882"/>
                </a:cubicBezTo>
                <a:cubicBezTo>
                  <a:pt x="807419" y="983121"/>
                  <a:pt x="848104" y="998241"/>
                  <a:pt x="888515" y="998241"/>
                </a:cubicBezTo>
                <a:cubicBezTo>
                  <a:pt x="942396" y="998241"/>
                  <a:pt x="983632" y="971850"/>
                  <a:pt x="1009473" y="947383"/>
                </a:cubicBezTo>
                <a:cubicBezTo>
                  <a:pt x="1036414" y="972400"/>
                  <a:pt x="1078199" y="998241"/>
                  <a:pt x="1130706" y="998241"/>
                </a:cubicBezTo>
                <a:cubicBezTo>
                  <a:pt x="1207129" y="998241"/>
                  <a:pt x="1282178" y="944085"/>
                  <a:pt x="1353928" y="837147"/>
                </a:cubicBezTo>
                <a:cubicBezTo>
                  <a:pt x="1366849" y="817629"/>
                  <a:pt x="1378944" y="797561"/>
                  <a:pt x="1389391" y="776668"/>
                </a:cubicBezTo>
                <a:lnTo>
                  <a:pt x="1806970" y="1086760"/>
                </a:lnTo>
                <a:lnTo>
                  <a:pt x="771406" y="1289089"/>
                </a:lnTo>
                <a:lnTo>
                  <a:pt x="298571" y="806358"/>
                </a:lnTo>
                <a:lnTo>
                  <a:pt x="608938" y="732958"/>
                </a:lnTo>
                <a:close/>
                <a:moveTo>
                  <a:pt x="561379" y="1489495"/>
                </a:moveTo>
                <a:lnTo>
                  <a:pt x="148473" y="1068341"/>
                </a:lnTo>
                <a:cubicBezTo>
                  <a:pt x="126206" y="1047174"/>
                  <a:pt x="111361" y="1019133"/>
                  <a:pt x="106688" y="988619"/>
                </a:cubicBezTo>
                <a:cubicBezTo>
                  <a:pt x="96241" y="923742"/>
                  <a:pt x="128130" y="861613"/>
                  <a:pt x="181462" y="837147"/>
                </a:cubicBezTo>
                <a:lnTo>
                  <a:pt x="662819" y="1328676"/>
                </a:lnTo>
                <a:cubicBezTo>
                  <a:pt x="609762" y="1364688"/>
                  <a:pt x="572925" y="1423243"/>
                  <a:pt x="561379" y="1489495"/>
                </a:cubicBezTo>
                <a:close/>
                <a:moveTo>
                  <a:pt x="1156272" y="1597807"/>
                </a:moveTo>
                <a:lnTo>
                  <a:pt x="808793" y="1671481"/>
                </a:lnTo>
                <a:cubicBezTo>
                  <a:pt x="779378" y="1676979"/>
                  <a:pt x="748589" y="1670107"/>
                  <a:pt x="722198" y="1651413"/>
                </a:cubicBezTo>
                <a:cubicBezTo>
                  <a:pt x="691134" y="1629421"/>
                  <a:pt x="670241" y="1595607"/>
                  <a:pt x="664193" y="1557946"/>
                </a:cubicBezTo>
                <a:cubicBezTo>
                  <a:pt x="652098" y="1482622"/>
                  <a:pt x="696632" y="1410872"/>
                  <a:pt x="763709" y="1397951"/>
                </a:cubicBezTo>
                <a:lnTo>
                  <a:pt x="1831437" y="1189299"/>
                </a:lnTo>
                <a:cubicBezTo>
                  <a:pt x="1800922" y="1276719"/>
                  <a:pt x="1806145" y="1376234"/>
                  <a:pt x="1846831" y="1459255"/>
                </a:cubicBezTo>
                <a:lnTo>
                  <a:pt x="1156272" y="159780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52"/>
          <p:cNvSpPr/>
          <p:nvPr/>
        </p:nvSpPr>
        <p:spPr>
          <a:xfrm>
            <a:off x="2505882" y="1474874"/>
            <a:ext cx="699034" cy="485028"/>
          </a:xfrm>
          <a:custGeom>
            <a:rect b="b" l="l" r="r" t="t"/>
            <a:pathLst>
              <a:path extrusionOk="0" h="469761" w="628345">
                <a:moveTo>
                  <a:pt x="627315" y="305350"/>
                </a:moveTo>
                <a:lnTo>
                  <a:pt x="599996" y="225765"/>
                </a:lnTo>
                <a:cubicBezTo>
                  <a:pt x="599377" y="224013"/>
                  <a:pt x="598553" y="222260"/>
                  <a:pt x="597419" y="220714"/>
                </a:cubicBezTo>
                <a:cubicBezTo>
                  <a:pt x="582368" y="199684"/>
                  <a:pt x="560100" y="168860"/>
                  <a:pt x="540307" y="143809"/>
                </a:cubicBezTo>
                <a:cubicBezTo>
                  <a:pt x="532679" y="134222"/>
                  <a:pt x="523401" y="127830"/>
                  <a:pt x="513298" y="124944"/>
                </a:cubicBezTo>
                <a:lnTo>
                  <a:pt x="513298" y="45978"/>
                </a:lnTo>
                <a:cubicBezTo>
                  <a:pt x="513298" y="35153"/>
                  <a:pt x="504535" y="26288"/>
                  <a:pt x="493608" y="26288"/>
                </a:cubicBezTo>
                <a:lnTo>
                  <a:pt x="328975" y="26288"/>
                </a:lnTo>
                <a:cubicBezTo>
                  <a:pt x="309079" y="5258"/>
                  <a:pt x="277739" y="-515"/>
                  <a:pt x="251658" y="12165"/>
                </a:cubicBezTo>
                <a:cubicBezTo>
                  <a:pt x="231246" y="-2268"/>
                  <a:pt x="202794" y="-3814"/>
                  <a:pt x="181042" y="8453"/>
                </a:cubicBezTo>
                <a:cubicBezTo>
                  <a:pt x="171145" y="2886"/>
                  <a:pt x="160012" y="0"/>
                  <a:pt x="148672" y="0"/>
                </a:cubicBezTo>
                <a:cubicBezTo>
                  <a:pt x="123312" y="103"/>
                  <a:pt x="100220" y="14536"/>
                  <a:pt x="88983" y="37215"/>
                </a:cubicBezTo>
                <a:cubicBezTo>
                  <a:pt x="49603" y="32164"/>
                  <a:pt x="14347" y="63812"/>
                  <a:pt x="14347" y="103192"/>
                </a:cubicBezTo>
                <a:cubicBezTo>
                  <a:pt x="14450" y="108140"/>
                  <a:pt x="14965" y="113089"/>
                  <a:pt x="16203" y="117831"/>
                </a:cubicBezTo>
                <a:cubicBezTo>
                  <a:pt x="6512" y="119480"/>
                  <a:pt x="-395" y="128140"/>
                  <a:pt x="18" y="137933"/>
                </a:cubicBezTo>
                <a:lnTo>
                  <a:pt x="4553" y="246589"/>
                </a:lnTo>
                <a:cubicBezTo>
                  <a:pt x="4966" y="256383"/>
                  <a:pt x="12491" y="264423"/>
                  <a:pt x="22285" y="265351"/>
                </a:cubicBezTo>
                <a:lnTo>
                  <a:pt x="82798" y="271330"/>
                </a:lnTo>
                <a:lnTo>
                  <a:pt x="104344" y="312978"/>
                </a:lnTo>
                <a:cubicBezTo>
                  <a:pt x="64964" y="338957"/>
                  <a:pt x="54036" y="391945"/>
                  <a:pt x="80015" y="431325"/>
                </a:cubicBezTo>
                <a:cubicBezTo>
                  <a:pt x="105993" y="470705"/>
                  <a:pt x="158775" y="481632"/>
                  <a:pt x="198155" y="455654"/>
                </a:cubicBezTo>
                <a:cubicBezTo>
                  <a:pt x="222174" y="439881"/>
                  <a:pt x="236607" y="412975"/>
                  <a:pt x="236607" y="384316"/>
                </a:cubicBezTo>
                <a:cubicBezTo>
                  <a:pt x="236607" y="381017"/>
                  <a:pt x="236401" y="377718"/>
                  <a:pt x="235988" y="374419"/>
                </a:cubicBezTo>
                <a:lnTo>
                  <a:pt x="393715" y="374419"/>
                </a:lnTo>
                <a:cubicBezTo>
                  <a:pt x="388251" y="421325"/>
                  <a:pt x="421755" y="463695"/>
                  <a:pt x="468660" y="469158"/>
                </a:cubicBezTo>
                <a:cubicBezTo>
                  <a:pt x="515566" y="474622"/>
                  <a:pt x="557936" y="441118"/>
                  <a:pt x="563399" y="394213"/>
                </a:cubicBezTo>
                <a:cubicBezTo>
                  <a:pt x="563812" y="390914"/>
                  <a:pt x="564018" y="387615"/>
                  <a:pt x="564018" y="384316"/>
                </a:cubicBezTo>
                <a:cubicBezTo>
                  <a:pt x="564018" y="381120"/>
                  <a:pt x="563812" y="378028"/>
                  <a:pt x="563502" y="374832"/>
                </a:cubicBezTo>
                <a:lnTo>
                  <a:pt x="601336" y="374832"/>
                </a:lnTo>
                <a:cubicBezTo>
                  <a:pt x="616284" y="374832"/>
                  <a:pt x="628345" y="362770"/>
                  <a:pt x="628345" y="347823"/>
                </a:cubicBezTo>
                <a:lnTo>
                  <a:pt x="628345" y="311741"/>
                </a:lnTo>
                <a:cubicBezTo>
                  <a:pt x="628345" y="309576"/>
                  <a:pt x="627933" y="307412"/>
                  <a:pt x="627315" y="305350"/>
                </a:cubicBezTo>
                <a:close/>
                <a:moveTo>
                  <a:pt x="80839" y="60307"/>
                </a:moveTo>
                <a:cubicBezTo>
                  <a:pt x="84963" y="60307"/>
                  <a:pt x="89086" y="60926"/>
                  <a:pt x="93004" y="62060"/>
                </a:cubicBezTo>
                <a:cubicBezTo>
                  <a:pt x="99189" y="63915"/>
                  <a:pt x="105787" y="60307"/>
                  <a:pt x="107643" y="54122"/>
                </a:cubicBezTo>
                <a:cubicBezTo>
                  <a:pt x="113209" y="36081"/>
                  <a:pt x="129807" y="23607"/>
                  <a:pt x="148775" y="23607"/>
                </a:cubicBezTo>
                <a:cubicBezTo>
                  <a:pt x="157950" y="23607"/>
                  <a:pt x="166816" y="26494"/>
                  <a:pt x="174135" y="31958"/>
                </a:cubicBezTo>
                <a:cubicBezTo>
                  <a:pt x="178259" y="35050"/>
                  <a:pt x="183928" y="35050"/>
                  <a:pt x="188155" y="31958"/>
                </a:cubicBezTo>
                <a:cubicBezTo>
                  <a:pt x="204340" y="19999"/>
                  <a:pt x="227844" y="21339"/>
                  <a:pt x="242689" y="35050"/>
                </a:cubicBezTo>
                <a:cubicBezTo>
                  <a:pt x="246710" y="38761"/>
                  <a:pt x="252689" y="39277"/>
                  <a:pt x="257225" y="36184"/>
                </a:cubicBezTo>
                <a:cubicBezTo>
                  <a:pt x="264235" y="31545"/>
                  <a:pt x="272482" y="29071"/>
                  <a:pt x="280832" y="29071"/>
                </a:cubicBezTo>
                <a:lnTo>
                  <a:pt x="280935" y="29071"/>
                </a:lnTo>
                <a:cubicBezTo>
                  <a:pt x="278255" y="30617"/>
                  <a:pt x="275987" y="32782"/>
                  <a:pt x="274338" y="35463"/>
                </a:cubicBezTo>
                <a:lnTo>
                  <a:pt x="243720" y="84018"/>
                </a:lnTo>
                <a:lnTo>
                  <a:pt x="39501" y="114223"/>
                </a:lnTo>
                <a:cubicBezTo>
                  <a:pt x="33212" y="91440"/>
                  <a:pt x="46614" y="67936"/>
                  <a:pt x="69396" y="61750"/>
                </a:cubicBezTo>
                <a:cubicBezTo>
                  <a:pt x="73005" y="60823"/>
                  <a:pt x="76922" y="60307"/>
                  <a:pt x="80839" y="60307"/>
                </a:cubicBezTo>
                <a:close/>
                <a:moveTo>
                  <a:pt x="39913" y="154015"/>
                </a:moveTo>
                <a:lnTo>
                  <a:pt x="258359" y="121645"/>
                </a:lnTo>
                <a:cubicBezTo>
                  <a:pt x="264029" y="120820"/>
                  <a:pt x="269080" y="117522"/>
                  <a:pt x="272070" y="112676"/>
                </a:cubicBezTo>
                <a:lnTo>
                  <a:pt x="301656" y="65668"/>
                </a:lnTo>
                <a:lnTo>
                  <a:pt x="473918" y="65668"/>
                </a:lnTo>
                <a:lnTo>
                  <a:pt x="473918" y="123191"/>
                </a:lnTo>
                <a:lnTo>
                  <a:pt x="385777" y="123191"/>
                </a:lnTo>
                <a:lnTo>
                  <a:pt x="384334" y="123501"/>
                </a:lnTo>
                <a:lnTo>
                  <a:pt x="380519" y="124222"/>
                </a:lnTo>
                <a:lnTo>
                  <a:pt x="377014" y="125459"/>
                </a:lnTo>
                <a:lnTo>
                  <a:pt x="374025" y="127418"/>
                </a:lnTo>
                <a:lnTo>
                  <a:pt x="371138" y="130098"/>
                </a:lnTo>
                <a:lnTo>
                  <a:pt x="369076" y="133088"/>
                </a:lnTo>
                <a:lnTo>
                  <a:pt x="367324" y="136696"/>
                </a:lnTo>
                <a:lnTo>
                  <a:pt x="366705" y="138036"/>
                </a:lnTo>
                <a:lnTo>
                  <a:pt x="336706" y="256795"/>
                </a:lnTo>
                <a:lnTo>
                  <a:pt x="43006" y="227827"/>
                </a:lnTo>
                <a:lnTo>
                  <a:pt x="39913" y="154015"/>
                </a:lnTo>
                <a:close/>
                <a:moveTo>
                  <a:pt x="151146" y="430500"/>
                </a:moveTo>
                <a:cubicBezTo>
                  <a:pt x="125683" y="430500"/>
                  <a:pt x="104962" y="409779"/>
                  <a:pt x="104962" y="384316"/>
                </a:cubicBezTo>
                <a:cubicBezTo>
                  <a:pt x="104962" y="358853"/>
                  <a:pt x="125683" y="338132"/>
                  <a:pt x="151146" y="338132"/>
                </a:cubicBezTo>
                <a:cubicBezTo>
                  <a:pt x="176609" y="338132"/>
                  <a:pt x="197330" y="358853"/>
                  <a:pt x="197330" y="384316"/>
                </a:cubicBezTo>
                <a:lnTo>
                  <a:pt x="197330" y="384316"/>
                </a:lnTo>
                <a:cubicBezTo>
                  <a:pt x="197330" y="409779"/>
                  <a:pt x="176609" y="430500"/>
                  <a:pt x="151146" y="430500"/>
                </a:cubicBezTo>
                <a:close/>
                <a:moveTo>
                  <a:pt x="478557" y="430500"/>
                </a:moveTo>
                <a:cubicBezTo>
                  <a:pt x="453094" y="430500"/>
                  <a:pt x="432373" y="409882"/>
                  <a:pt x="432373" y="384316"/>
                </a:cubicBezTo>
                <a:cubicBezTo>
                  <a:pt x="432373" y="358853"/>
                  <a:pt x="452991" y="338132"/>
                  <a:pt x="478557" y="338132"/>
                </a:cubicBezTo>
                <a:cubicBezTo>
                  <a:pt x="504020" y="338132"/>
                  <a:pt x="524741" y="358750"/>
                  <a:pt x="524741" y="384316"/>
                </a:cubicBezTo>
                <a:cubicBezTo>
                  <a:pt x="524741" y="384316"/>
                  <a:pt x="524741" y="384316"/>
                  <a:pt x="524741" y="384316"/>
                </a:cubicBezTo>
                <a:cubicBezTo>
                  <a:pt x="524741" y="409779"/>
                  <a:pt x="504020" y="430397"/>
                  <a:pt x="478557" y="430500"/>
                </a:cubicBezTo>
                <a:close/>
                <a:moveTo>
                  <a:pt x="589068" y="335555"/>
                </a:moveTo>
                <a:lnTo>
                  <a:pt x="557317" y="335555"/>
                </a:lnTo>
                <a:cubicBezTo>
                  <a:pt x="554740" y="335555"/>
                  <a:pt x="552163" y="336070"/>
                  <a:pt x="549792" y="337101"/>
                </a:cubicBezTo>
                <a:cubicBezTo>
                  <a:pt x="523813" y="297824"/>
                  <a:pt x="470825" y="287000"/>
                  <a:pt x="431548" y="313082"/>
                </a:cubicBezTo>
                <a:cubicBezTo>
                  <a:pt x="422580" y="319061"/>
                  <a:pt x="414848" y="326586"/>
                  <a:pt x="408663" y="335452"/>
                </a:cubicBezTo>
                <a:lnTo>
                  <a:pt x="407529" y="335246"/>
                </a:lnTo>
                <a:lnTo>
                  <a:pt x="222381" y="335246"/>
                </a:lnTo>
                <a:lnTo>
                  <a:pt x="221040" y="335452"/>
                </a:lnTo>
                <a:cubicBezTo>
                  <a:pt x="203206" y="309576"/>
                  <a:pt x="172486" y="295763"/>
                  <a:pt x="141250" y="299474"/>
                </a:cubicBezTo>
                <a:lnTo>
                  <a:pt x="129085" y="275866"/>
                </a:lnTo>
                <a:lnTo>
                  <a:pt x="349593" y="297618"/>
                </a:lnTo>
                <a:lnTo>
                  <a:pt x="351551" y="297721"/>
                </a:lnTo>
                <a:cubicBezTo>
                  <a:pt x="360520" y="297721"/>
                  <a:pt x="368355" y="291639"/>
                  <a:pt x="370623" y="282876"/>
                </a:cubicBezTo>
                <a:lnTo>
                  <a:pt x="401137" y="162571"/>
                </a:lnTo>
                <a:lnTo>
                  <a:pt x="493196" y="162571"/>
                </a:lnTo>
                <a:lnTo>
                  <a:pt x="493608" y="162675"/>
                </a:lnTo>
                <a:lnTo>
                  <a:pt x="494020" y="162571"/>
                </a:lnTo>
                <a:lnTo>
                  <a:pt x="501340" y="162571"/>
                </a:lnTo>
                <a:cubicBezTo>
                  <a:pt x="504535" y="162571"/>
                  <a:pt x="508040" y="166592"/>
                  <a:pt x="509381" y="168241"/>
                </a:cubicBezTo>
                <a:cubicBezTo>
                  <a:pt x="529586" y="193807"/>
                  <a:pt x="553812" y="227518"/>
                  <a:pt x="563709" y="241228"/>
                </a:cubicBezTo>
                <a:lnTo>
                  <a:pt x="589068" y="314937"/>
                </a:lnTo>
                <a:lnTo>
                  <a:pt x="589068" y="335555"/>
                </a:lnTo>
                <a:close/>
                <a:moveTo>
                  <a:pt x="498350" y="187931"/>
                </a:moveTo>
                <a:lnTo>
                  <a:pt x="497628" y="187004"/>
                </a:lnTo>
                <a:cubicBezTo>
                  <a:pt x="492577" y="181952"/>
                  <a:pt x="485670" y="178963"/>
                  <a:pt x="478454" y="178756"/>
                </a:cubicBezTo>
                <a:lnTo>
                  <a:pt x="438662" y="178756"/>
                </a:lnTo>
                <a:cubicBezTo>
                  <a:pt x="428765" y="178860"/>
                  <a:pt x="420724" y="187004"/>
                  <a:pt x="420827" y="196900"/>
                </a:cubicBezTo>
                <a:lnTo>
                  <a:pt x="420827" y="245352"/>
                </a:lnTo>
                <a:cubicBezTo>
                  <a:pt x="420827" y="255352"/>
                  <a:pt x="428868" y="263496"/>
                  <a:pt x="438868" y="263496"/>
                </a:cubicBezTo>
                <a:lnTo>
                  <a:pt x="522164" y="263496"/>
                </a:lnTo>
                <a:cubicBezTo>
                  <a:pt x="528452" y="263496"/>
                  <a:pt x="534328" y="259372"/>
                  <a:pt x="537112" y="252877"/>
                </a:cubicBezTo>
                <a:cubicBezTo>
                  <a:pt x="539895" y="246383"/>
                  <a:pt x="538864" y="239579"/>
                  <a:pt x="535359" y="235868"/>
                </a:cubicBezTo>
                <a:lnTo>
                  <a:pt x="498350" y="187931"/>
                </a:lnTo>
                <a:close/>
                <a:moveTo>
                  <a:pt x="444331" y="239991"/>
                </a:moveTo>
                <a:lnTo>
                  <a:pt x="444331" y="202364"/>
                </a:lnTo>
                <a:lnTo>
                  <a:pt x="478351" y="202364"/>
                </a:lnTo>
                <a:lnTo>
                  <a:pt x="480310" y="203189"/>
                </a:lnTo>
                <a:lnTo>
                  <a:pt x="508659" y="240094"/>
                </a:lnTo>
                <a:lnTo>
                  <a:pt x="444331" y="23999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52"/>
          <p:cNvSpPr/>
          <p:nvPr/>
        </p:nvSpPr>
        <p:spPr>
          <a:xfrm>
            <a:off x="7071573" y="1466005"/>
            <a:ext cx="536083" cy="502765"/>
          </a:xfrm>
          <a:custGeom>
            <a:rect b="b" l="l" r="r" t="t"/>
            <a:pathLst>
              <a:path extrusionOk="0" h="502765" w="529465">
                <a:moveTo>
                  <a:pt x="529053" y="56080"/>
                </a:moveTo>
                <a:cubicBezTo>
                  <a:pt x="525136" y="17628"/>
                  <a:pt x="462870" y="0"/>
                  <a:pt x="404831" y="0"/>
                </a:cubicBezTo>
                <a:cubicBezTo>
                  <a:pt x="346792" y="0"/>
                  <a:pt x="284629" y="17628"/>
                  <a:pt x="280608" y="56080"/>
                </a:cubicBezTo>
                <a:lnTo>
                  <a:pt x="280196" y="57936"/>
                </a:lnTo>
                <a:lnTo>
                  <a:pt x="280196" y="442768"/>
                </a:lnTo>
                <a:cubicBezTo>
                  <a:pt x="280196" y="484003"/>
                  <a:pt x="344833" y="502765"/>
                  <a:pt x="404831" y="502765"/>
                </a:cubicBezTo>
                <a:cubicBezTo>
                  <a:pt x="464829" y="502765"/>
                  <a:pt x="529465" y="484003"/>
                  <a:pt x="529465" y="442768"/>
                </a:cubicBezTo>
                <a:lnTo>
                  <a:pt x="529465" y="58039"/>
                </a:lnTo>
                <a:lnTo>
                  <a:pt x="529053" y="56080"/>
                </a:lnTo>
                <a:close/>
                <a:moveTo>
                  <a:pt x="490189" y="277516"/>
                </a:moveTo>
                <a:cubicBezTo>
                  <a:pt x="487096" y="283804"/>
                  <a:pt x="457509" y="299268"/>
                  <a:pt x="404831" y="299268"/>
                </a:cubicBezTo>
                <a:cubicBezTo>
                  <a:pt x="351843" y="299268"/>
                  <a:pt x="322256" y="283701"/>
                  <a:pt x="319576" y="278650"/>
                </a:cubicBezTo>
                <a:lnTo>
                  <a:pt x="319576" y="269269"/>
                </a:lnTo>
                <a:cubicBezTo>
                  <a:pt x="343287" y="279268"/>
                  <a:pt x="374626" y="284010"/>
                  <a:pt x="404831" y="284010"/>
                </a:cubicBezTo>
                <a:cubicBezTo>
                  <a:pt x="435036" y="284010"/>
                  <a:pt x="466478" y="279268"/>
                  <a:pt x="490189" y="269166"/>
                </a:cubicBezTo>
                <a:lnTo>
                  <a:pt x="490189" y="277516"/>
                </a:lnTo>
                <a:close/>
                <a:moveTo>
                  <a:pt x="490189" y="222982"/>
                </a:moveTo>
                <a:cubicBezTo>
                  <a:pt x="486993" y="229270"/>
                  <a:pt x="457509" y="244630"/>
                  <a:pt x="404831" y="244630"/>
                </a:cubicBezTo>
                <a:cubicBezTo>
                  <a:pt x="351843" y="244630"/>
                  <a:pt x="322256" y="229064"/>
                  <a:pt x="319576" y="224013"/>
                </a:cubicBezTo>
                <a:lnTo>
                  <a:pt x="319576" y="214425"/>
                </a:lnTo>
                <a:cubicBezTo>
                  <a:pt x="343287" y="224425"/>
                  <a:pt x="374626" y="229167"/>
                  <a:pt x="404831" y="229167"/>
                </a:cubicBezTo>
                <a:cubicBezTo>
                  <a:pt x="435036" y="229167"/>
                  <a:pt x="466478" y="224425"/>
                  <a:pt x="490189" y="214322"/>
                </a:cubicBezTo>
                <a:lnTo>
                  <a:pt x="490189" y="222982"/>
                </a:lnTo>
                <a:close/>
                <a:moveTo>
                  <a:pt x="490189" y="168241"/>
                </a:moveTo>
                <a:cubicBezTo>
                  <a:pt x="486993" y="174530"/>
                  <a:pt x="457406" y="189890"/>
                  <a:pt x="404831" y="189890"/>
                </a:cubicBezTo>
                <a:cubicBezTo>
                  <a:pt x="351843" y="189890"/>
                  <a:pt x="322256" y="174324"/>
                  <a:pt x="319576" y="169272"/>
                </a:cubicBezTo>
                <a:lnTo>
                  <a:pt x="319576" y="159891"/>
                </a:lnTo>
                <a:cubicBezTo>
                  <a:pt x="343287" y="169891"/>
                  <a:pt x="374626" y="174633"/>
                  <a:pt x="404831" y="174633"/>
                </a:cubicBezTo>
                <a:cubicBezTo>
                  <a:pt x="435036" y="174633"/>
                  <a:pt x="466478" y="169891"/>
                  <a:pt x="490189" y="159891"/>
                </a:cubicBezTo>
                <a:lnTo>
                  <a:pt x="490189" y="168241"/>
                </a:lnTo>
                <a:close/>
                <a:moveTo>
                  <a:pt x="319473" y="323803"/>
                </a:moveTo>
                <a:cubicBezTo>
                  <a:pt x="343184" y="333802"/>
                  <a:pt x="374523" y="338545"/>
                  <a:pt x="404728" y="338545"/>
                </a:cubicBezTo>
                <a:cubicBezTo>
                  <a:pt x="434933" y="338545"/>
                  <a:pt x="466478" y="333699"/>
                  <a:pt x="490189" y="323700"/>
                </a:cubicBezTo>
                <a:lnTo>
                  <a:pt x="490189" y="332462"/>
                </a:lnTo>
                <a:cubicBezTo>
                  <a:pt x="487199" y="338648"/>
                  <a:pt x="457612" y="354214"/>
                  <a:pt x="404728" y="354214"/>
                </a:cubicBezTo>
                <a:cubicBezTo>
                  <a:pt x="351740" y="354214"/>
                  <a:pt x="322153" y="338648"/>
                  <a:pt x="319473" y="333596"/>
                </a:cubicBezTo>
                <a:lnTo>
                  <a:pt x="319473" y="323803"/>
                </a:lnTo>
                <a:close/>
                <a:moveTo>
                  <a:pt x="490085" y="113707"/>
                </a:moveTo>
                <a:cubicBezTo>
                  <a:pt x="486787" y="119996"/>
                  <a:pt x="457303" y="135356"/>
                  <a:pt x="404728" y="135356"/>
                </a:cubicBezTo>
                <a:cubicBezTo>
                  <a:pt x="351740" y="135356"/>
                  <a:pt x="322153" y="119789"/>
                  <a:pt x="319473" y="114738"/>
                </a:cubicBezTo>
                <a:lnTo>
                  <a:pt x="319473" y="105151"/>
                </a:lnTo>
                <a:cubicBezTo>
                  <a:pt x="343184" y="115150"/>
                  <a:pt x="374523" y="119893"/>
                  <a:pt x="404728" y="119893"/>
                </a:cubicBezTo>
                <a:cubicBezTo>
                  <a:pt x="434933" y="119893"/>
                  <a:pt x="466375" y="115150"/>
                  <a:pt x="490085" y="105151"/>
                </a:cubicBezTo>
                <a:lnTo>
                  <a:pt x="490085" y="113707"/>
                </a:lnTo>
                <a:close/>
                <a:moveTo>
                  <a:pt x="319473" y="378749"/>
                </a:moveTo>
                <a:cubicBezTo>
                  <a:pt x="343184" y="388749"/>
                  <a:pt x="374523" y="393491"/>
                  <a:pt x="404728" y="393491"/>
                </a:cubicBezTo>
                <a:cubicBezTo>
                  <a:pt x="434933" y="393491"/>
                  <a:pt x="466478" y="388646"/>
                  <a:pt x="490189" y="378646"/>
                </a:cubicBezTo>
                <a:lnTo>
                  <a:pt x="490189" y="386996"/>
                </a:lnTo>
                <a:cubicBezTo>
                  <a:pt x="487302" y="393182"/>
                  <a:pt x="457612" y="408748"/>
                  <a:pt x="404728" y="408748"/>
                </a:cubicBezTo>
                <a:cubicBezTo>
                  <a:pt x="351843" y="408748"/>
                  <a:pt x="322153" y="393182"/>
                  <a:pt x="319473" y="388130"/>
                </a:cubicBezTo>
                <a:lnTo>
                  <a:pt x="319473" y="378749"/>
                </a:lnTo>
                <a:close/>
                <a:moveTo>
                  <a:pt x="404831" y="39277"/>
                </a:moveTo>
                <a:cubicBezTo>
                  <a:pt x="454829" y="39277"/>
                  <a:pt x="484003" y="53091"/>
                  <a:pt x="489570" y="59895"/>
                </a:cubicBezTo>
                <a:cubicBezTo>
                  <a:pt x="484003" y="66699"/>
                  <a:pt x="454829" y="80513"/>
                  <a:pt x="404831" y="80513"/>
                </a:cubicBezTo>
                <a:cubicBezTo>
                  <a:pt x="354833" y="80513"/>
                  <a:pt x="325658" y="66699"/>
                  <a:pt x="320092" y="59895"/>
                </a:cubicBezTo>
                <a:cubicBezTo>
                  <a:pt x="325658" y="53194"/>
                  <a:pt x="354833" y="39277"/>
                  <a:pt x="404831" y="39277"/>
                </a:cubicBezTo>
                <a:close/>
                <a:moveTo>
                  <a:pt x="404831" y="463488"/>
                </a:moveTo>
                <a:cubicBezTo>
                  <a:pt x="351843" y="463488"/>
                  <a:pt x="322256" y="447922"/>
                  <a:pt x="319576" y="442871"/>
                </a:cubicBezTo>
                <a:lnTo>
                  <a:pt x="319576" y="433386"/>
                </a:lnTo>
                <a:cubicBezTo>
                  <a:pt x="343287" y="443386"/>
                  <a:pt x="374626" y="448128"/>
                  <a:pt x="404831" y="448128"/>
                </a:cubicBezTo>
                <a:cubicBezTo>
                  <a:pt x="435036" y="448128"/>
                  <a:pt x="466581" y="443283"/>
                  <a:pt x="490292" y="433283"/>
                </a:cubicBezTo>
                <a:lnTo>
                  <a:pt x="490292" y="441737"/>
                </a:lnTo>
                <a:cubicBezTo>
                  <a:pt x="487405" y="447922"/>
                  <a:pt x="457819" y="463488"/>
                  <a:pt x="404831" y="463488"/>
                </a:cubicBezTo>
                <a:close/>
                <a:moveTo>
                  <a:pt x="124635" y="163499"/>
                </a:moveTo>
                <a:cubicBezTo>
                  <a:pt x="64637" y="163499"/>
                  <a:pt x="0" y="182261"/>
                  <a:pt x="0" y="223394"/>
                </a:cubicBezTo>
                <a:lnTo>
                  <a:pt x="103" y="223909"/>
                </a:lnTo>
                <a:lnTo>
                  <a:pt x="0" y="224116"/>
                </a:lnTo>
                <a:lnTo>
                  <a:pt x="0" y="442149"/>
                </a:lnTo>
                <a:cubicBezTo>
                  <a:pt x="0" y="483385"/>
                  <a:pt x="64637" y="502147"/>
                  <a:pt x="124635" y="502147"/>
                </a:cubicBezTo>
                <a:cubicBezTo>
                  <a:pt x="184633" y="502147"/>
                  <a:pt x="249269" y="483385"/>
                  <a:pt x="249269" y="442149"/>
                </a:cubicBezTo>
                <a:lnTo>
                  <a:pt x="249269" y="224219"/>
                </a:lnTo>
                <a:lnTo>
                  <a:pt x="249269" y="224013"/>
                </a:lnTo>
                <a:lnTo>
                  <a:pt x="249269" y="223497"/>
                </a:lnTo>
                <a:cubicBezTo>
                  <a:pt x="249166" y="182261"/>
                  <a:pt x="184633" y="163499"/>
                  <a:pt x="124635" y="163499"/>
                </a:cubicBezTo>
                <a:close/>
                <a:moveTo>
                  <a:pt x="39277" y="323390"/>
                </a:moveTo>
                <a:cubicBezTo>
                  <a:pt x="62987" y="333390"/>
                  <a:pt x="94326" y="338132"/>
                  <a:pt x="124532" y="338132"/>
                </a:cubicBezTo>
                <a:cubicBezTo>
                  <a:pt x="154737" y="338132"/>
                  <a:pt x="186179" y="333287"/>
                  <a:pt x="209889" y="323287"/>
                </a:cubicBezTo>
                <a:lnTo>
                  <a:pt x="209889" y="331638"/>
                </a:lnTo>
                <a:cubicBezTo>
                  <a:pt x="206797" y="337926"/>
                  <a:pt x="177210" y="353286"/>
                  <a:pt x="124532" y="353286"/>
                </a:cubicBezTo>
                <a:cubicBezTo>
                  <a:pt x="71544" y="353286"/>
                  <a:pt x="41957" y="337720"/>
                  <a:pt x="39277" y="332668"/>
                </a:cubicBezTo>
                <a:lnTo>
                  <a:pt x="39277" y="323390"/>
                </a:lnTo>
                <a:close/>
                <a:moveTo>
                  <a:pt x="209889" y="277207"/>
                </a:moveTo>
                <a:cubicBezTo>
                  <a:pt x="206694" y="283495"/>
                  <a:pt x="177107" y="298855"/>
                  <a:pt x="124532" y="298855"/>
                </a:cubicBezTo>
                <a:cubicBezTo>
                  <a:pt x="71544" y="298855"/>
                  <a:pt x="41957" y="283289"/>
                  <a:pt x="39277" y="278237"/>
                </a:cubicBezTo>
                <a:lnTo>
                  <a:pt x="39277" y="268753"/>
                </a:lnTo>
                <a:cubicBezTo>
                  <a:pt x="62987" y="278753"/>
                  <a:pt x="94326" y="283495"/>
                  <a:pt x="124532" y="283495"/>
                </a:cubicBezTo>
                <a:cubicBezTo>
                  <a:pt x="154737" y="283495"/>
                  <a:pt x="186179" y="278753"/>
                  <a:pt x="209889" y="268753"/>
                </a:cubicBezTo>
                <a:lnTo>
                  <a:pt x="209889" y="277207"/>
                </a:lnTo>
                <a:close/>
                <a:moveTo>
                  <a:pt x="39277" y="377925"/>
                </a:moveTo>
                <a:cubicBezTo>
                  <a:pt x="62987" y="387924"/>
                  <a:pt x="94326" y="392666"/>
                  <a:pt x="124532" y="392666"/>
                </a:cubicBezTo>
                <a:cubicBezTo>
                  <a:pt x="154737" y="392666"/>
                  <a:pt x="186282" y="387924"/>
                  <a:pt x="209992" y="377821"/>
                </a:cubicBezTo>
                <a:lnTo>
                  <a:pt x="209992" y="386584"/>
                </a:lnTo>
                <a:cubicBezTo>
                  <a:pt x="207003" y="392769"/>
                  <a:pt x="177416" y="408336"/>
                  <a:pt x="124532" y="408336"/>
                </a:cubicBezTo>
                <a:cubicBezTo>
                  <a:pt x="71647" y="408336"/>
                  <a:pt x="41957" y="392769"/>
                  <a:pt x="39277" y="387718"/>
                </a:cubicBezTo>
                <a:lnTo>
                  <a:pt x="39277" y="377925"/>
                </a:lnTo>
                <a:close/>
                <a:moveTo>
                  <a:pt x="124532" y="202776"/>
                </a:moveTo>
                <a:cubicBezTo>
                  <a:pt x="174530" y="202776"/>
                  <a:pt x="203704" y="216590"/>
                  <a:pt x="209271" y="223394"/>
                </a:cubicBezTo>
                <a:cubicBezTo>
                  <a:pt x="203704" y="230198"/>
                  <a:pt x="174530" y="244012"/>
                  <a:pt x="124532" y="244012"/>
                </a:cubicBezTo>
                <a:cubicBezTo>
                  <a:pt x="74533" y="244012"/>
                  <a:pt x="45359" y="230198"/>
                  <a:pt x="39792" y="223394"/>
                </a:cubicBezTo>
                <a:cubicBezTo>
                  <a:pt x="45462" y="216693"/>
                  <a:pt x="74636" y="202776"/>
                  <a:pt x="124532" y="202776"/>
                </a:cubicBezTo>
                <a:lnTo>
                  <a:pt x="124532" y="202776"/>
                </a:lnTo>
                <a:close/>
                <a:moveTo>
                  <a:pt x="124532" y="462870"/>
                </a:moveTo>
                <a:cubicBezTo>
                  <a:pt x="71544" y="462870"/>
                  <a:pt x="41957" y="447303"/>
                  <a:pt x="39277" y="442252"/>
                </a:cubicBezTo>
                <a:lnTo>
                  <a:pt x="39277" y="432974"/>
                </a:lnTo>
                <a:cubicBezTo>
                  <a:pt x="62987" y="442974"/>
                  <a:pt x="94326" y="447716"/>
                  <a:pt x="124532" y="447716"/>
                </a:cubicBezTo>
                <a:cubicBezTo>
                  <a:pt x="154737" y="447716"/>
                  <a:pt x="186282" y="442871"/>
                  <a:pt x="209992" y="432871"/>
                </a:cubicBezTo>
                <a:lnTo>
                  <a:pt x="209992" y="441118"/>
                </a:lnTo>
                <a:cubicBezTo>
                  <a:pt x="207209" y="447303"/>
                  <a:pt x="177622" y="462870"/>
                  <a:pt x="124532" y="462870"/>
                </a:cubicBezTo>
                <a:lnTo>
                  <a:pt x="124532" y="462870"/>
                </a:lnTo>
                <a:close/>
              </a:path>
            </a:pathLst>
          </a:custGeom>
          <a:solidFill>
            <a:srgbClr val="2CB5E8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52"/>
          <p:cNvSpPr txBox="1"/>
          <p:nvPr/>
        </p:nvSpPr>
        <p:spPr>
          <a:xfrm>
            <a:off x="365750" y="2041975"/>
            <a:ext cx="1737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" sz="1800">
                <a:solidFill>
                  <a:schemeClr val="dk2"/>
                </a:solidFill>
              </a:rPr>
              <a:t>Zero-ETL</a:t>
            </a:r>
            <a:endParaRPr/>
          </a:p>
        </p:txBody>
      </p:sp>
      <p:sp>
        <p:nvSpPr>
          <p:cNvPr id="453" name="Google Shape;453;p52"/>
          <p:cNvSpPr txBox="1"/>
          <p:nvPr/>
        </p:nvSpPr>
        <p:spPr>
          <a:xfrm>
            <a:off x="2459408" y="2041975"/>
            <a:ext cx="1782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" sz="1800">
                <a:solidFill>
                  <a:schemeClr val="dk2"/>
                </a:solidFill>
              </a:rPr>
              <a:t>Governed</a:t>
            </a:r>
            <a:endParaRPr/>
          </a:p>
        </p:txBody>
      </p:sp>
      <p:sp>
        <p:nvSpPr>
          <p:cNvPr id="454" name="Google Shape;454;p52"/>
          <p:cNvSpPr txBox="1"/>
          <p:nvPr/>
        </p:nvSpPr>
        <p:spPr>
          <a:xfrm>
            <a:off x="4673192" y="2041975"/>
            <a:ext cx="1893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" sz="1800">
                <a:solidFill>
                  <a:schemeClr val="dk2"/>
                </a:solidFill>
              </a:rPr>
              <a:t>AI-Ready</a:t>
            </a:r>
            <a:endParaRPr/>
          </a:p>
        </p:txBody>
      </p:sp>
      <p:sp>
        <p:nvSpPr>
          <p:cNvPr id="455" name="Google Shape;455;p52"/>
          <p:cNvSpPr/>
          <p:nvPr/>
        </p:nvSpPr>
        <p:spPr>
          <a:xfrm>
            <a:off x="4849511" y="1397548"/>
            <a:ext cx="565241" cy="639680"/>
          </a:xfrm>
          <a:custGeom>
            <a:rect b="b" l="l" r="r" t="t"/>
            <a:pathLst>
              <a:path extrusionOk="0" h="627137" w="556888">
                <a:moveTo>
                  <a:pt x="278821" y="197954"/>
                </a:moveTo>
                <a:cubicBezTo>
                  <a:pt x="226246" y="197954"/>
                  <a:pt x="173052" y="215480"/>
                  <a:pt x="173052" y="248983"/>
                </a:cubicBezTo>
                <a:lnTo>
                  <a:pt x="173052" y="378154"/>
                </a:lnTo>
                <a:cubicBezTo>
                  <a:pt x="173052" y="411658"/>
                  <a:pt x="226246" y="429183"/>
                  <a:pt x="278821" y="429183"/>
                </a:cubicBezTo>
                <a:cubicBezTo>
                  <a:pt x="331397" y="429183"/>
                  <a:pt x="384591" y="411658"/>
                  <a:pt x="384591" y="378154"/>
                </a:cubicBezTo>
                <a:lnTo>
                  <a:pt x="384591" y="248880"/>
                </a:lnTo>
                <a:cubicBezTo>
                  <a:pt x="384591" y="215376"/>
                  <a:pt x="331397" y="197954"/>
                  <a:pt x="278821" y="197954"/>
                </a:cubicBezTo>
                <a:close/>
                <a:moveTo>
                  <a:pt x="360983" y="378051"/>
                </a:moveTo>
                <a:cubicBezTo>
                  <a:pt x="360983" y="387329"/>
                  <a:pt x="332015" y="405473"/>
                  <a:pt x="278821" y="405473"/>
                </a:cubicBezTo>
                <a:cubicBezTo>
                  <a:pt x="225627" y="405473"/>
                  <a:pt x="196659" y="387329"/>
                  <a:pt x="196659" y="378051"/>
                </a:cubicBezTo>
                <a:lnTo>
                  <a:pt x="196659" y="368464"/>
                </a:lnTo>
                <a:cubicBezTo>
                  <a:pt x="217071" y="380216"/>
                  <a:pt x="247998" y="386298"/>
                  <a:pt x="278821" y="386298"/>
                </a:cubicBezTo>
                <a:cubicBezTo>
                  <a:pt x="309645" y="386298"/>
                  <a:pt x="340572" y="380216"/>
                  <a:pt x="360983" y="368464"/>
                </a:cubicBezTo>
                <a:lnTo>
                  <a:pt x="360983" y="378051"/>
                </a:lnTo>
                <a:close/>
                <a:moveTo>
                  <a:pt x="360983" y="335269"/>
                </a:moveTo>
                <a:cubicBezTo>
                  <a:pt x="360983" y="344547"/>
                  <a:pt x="332015" y="362691"/>
                  <a:pt x="278821" y="362691"/>
                </a:cubicBezTo>
                <a:cubicBezTo>
                  <a:pt x="225627" y="362691"/>
                  <a:pt x="196659" y="344547"/>
                  <a:pt x="196659" y="335269"/>
                </a:cubicBezTo>
                <a:lnTo>
                  <a:pt x="196659" y="323723"/>
                </a:lnTo>
                <a:cubicBezTo>
                  <a:pt x="217071" y="335475"/>
                  <a:pt x="247998" y="341557"/>
                  <a:pt x="278821" y="341557"/>
                </a:cubicBezTo>
                <a:cubicBezTo>
                  <a:pt x="309645" y="341557"/>
                  <a:pt x="340572" y="335475"/>
                  <a:pt x="360983" y="323723"/>
                </a:cubicBezTo>
                <a:lnTo>
                  <a:pt x="360983" y="335269"/>
                </a:lnTo>
                <a:close/>
                <a:moveTo>
                  <a:pt x="360983" y="290528"/>
                </a:moveTo>
                <a:cubicBezTo>
                  <a:pt x="360983" y="299806"/>
                  <a:pt x="332015" y="317950"/>
                  <a:pt x="278821" y="317950"/>
                </a:cubicBezTo>
                <a:cubicBezTo>
                  <a:pt x="225627" y="317950"/>
                  <a:pt x="196659" y="299806"/>
                  <a:pt x="196659" y="290528"/>
                </a:cubicBezTo>
                <a:lnTo>
                  <a:pt x="196659" y="282075"/>
                </a:lnTo>
                <a:cubicBezTo>
                  <a:pt x="217071" y="293827"/>
                  <a:pt x="247998" y="299909"/>
                  <a:pt x="278821" y="299909"/>
                </a:cubicBezTo>
                <a:cubicBezTo>
                  <a:pt x="309645" y="299909"/>
                  <a:pt x="340572" y="293827"/>
                  <a:pt x="360983" y="282075"/>
                </a:cubicBezTo>
                <a:lnTo>
                  <a:pt x="360983" y="290528"/>
                </a:lnTo>
                <a:close/>
                <a:moveTo>
                  <a:pt x="278821" y="276302"/>
                </a:moveTo>
                <a:lnTo>
                  <a:pt x="278821" y="276302"/>
                </a:lnTo>
                <a:cubicBezTo>
                  <a:pt x="225627" y="276302"/>
                  <a:pt x="196659" y="258262"/>
                  <a:pt x="196659" y="248880"/>
                </a:cubicBezTo>
                <a:cubicBezTo>
                  <a:pt x="196659" y="239499"/>
                  <a:pt x="225730" y="221459"/>
                  <a:pt x="278821" y="221459"/>
                </a:cubicBezTo>
                <a:cubicBezTo>
                  <a:pt x="332015" y="221459"/>
                  <a:pt x="360983" y="239602"/>
                  <a:pt x="360983" y="248880"/>
                </a:cubicBezTo>
                <a:cubicBezTo>
                  <a:pt x="360983" y="258158"/>
                  <a:pt x="332015" y="276302"/>
                  <a:pt x="278821" y="276302"/>
                </a:cubicBezTo>
                <a:close/>
                <a:moveTo>
                  <a:pt x="531905" y="402792"/>
                </a:moveTo>
                <a:lnTo>
                  <a:pt x="531905" y="402792"/>
                </a:lnTo>
                <a:cubicBezTo>
                  <a:pt x="512215" y="391246"/>
                  <a:pt x="487164" y="394854"/>
                  <a:pt x="471495" y="411452"/>
                </a:cubicBezTo>
                <a:lnTo>
                  <a:pt x="452939" y="400731"/>
                </a:lnTo>
                <a:cubicBezTo>
                  <a:pt x="480979" y="345887"/>
                  <a:pt x="481082" y="281044"/>
                  <a:pt x="453454" y="225995"/>
                </a:cubicBezTo>
                <a:lnTo>
                  <a:pt x="471495" y="215480"/>
                </a:lnTo>
                <a:cubicBezTo>
                  <a:pt x="477680" y="222077"/>
                  <a:pt x="485618" y="226716"/>
                  <a:pt x="494381" y="229087"/>
                </a:cubicBezTo>
                <a:cubicBezTo>
                  <a:pt x="507060" y="232489"/>
                  <a:pt x="520565" y="230737"/>
                  <a:pt x="532008" y="224036"/>
                </a:cubicBezTo>
                <a:cubicBezTo>
                  <a:pt x="555719" y="210428"/>
                  <a:pt x="563966" y="180120"/>
                  <a:pt x="550255" y="156409"/>
                </a:cubicBezTo>
                <a:cubicBezTo>
                  <a:pt x="536647" y="132699"/>
                  <a:pt x="506339" y="124452"/>
                  <a:pt x="482628" y="138163"/>
                </a:cubicBezTo>
                <a:cubicBezTo>
                  <a:pt x="462732" y="149606"/>
                  <a:pt x="453351" y="173110"/>
                  <a:pt x="459743" y="195068"/>
                </a:cubicBezTo>
                <a:lnTo>
                  <a:pt x="441702" y="205583"/>
                </a:lnTo>
                <a:cubicBezTo>
                  <a:pt x="407889" y="154348"/>
                  <a:pt x="351911" y="121978"/>
                  <a:pt x="290573" y="118267"/>
                </a:cubicBezTo>
                <a:lnTo>
                  <a:pt x="290573" y="97649"/>
                </a:lnTo>
                <a:cubicBezTo>
                  <a:pt x="317170" y="91154"/>
                  <a:pt x="333459" y="64351"/>
                  <a:pt x="326861" y="37754"/>
                </a:cubicBezTo>
                <a:cubicBezTo>
                  <a:pt x="320366" y="11157"/>
                  <a:pt x="293563" y="-5131"/>
                  <a:pt x="266966" y="1467"/>
                </a:cubicBezTo>
                <a:cubicBezTo>
                  <a:pt x="240369" y="7961"/>
                  <a:pt x="224081" y="34764"/>
                  <a:pt x="230679" y="61361"/>
                </a:cubicBezTo>
                <a:cubicBezTo>
                  <a:pt x="235112" y="79299"/>
                  <a:pt x="249029" y="93319"/>
                  <a:pt x="266966" y="97649"/>
                </a:cubicBezTo>
                <a:lnTo>
                  <a:pt x="266966" y="118163"/>
                </a:lnTo>
                <a:cubicBezTo>
                  <a:pt x="205628" y="121875"/>
                  <a:pt x="149651" y="154245"/>
                  <a:pt x="115837" y="205583"/>
                </a:cubicBezTo>
                <a:lnTo>
                  <a:pt x="97900" y="195171"/>
                </a:lnTo>
                <a:cubicBezTo>
                  <a:pt x="105735" y="168677"/>
                  <a:pt x="90581" y="140843"/>
                  <a:pt x="64087" y="133111"/>
                </a:cubicBezTo>
                <a:cubicBezTo>
                  <a:pt x="37593" y="125380"/>
                  <a:pt x="9759" y="140431"/>
                  <a:pt x="2027" y="166925"/>
                </a:cubicBezTo>
                <a:cubicBezTo>
                  <a:pt x="-5705" y="193418"/>
                  <a:pt x="9346" y="221253"/>
                  <a:pt x="35840" y="228984"/>
                </a:cubicBezTo>
                <a:cubicBezTo>
                  <a:pt x="53778" y="234242"/>
                  <a:pt x="73159" y="229087"/>
                  <a:pt x="86148" y="215583"/>
                </a:cubicBezTo>
                <a:lnTo>
                  <a:pt x="104188" y="226098"/>
                </a:lnTo>
                <a:cubicBezTo>
                  <a:pt x="76457" y="281044"/>
                  <a:pt x="76664" y="345990"/>
                  <a:pt x="104704" y="400834"/>
                </a:cubicBezTo>
                <a:lnTo>
                  <a:pt x="86148" y="411555"/>
                </a:lnTo>
                <a:cubicBezTo>
                  <a:pt x="67179" y="391865"/>
                  <a:pt x="35840" y="391143"/>
                  <a:pt x="16047" y="410112"/>
                </a:cubicBezTo>
                <a:cubicBezTo>
                  <a:pt x="-3746" y="429080"/>
                  <a:pt x="-4364" y="460419"/>
                  <a:pt x="14604" y="480212"/>
                </a:cubicBezTo>
                <a:cubicBezTo>
                  <a:pt x="33572" y="500005"/>
                  <a:pt x="64911" y="500624"/>
                  <a:pt x="84705" y="481655"/>
                </a:cubicBezTo>
                <a:cubicBezTo>
                  <a:pt x="98003" y="468872"/>
                  <a:pt x="103158" y="449698"/>
                  <a:pt x="97900" y="431967"/>
                </a:cubicBezTo>
                <a:lnTo>
                  <a:pt x="116456" y="421245"/>
                </a:lnTo>
                <a:cubicBezTo>
                  <a:pt x="150372" y="471965"/>
                  <a:pt x="206040" y="503923"/>
                  <a:pt x="266966" y="507634"/>
                </a:cubicBezTo>
                <a:lnTo>
                  <a:pt x="266966" y="529489"/>
                </a:lnTo>
                <a:cubicBezTo>
                  <a:pt x="240369" y="535983"/>
                  <a:pt x="224081" y="562787"/>
                  <a:pt x="230679" y="589384"/>
                </a:cubicBezTo>
                <a:cubicBezTo>
                  <a:pt x="237173" y="615981"/>
                  <a:pt x="263976" y="632269"/>
                  <a:pt x="290573" y="625671"/>
                </a:cubicBezTo>
                <a:cubicBezTo>
                  <a:pt x="317170" y="619176"/>
                  <a:pt x="333459" y="592373"/>
                  <a:pt x="326861" y="565776"/>
                </a:cubicBezTo>
                <a:cubicBezTo>
                  <a:pt x="322428" y="547839"/>
                  <a:pt x="308511" y="533819"/>
                  <a:pt x="290573" y="529489"/>
                </a:cubicBezTo>
                <a:lnTo>
                  <a:pt x="290573" y="507634"/>
                </a:lnTo>
                <a:cubicBezTo>
                  <a:pt x="351499" y="503923"/>
                  <a:pt x="407167" y="471965"/>
                  <a:pt x="441083" y="421245"/>
                </a:cubicBezTo>
                <a:lnTo>
                  <a:pt x="459639" y="431967"/>
                </a:lnTo>
                <a:cubicBezTo>
                  <a:pt x="452011" y="458254"/>
                  <a:pt x="467165" y="485676"/>
                  <a:pt x="493350" y="493305"/>
                </a:cubicBezTo>
                <a:cubicBezTo>
                  <a:pt x="519637" y="500933"/>
                  <a:pt x="547059" y="485779"/>
                  <a:pt x="554688" y="459594"/>
                </a:cubicBezTo>
                <a:cubicBezTo>
                  <a:pt x="561079" y="437533"/>
                  <a:pt x="551698" y="414235"/>
                  <a:pt x="531905" y="402792"/>
                </a:cubicBezTo>
                <a:close/>
                <a:moveTo>
                  <a:pt x="498092" y="165688"/>
                </a:moveTo>
                <a:cubicBezTo>
                  <a:pt x="506751" y="160636"/>
                  <a:pt x="517782" y="163626"/>
                  <a:pt x="522833" y="172285"/>
                </a:cubicBezTo>
                <a:cubicBezTo>
                  <a:pt x="527884" y="180945"/>
                  <a:pt x="524895" y="191975"/>
                  <a:pt x="516235" y="197027"/>
                </a:cubicBezTo>
                <a:cubicBezTo>
                  <a:pt x="512112" y="199501"/>
                  <a:pt x="507060" y="200119"/>
                  <a:pt x="502421" y="198882"/>
                </a:cubicBezTo>
                <a:lnTo>
                  <a:pt x="502525" y="198882"/>
                </a:lnTo>
                <a:cubicBezTo>
                  <a:pt x="497886" y="197645"/>
                  <a:pt x="493968" y="194656"/>
                  <a:pt x="491494" y="190429"/>
                </a:cubicBezTo>
                <a:cubicBezTo>
                  <a:pt x="486443" y="181769"/>
                  <a:pt x="489432" y="170636"/>
                  <a:pt x="498092" y="165688"/>
                </a:cubicBezTo>
                <a:close/>
                <a:moveTo>
                  <a:pt x="66045" y="189913"/>
                </a:moveTo>
                <a:cubicBezTo>
                  <a:pt x="61200" y="198676"/>
                  <a:pt x="50170" y="201769"/>
                  <a:pt x="41407" y="196924"/>
                </a:cubicBezTo>
                <a:cubicBezTo>
                  <a:pt x="41201" y="196820"/>
                  <a:pt x="40995" y="196717"/>
                  <a:pt x="40892" y="196614"/>
                </a:cubicBezTo>
                <a:cubicBezTo>
                  <a:pt x="32335" y="191460"/>
                  <a:pt x="29552" y="180326"/>
                  <a:pt x="34706" y="171770"/>
                </a:cubicBezTo>
                <a:cubicBezTo>
                  <a:pt x="39861" y="163213"/>
                  <a:pt x="50994" y="160430"/>
                  <a:pt x="59551" y="165584"/>
                </a:cubicBezTo>
                <a:cubicBezTo>
                  <a:pt x="67901" y="170636"/>
                  <a:pt x="70788" y="181460"/>
                  <a:pt x="66045" y="189913"/>
                </a:cubicBezTo>
                <a:close/>
                <a:moveTo>
                  <a:pt x="59551" y="461347"/>
                </a:moveTo>
                <a:cubicBezTo>
                  <a:pt x="50891" y="466398"/>
                  <a:pt x="39861" y="463409"/>
                  <a:pt x="34809" y="454749"/>
                </a:cubicBezTo>
                <a:cubicBezTo>
                  <a:pt x="29758" y="446090"/>
                  <a:pt x="32748" y="435059"/>
                  <a:pt x="41407" y="430008"/>
                </a:cubicBezTo>
                <a:cubicBezTo>
                  <a:pt x="44191" y="428358"/>
                  <a:pt x="47283" y="427534"/>
                  <a:pt x="50479" y="427534"/>
                </a:cubicBezTo>
                <a:cubicBezTo>
                  <a:pt x="52025" y="427534"/>
                  <a:pt x="53675" y="427740"/>
                  <a:pt x="55221" y="428152"/>
                </a:cubicBezTo>
                <a:lnTo>
                  <a:pt x="55221" y="428152"/>
                </a:lnTo>
                <a:cubicBezTo>
                  <a:pt x="59860" y="429389"/>
                  <a:pt x="63778" y="432379"/>
                  <a:pt x="66252" y="436606"/>
                </a:cubicBezTo>
                <a:cubicBezTo>
                  <a:pt x="71200" y="445265"/>
                  <a:pt x="68210" y="456296"/>
                  <a:pt x="59551" y="461347"/>
                </a:cubicBezTo>
                <a:close/>
                <a:moveTo>
                  <a:pt x="260678" y="49712"/>
                </a:moveTo>
                <a:cubicBezTo>
                  <a:pt x="260678" y="39713"/>
                  <a:pt x="268822" y="31569"/>
                  <a:pt x="278821" y="31569"/>
                </a:cubicBezTo>
                <a:cubicBezTo>
                  <a:pt x="288821" y="31569"/>
                  <a:pt x="296965" y="39713"/>
                  <a:pt x="296965" y="49712"/>
                </a:cubicBezTo>
                <a:cubicBezTo>
                  <a:pt x="296965" y="59712"/>
                  <a:pt x="288821" y="67856"/>
                  <a:pt x="278821" y="67856"/>
                </a:cubicBezTo>
                <a:cubicBezTo>
                  <a:pt x="268822" y="67753"/>
                  <a:pt x="260678" y="59712"/>
                  <a:pt x="260678" y="49712"/>
                </a:cubicBezTo>
                <a:close/>
                <a:moveTo>
                  <a:pt x="296862" y="577322"/>
                </a:moveTo>
                <a:cubicBezTo>
                  <a:pt x="296862" y="587322"/>
                  <a:pt x="288718" y="595466"/>
                  <a:pt x="278718" y="595466"/>
                </a:cubicBezTo>
                <a:cubicBezTo>
                  <a:pt x="268719" y="595466"/>
                  <a:pt x="260575" y="587322"/>
                  <a:pt x="260575" y="577322"/>
                </a:cubicBezTo>
                <a:cubicBezTo>
                  <a:pt x="260575" y="567323"/>
                  <a:pt x="268822" y="559178"/>
                  <a:pt x="278821" y="559178"/>
                </a:cubicBezTo>
                <a:cubicBezTo>
                  <a:pt x="288821" y="559178"/>
                  <a:pt x="296862" y="567323"/>
                  <a:pt x="296862" y="577322"/>
                </a:cubicBezTo>
                <a:close/>
                <a:moveTo>
                  <a:pt x="278821" y="468769"/>
                </a:moveTo>
                <a:cubicBezTo>
                  <a:pt x="192845" y="468769"/>
                  <a:pt x="122848" y="398772"/>
                  <a:pt x="122848" y="312796"/>
                </a:cubicBezTo>
                <a:cubicBezTo>
                  <a:pt x="122848" y="226819"/>
                  <a:pt x="192845" y="156822"/>
                  <a:pt x="278821" y="156822"/>
                </a:cubicBezTo>
                <a:cubicBezTo>
                  <a:pt x="364798" y="156822"/>
                  <a:pt x="434692" y="226819"/>
                  <a:pt x="434692" y="312796"/>
                </a:cubicBezTo>
                <a:cubicBezTo>
                  <a:pt x="434692" y="398772"/>
                  <a:pt x="364798" y="468769"/>
                  <a:pt x="278821" y="468769"/>
                </a:cubicBezTo>
                <a:close/>
                <a:moveTo>
                  <a:pt x="511803" y="463203"/>
                </a:moveTo>
                <a:cubicBezTo>
                  <a:pt x="502112" y="465780"/>
                  <a:pt x="492216" y="460007"/>
                  <a:pt x="489638" y="450316"/>
                </a:cubicBezTo>
                <a:cubicBezTo>
                  <a:pt x="487061" y="440626"/>
                  <a:pt x="492834" y="430730"/>
                  <a:pt x="502525" y="428152"/>
                </a:cubicBezTo>
                <a:cubicBezTo>
                  <a:pt x="504071" y="427740"/>
                  <a:pt x="505617" y="427534"/>
                  <a:pt x="507267" y="427534"/>
                </a:cubicBezTo>
                <a:cubicBezTo>
                  <a:pt x="510462" y="427534"/>
                  <a:pt x="513555" y="428358"/>
                  <a:pt x="516338" y="430008"/>
                </a:cubicBezTo>
                <a:cubicBezTo>
                  <a:pt x="520462" y="432379"/>
                  <a:pt x="523555" y="436399"/>
                  <a:pt x="524792" y="441038"/>
                </a:cubicBezTo>
                <a:cubicBezTo>
                  <a:pt x="527266" y="450729"/>
                  <a:pt x="521493" y="460625"/>
                  <a:pt x="511803" y="463203"/>
                </a:cubicBezTo>
                <a:close/>
              </a:path>
            </a:pathLst>
          </a:custGeom>
          <a:solidFill>
            <a:srgbClr val="2CB5E8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52"/>
          <p:cNvSpPr txBox="1"/>
          <p:nvPr/>
        </p:nvSpPr>
        <p:spPr>
          <a:xfrm>
            <a:off x="6887000" y="2041975"/>
            <a:ext cx="1893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" sz="1800">
                <a:solidFill>
                  <a:schemeClr val="dk2"/>
                </a:solidFill>
              </a:rPr>
              <a:t>Global Apps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51"/>
          <p:cNvSpPr txBox="1"/>
          <p:nvPr>
            <p:ph type="title"/>
          </p:nvPr>
        </p:nvSpPr>
        <p:spPr>
          <a:xfrm>
            <a:off x="365750" y="274320"/>
            <a:ext cx="83484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"/>
              <a:t>Takeaways by the Numbers</a:t>
            </a:r>
            <a:endParaRPr/>
          </a:p>
        </p:txBody>
      </p:sp>
      <p:sp>
        <p:nvSpPr>
          <p:cNvPr id="428" name="Google Shape;428;p51"/>
          <p:cNvSpPr txBox="1"/>
          <p:nvPr>
            <p:ph idx="1" type="body"/>
          </p:nvPr>
        </p:nvSpPr>
        <p:spPr>
          <a:xfrm>
            <a:off x="365750" y="1371600"/>
            <a:ext cx="1920300" cy="239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/>
              <a:t>ETL pipelines to build — BDC shares data zero-copy.</a:t>
            </a:r>
            <a:endParaRPr/>
          </a:p>
        </p:txBody>
      </p:sp>
      <p:sp>
        <p:nvSpPr>
          <p:cNvPr id="429" name="Google Shape;429;p51"/>
          <p:cNvSpPr txBox="1"/>
          <p:nvPr>
            <p:ph idx="2" type="body"/>
          </p:nvPr>
        </p:nvSpPr>
        <p:spPr>
          <a:xfrm>
            <a:off x="2459408" y="1371600"/>
            <a:ext cx="1920300" cy="239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/>
              <a:t>Regions live now — US, EMEA and APAC from one definition.</a:t>
            </a:r>
            <a:endParaRPr/>
          </a:p>
        </p:txBody>
      </p:sp>
      <p:sp>
        <p:nvSpPr>
          <p:cNvPr id="430" name="Google Shape;430;p51"/>
          <p:cNvSpPr txBox="1"/>
          <p:nvPr>
            <p:ph idx="3" type="body"/>
          </p:nvPr>
        </p:nvSpPr>
        <p:spPr>
          <a:xfrm>
            <a:off x="4673192" y="1371600"/>
            <a:ext cx="1920300" cy="239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/>
              <a:t>Self-contained app — one-click install, data + AI bundled.</a:t>
            </a:r>
            <a:endParaRPr/>
          </a:p>
        </p:txBody>
      </p:sp>
      <p:sp>
        <p:nvSpPr>
          <p:cNvPr id="431" name="Google Shape;431;p51"/>
          <p:cNvSpPr txBox="1"/>
          <p:nvPr>
            <p:ph idx="4" type="body"/>
          </p:nvPr>
        </p:nvSpPr>
        <p:spPr>
          <a:xfrm>
            <a:off x="6887000" y="1371600"/>
            <a:ext cx="1920300" cy="239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/>
              <a:t>SAP BDC data products ready to compose richer apps.</a:t>
            </a:r>
            <a:endParaRPr/>
          </a:p>
        </p:txBody>
      </p:sp>
      <p:sp>
        <p:nvSpPr>
          <p:cNvPr id="432" name="Google Shape;432;p51"/>
          <p:cNvSpPr txBox="1"/>
          <p:nvPr/>
        </p:nvSpPr>
        <p:spPr>
          <a:xfrm>
            <a:off x="365760" y="1307100"/>
            <a:ext cx="19203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400">
                <a:solidFill>
                  <a:schemeClr val="accent1"/>
                </a:solidFill>
                <a:latin typeface="Arial Black"/>
                <a:ea typeface="Arial Black"/>
                <a:cs typeface="Arial Black"/>
                <a:sym typeface="Arial Black"/>
              </a:rPr>
              <a:t>0</a:t>
            </a:r>
            <a:endParaRPr b="1" sz="4400">
              <a:solidFill>
                <a:schemeClr val="accent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433" name="Google Shape;433;p51"/>
          <p:cNvSpPr txBox="1"/>
          <p:nvPr/>
        </p:nvSpPr>
        <p:spPr>
          <a:xfrm>
            <a:off x="2459426" y="1307100"/>
            <a:ext cx="20490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400">
                <a:solidFill>
                  <a:schemeClr val="accent1"/>
                </a:solidFill>
                <a:latin typeface="Arial Black"/>
                <a:ea typeface="Arial Black"/>
                <a:cs typeface="Arial Black"/>
                <a:sym typeface="Arial Black"/>
              </a:rPr>
              <a:t>3</a:t>
            </a:r>
            <a:endParaRPr b="1" sz="4400">
              <a:solidFill>
                <a:schemeClr val="accent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434" name="Google Shape;434;p51"/>
          <p:cNvSpPr txBox="1"/>
          <p:nvPr/>
        </p:nvSpPr>
        <p:spPr>
          <a:xfrm>
            <a:off x="4673201" y="1307100"/>
            <a:ext cx="20490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400">
                <a:solidFill>
                  <a:schemeClr val="accent1"/>
                </a:solidFill>
                <a:latin typeface="Arial Black"/>
                <a:ea typeface="Arial Black"/>
                <a:cs typeface="Arial Black"/>
                <a:sym typeface="Arial Black"/>
              </a:rPr>
              <a:t>1</a:t>
            </a:r>
            <a:endParaRPr b="1" sz="4400">
              <a:solidFill>
                <a:schemeClr val="accent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435" name="Google Shape;435;p51"/>
          <p:cNvSpPr txBox="1"/>
          <p:nvPr/>
        </p:nvSpPr>
        <p:spPr>
          <a:xfrm>
            <a:off x="6886969" y="1289975"/>
            <a:ext cx="19203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400">
                <a:solidFill>
                  <a:schemeClr val="accent1"/>
                </a:solidFill>
                <a:latin typeface="Arial Black"/>
                <a:ea typeface="Arial Black"/>
                <a:cs typeface="Arial Black"/>
                <a:sym typeface="Arial Black"/>
              </a:rPr>
              <a:t>300+</a:t>
            </a:r>
            <a:endParaRPr b="1" sz="4400">
              <a:solidFill>
                <a:schemeClr val="accent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436" name="Google Shape;436;p51"/>
          <p:cNvSpPr txBox="1"/>
          <p:nvPr>
            <p:ph idx="12" type="sldNum"/>
          </p:nvPr>
        </p:nvSpPr>
        <p:spPr>
          <a:xfrm>
            <a:off x="8229600" y="4864608"/>
            <a:ext cx="473700" cy="924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37" name="Google Shape;437;p51"/>
          <p:cNvSpPr txBox="1"/>
          <p:nvPr>
            <p:ph idx="5" type="subTitle"/>
          </p:nvPr>
        </p:nvSpPr>
        <p:spPr>
          <a:xfrm>
            <a:off x="365760" y="655285"/>
            <a:ext cx="83448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"/>
              <a:t>What this demo proves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2" name="Google Shape;532;p60"/>
          <p:cNvGrpSpPr/>
          <p:nvPr/>
        </p:nvGrpSpPr>
        <p:grpSpPr>
          <a:xfrm>
            <a:off x="453589" y="640207"/>
            <a:ext cx="8156679" cy="3968098"/>
            <a:chOff x="240025" y="1120750"/>
            <a:chExt cx="7139950" cy="3473475"/>
          </a:xfrm>
        </p:grpSpPr>
        <p:sp>
          <p:nvSpPr>
            <p:cNvPr id="533" name="Google Shape;533;p60"/>
            <p:cNvSpPr/>
            <p:nvPr/>
          </p:nvSpPr>
          <p:spPr>
            <a:xfrm>
              <a:off x="4485775" y="2511600"/>
              <a:ext cx="59775" cy="55625"/>
            </a:xfrm>
            <a:custGeom>
              <a:rect b="b" l="l" r="r" t="t"/>
              <a:pathLst>
                <a:path extrusionOk="0" h="2225" w="2391">
                  <a:moveTo>
                    <a:pt x="1176" y="1"/>
                  </a:moveTo>
                  <a:lnTo>
                    <a:pt x="499" y="231"/>
                  </a:lnTo>
                  <a:lnTo>
                    <a:pt x="0" y="563"/>
                  </a:lnTo>
                  <a:lnTo>
                    <a:pt x="90" y="1112"/>
                  </a:lnTo>
                  <a:lnTo>
                    <a:pt x="626" y="1112"/>
                  </a:lnTo>
                  <a:lnTo>
                    <a:pt x="652" y="1125"/>
                  </a:lnTo>
                  <a:lnTo>
                    <a:pt x="844" y="1355"/>
                  </a:lnTo>
                  <a:lnTo>
                    <a:pt x="933" y="1458"/>
                  </a:lnTo>
                  <a:lnTo>
                    <a:pt x="1214" y="1406"/>
                  </a:lnTo>
                  <a:lnTo>
                    <a:pt x="1240" y="1419"/>
                  </a:lnTo>
                  <a:lnTo>
                    <a:pt x="1495" y="1598"/>
                  </a:lnTo>
                  <a:lnTo>
                    <a:pt x="1904" y="1815"/>
                  </a:lnTo>
                  <a:lnTo>
                    <a:pt x="1917" y="1828"/>
                  </a:lnTo>
                  <a:lnTo>
                    <a:pt x="2122" y="2224"/>
                  </a:lnTo>
                  <a:lnTo>
                    <a:pt x="2134" y="2224"/>
                  </a:lnTo>
                  <a:lnTo>
                    <a:pt x="2390" y="2173"/>
                  </a:lnTo>
                  <a:lnTo>
                    <a:pt x="2019" y="1611"/>
                  </a:lnTo>
                  <a:lnTo>
                    <a:pt x="1738" y="1419"/>
                  </a:lnTo>
                  <a:lnTo>
                    <a:pt x="1725" y="1394"/>
                  </a:lnTo>
                  <a:lnTo>
                    <a:pt x="1738" y="1368"/>
                  </a:lnTo>
                  <a:lnTo>
                    <a:pt x="1866" y="1240"/>
                  </a:lnTo>
                  <a:lnTo>
                    <a:pt x="1866" y="1061"/>
                  </a:lnTo>
                  <a:lnTo>
                    <a:pt x="1598" y="1342"/>
                  </a:lnTo>
                  <a:lnTo>
                    <a:pt x="1406" y="1189"/>
                  </a:lnTo>
                  <a:lnTo>
                    <a:pt x="1304" y="934"/>
                  </a:lnTo>
                  <a:lnTo>
                    <a:pt x="1406" y="857"/>
                  </a:lnTo>
                  <a:lnTo>
                    <a:pt x="1598" y="1010"/>
                  </a:lnTo>
                  <a:lnTo>
                    <a:pt x="1725" y="959"/>
                  </a:lnTo>
                  <a:lnTo>
                    <a:pt x="1649" y="959"/>
                  </a:lnTo>
                  <a:lnTo>
                    <a:pt x="1623" y="946"/>
                  </a:lnTo>
                  <a:lnTo>
                    <a:pt x="1380" y="665"/>
                  </a:lnTo>
                  <a:lnTo>
                    <a:pt x="1368" y="640"/>
                  </a:lnTo>
                  <a:lnTo>
                    <a:pt x="1380" y="614"/>
                  </a:lnTo>
                  <a:lnTo>
                    <a:pt x="1572" y="473"/>
                  </a:lnTo>
                  <a:lnTo>
                    <a:pt x="1559" y="320"/>
                  </a:lnTo>
                  <a:lnTo>
                    <a:pt x="1189" y="282"/>
                  </a:lnTo>
                  <a:lnTo>
                    <a:pt x="1176" y="269"/>
                  </a:lnTo>
                  <a:lnTo>
                    <a:pt x="1163" y="256"/>
                  </a:lnTo>
                  <a:lnTo>
                    <a:pt x="1163" y="243"/>
                  </a:lnTo>
                  <a:lnTo>
                    <a:pt x="1163" y="218"/>
                  </a:lnTo>
                  <a:lnTo>
                    <a:pt x="1240" y="128"/>
                  </a:lnTo>
                  <a:lnTo>
                    <a:pt x="1176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4" name="Google Shape;534;p60"/>
            <p:cNvSpPr/>
            <p:nvPr/>
          </p:nvSpPr>
          <p:spPr>
            <a:xfrm>
              <a:off x="4991250" y="2468775"/>
              <a:ext cx="203550" cy="90775"/>
            </a:xfrm>
            <a:custGeom>
              <a:rect b="b" l="l" r="r" t="t"/>
              <a:pathLst>
                <a:path extrusionOk="0" h="3631" w="8142">
                  <a:moveTo>
                    <a:pt x="7042" y="602"/>
                  </a:moveTo>
                  <a:lnTo>
                    <a:pt x="7170" y="691"/>
                  </a:lnTo>
                  <a:lnTo>
                    <a:pt x="6736" y="1075"/>
                  </a:lnTo>
                  <a:lnTo>
                    <a:pt x="6327" y="1126"/>
                  </a:lnTo>
                  <a:lnTo>
                    <a:pt x="5956" y="998"/>
                  </a:lnTo>
                  <a:lnTo>
                    <a:pt x="5700" y="998"/>
                  </a:lnTo>
                  <a:lnTo>
                    <a:pt x="5662" y="870"/>
                  </a:lnTo>
                  <a:lnTo>
                    <a:pt x="5905" y="793"/>
                  </a:lnTo>
                  <a:lnTo>
                    <a:pt x="6045" y="602"/>
                  </a:lnTo>
                  <a:lnTo>
                    <a:pt x="6263" y="602"/>
                  </a:lnTo>
                  <a:lnTo>
                    <a:pt x="6557" y="717"/>
                  </a:lnTo>
                  <a:lnTo>
                    <a:pt x="7042" y="602"/>
                  </a:lnTo>
                  <a:close/>
                  <a:moveTo>
                    <a:pt x="3911" y="1"/>
                  </a:moveTo>
                  <a:lnTo>
                    <a:pt x="3323" y="308"/>
                  </a:lnTo>
                  <a:lnTo>
                    <a:pt x="3323" y="704"/>
                  </a:lnTo>
                  <a:lnTo>
                    <a:pt x="2620" y="474"/>
                  </a:lnTo>
                  <a:lnTo>
                    <a:pt x="1585" y="474"/>
                  </a:lnTo>
                  <a:lnTo>
                    <a:pt x="1393" y="832"/>
                  </a:lnTo>
                  <a:lnTo>
                    <a:pt x="1227" y="972"/>
                  </a:lnTo>
                  <a:lnTo>
                    <a:pt x="1432" y="1241"/>
                  </a:lnTo>
                  <a:lnTo>
                    <a:pt x="1086" y="1611"/>
                  </a:lnTo>
                  <a:lnTo>
                    <a:pt x="1189" y="1829"/>
                  </a:lnTo>
                  <a:lnTo>
                    <a:pt x="1393" y="2046"/>
                  </a:lnTo>
                  <a:lnTo>
                    <a:pt x="1853" y="1931"/>
                  </a:lnTo>
                  <a:lnTo>
                    <a:pt x="2071" y="1662"/>
                  </a:lnTo>
                  <a:lnTo>
                    <a:pt x="2339" y="1944"/>
                  </a:lnTo>
                  <a:lnTo>
                    <a:pt x="3221" y="2353"/>
                  </a:lnTo>
                  <a:lnTo>
                    <a:pt x="2646" y="2455"/>
                  </a:lnTo>
                  <a:lnTo>
                    <a:pt x="2211" y="2864"/>
                  </a:lnTo>
                  <a:lnTo>
                    <a:pt x="1713" y="2762"/>
                  </a:lnTo>
                  <a:lnTo>
                    <a:pt x="1240" y="2864"/>
                  </a:lnTo>
                  <a:lnTo>
                    <a:pt x="856" y="2966"/>
                  </a:lnTo>
                  <a:lnTo>
                    <a:pt x="153" y="3081"/>
                  </a:lnTo>
                  <a:lnTo>
                    <a:pt x="0" y="3452"/>
                  </a:lnTo>
                  <a:lnTo>
                    <a:pt x="307" y="3554"/>
                  </a:lnTo>
                  <a:lnTo>
                    <a:pt x="652" y="3554"/>
                  </a:lnTo>
                  <a:lnTo>
                    <a:pt x="971" y="3375"/>
                  </a:lnTo>
                  <a:lnTo>
                    <a:pt x="1150" y="3541"/>
                  </a:lnTo>
                  <a:lnTo>
                    <a:pt x="1419" y="3388"/>
                  </a:lnTo>
                  <a:lnTo>
                    <a:pt x="1789" y="3464"/>
                  </a:lnTo>
                  <a:lnTo>
                    <a:pt x="1789" y="3631"/>
                  </a:lnTo>
                  <a:lnTo>
                    <a:pt x="2275" y="3362"/>
                  </a:lnTo>
                  <a:lnTo>
                    <a:pt x="2927" y="3401"/>
                  </a:lnTo>
                  <a:lnTo>
                    <a:pt x="3106" y="3286"/>
                  </a:lnTo>
                  <a:lnTo>
                    <a:pt x="3093" y="2966"/>
                  </a:lnTo>
                  <a:lnTo>
                    <a:pt x="3770" y="2493"/>
                  </a:lnTo>
                  <a:lnTo>
                    <a:pt x="4064" y="2493"/>
                  </a:lnTo>
                  <a:lnTo>
                    <a:pt x="4512" y="2276"/>
                  </a:lnTo>
                  <a:lnTo>
                    <a:pt x="4691" y="2570"/>
                  </a:lnTo>
                  <a:lnTo>
                    <a:pt x="5125" y="2468"/>
                  </a:lnTo>
                  <a:lnTo>
                    <a:pt x="5521" y="1841"/>
                  </a:lnTo>
                  <a:lnTo>
                    <a:pt x="6505" y="1841"/>
                  </a:lnTo>
                  <a:lnTo>
                    <a:pt x="6838" y="1420"/>
                  </a:lnTo>
                  <a:lnTo>
                    <a:pt x="8141" y="959"/>
                  </a:lnTo>
                  <a:lnTo>
                    <a:pt x="8116" y="781"/>
                  </a:lnTo>
                  <a:lnTo>
                    <a:pt x="7720" y="576"/>
                  </a:lnTo>
                  <a:lnTo>
                    <a:pt x="6838" y="282"/>
                  </a:lnTo>
                  <a:lnTo>
                    <a:pt x="5815" y="346"/>
                  </a:lnTo>
                  <a:lnTo>
                    <a:pt x="5483" y="487"/>
                  </a:lnTo>
                  <a:lnTo>
                    <a:pt x="5189" y="244"/>
                  </a:lnTo>
                  <a:lnTo>
                    <a:pt x="4844" y="487"/>
                  </a:lnTo>
                  <a:lnTo>
                    <a:pt x="4371" y="193"/>
                  </a:lnTo>
                  <a:lnTo>
                    <a:pt x="3911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5" name="Google Shape;535;p60"/>
            <p:cNvSpPr/>
            <p:nvPr/>
          </p:nvSpPr>
          <p:spPr>
            <a:xfrm>
              <a:off x="4138775" y="2494025"/>
              <a:ext cx="369375" cy="141250"/>
            </a:xfrm>
            <a:custGeom>
              <a:rect b="b" l="l" r="r" t="t"/>
              <a:pathLst>
                <a:path extrusionOk="0" h="5650" w="14775">
                  <a:moveTo>
                    <a:pt x="13548" y="3157"/>
                  </a:moveTo>
                  <a:lnTo>
                    <a:pt x="13803" y="3234"/>
                  </a:lnTo>
                  <a:lnTo>
                    <a:pt x="13701" y="3324"/>
                  </a:lnTo>
                  <a:lnTo>
                    <a:pt x="13701" y="3490"/>
                  </a:lnTo>
                  <a:lnTo>
                    <a:pt x="13803" y="3490"/>
                  </a:lnTo>
                  <a:lnTo>
                    <a:pt x="13752" y="3554"/>
                  </a:lnTo>
                  <a:lnTo>
                    <a:pt x="13509" y="3669"/>
                  </a:lnTo>
                  <a:lnTo>
                    <a:pt x="13407" y="3541"/>
                  </a:lnTo>
                  <a:lnTo>
                    <a:pt x="12973" y="3541"/>
                  </a:lnTo>
                  <a:lnTo>
                    <a:pt x="13024" y="3439"/>
                  </a:lnTo>
                  <a:lnTo>
                    <a:pt x="13548" y="3157"/>
                  </a:lnTo>
                  <a:close/>
                  <a:moveTo>
                    <a:pt x="5790" y="1"/>
                  </a:moveTo>
                  <a:lnTo>
                    <a:pt x="5292" y="243"/>
                  </a:lnTo>
                  <a:lnTo>
                    <a:pt x="5202" y="192"/>
                  </a:lnTo>
                  <a:lnTo>
                    <a:pt x="4256" y="640"/>
                  </a:lnTo>
                  <a:lnTo>
                    <a:pt x="4218" y="844"/>
                  </a:lnTo>
                  <a:lnTo>
                    <a:pt x="3668" y="857"/>
                  </a:lnTo>
                  <a:lnTo>
                    <a:pt x="3413" y="819"/>
                  </a:lnTo>
                  <a:lnTo>
                    <a:pt x="3093" y="844"/>
                  </a:lnTo>
                  <a:lnTo>
                    <a:pt x="2454" y="793"/>
                  </a:lnTo>
                  <a:lnTo>
                    <a:pt x="2326" y="678"/>
                  </a:lnTo>
                  <a:lnTo>
                    <a:pt x="2160" y="716"/>
                  </a:lnTo>
                  <a:lnTo>
                    <a:pt x="1892" y="691"/>
                  </a:lnTo>
                  <a:lnTo>
                    <a:pt x="1841" y="767"/>
                  </a:lnTo>
                  <a:lnTo>
                    <a:pt x="1917" y="946"/>
                  </a:lnTo>
                  <a:lnTo>
                    <a:pt x="2390" y="1061"/>
                  </a:lnTo>
                  <a:lnTo>
                    <a:pt x="2659" y="1164"/>
                  </a:lnTo>
                  <a:lnTo>
                    <a:pt x="2978" y="1253"/>
                  </a:lnTo>
                  <a:lnTo>
                    <a:pt x="2902" y="1304"/>
                  </a:lnTo>
                  <a:lnTo>
                    <a:pt x="2250" y="1381"/>
                  </a:lnTo>
                  <a:lnTo>
                    <a:pt x="2135" y="1534"/>
                  </a:lnTo>
                  <a:lnTo>
                    <a:pt x="2237" y="1598"/>
                  </a:lnTo>
                  <a:lnTo>
                    <a:pt x="1790" y="1662"/>
                  </a:lnTo>
                  <a:lnTo>
                    <a:pt x="1572" y="1547"/>
                  </a:lnTo>
                  <a:lnTo>
                    <a:pt x="1470" y="1521"/>
                  </a:lnTo>
                  <a:lnTo>
                    <a:pt x="1278" y="1573"/>
                  </a:lnTo>
                  <a:lnTo>
                    <a:pt x="1023" y="1585"/>
                  </a:lnTo>
                  <a:lnTo>
                    <a:pt x="869" y="1509"/>
                  </a:lnTo>
                  <a:lnTo>
                    <a:pt x="703" y="1547"/>
                  </a:lnTo>
                  <a:lnTo>
                    <a:pt x="563" y="1560"/>
                  </a:lnTo>
                  <a:lnTo>
                    <a:pt x="77" y="1905"/>
                  </a:lnTo>
                  <a:lnTo>
                    <a:pt x="13" y="2276"/>
                  </a:lnTo>
                  <a:lnTo>
                    <a:pt x="0" y="2391"/>
                  </a:lnTo>
                  <a:lnTo>
                    <a:pt x="550" y="2391"/>
                  </a:lnTo>
                  <a:lnTo>
                    <a:pt x="639" y="2480"/>
                  </a:lnTo>
                  <a:lnTo>
                    <a:pt x="371" y="2672"/>
                  </a:lnTo>
                  <a:lnTo>
                    <a:pt x="639" y="2736"/>
                  </a:lnTo>
                  <a:lnTo>
                    <a:pt x="665" y="2915"/>
                  </a:lnTo>
                  <a:lnTo>
                    <a:pt x="818" y="2978"/>
                  </a:lnTo>
                  <a:lnTo>
                    <a:pt x="767" y="3119"/>
                  </a:lnTo>
                  <a:lnTo>
                    <a:pt x="627" y="3170"/>
                  </a:lnTo>
                  <a:lnTo>
                    <a:pt x="639" y="3336"/>
                  </a:lnTo>
                  <a:lnTo>
                    <a:pt x="550" y="3451"/>
                  </a:lnTo>
                  <a:lnTo>
                    <a:pt x="639" y="3630"/>
                  </a:lnTo>
                  <a:lnTo>
                    <a:pt x="895" y="3758"/>
                  </a:lnTo>
                  <a:lnTo>
                    <a:pt x="895" y="4142"/>
                  </a:lnTo>
                  <a:lnTo>
                    <a:pt x="831" y="4295"/>
                  </a:lnTo>
                  <a:lnTo>
                    <a:pt x="869" y="4372"/>
                  </a:lnTo>
                  <a:lnTo>
                    <a:pt x="1048" y="4384"/>
                  </a:lnTo>
                  <a:lnTo>
                    <a:pt x="1202" y="4550"/>
                  </a:lnTo>
                  <a:lnTo>
                    <a:pt x="1010" y="4602"/>
                  </a:lnTo>
                  <a:lnTo>
                    <a:pt x="1036" y="4666"/>
                  </a:lnTo>
                  <a:lnTo>
                    <a:pt x="1266" y="4666"/>
                  </a:lnTo>
                  <a:lnTo>
                    <a:pt x="1445" y="4742"/>
                  </a:lnTo>
                  <a:lnTo>
                    <a:pt x="1675" y="4717"/>
                  </a:lnTo>
                  <a:lnTo>
                    <a:pt x="1611" y="4819"/>
                  </a:lnTo>
                  <a:lnTo>
                    <a:pt x="1841" y="4908"/>
                  </a:lnTo>
                  <a:lnTo>
                    <a:pt x="2071" y="4921"/>
                  </a:lnTo>
                  <a:lnTo>
                    <a:pt x="2096" y="4998"/>
                  </a:lnTo>
                  <a:lnTo>
                    <a:pt x="2365" y="4998"/>
                  </a:lnTo>
                  <a:lnTo>
                    <a:pt x="2582" y="5458"/>
                  </a:lnTo>
                  <a:lnTo>
                    <a:pt x="2889" y="5509"/>
                  </a:lnTo>
                  <a:lnTo>
                    <a:pt x="3362" y="5381"/>
                  </a:lnTo>
                  <a:lnTo>
                    <a:pt x="3502" y="5445"/>
                  </a:lnTo>
                  <a:lnTo>
                    <a:pt x="3643" y="4883"/>
                  </a:lnTo>
                  <a:lnTo>
                    <a:pt x="4346" y="4959"/>
                  </a:lnTo>
                  <a:lnTo>
                    <a:pt x="4870" y="5164"/>
                  </a:lnTo>
                  <a:lnTo>
                    <a:pt x="5228" y="5573"/>
                  </a:lnTo>
                  <a:lnTo>
                    <a:pt x="6148" y="5432"/>
                  </a:lnTo>
                  <a:lnTo>
                    <a:pt x="6442" y="5151"/>
                  </a:lnTo>
                  <a:lnTo>
                    <a:pt x="6608" y="4832"/>
                  </a:lnTo>
                  <a:lnTo>
                    <a:pt x="7042" y="4857"/>
                  </a:lnTo>
                  <a:lnTo>
                    <a:pt x="7132" y="5049"/>
                  </a:lnTo>
                  <a:lnTo>
                    <a:pt x="7592" y="5049"/>
                  </a:lnTo>
                  <a:lnTo>
                    <a:pt x="7822" y="4832"/>
                  </a:lnTo>
                  <a:lnTo>
                    <a:pt x="8039" y="4883"/>
                  </a:lnTo>
                  <a:lnTo>
                    <a:pt x="8039" y="5151"/>
                  </a:lnTo>
                  <a:lnTo>
                    <a:pt x="7822" y="5292"/>
                  </a:lnTo>
                  <a:lnTo>
                    <a:pt x="7899" y="5650"/>
                  </a:lnTo>
                  <a:lnTo>
                    <a:pt x="8103" y="5483"/>
                  </a:lnTo>
                  <a:lnTo>
                    <a:pt x="8333" y="5343"/>
                  </a:lnTo>
                  <a:lnTo>
                    <a:pt x="8257" y="5049"/>
                  </a:lnTo>
                  <a:lnTo>
                    <a:pt x="8257" y="5023"/>
                  </a:lnTo>
                  <a:lnTo>
                    <a:pt x="8333" y="4832"/>
                  </a:lnTo>
                  <a:lnTo>
                    <a:pt x="8359" y="4819"/>
                  </a:lnTo>
                  <a:lnTo>
                    <a:pt x="8384" y="4819"/>
                  </a:lnTo>
                  <a:lnTo>
                    <a:pt x="9075" y="5023"/>
                  </a:lnTo>
                  <a:lnTo>
                    <a:pt x="9650" y="4691"/>
                  </a:lnTo>
                  <a:lnTo>
                    <a:pt x="9662" y="4678"/>
                  </a:lnTo>
                  <a:lnTo>
                    <a:pt x="9688" y="4691"/>
                  </a:lnTo>
                  <a:lnTo>
                    <a:pt x="10238" y="4972"/>
                  </a:lnTo>
                  <a:lnTo>
                    <a:pt x="10659" y="4806"/>
                  </a:lnTo>
                  <a:lnTo>
                    <a:pt x="10685" y="4806"/>
                  </a:lnTo>
                  <a:lnTo>
                    <a:pt x="11081" y="4883"/>
                  </a:lnTo>
                  <a:lnTo>
                    <a:pt x="11631" y="4614"/>
                  </a:lnTo>
                  <a:lnTo>
                    <a:pt x="12219" y="4614"/>
                  </a:lnTo>
                  <a:lnTo>
                    <a:pt x="12819" y="4448"/>
                  </a:lnTo>
                  <a:lnTo>
                    <a:pt x="12845" y="4448"/>
                  </a:lnTo>
                  <a:lnTo>
                    <a:pt x="12858" y="4461"/>
                  </a:lnTo>
                  <a:lnTo>
                    <a:pt x="12934" y="4563"/>
                  </a:lnTo>
                  <a:lnTo>
                    <a:pt x="13292" y="4346"/>
                  </a:lnTo>
                  <a:lnTo>
                    <a:pt x="13318" y="4346"/>
                  </a:lnTo>
                  <a:lnTo>
                    <a:pt x="13740" y="4435"/>
                  </a:lnTo>
                  <a:lnTo>
                    <a:pt x="14289" y="4346"/>
                  </a:lnTo>
                  <a:lnTo>
                    <a:pt x="14302" y="4346"/>
                  </a:lnTo>
                  <a:lnTo>
                    <a:pt x="14327" y="4359"/>
                  </a:lnTo>
                  <a:lnTo>
                    <a:pt x="14430" y="4729"/>
                  </a:lnTo>
                  <a:lnTo>
                    <a:pt x="14775" y="4512"/>
                  </a:lnTo>
                  <a:lnTo>
                    <a:pt x="14609" y="4103"/>
                  </a:lnTo>
                  <a:lnTo>
                    <a:pt x="14366" y="3950"/>
                  </a:lnTo>
                  <a:lnTo>
                    <a:pt x="14353" y="3937"/>
                  </a:lnTo>
                  <a:lnTo>
                    <a:pt x="14353" y="3911"/>
                  </a:lnTo>
                  <a:lnTo>
                    <a:pt x="14430" y="3630"/>
                  </a:lnTo>
                  <a:lnTo>
                    <a:pt x="14442" y="3618"/>
                  </a:lnTo>
                  <a:lnTo>
                    <a:pt x="14583" y="3554"/>
                  </a:lnTo>
                  <a:lnTo>
                    <a:pt x="14481" y="3362"/>
                  </a:lnTo>
                  <a:lnTo>
                    <a:pt x="14481" y="3349"/>
                  </a:lnTo>
                  <a:lnTo>
                    <a:pt x="14442" y="3055"/>
                  </a:lnTo>
                  <a:lnTo>
                    <a:pt x="14085" y="2710"/>
                  </a:lnTo>
                  <a:lnTo>
                    <a:pt x="14072" y="2672"/>
                  </a:lnTo>
                  <a:lnTo>
                    <a:pt x="14085" y="2646"/>
                  </a:lnTo>
                  <a:lnTo>
                    <a:pt x="14276" y="2493"/>
                  </a:lnTo>
                  <a:lnTo>
                    <a:pt x="14289" y="2480"/>
                  </a:lnTo>
                  <a:lnTo>
                    <a:pt x="14545" y="2429"/>
                  </a:lnTo>
                  <a:lnTo>
                    <a:pt x="14660" y="2084"/>
                  </a:lnTo>
                  <a:lnTo>
                    <a:pt x="14481" y="1879"/>
                  </a:lnTo>
                  <a:lnTo>
                    <a:pt x="13944" y="1879"/>
                  </a:lnTo>
                  <a:lnTo>
                    <a:pt x="13918" y="1867"/>
                  </a:lnTo>
                  <a:lnTo>
                    <a:pt x="13906" y="1854"/>
                  </a:lnTo>
                  <a:lnTo>
                    <a:pt x="13803" y="1253"/>
                  </a:lnTo>
                  <a:lnTo>
                    <a:pt x="13803" y="1240"/>
                  </a:lnTo>
                  <a:lnTo>
                    <a:pt x="13816" y="1215"/>
                  </a:lnTo>
                  <a:lnTo>
                    <a:pt x="14161" y="997"/>
                  </a:lnTo>
                  <a:lnTo>
                    <a:pt x="13982" y="870"/>
                  </a:lnTo>
                  <a:lnTo>
                    <a:pt x="13624" y="870"/>
                  </a:lnTo>
                  <a:lnTo>
                    <a:pt x="13318" y="576"/>
                  </a:lnTo>
                  <a:lnTo>
                    <a:pt x="13100" y="652"/>
                  </a:lnTo>
                  <a:lnTo>
                    <a:pt x="13075" y="665"/>
                  </a:lnTo>
                  <a:lnTo>
                    <a:pt x="12807" y="563"/>
                  </a:lnTo>
                  <a:lnTo>
                    <a:pt x="12513" y="563"/>
                  </a:lnTo>
                  <a:lnTo>
                    <a:pt x="12206" y="499"/>
                  </a:lnTo>
                  <a:lnTo>
                    <a:pt x="12065" y="742"/>
                  </a:lnTo>
                  <a:lnTo>
                    <a:pt x="11695" y="819"/>
                  </a:lnTo>
                  <a:lnTo>
                    <a:pt x="11592" y="959"/>
                  </a:lnTo>
                  <a:lnTo>
                    <a:pt x="11516" y="997"/>
                  </a:lnTo>
                  <a:lnTo>
                    <a:pt x="11362" y="1049"/>
                  </a:lnTo>
                  <a:lnTo>
                    <a:pt x="11132" y="1113"/>
                  </a:lnTo>
                  <a:lnTo>
                    <a:pt x="10685" y="997"/>
                  </a:lnTo>
                  <a:lnTo>
                    <a:pt x="10135" y="997"/>
                  </a:lnTo>
                  <a:lnTo>
                    <a:pt x="9445" y="1087"/>
                  </a:lnTo>
                  <a:lnTo>
                    <a:pt x="9266" y="908"/>
                  </a:lnTo>
                  <a:lnTo>
                    <a:pt x="9075" y="946"/>
                  </a:lnTo>
                  <a:lnTo>
                    <a:pt x="8870" y="844"/>
                  </a:lnTo>
                  <a:lnTo>
                    <a:pt x="8666" y="844"/>
                  </a:lnTo>
                  <a:lnTo>
                    <a:pt x="8525" y="627"/>
                  </a:lnTo>
                  <a:lnTo>
                    <a:pt x="8257" y="742"/>
                  </a:lnTo>
                  <a:lnTo>
                    <a:pt x="8027" y="563"/>
                  </a:lnTo>
                  <a:lnTo>
                    <a:pt x="7924" y="333"/>
                  </a:lnTo>
                  <a:lnTo>
                    <a:pt x="7669" y="333"/>
                  </a:lnTo>
                  <a:lnTo>
                    <a:pt x="7477" y="371"/>
                  </a:lnTo>
                  <a:lnTo>
                    <a:pt x="7209" y="141"/>
                  </a:lnTo>
                  <a:lnTo>
                    <a:pt x="7273" y="65"/>
                  </a:lnTo>
                  <a:lnTo>
                    <a:pt x="7106" y="1"/>
                  </a:lnTo>
                  <a:lnTo>
                    <a:pt x="6902" y="128"/>
                  </a:lnTo>
                  <a:lnTo>
                    <a:pt x="5790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6" name="Google Shape;536;p60"/>
            <p:cNvSpPr/>
            <p:nvPr/>
          </p:nvSpPr>
          <p:spPr>
            <a:xfrm>
              <a:off x="4516750" y="2499450"/>
              <a:ext cx="104200" cy="80550"/>
            </a:xfrm>
            <a:custGeom>
              <a:rect b="b" l="l" r="r" t="t"/>
              <a:pathLst>
                <a:path extrusionOk="0" h="3222" w="4168">
                  <a:moveTo>
                    <a:pt x="2761" y="1"/>
                  </a:moveTo>
                  <a:lnTo>
                    <a:pt x="2659" y="244"/>
                  </a:lnTo>
                  <a:lnTo>
                    <a:pt x="2646" y="269"/>
                  </a:lnTo>
                  <a:lnTo>
                    <a:pt x="2634" y="269"/>
                  </a:lnTo>
                  <a:lnTo>
                    <a:pt x="2276" y="346"/>
                  </a:lnTo>
                  <a:lnTo>
                    <a:pt x="2225" y="538"/>
                  </a:lnTo>
                  <a:lnTo>
                    <a:pt x="2212" y="550"/>
                  </a:lnTo>
                  <a:lnTo>
                    <a:pt x="2199" y="563"/>
                  </a:lnTo>
                  <a:lnTo>
                    <a:pt x="1841" y="589"/>
                  </a:lnTo>
                  <a:lnTo>
                    <a:pt x="1803" y="576"/>
                  </a:lnTo>
                  <a:lnTo>
                    <a:pt x="1522" y="295"/>
                  </a:lnTo>
                  <a:lnTo>
                    <a:pt x="1304" y="154"/>
                  </a:lnTo>
                  <a:lnTo>
                    <a:pt x="1253" y="218"/>
                  </a:lnTo>
                  <a:lnTo>
                    <a:pt x="1253" y="755"/>
                  </a:lnTo>
                  <a:lnTo>
                    <a:pt x="1241" y="780"/>
                  </a:lnTo>
                  <a:lnTo>
                    <a:pt x="1215" y="793"/>
                  </a:lnTo>
                  <a:lnTo>
                    <a:pt x="819" y="704"/>
                  </a:lnTo>
                  <a:lnTo>
                    <a:pt x="806" y="704"/>
                  </a:lnTo>
                  <a:lnTo>
                    <a:pt x="180" y="410"/>
                  </a:lnTo>
                  <a:lnTo>
                    <a:pt x="1" y="461"/>
                  </a:lnTo>
                  <a:lnTo>
                    <a:pt x="78" y="602"/>
                  </a:lnTo>
                  <a:lnTo>
                    <a:pt x="78" y="614"/>
                  </a:lnTo>
                  <a:lnTo>
                    <a:pt x="65" y="640"/>
                  </a:lnTo>
                  <a:lnTo>
                    <a:pt x="26" y="704"/>
                  </a:lnTo>
                  <a:lnTo>
                    <a:pt x="346" y="729"/>
                  </a:lnTo>
                  <a:lnTo>
                    <a:pt x="371" y="742"/>
                  </a:lnTo>
                  <a:lnTo>
                    <a:pt x="384" y="768"/>
                  </a:lnTo>
                  <a:lnTo>
                    <a:pt x="410" y="959"/>
                  </a:lnTo>
                  <a:lnTo>
                    <a:pt x="410" y="985"/>
                  </a:lnTo>
                  <a:lnTo>
                    <a:pt x="397" y="998"/>
                  </a:lnTo>
                  <a:lnTo>
                    <a:pt x="218" y="1138"/>
                  </a:lnTo>
                  <a:lnTo>
                    <a:pt x="423" y="1368"/>
                  </a:lnTo>
                  <a:lnTo>
                    <a:pt x="665" y="1368"/>
                  </a:lnTo>
                  <a:lnTo>
                    <a:pt x="691" y="1381"/>
                  </a:lnTo>
                  <a:lnTo>
                    <a:pt x="704" y="1407"/>
                  </a:lnTo>
                  <a:lnTo>
                    <a:pt x="704" y="1739"/>
                  </a:lnTo>
                  <a:lnTo>
                    <a:pt x="691" y="1765"/>
                  </a:lnTo>
                  <a:lnTo>
                    <a:pt x="576" y="1880"/>
                  </a:lnTo>
                  <a:lnTo>
                    <a:pt x="832" y="2046"/>
                  </a:lnTo>
                  <a:lnTo>
                    <a:pt x="832" y="2059"/>
                  </a:lnTo>
                  <a:lnTo>
                    <a:pt x="1215" y="2646"/>
                  </a:lnTo>
                  <a:lnTo>
                    <a:pt x="1279" y="2646"/>
                  </a:lnTo>
                  <a:lnTo>
                    <a:pt x="1637" y="2301"/>
                  </a:lnTo>
                  <a:lnTo>
                    <a:pt x="1662" y="2289"/>
                  </a:lnTo>
                  <a:lnTo>
                    <a:pt x="1713" y="2289"/>
                  </a:lnTo>
                  <a:lnTo>
                    <a:pt x="2007" y="2174"/>
                  </a:lnTo>
                  <a:lnTo>
                    <a:pt x="2020" y="2174"/>
                  </a:lnTo>
                  <a:lnTo>
                    <a:pt x="2097" y="2186"/>
                  </a:lnTo>
                  <a:lnTo>
                    <a:pt x="2237" y="2084"/>
                  </a:lnTo>
                  <a:lnTo>
                    <a:pt x="2455" y="2084"/>
                  </a:lnTo>
                  <a:lnTo>
                    <a:pt x="2480" y="2097"/>
                  </a:lnTo>
                  <a:lnTo>
                    <a:pt x="2493" y="2122"/>
                  </a:lnTo>
                  <a:lnTo>
                    <a:pt x="2493" y="2327"/>
                  </a:lnTo>
                  <a:lnTo>
                    <a:pt x="2480" y="2352"/>
                  </a:lnTo>
                  <a:lnTo>
                    <a:pt x="2391" y="2429"/>
                  </a:lnTo>
                  <a:lnTo>
                    <a:pt x="2416" y="2557"/>
                  </a:lnTo>
                  <a:lnTo>
                    <a:pt x="2404" y="2583"/>
                  </a:lnTo>
                  <a:lnTo>
                    <a:pt x="2340" y="2749"/>
                  </a:lnTo>
                  <a:lnTo>
                    <a:pt x="2365" y="2889"/>
                  </a:lnTo>
                  <a:lnTo>
                    <a:pt x="2570" y="3004"/>
                  </a:lnTo>
                  <a:lnTo>
                    <a:pt x="2787" y="3222"/>
                  </a:lnTo>
                  <a:lnTo>
                    <a:pt x="3017" y="3183"/>
                  </a:lnTo>
                  <a:lnTo>
                    <a:pt x="3004" y="2646"/>
                  </a:lnTo>
                  <a:lnTo>
                    <a:pt x="3030" y="2531"/>
                  </a:lnTo>
                  <a:lnTo>
                    <a:pt x="3196" y="2646"/>
                  </a:lnTo>
                  <a:lnTo>
                    <a:pt x="3400" y="2250"/>
                  </a:lnTo>
                  <a:lnTo>
                    <a:pt x="3400" y="1982"/>
                  </a:lnTo>
                  <a:lnTo>
                    <a:pt x="3503" y="1790"/>
                  </a:lnTo>
                  <a:lnTo>
                    <a:pt x="3477" y="1598"/>
                  </a:lnTo>
                  <a:lnTo>
                    <a:pt x="3682" y="1445"/>
                  </a:lnTo>
                  <a:lnTo>
                    <a:pt x="3976" y="1356"/>
                  </a:lnTo>
                  <a:lnTo>
                    <a:pt x="4167" y="1356"/>
                  </a:lnTo>
                  <a:lnTo>
                    <a:pt x="4129" y="1202"/>
                  </a:lnTo>
                  <a:lnTo>
                    <a:pt x="3822" y="1202"/>
                  </a:lnTo>
                  <a:lnTo>
                    <a:pt x="3464" y="1074"/>
                  </a:lnTo>
                  <a:lnTo>
                    <a:pt x="2761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7" name="Google Shape;537;p60"/>
            <p:cNvSpPr/>
            <p:nvPr/>
          </p:nvSpPr>
          <p:spPr>
            <a:xfrm>
              <a:off x="4510375" y="2548675"/>
              <a:ext cx="26525" cy="19825"/>
            </a:xfrm>
            <a:custGeom>
              <a:rect b="b" l="l" r="r" t="t"/>
              <a:pathLst>
                <a:path extrusionOk="0" h="793" w="1061">
                  <a:moveTo>
                    <a:pt x="230" y="0"/>
                  </a:moveTo>
                  <a:lnTo>
                    <a:pt x="0" y="38"/>
                  </a:lnTo>
                  <a:lnTo>
                    <a:pt x="371" y="511"/>
                  </a:lnTo>
                  <a:lnTo>
                    <a:pt x="780" y="792"/>
                  </a:lnTo>
                  <a:lnTo>
                    <a:pt x="1061" y="754"/>
                  </a:lnTo>
                  <a:lnTo>
                    <a:pt x="869" y="396"/>
                  </a:lnTo>
                  <a:lnTo>
                    <a:pt x="473" y="179"/>
                  </a:lnTo>
                  <a:lnTo>
                    <a:pt x="473" y="166"/>
                  </a:lnTo>
                  <a:lnTo>
                    <a:pt x="230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8" name="Google Shape;538;p60"/>
            <p:cNvSpPr/>
            <p:nvPr/>
          </p:nvSpPr>
          <p:spPr>
            <a:xfrm>
              <a:off x="4627000" y="2849650"/>
              <a:ext cx="16950" cy="33575"/>
            </a:xfrm>
            <a:custGeom>
              <a:rect b="b" l="l" r="r" t="t"/>
              <a:pathLst>
                <a:path extrusionOk="0" h="1343" w="678">
                  <a:moveTo>
                    <a:pt x="486" y="0"/>
                  </a:moveTo>
                  <a:lnTo>
                    <a:pt x="294" y="64"/>
                  </a:lnTo>
                  <a:lnTo>
                    <a:pt x="205" y="358"/>
                  </a:lnTo>
                  <a:lnTo>
                    <a:pt x="0" y="678"/>
                  </a:lnTo>
                  <a:lnTo>
                    <a:pt x="77" y="1125"/>
                  </a:lnTo>
                  <a:lnTo>
                    <a:pt x="205" y="1253"/>
                  </a:lnTo>
                  <a:lnTo>
                    <a:pt x="447" y="1342"/>
                  </a:lnTo>
                  <a:lnTo>
                    <a:pt x="678" y="1036"/>
                  </a:lnTo>
                  <a:lnTo>
                    <a:pt x="614" y="614"/>
                  </a:lnTo>
                  <a:lnTo>
                    <a:pt x="678" y="243"/>
                  </a:lnTo>
                  <a:lnTo>
                    <a:pt x="550" y="103"/>
                  </a:lnTo>
                  <a:lnTo>
                    <a:pt x="486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9" name="Google Shape;539;p60"/>
            <p:cNvSpPr/>
            <p:nvPr/>
          </p:nvSpPr>
          <p:spPr>
            <a:xfrm>
              <a:off x="4625400" y="2839425"/>
              <a:ext cx="3850" cy="12800"/>
            </a:xfrm>
            <a:custGeom>
              <a:rect b="b" l="l" r="r" t="t"/>
              <a:pathLst>
                <a:path extrusionOk="0" h="512" w="154">
                  <a:moveTo>
                    <a:pt x="64" y="0"/>
                  </a:moveTo>
                  <a:lnTo>
                    <a:pt x="0" y="77"/>
                  </a:lnTo>
                  <a:lnTo>
                    <a:pt x="0" y="294"/>
                  </a:lnTo>
                  <a:lnTo>
                    <a:pt x="64" y="512"/>
                  </a:lnTo>
                  <a:lnTo>
                    <a:pt x="154" y="409"/>
                  </a:lnTo>
                  <a:lnTo>
                    <a:pt x="154" y="218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0" name="Google Shape;540;p60"/>
            <p:cNvSpPr/>
            <p:nvPr/>
          </p:nvSpPr>
          <p:spPr>
            <a:xfrm>
              <a:off x="4307475" y="2721850"/>
              <a:ext cx="417000" cy="326875"/>
            </a:xfrm>
            <a:custGeom>
              <a:rect b="b" l="l" r="r" t="t"/>
              <a:pathLst>
                <a:path extrusionOk="0" h="13075" w="16680">
                  <a:moveTo>
                    <a:pt x="3707" y="0"/>
                  </a:moveTo>
                  <a:lnTo>
                    <a:pt x="3681" y="51"/>
                  </a:lnTo>
                  <a:lnTo>
                    <a:pt x="3656" y="64"/>
                  </a:lnTo>
                  <a:lnTo>
                    <a:pt x="2058" y="460"/>
                  </a:lnTo>
                  <a:lnTo>
                    <a:pt x="2122" y="690"/>
                  </a:lnTo>
                  <a:lnTo>
                    <a:pt x="2352" y="908"/>
                  </a:lnTo>
                  <a:lnTo>
                    <a:pt x="2787" y="1304"/>
                  </a:lnTo>
                  <a:lnTo>
                    <a:pt x="2799" y="1317"/>
                  </a:lnTo>
                  <a:lnTo>
                    <a:pt x="2787" y="1342"/>
                  </a:lnTo>
                  <a:lnTo>
                    <a:pt x="2416" y="1904"/>
                  </a:lnTo>
                  <a:lnTo>
                    <a:pt x="2403" y="1917"/>
                  </a:lnTo>
                  <a:lnTo>
                    <a:pt x="1930" y="1917"/>
                  </a:lnTo>
                  <a:lnTo>
                    <a:pt x="1521" y="2313"/>
                  </a:lnTo>
                  <a:lnTo>
                    <a:pt x="1509" y="2326"/>
                  </a:lnTo>
                  <a:lnTo>
                    <a:pt x="1023" y="2531"/>
                  </a:lnTo>
                  <a:lnTo>
                    <a:pt x="997" y="2531"/>
                  </a:lnTo>
                  <a:lnTo>
                    <a:pt x="294" y="2339"/>
                  </a:lnTo>
                  <a:lnTo>
                    <a:pt x="269" y="2428"/>
                  </a:lnTo>
                  <a:lnTo>
                    <a:pt x="282" y="2569"/>
                  </a:lnTo>
                  <a:lnTo>
                    <a:pt x="205" y="2761"/>
                  </a:lnTo>
                  <a:lnTo>
                    <a:pt x="243" y="3119"/>
                  </a:lnTo>
                  <a:lnTo>
                    <a:pt x="0" y="3400"/>
                  </a:lnTo>
                  <a:lnTo>
                    <a:pt x="422" y="3438"/>
                  </a:lnTo>
                  <a:lnTo>
                    <a:pt x="652" y="3668"/>
                  </a:lnTo>
                  <a:lnTo>
                    <a:pt x="1534" y="5061"/>
                  </a:lnTo>
                  <a:lnTo>
                    <a:pt x="1700" y="5304"/>
                  </a:lnTo>
                  <a:lnTo>
                    <a:pt x="1700" y="5470"/>
                  </a:lnTo>
                  <a:lnTo>
                    <a:pt x="1892" y="5496"/>
                  </a:lnTo>
                  <a:lnTo>
                    <a:pt x="2109" y="5905"/>
                  </a:lnTo>
                  <a:lnTo>
                    <a:pt x="2071" y="6263"/>
                  </a:lnTo>
                  <a:lnTo>
                    <a:pt x="2339" y="6582"/>
                  </a:lnTo>
                  <a:lnTo>
                    <a:pt x="2902" y="6914"/>
                  </a:lnTo>
                  <a:lnTo>
                    <a:pt x="3669" y="8269"/>
                  </a:lnTo>
                  <a:lnTo>
                    <a:pt x="3477" y="8870"/>
                  </a:lnTo>
                  <a:lnTo>
                    <a:pt x="4116" y="10058"/>
                  </a:lnTo>
                  <a:lnTo>
                    <a:pt x="4691" y="10225"/>
                  </a:lnTo>
                  <a:lnTo>
                    <a:pt x="5304" y="11247"/>
                  </a:lnTo>
                  <a:lnTo>
                    <a:pt x="5547" y="11771"/>
                  </a:lnTo>
                  <a:lnTo>
                    <a:pt x="6174" y="12448"/>
                  </a:lnTo>
                  <a:lnTo>
                    <a:pt x="6225" y="12615"/>
                  </a:lnTo>
                  <a:lnTo>
                    <a:pt x="6506" y="12972"/>
                  </a:lnTo>
                  <a:lnTo>
                    <a:pt x="6519" y="13075"/>
                  </a:lnTo>
                  <a:lnTo>
                    <a:pt x="6736" y="12883"/>
                  </a:lnTo>
                  <a:lnTo>
                    <a:pt x="6736" y="12257"/>
                  </a:lnTo>
                  <a:lnTo>
                    <a:pt x="6749" y="12231"/>
                  </a:lnTo>
                  <a:lnTo>
                    <a:pt x="6761" y="12218"/>
                  </a:lnTo>
                  <a:lnTo>
                    <a:pt x="7004" y="12167"/>
                  </a:lnTo>
                  <a:lnTo>
                    <a:pt x="7030" y="12180"/>
                  </a:lnTo>
                  <a:lnTo>
                    <a:pt x="7260" y="12346"/>
                  </a:lnTo>
                  <a:lnTo>
                    <a:pt x="8231" y="12244"/>
                  </a:lnTo>
                  <a:lnTo>
                    <a:pt x="8244" y="12244"/>
                  </a:lnTo>
                  <a:lnTo>
                    <a:pt x="9177" y="12474"/>
                  </a:lnTo>
                  <a:lnTo>
                    <a:pt x="9688" y="12474"/>
                  </a:lnTo>
                  <a:lnTo>
                    <a:pt x="9701" y="12487"/>
                  </a:lnTo>
                  <a:lnTo>
                    <a:pt x="9816" y="12691"/>
                  </a:lnTo>
                  <a:lnTo>
                    <a:pt x="10225" y="12525"/>
                  </a:lnTo>
                  <a:lnTo>
                    <a:pt x="10340" y="12206"/>
                  </a:lnTo>
                  <a:lnTo>
                    <a:pt x="10353" y="12193"/>
                  </a:lnTo>
                  <a:lnTo>
                    <a:pt x="10711" y="11771"/>
                  </a:lnTo>
                  <a:lnTo>
                    <a:pt x="10711" y="11758"/>
                  </a:lnTo>
                  <a:lnTo>
                    <a:pt x="11247" y="11439"/>
                  </a:lnTo>
                  <a:lnTo>
                    <a:pt x="11260" y="11439"/>
                  </a:lnTo>
                  <a:lnTo>
                    <a:pt x="13740" y="11055"/>
                  </a:lnTo>
                  <a:lnTo>
                    <a:pt x="16155" y="10135"/>
                  </a:lnTo>
                  <a:lnTo>
                    <a:pt x="16679" y="8614"/>
                  </a:lnTo>
                  <a:lnTo>
                    <a:pt x="16283" y="8077"/>
                  </a:lnTo>
                  <a:lnTo>
                    <a:pt x="15478" y="8077"/>
                  </a:lnTo>
                  <a:lnTo>
                    <a:pt x="15235" y="7924"/>
                  </a:lnTo>
                  <a:lnTo>
                    <a:pt x="14302" y="7924"/>
                  </a:lnTo>
                  <a:lnTo>
                    <a:pt x="14276" y="7911"/>
                  </a:lnTo>
                  <a:lnTo>
                    <a:pt x="14264" y="7899"/>
                  </a:lnTo>
                  <a:lnTo>
                    <a:pt x="13714" y="6991"/>
                  </a:lnTo>
                  <a:lnTo>
                    <a:pt x="13752" y="6978"/>
                  </a:lnTo>
                  <a:lnTo>
                    <a:pt x="13292" y="6684"/>
                  </a:lnTo>
                  <a:lnTo>
                    <a:pt x="13075" y="6518"/>
                  </a:lnTo>
                  <a:lnTo>
                    <a:pt x="12628" y="6186"/>
                  </a:lnTo>
                  <a:lnTo>
                    <a:pt x="12551" y="5649"/>
                  </a:lnTo>
                  <a:lnTo>
                    <a:pt x="12679" y="5381"/>
                  </a:lnTo>
                  <a:lnTo>
                    <a:pt x="12359" y="5010"/>
                  </a:lnTo>
                  <a:lnTo>
                    <a:pt x="12027" y="4422"/>
                  </a:lnTo>
                  <a:lnTo>
                    <a:pt x="11593" y="3988"/>
                  </a:lnTo>
                  <a:lnTo>
                    <a:pt x="11363" y="3860"/>
                  </a:lnTo>
                  <a:lnTo>
                    <a:pt x="11286" y="3643"/>
                  </a:lnTo>
                  <a:lnTo>
                    <a:pt x="10992" y="3080"/>
                  </a:lnTo>
                  <a:lnTo>
                    <a:pt x="10493" y="3080"/>
                  </a:lnTo>
                  <a:lnTo>
                    <a:pt x="10468" y="3067"/>
                  </a:lnTo>
                  <a:lnTo>
                    <a:pt x="10110" y="2659"/>
                  </a:lnTo>
                  <a:lnTo>
                    <a:pt x="9752" y="2659"/>
                  </a:lnTo>
                  <a:lnTo>
                    <a:pt x="9739" y="2646"/>
                  </a:lnTo>
                  <a:lnTo>
                    <a:pt x="9509" y="2531"/>
                  </a:lnTo>
                  <a:lnTo>
                    <a:pt x="9190" y="2646"/>
                  </a:lnTo>
                  <a:lnTo>
                    <a:pt x="9164" y="2646"/>
                  </a:lnTo>
                  <a:lnTo>
                    <a:pt x="8883" y="2531"/>
                  </a:lnTo>
                  <a:lnTo>
                    <a:pt x="8321" y="2531"/>
                  </a:lnTo>
                  <a:lnTo>
                    <a:pt x="7733" y="2352"/>
                  </a:lnTo>
                  <a:lnTo>
                    <a:pt x="7720" y="2352"/>
                  </a:lnTo>
                  <a:lnTo>
                    <a:pt x="6161" y="1061"/>
                  </a:lnTo>
                  <a:lnTo>
                    <a:pt x="5573" y="678"/>
                  </a:lnTo>
                  <a:lnTo>
                    <a:pt x="4448" y="90"/>
                  </a:lnTo>
                  <a:lnTo>
                    <a:pt x="3707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1" name="Google Shape;541;p60"/>
            <p:cNvSpPr/>
            <p:nvPr/>
          </p:nvSpPr>
          <p:spPr>
            <a:xfrm>
              <a:off x="4391200" y="2604250"/>
              <a:ext cx="190775" cy="182150"/>
            </a:xfrm>
            <a:custGeom>
              <a:rect b="b" l="l" r="r" t="t"/>
              <a:pathLst>
                <a:path extrusionOk="0" h="7286" w="7631">
                  <a:moveTo>
                    <a:pt x="3604" y="2877"/>
                  </a:moveTo>
                  <a:lnTo>
                    <a:pt x="3668" y="3119"/>
                  </a:lnTo>
                  <a:lnTo>
                    <a:pt x="3821" y="3119"/>
                  </a:lnTo>
                  <a:lnTo>
                    <a:pt x="3821" y="3260"/>
                  </a:lnTo>
                  <a:lnTo>
                    <a:pt x="3706" y="3349"/>
                  </a:lnTo>
                  <a:lnTo>
                    <a:pt x="3527" y="3170"/>
                  </a:lnTo>
                  <a:lnTo>
                    <a:pt x="3604" y="2877"/>
                  </a:lnTo>
                  <a:close/>
                  <a:moveTo>
                    <a:pt x="4051" y="4014"/>
                  </a:moveTo>
                  <a:lnTo>
                    <a:pt x="3949" y="4206"/>
                  </a:lnTo>
                  <a:lnTo>
                    <a:pt x="4294" y="4206"/>
                  </a:lnTo>
                  <a:lnTo>
                    <a:pt x="4064" y="4397"/>
                  </a:lnTo>
                  <a:lnTo>
                    <a:pt x="3821" y="4282"/>
                  </a:lnTo>
                  <a:lnTo>
                    <a:pt x="3821" y="4014"/>
                  </a:lnTo>
                  <a:close/>
                  <a:moveTo>
                    <a:pt x="3221" y="1"/>
                  </a:moveTo>
                  <a:lnTo>
                    <a:pt x="2863" y="231"/>
                  </a:lnTo>
                  <a:lnTo>
                    <a:pt x="2812" y="397"/>
                  </a:lnTo>
                  <a:lnTo>
                    <a:pt x="2799" y="423"/>
                  </a:lnTo>
                  <a:lnTo>
                    <a:pt x="2441" y="691"/>
                  </a:lnTo>
                  <a:lnTo>
                    <a:pt x="2416" y="704"/>
                  </a:lnTo>
                  <a:lnTo>
                    <a:pt x="2262" y="704"/>
                  </a:lnTo>
                  <a:lnTo>
                    <a:pt x="1917" y="1011"/>
                  </a:lnTo>
                  <a:lnTo>
                    <a:pt x="2122" y="1381"/>
                  </a:lnTo>
                  <a:lnTo>
                    <a:pt x="2122" y="1394"/>
                  </a:lnTo>
                  <a:lnTo>
                    <a:pt x="2109" y="1420"/>
                  </a:lnTo>
                  <a:lnTo>
                    <a:pt x="2019" y="1547"/>
                  </a:lnTo>
                  <a:lnTo>
                    <a:pt x="1904" y="1956"/>
                  </a:lnTo>
                  <a:lnTo>
                    <a:pt x="1904" y="2468"/>
                  </a:lnTo>
                  <a:lnTo>
                    <a:pt x="1904" y="2493"/>
                  </a:lnTo>
                  <a:lnTo>
                    <a:pt x="1674" y="2800"/>
                  </a:lnTo>
                  <a:lnTo>
                    <a:pt x="1662" y="2813"/>
                  </a:lnTo>
                  <a:lnTo>
                    <a:pt x="51" y="3490"/>
                  </a:lnTo>
                  <a:lnTo>
                    <a:pt x="0" y="3528"/>
                  </a:lnTo>
                  <a:lnTo>
                    <a:pt x="268" y="4295"/>
                  </a:lnTo>
                  <a:lnTo>
                    <a:pt x="268" y="4321"/>
                  </a:lnTo>
                  <a:lnTo>
                    <a:pt x="256" y="4334"/>
                  </a:lnTo>
                  <a:lnTo>
                    <a:pt x="205" y="4397"/>
                  </a:lnTo>
                  <a:lnTo>
                    <a:pt x="205" y="4436"/>
                  </a:lnTo>
                  <a:lnTo>
                    <a:pt x="409" y="4436"/>
                  </a:lnTo>
                  <a:lnTo>
                    <a:pt x="435" y="4449"/>
                  </a:lnTo>
                  <a:lnTo>
                    <a:pt x="435" y="4474"/>
                  </a:lnTo>
                  <a:lnTo>
                    <a:pt x="435" y="4551"/>
                  </a:lnTo>
                  <a:lnTo>
                    <a:pt x="435" y="4564"/>
                  </a:lnTo>
                  <a:lnTo>
                    <a:pt x="396" y="4627"/>
                  </a:lnTo>
                  <a:lnTo>
                    <a:pt x="1112" y="4730"/>
                  </a:lnTo>
                  <a:lnTo>
                    <a:pt x="1125" y="4730"/>
                  </a:lnTo>
                  <a:lnTo>
                    <a:pt x="2262" y="5318"/>
                  </a:lnTo>
                  <a:lnTo>
                    <a:pt x="2262" y="5330"/>
                  </a:lnTo>
                  <a:lnTo>
                    <a:pt x="2850" y="5701"/>
                  </a:lnTo>
                  <a:lnTo>
                    <a:pt x="4409" y="6992"/>
                  </a:lnTo>
                  <a:lnTo>
                    <a:pt x="4984" y="7158"/>
                  </a:lnTo>
                  <a:lnTo>
                    <a:pt x="5547" y="7158"/>
                  </a:lnTo>
                  <a:lnTo>
                    <a:pt x="5560" y="7171"/>
                  </a:lnTo>
                  <a:lnTo>
                    <a:pt x="5828" y="7286"/>
                  </a:lnTo>
                  <a:lnTo>
                    <a:pt x="6148" y="7171"/>
                  </a:lnTo>
                  <a:lnTo>
                    <a:pt x="6173" y="7171"/>
                  </a:lnTo>
                  <a:lnTo>
                    <a:pt x="6211" y="7184"/>
                  </a:lnTo>
                  <a:lnTo>
                    <a:pt x="6365" y="6813"/>
                  </a:lnTo>
                  <a:lnTo>
                    <a:pt x="6365" y="6800"/>
                  </a:lnTo>
                  <a:lnTo>
                    <a:pt x="6646" y="6468"/>
                  </a:lnTo>
                  <a:lnTo>
                    <a:pt x="6672" y="6455"/>
                  </a:lnTo>
                  <a:lnTo>
                    <a:pt x="6965" y="6378"/>
                  </a:lnTo>
                  <a:lnTo>
                    <a:pt x="6978" y="6378"/>
                  </a:lnTo>
                  <a:lnTo>
                    <a:pt x="7311" y="6455"/>
                  </a:lnTo>
                  <a:lnTo>
                    <a:pt x="7323" y="6468"/>
                  </a:lnTo>
                  <a:lnTo>
                    <a:pt x="7336" y="6481"/>
                  </a:lnTo>
                  <a:lnTo>
                    <a:pt x="7387" y="6634"/>
                  </a:lnTo>
                  <a:lnTo>
                    <a:pt x="7489" y="6621"/>
                  </a:lnTo>
                  <a:lnTo>
                    <a:pt x="7477" y="6570"/>
                  </a:lnTo>
                  <a:lnTo>
                    <a:pt x="7617" y="6519"/>
                  </a:lnTo>
                  <a:lnTo>
                    <a:pt x="7630" y="6519"/>
                  </a:lnTo>
                  <a:lnTo>
                    <a:pt x="7566" y="6442"/>
                  </a:lnTo>
                  <a:lnTo>
                    <a:pt x="7323" y="6123"/>
                  </a:lnTo>
                  <a:lnTo>
                    <a:pt x="7311" y="6097"/>
                  </a:lnTo>
                  <a:lnTo>
                    <a:pt x="7311" y="5714"/>
                  </a:lnTo>
                  <a:lnTo>
                    <a:pt x="6991" y="5714"/>
                  </a:lnTo>
                  <a:lnTo>
                    <a:pt x="6965" y="5701"/>
                  </a:lnTo>
                  <a:lnTo>
                    <a:pt x="6953" y="5675"/>
                  </a:lnTo>
                  <a:lnTo>
                    <a:pt x="6953" y="5177"/>
                  </a:lnTo>
                  <a:lnTo>
                    <a:pt x="6965" y="5151"/>
                  </a:lnTo>
                  <a:lnTo>
                    <a:pt x="6978" y="5139"/>
                  </a:lnTo>
                  <a:lnTo>
                    <a:pt x="7170" y="5036"/>
                  </a:lnTo>
                  <a:lnTo>
                    <a:pt x="7119" y="4883"/>
                  </a:lnTo>
                  <a:lnTo>
                    <a:pt x="6620" y="4385"/>
                  </a:lnTo>
                  <a:lnTo>
                    <a:pt x="5892" y="3873"/>
                  </a:lnTo>
                  <a:lnTo>
                    <a:pt x="5636" y="3822"/>
                  </a:lnTo>
                  <a:lnTo>
                    <a:pt x="5624" y="3822"/>
                  </a:lnTo>
                  <a:lnTo>
                    <a:pt x="5611" y="3797"/>
                  </a:lnTo>
                  <a:lnTo>
                    <a:pt x="5611" y="3426"/>
                  </a:lnTo>
                  <a:lnTo>
                    <a:pt x="5483" y="3349"/>
                  </a:lnTo>
                  <a:lnTo>
                    <a:pt x="5470" y="3337"/>
                  </a:lnTo>
                  <a:lnTo>
                    <a:pt x="5393" y="3183"/>
                  </a:lnTo>
                  <a:lnTo>
                    <a:pt x="5202" y="2966"/>
                  </a:lnTo>
                  <a:lnTo>
                    <a:pt x="5189" y="2953"/>
                  </a:lnTo>
                  <a:lnTo>
                    <a:pt x="5189" y="2928"/>
                  </a:lnTo>
                  <a:lnTo>
                    <a:pt x="5432" y="2327"/>
                  </a:lnTo>
                  <a:lnTo>
                    <a:pt x="5445" y="2314"/>
                  </a:lnTo>
                  <a:lnTo>
                    <a:pt x="5777" y="2007"/>
                  </a:lnTo>
                  <a:lnTo>
                    <a:pt x="5841" y="1829"/>
                  </a:lnTo>
                  <a:lnTo>
                    <a:pt x="5751" y="1637"/>
                  </a:lnTo>
                  <a:lnTo>
                    <a:pt x="5751" y="1611"/>
                  </a:lnTo>
                  <a:lnTo>
                    <a:pt x="5751" y="1598"/>
                  </a:lnTo>
                  <a:lnTo>
                    <a:pt x="5879" y="1445"/>
                  </a:lnTo>
                  <a:lnTo>
                    <a:pt x="5777" y="1356"/>
                  </a:lnTo>
                  <a:lnTo>
                    <a:pt x="5508" y="1356"/>
                  </a:lnTo>
                  <a:lnTo>
                    <a:pt x="5483" y="1343"/>
                  </a:lnTo>
                  <a:lnTo>
                    <a:pt x="5202" y="1100"/>
                  </a:lnTo>
                  <a:lnTo>
                    <a:pt x="5189" y="1074"/>
                  </a:lnTo>
                  <a:lnTo>
                    <a:pt x="5189" y="678"/>
                  </a:lnTo>
                  <a:lnTo>
                    <a:pt x="4895" y="525"/>
                  </a:lnTo>
                  <a:lnTo>
                    <a:pt x="4869" y="512"/>
                  </a:lnTo>
                  <a:lnTo>
                    <a:pt x="4703" y="167"/>
                  </a:lnTo>
                  <a:lnTo>
                    <a:pt x="4333" y="410"/>
                  </a:lnTo>
                  <a:lnTo>
                    <a:pt x="4294" y="410"/>
                  </a:lnTo>
                  <a:lnTo>
                    <a:pt x="4282" y="397"/>
                  </a:lnTo>
                  <a:lnTo>
                    <a:pt x="4282" y="384"/>
                  </a:lnTo>
                  <a:lnTo>
                    <a:pt x="4167" y="1"/>
                  </a:lnTo>
                  <a:lnTo>
                    <a:pt x="3643" y="90"/>
                  </a:lnTo>
                  <a:lnTo>
                    <a:pt x="3630" y="90"/>
                  </a:lnTo>
                  <a:lnTo>
                    <a:pt x="3221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2" name="Google Shape;542;p60"/>
            <p:cNvSpPr/>
            <p:nvPr/>
          </p:nvSpPr>
          <p:spPr>
            <a:xfrm>
              <a:off x="6191975" y="2608100"/>
              <a:ext cx="3225" cy="3225"/>
            </a:xfrm>
            <a:custGeom>
              <a:rect b="b" l="l" r="r" t="t"/>
              <a:pathLst>
                <a:path extrusionOk="0" h="129" w="129">
                  <a:moveTo>
                    <a:pt x="26" y="0"/>
                  </a:moveTo>
                  <a:lnTo>
                    <a:pt x="1" y="128"/>
                  </a:lnTo>
                  <a:lnTo>
                    <a:pt x="103" y="128"/>
                  </a:lnTo>
                  <a:lnTo>
                    <a:pt x="129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3" name="Google Shape;543;p60"/>
            <p:cNvSpPr/>
            <p:nvPr/>
          </p:nvSpPr>
          <p:spPr>
            <a:xfrm>
              <a:off x="4651925" y="2846775"/>
              <a:ext cx="89150" cy="75425"/>
            </a:xfrm>
            <a:custGeom>
              <a:rect b="b" l="l" r="r" t="t"/>
              <a:pathLst>
                <a:path extrusionOk="0" h="3017" w="3566">
                  <a:moveTo>
                    <a:pt x="3361" y="0"/>
                  </a:moveTo>
                  <a:lnTo>
                    <a:pt x="3234" y="230"/>
                  </a:lnTo>
                  <a:lnTo>
                    <a:pt x="3093" y="448"/>
                  </a:lnTo>
                  <a:lnTo>
                    <a:pt x="2825" y="652"/>
                  </a:lnTo>
                  <a:lnTo>
                    <a:pt x="2403" y="1151"/>
                  </a:lnTo>
                  <a:lnTo>
                    <a:pt x="1892" y="1687"/>
                  </a:lnTo>
                  <a:lnTo>
                    <a:pt x="1201" y="1981"/>
                  </a:lnTo>
                  <a:lnTo>
                    <a:pt x="294" y="1828"/>
                  </a:lnTo>
                  <a:lnTo>
                    <a:pt x="0" y="1956"/>
                  </a:lnTo>
                  <a:lnTo>
                    <a:pt x="537" y="2850"/>
                  </a:lnTo>
                  <a:lnTo>
                    <a:pt x="1470" y="2850"/>
                  </a:lnTo>
                  <a:lnTo>
                    <a:pt x="1495" y="2863"/>
                  </a:lnTo>
                  <a:lnTo>
                    <a:pt x="1738" y="3017"/>
                  </a:lnTo>
                  <a:lnTo>
                    <a:pt x="2492" y="3017"/>
                  </a:lnTo>
                  <a:lnTo>
                    <a:pt x="2582" y="2620"/>
                  </a:lnTo>
                  <a:lnTo>
                    <a:pt x="2582" y="2608"/>
                  </a:lnTo>
                  <a:lnTo>
                    <a:pt x="2812" y="2199"/>
                  </a:lnTo>
                  <a:lnTo>
                    <a:pt x="2812" y="1981"/>
                  </a:lnTo>
                  <a:lnTo>
                    <a:pt x="2825" y="1956"/>
                  </a:lnTo>
                  <a:lnTo>
                    <a:pt x="2837" y="1943"/>
                  </a:lnTo>
                  <a:lnTo>
                    <a:pt x="3131" y="1879"/>
                  </a:lnTo>
                  <a:lnTo>
                    <a:pt x="3131" y="1777"/>
                  </a:lnTo>
                  <a:lnTo>
                    <a:pt x="3055" y="1777"/>
                  </a:lnTo>
                  <a:lnTo>
                    <a:pt x="3016" y="1764"/>
                  </a:lnTo>
                  <a:lnTo>
                    <a:pt x="3016" y="1726"/>
                  </a:lnTo>
                  <a:lnTo>
                    <a:pt x="3080" y="1163"/>
                  </a:lnTo>
                  <a:lnTo>
                    <a:pt x="3093" y="1138"/>
                  </a:lnTo>
                  <a:lnTo>
                    <a:pt x="3144" y="1074"/>
                  </a:lnTo>
                  <a:lnTo>
                    <a:pt x="3157" y="1074"/>
                  </a:lnTo>
                  <a:lnTo>
                    <a:pt x="3170" y="1061"/>
                  </a:lnTo>
                  <a:lnTo>
                    <a:pt x="3182" y="1074"/>
                  </a:lnTo>
                  <a:lnTo>
                    <a:pt x="3195" y="1087"/>
                  </a:lnTo>
                  <a:lnTo>
                    <a:pt x="3310" y="1266"/>
                  </a:lnTo>
                  <a:lnTo>
                    <a:pt x="3566" y="1202"/>
                  </a:lnTo>
                  <a:lnTo>
                    <a:pt x="3489" y="908"/>
                  </a:lnTo>
                  <a:lnTo>
                    <a:pt x="3528" y="665"/>
                  </a:lnTo>
                  <a:lnTo>
                    <a:pt x="3349" y="486"/>
                  </a:lnTo>
                  <a:lnTo>
                    <a:pt x="3528" y="282"/>
                  </a:lnTo>
                  <a:lnTo>
                    <a:pt x="3528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4" name="Google Shape;544;p60"/>
            <p:cNvSpPr/>
            <p:nvPr/>
          </p:nvSpPr>
          <p:spPr>
            <a:xfrm>
              <a:off x="6069600" y="2469750"/>
              <a:ext cx="133600" cy="131025"/>
            </a:xfrm>
            <a:custGeom>
              <a:rect b="b" l="l" r="r" t="t"/>
              <a:pathLst>
                <a:path extrusionOk="0" h="5241" w="5344">
                  <a:moveTo>
                    <a:pt x="4551" y="0"/>
                  </a:moveTo>
                  <a:lnTo>
                    <a:pt x="4500" y="230"/>
                  </a:lnTo>
                  <a:lnTo>
                    <a:pt x="4359" y="652"/>
                  </a:lnTo>
                  <a:lnTo>
                    <a:pt x="4346" y="678"/>
                  </a:lnTo>
                  <a:lnTo>
                    <a:pt x="4116" y="678"/>
                  </a:lnTo>
                  <a:lnTo>
                    <a:pt x="3848" y="1138"/>
                  </a:lnTo>
                  <a:lnTo>
                    <a:pt x="3835" y="1151"/>
                  </a:lnTo>
                  <a:lnTo>
                    <a:pt x="2992" y="1151"/>
                  </a:lnTo>
                  <a:lnTo>
                    <a:pt x="3094" y="1253"/>
                  </a:lnTo>
                  <a:lnTo>
                    <a:pt x="3107" y="1278"/>
                  </a:lnTo>
                  <a:lnTo>
                    <a:pt x="3170" y="1738"/>
                  </a:lnTo>
                  <a:lnTo>
                    <a:pt x="3170" y="1751"/>
                  </a:lnTo>
                  <a:lnTo>
                    <a:pt x="3170" y="1764"/>
                  </a:lnTo>
                  <a:lnTo>
                    <a:pt x="3145" y="1777"/>
                  </a:lnTo>
                  <a:lnTo>
                    <a:pt x="3132" y="1777"/>
                  </a:lnTo>
                  <a:lnTo>
                    <a:pt x="2544" y="1649"/>
                  </a:lnTo>
                  <a:lnTo>
                    <a:pt x="2531" y="1649"/>
                  </a:lnTo>
                  <a:lnTo>
                    <a:pt x="2084" y="1214"/>
                  </a:lnTo>
                  <a:lnTo>
                    <a:pt x="1918" y="1368"/>
                  </a:lnTo>
                  <a:lnTo>
                    <a:pt x="1918" y="1649"/>
                  </a:lnTo>
                  <a:lnTo>
                    <a:pt x="1918" y="1675"/>
                  </a:lnTo>
                  <a:lnTo>
                    <a:pt x="1509" y="2237"/>
                  </a:lnTo>
                  <a:lnTo>
                    <a:pt x="1496" y="2250"/>
                  </a:lnTo>
                  <a:lnTo>
                    <a:pt x="1228" y="2250"/>
                  </a:lnTo>
                  <a:lnTo>
                    <a:pt x="1062" y="2467"/>
                  </a:lnTo>
                  <a:lnTo>
                    <a:pt x="1049" y="2492"/>
                  </a:lnTo>
                  <a:lnTo>
                    <a:pt x="717" y="2556"/>
                  </a:lnTo>
                  <a:lnTo>
                    <a:pt x="269" y="2914"/>
                  </a:lnTo>
                  <a:lnTo>
                    <a:pt x="269" y="2927"/>
                  </a:lnTo>
                  <a:lnTo>
                    <a:pt x="78" y="2991"/>
                  </a:lnTo>
                  <a:lnTo>
                    <a:pt x="1" y="3234"/>
                  </a:lnTo>
                  <a:lnTo>
                    <a:pt x="282" y="3425"/>
                  </a:lnTo>
                  <a:lnTo>
                    <a:pt x="435" y="3413"/>
                  </a:lnTo>
                  <a:lnTo>
                    <a:pt x="614" y="3451"/>
                  </a:lnTo>
                  <a:lnTo>
                    <a:pt x="819" y="3566"/>
                  </a:lnTo>
                  <a:lnTo>
                    <a:pt x="947" y="3732"/>
                  </a:lnTo>
                  <a:lnTo>
                    <a:pt x="780" y="3911"/>
                  </a:lnTo>
                  <a:lnTo>
                    <a:pt x="857" y="4154"/>
                  </a:lnTo>
                  <a:lnTo>
                    <a:pt x="947" y="4256"/>
                  </a:lnTo>
                  <a:lnTo>
                    <a:pt x="806" y="4371"/>
                  </a:lnTo>
                  <a:lnTo>
                    <a:pt x="499" y="4473"/>
                  </a:lnTo>
                  <a:lnTo>
                    <a:pt x="397" y="4589"/>
                  </a:lnTo>
                  <a:lnTo>
                    <a:pt x="448" y="4767"/>
                  </a:lnTo>
                  <a:lnTo>
                    <a:pt x="474" y="4844"/>
                  </a:lnTo>
                  <a:lnTo>
                    <a:pt x="640" y="4844"/>
                  </a:lnTo>
                  <a:lnTo>
                    <a:pt x="665" y="4895"/>
                  </a:lnTo>
                  <a:lnTo>
                    <a:pt x="665" y="4934"/>
                  </a:lnTo>
                  <a:lnTo>
                    <a:pt x="665" y="4959"/>
                  </a:lnTo>
                  <a:lnTo>
                    <a:pt x="589" y="5049"/>
                  </a:lnTo>
                  <a:lnTo>
                    <a:pt x="806" y="5049"/>
                  </a:lnTo>
                  <a:lnTo>
                    <a:pt x="883" y="5240"/>
                  </a:lnTo>
                  <a:lnTo>
                    <a:pt x="959" y="5215"/>
                  </a:lnTo>
                  <a:lnTo>
                    <a:pt x="1036" y="5100"/>
                  </a:lnTo>
                  <a:lnTo>
                    <a:pt x="1138" y="4972"/>
                  </a:lnTo>
                  <a:lnTo>
                    <a:pt x="1304" y="5049"/>
                  </a:lnTo>
                  <a:lnTo>
                    <a:pt x="1432" y="5176"/>
                  </a:lnTo>
                  <a:lnTo>
                    <a:pt x="1624" y="5113"/>
                  </a:lnTo>
                  <a:lnTo>
                    <a:pt x="1726" y="5176"/>
                  </a:lnTo>
                  <a:lnTo>
                    <a:pt x="1995" y="4882"/>
                  </a:lnTo>
                  <a:lnTo>
                    <a:pt x="1995" y="4870"/>
                  </a:lnTo>
                  <a:lnTo>
                    <a:pt x="2378" y="4563"/>
                  </a:lnTo>
                  <a:lnTo>
                    <a:pt x="2404" y="4550"/>
                  </a:lnTo>
                  <a:lnTo>
                    <a:pt x="2966" y="4550"/>
                  </a:lnTo>
                  <a:lnTo>
                    <a:pt x="3375" y="4243"/>
                  </a:lnTo>
                  <a:lnTo>
                    <a:pt x="3362" y="4231"/>
                  </a:lnTo>
                  <a:lnTo>
                    <a:pt x="3298" y="4243"/>
                  </a:lnTo>
                  <a:lnTo>
                    <a:pt x="3107" y="4026"/>
                  </a:lnTo>
                  <a:lnTo>
                    <a:pt x="2685" y="3886"/>
                  </a:lnTo>
                  <a:lnTo>
                    <a:pt x="2570" y="3451"/>
                  </a:lnTo>
                  <a:lnTo>
                    <a:pt x="2455" y="3362"/>
                  </a:lnTo>
                  <a:lnTo>
                    <a:pt x="2608" y="3221"/>
                  </a:lnTo>
                  <a:lnTo>
                    <a:pt x="2646" y="3259"/>
                  </a:lnTo>
                  <a:lnTo>
                    <a:pt x="2685" y="3285"/>
                  </a:lnTo>
                  <a:lnTo>
                    <a:pt x="2698" y="3298"/>
                  </a:lnTo>
                  <a:lnTo>
                    <a:pt x="2710" y="3285"/>
                  </a:lnTo>
                  <a:lnTo>
                    <a:pt x="2749" y="3259"/>
                  </a:lnTo>
                  <a:lnTo>
                    <a:pt x="2825" y="3221"/>
                  </a:lnTo>
                  <a:lnTo>
                    <a:pt x="2928" y="3195"/>
                  </a:lnTo>
                  <a:lnTo>
                    <a:pt x="3107" y="3183"/>
                  </a:lnTo>
                  <a:lnTo>
                    <a:pt x="3260" y="3068"/>
                  </a:lnTo>
                  <a:lnTo>
                    <a:pt x="3554" y="2825"/>
                  </a:lnTo>
                  <a:lnTo>
                    <a:pt x="3784" y="2812"/>
                  </a:lnTo>
                  <a:lnTo>
                    <a:pt x="3809" y="2671"/>
                  </a:lnTo>
                  <a:lnTo>
                    <a:pt x="3912" y="2569"/>
                  </a:lnTo>
                  <a:lnTo>
                    <a:pt x="4129" y="2556"/>
                  </a:lnTo>
                  <a:lnTo>
                    <a:pt x="4423" y="2250"/>
                  </a:lnTo>
                  <a:lnTo>
                    <a:pt x="4397" y="2058"/>
                  </a:lnTo>
                  <a:lnTo>
                    <a:pt x="4564" y="2020"/>
                  </a:lnTo>
                  <a:lnTo>
                    <a:pt x="4564" y="1764"/>
                  </a:lnTo>
                  <a:lnTo>
                    <a:pt x="4359" y="1751"/>
                  </a:lnTo>
                  <a:lnTo>
                    <a:pt x="4346" y="1534"/>
                  </a:lnTo>
                  <a:lnTo>
                    <a:pt x="4576" y="1355"/>
                  </a:lnTo>
                  <a:lnTo>
                    <a:pt x="4883" y="984"/>
                  </a:lnTo>
                  <a:lnTo>
                    <a:pt x="5241" y="997"/>
                  </a:lnTo>
                  <a:lnTo>
                    <a:pt x="5343" y="857"/>
                  </a:lnTo>
                  <a:lnTo>
                    <a:pt x="5266" y="614"/>
                  </a:lnTo>
                  <a:lnTo>
                    <a:pt x="5254" y="486"/>
                  </a:lnTo>
                  <a:lnTo>
                    <a:pt x="5241" y="486"/>
                  </a:lnTo>
                  <a:lnTo>
                    <a:pt x="4896" y="473"/>
                  </a:lnTo>
                  <a:lnTo>
                    <a:pt x="4870" y="460"/>
                  </a:lnTo>
                  <a:lnTo>
                    <a:pt x="4857" y="448"/>
                  </a:lnTo>
                  <a:lnTo>
                    <a:pt x="4806" y="243"/>
                  </a:lnTo>
                  <a:lnTo>
                    <a:pt x="4551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5" name="Google Shape;545;p60"/>
            <p:cNvSpPr/>
            <p:nvPr/>
          </p:nvSpPr>
          <p:spPr>
            <a:xfrm>
              <a:off x="6193900" y="2710650"/>
              <a:ext cx="4825" cy="3550"/>
            </a:xfrm>
            <a:custGeom>
              <a:rect b="b" l="l" r="r" t="t"/>
              <a:pathLst>
                <a:path extrusionOk="0" h="142" w="193">
                  <a:moveTo>
                    <a:pt x="141" y="1"/>
                  </a:moveTo>
                  <a:lnTo>
                    <a:pt x="52" y="26"/>
                  </a:lnTo>
                  <a:lnTo>
                    <a:pt x="1" y="78"/>
                  </a:lnTo>
                  <a:lnTo>
                    <a:pt x="26" y="141"/>
                  </a:lnTo>
                  <a:lnTo>
                    <a:pt x="154" y="129"/>
                  </a:lnTo>
                  <a:lnTo>
                    <a:pt x="192" y="39"/>
                  </a:lnTo>
                  <a:lnTo>
                    <a:pt x="141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6" name="Google Shape;546;p60"/>
            <p:cNvSpPr/>
            <p:nvPr/>
          </p:nvSpPr>
          <p:spPr>
            <a:xfrm>
              <a:off x="6188150" y="2709375"/>
              <a:ext cx="5450" cy="8325"/>
            </a:xfrm>
            <a:custGeom>
              <a:rect b="b" l="l" r="r" t="t"/>
              <a:pathLst>
                <a:path extrusionOk="0" h="333" w="218">
                  <a:moveTo>
                    <a:pt x="90" y="1"/>
                  </a:moveTo>
                  <a:lnTo>
                    <a:pt x="0" y="192"/>
                  </a:lnTo>
                  <a:lnTo>
                    <a:pt x="26" y="244"/>
                  </a:lnTo>
                  <a:lnTo>
                    <a:pt x="39" y="333"/>
                  </a:lnTo>
                  <a:lnTo>
                    <a:pt x="90" y="307"/>
                  </a:lnTo>
                  <a:lnTo>
                    <a:pt x="192" y="205"/>
                  </a:lnTo>
                  <a:lnTo>
                    <a:pt x="218" y="39"/>
                  </a:lnTo>
                  <a:lnTo>
                    <a:pt x="90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7" name="Google Shape;547;p60"/>
            <p:cNvSpPr/>
            <p:nvPr/>
          </p:nvSpPr>
          <p:spPr>
            <a:xfrm>
              <a:off x="5190950" y="2757625"/>
              <a:ext cx="164875" cy="86925"/>
            </a:xfrm>
            <a:custGeom>
              <a:rect b="b" l="l" r="r" t="t"/>
              <a:pathLst>
                <a:path extrusionOk="0" h="3477" w="6595">
                  <a:moveTo>
                    <a:pt x="1444" y="1"/>
                  </a:moveTo>
                  <a:lnTo>
                    <a:pt x="971" y="358"/>
                  </a:lnTo>
                  <a:lnTo>
                    <a:pt x="933" y="358"/>
                  </a:lnTo>
                  <a:lnTo>
                    <a:pt x="780" y="243"/>
                  </a:lnTo>
                  <a:lnTo>
                    <a:pt x="473" y="448"/>
                  </a:lnTo>
                  <a:lnTo>
                    <a:pt x="383" y="665"/>
                  </a:lnTo>
                  <a:lnTo>
                    <a:pt x="294" y="831"/>
                  </a:lnTo>
                  <a:lnTo>
                    <a:pt x="281" y="831"/>
                  </a:lnTo>
                  <a:lnTo>
                    <a:pt x="153" y="1036"/>
                  </a:lnTo>
                  <a:lnTo>
                    <a:pt x="0" y="1266"/>
                  </a:lnTo>
                  <a:lnTo>
                    <a:pt x="486" y="1419"/>
                  </a:lnTo>
                  <a:lnTo>
                    <a:pt x="511" y="1419"/>
                  </a:lnTo>
                  <a:lnTo>
                    <a:pt x="703" y="1649"/>
                  </a:lnTo>
                  <a:lnTo>
                    <a:pt x="895" y="1649"/>
                  </a:lnTo>
                  <a:lnTo>
                    <a:pt x="907" y="1662"/>
                  </a:lnTo>
                  <a:lnTo>
                    <a:pt x="1150" y="1854"/>
                  </a:lnTo>
                  <a:lnTo>
                    <a:pt x="1163" y="1854"/>
                  </a:lnTo>
                  <a:lnTo>
                    <a:pt x="1393" y="2071"/>
                  </a:lnTo>
                  <a:lnTo>
                    <a:pt x="1636" y="2071"/>
                  </a:lnTo>
                  <a:lnTo>
                    <a:pt x="2045" y="2339"/>
                  </a:lnTo>
                  <a:lnTo>
                    <a:pt x="2058" y="2352"/>
                  </a:lnTo>
                  <a:lnTo>
                    <a:pt x="2326" y="2557"/>
                  </a:lnTo>
                  <a:lnTo>
                    <a:pt x="2505" y="2557"/>
                  </a:lnTo>
                  <a:lnTo>
                    <a:pt x="2658" y="2429"/>
                  </a:lnTo>
                  <a:lnTo>
                    <a:pt x="2684" y="2416"/>
                  </a:lnTo>
                  <a:lnTo>
                    <a:pt x="2697" y="2429"/>
                  </a:lnTo>
                  <a:lnTo>
                    <a:pt x="2952" y="2544"/>
                  </a:lnTo>
                  <a:lnTo>
                    <a:pt x="3119" y="2352"/>
                  </a:lnTo>
                  <a:lnTo>
                    <a:pt x="3144" y="2339"/>
                  </a:lnTo>
                  <a:lnTo>
                    <a:pt x="3157" y="2339"/>
                  </a:lnTo>
                  <a:lnTo>
                    <a:pt x="3745" y="2557"/>
                  </a:lnTo>
                  <a:lnTo>
                    <a:pt x="3758" y="2569"/>
                  </a:lnTo>
                  <a:lnTo>
                    <a:pt x="3770" y="2582"/>
                  </a:lnTo>
                  <a:lnTo>
                    <a:pt x="3770" y="2902"/>
                  </a:lnTo>
                  <a:lnTo>
                    <a:pt x="4205" y="3055"/>
                  </a:lnTo>
                  <a:lnTo>
                    <a:pt x="4358" y="2915"/>
                  </a:lnTo>
                  <a:lnTo>
                    <a:pt x="4384" y="2902"/>
                  </a:lnTo>
                  <a:lnTo>
                    <a:pt x="4409" y="2915"/>
                  </a:lnTo>
                  <a:lnTo>
                    <a:pt x="4729" y="3208"/>
                  </a:lnTo>
                  <a:lnTo>
                    <a:pt x="5087" y="3208"/>
                  </a:lnTo>
                  <a:lnTo>
                    <a:pt x="5112" y="3221"/>
                  </a:lnTo>
                  <a:lnTo>
                    <a:pt x="5381" y="3375"/>
                  </a:lnTo>
                  <a:lnTo>
                    <a:pt x="5611" y="3375"/>
                  </a:lnTo>
                  <a:lnTo>
                    <a:pt x="5802" y="3477"/>
                  </a:lnTo>
                  <a:lnTo>
                    <a:pt x="6326" y="3324"/>
                  </a:lnTo>
                  <a:lnTo>
                    <a:pt x="6595" y="3157"/>
                  </a:lnTo>
                  <a:lnTo>
                    <a:pt x="6314" y="2851"/>
                  </a:lnTo>
                  <a:lnTo>
                    <a:pt x="6301" y="2838"/>
                  </a:lnTo>
                  <a:lnTo>
                    <a:pt x="6301" y="2825"/>
                  </a:lnTo>
                  <a:lnTo>
                    <a:pt x="6480" y="2212"/>
                  </a:lnTo>
                  <a:lnTo>
                    <a:pt x="6403" y="2263"/>
                  </a:lnTo>
                  <a:lnTo>
                    <a:pt x="6378" y="2263"/>
                  </a:lnTo>
                  <a:lnTo>
                    <a:pt x="5726" y="2173"/>
                  </a:lnTo>
                  <a:lnTo>
                    <a:pt x="5266" y="2084"/>
                  </a:lnTo>
                  <a:lnTo>
                    <a:pt x="5266" y="2224"/>
                  </a:lnTo>
                  <a:lnTo>
                    <a:pt x="5266" y="2250"/>
                  </a:lnTo>
                  <a:lnTo>
                    <a:pt x="5253" y="2263"/>
                  </a:lnTo>
                  <a:lnTo>
                    <a:pt x="5227" y="2263"/>
                  </a:lnTo>
                  <a:lnTo>
                    <a:pt x="4997" y="2173"/>
                  </a:lnTo>
                  <a:lnTo>
                    <a:pt x="4844" y="2173"/>
                  </a:lnTo>
                  <a:lnTo>
                    <a:pt x="4818" y="2160"/>
                  </a:lnTo>
                  <a:lnTo>
                    <a:pt x="4601" y="1905"/>
                  </a:lnTo>
                  <a:lnTo>
                    <a:pt x="4307" y="1905"/>
                  </a:lnTo>
                  <a:lnTo>
                    <a:pt x="4294" y="1892"/>
                  </a:lnTo>
                  <a:lnTo>
                    <a:pt x="4282" y="1879"/>
                  </a:lnTo>
                  <a:lnTo>
                    <a:pt x="4205" y="1726"/>
                  </a:lnTo>
                  <a:lnTo>
                    <a:pt x="4051" y="1624"/>
                  </a:lnTo>
                  <a:lnTo>
                    <a:pt x="3783" y="1688"/>
                  </a:lnTo>
                  <a:lnTo>
                    <a:pt x="3758" y="1688"/>
                  </a:lnTo>
                  <a:lnTo>
                    <a:pt x="3502" y="1509"/>
                  </a:lnTo>
                  <a:lnTo>
                    <a:pt x="3502" y="1496"/>
                  </a:lnTo>
                  <a:lnTo>
                    <a:pt x="3259" y="1036"/>
                  </a:lnTo>
                  <a:lnTo>
                    <a:pt x="2786" y="1036"/>
                  </a:lnTo>
                  <a:lnTo>
                    <a:pt x="2761" y="1023"/>
                  </a:lnTo>
                  <a:lnTo>
                    <a:pt x="2748" y="1010"/>
                  </a:lnTo>
                  <a:lnTo>
                    <a:pt x="2582" y="678"/>
                  </a:lnTo>
                  <a:lnTo>
                    <a:pt x="2352" y="678"/>
                  </a:lnTo>
                  <a:lnTo>
                    <a:pt x="1444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8" name="Google Shape;548;p60"/>
            <p:cNvSpPr/>
            <p:nvPr/>
          </p:nvSpPr>
          <p:spPr>
            <a:xfrm>
              <a:off x="4823825" y="2580925"/>
              <a:ext cx="210250" cy="194625"/>
            </a:xfrm>
            <a:custGeom>
              <a:rect b="b" l="l" r="r" t="t"/>
              <a:pathLst>
                <a:path extrusionOk="0" h="7785" w="8410">
                  <a:moveTo>
                    <a:pt x="7771" y="1"/>
                  </a:moveTo>
                  <a:lnTo>
                    <a:pt x="7400" y="397"/>
                  </a:lnTo>
                  <a:lnTo>
                    <a:pt x="7400" y="806"/>
                  </a:lnTo>
                  <a:lnTo>
                    <a:pt x="6927" y="742"/>
                  </a:lnTo>
                  <a:lnTo>
                    <a:pt x="6735" y="1228"/>
                  </a:lnTo>
                  <a:lnTo>
                    <a:pt x="6569" y="1228"/>
                  </a:lnTo>
                  <a:lnTo>
                    <a:pt x="6352" y="985"/>
                  </a:lnTo>
                  <a:lnTo>
                    <a:pt x="5700" y="1317"/>
                  </a:lnTo>
                  <a:lnTo>
                    <a:pt x="5393" y="1087"/>
                  </a:lnTo>
                  <a:lnTo>
                    <a:pt x="4959" y="1087"/>
                  </a:lnTo>
                  <a:lnTo>
                    <a:pt x="4716" y="972"/>
                  </a:lnTo>
                  <a:lnTo>
                    <a:pt x="4345" y="972"/>
                  </a:lnTo>
                  <a:lnTo>
                    <a:pt x="3911" y="768"/>
                  </a:lnTo>
                  <a:lnTo>
                    <a:pt x="3655" y="959"/>
                  </a:lnTo>
                  <a:lnTo>
                    <a:pt x="3655" y="1087"/>
                  </a:lnTo>
                  <a:lnTo>
                    <a:pt x="3208" y="1087"/>
                  </a:lnTo>
                  <a:lnTo>
                    <a:pt x="3003" y="1969"/>
                  </a:lnTo>
                  <a:lnTo>
                    <a:pt x="2186" y="2212"/>
                  </a:lnTo>
                  <a:lnTo>
                    <a:pt x="1853" y="2404"/>
                  </a:lnTo>
                  <a:lnTo>
                    <a:pt x="1853" y="2685"/>
                  </a:lnTo>
                  <a:lnTo>
                    <a:pt x="1265" y="2966"/>
                  </a:lnTo>
                  <a:lnTo>
                    <a:pt x="818" y="2710"/>
                  </a:lnTo>
                  <a:lnTo>
                    <a:pt x="588" y="2698"/>
                  </a:lnTo>
                  <a:lnTo>
                    <a:pt x="460" y="2672"/>
                  </a:lnTo>
                  <a:lnTo>
                    <a:pt x="371" y="3337"/>
                  </a:lnTo>
                  <a:lnTo>
                    <a:pt x="51" y="3477"/>
                  </a:lnTo>
                  <a:lnTo>
                    <a:pt x="141" y="3733"/>
                  </a:lnTo>
                  <a:lnTo>
                    <a:pt x="0" y="4027"/>
                  </a:lnTo>
                  <a:lnTo>
                    <a:pt x="166" y="4436"/>
                  </a:lnTo>
                  <a:lnTo>
                    <a:pt x="0" y="4730"/>
                  </a:lnTo>
                  <a:lnTo>
                    <a:pt x="205" y="5036"/>
                  </a:lnTo>
                  <a:lnTo>
                    <a:pt x="205" y="6021"/>
                  </a:lnTo>
                  <a:lnTo>
                    <a:pt x="371" y="6136"/>
                  </a:lnTo>
                  <a:lnTo>
                    <a:pt x="754" y="6263"/>
                  </a:lnTo>
                  <a:lnTo>
                    <a:pt x="856" y="6391"/>
                  </a:lnTo>
                  <a:lnTo>
                    <a:pt x="665" y="6557"/>
                  </a:lnTo>
                  <a:lnTo>
                    <a:pt x="959" y="6723"/>
                  </a:lnTo>
                  <a:lnTo>
                    <a:pt x="959" y="6787"/>
                  </a:lnTo>
                  <a:lnTo>
                    <a:pt x="243" y="7299"/>
                  </a:lnTo>
                  <a:lnTo>
                    <a:pt x="435" y="7669"/>
                  </a:lnTo>
                  <a:lnTo>
                    <a:pt x="818" y="7772"/>
                  </a:lnTo>
                  <a:lnTo>
                    <a:pt x="2122" y="7784"/>
                  </a:lnTo>
                  <a:lnTo>
                    <a:pt x="3796" y="7337"/>
                  </a:lnTo>
                  <a:lnTo>
                    <a:pt x="3809" y="6621"/>
                  </a:lnTo>
                  <a:lnTo>
                    <a:pt x="4179" y="6263"/>
                  </a:lnTo>
                  <a:lnTo>
                    <a:pt x="4933" y="6289"/>
                  </a:lnTo>
                  <a:lnTo>
                    <a:pt x="4972" y="5931"/>
                  </a:lnTo>
                  <a:lnTo>
                    <a:pt x="5419" y="5714"/>
                  </a:lnTo>
                  <a:lnTo>
                    <a:pt x="5866" y="5854"/>
                  </a:lnTo>
                  <a:lnTo>
                    <a:pt x="6160" y="5714"/>
                  </a:lnTo>
                  <a:lnTo>
                    <a:pt x="6135" y="5113"/>
                  </a:lnTo>
                  <a:lnTo>
                    <a:pt x="6505" y="4666"/>
                  </a:lnTo>
                  <a:lnTo>
                    <a:pt x="6838" y="4564"/>
                  </a:lnTo>
                  <a:lnTo>
                    <a:pt x="6812" y="4142"/>
                  </a:lnTo>
                  <a:lnTo>
                    <a:pt x="6544" y="3950"/>
                  </a:lnTo>
                  <a:lnTo>
                    <a:pt x="6787" y="3695"/>
                  </a:lnTo>
                  <a:lnTo>
                    <a:pt x="7349" y="3707"/>
                  </a:lnTo>
                  <a:lnTo>
                    <a:pt x="7579" y="3605"/>
                  </a:lnTo>
                  <a:lnTo>
                    <a:pt x="7464" y="3298"/>
                  </a:lnTo>
                  <a:lnTo>
                    <a:pt x="7924" y="2940"/>
                  </a:lnTo>
                  <a:lnTo>
                    <a:pt x="8026" y="2519"/>
                  </a:lnTo>
                  <a:lnTo>
                    <a:pt x="7668" y="1982"/>
                  </a:lnTo>
                  <a:lnTo>
                    <a:pt x="8410" y="1471"/>
                  </a:lnTo>
                  <a:lnTo>
                    <a:pt x="8410" y="653"/>
                  </a:lnTo>
                  <a:lnTo>
                    <a:pt x="8282" y="550"/>
                  </a:lnTo>
                  <a:lnTo>
                    <a:pt x="8167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9" name="Google Shape;549;p60"/>
            <p:cNvSpPr/>
            <p:nvPr/>
          </p:nvSpPr>
          <p:spPr>
            <a:xfrm>
              <a:off x="4658300" y="2480600"/>
              <a:ext cx="277050" cy="172250"/>
            </a:xfrm>
            <a:custGeom>
              <a:rect b="b" l="l" r="r" t="t"/>
              <a:pathLst>
                <a:path extrusionOk="0" h="6890" w="11082">
                  <a:moveTo>
                    <a:pt x="4538" y="1"/>
                  </a:moveTo>
                  <a:lnTo>
                    <a:pt x="4717" y="423"/>
                  </a:lnTo>
                  <a:lnTo>
                    <a:pt x="4372" y="218"/>
                  </a:lnTo>
                  <a:lnTo>
                    <a:pt x="4231" y="346"/>
                  </a:lnTo>
                  <a:lnTo>
                    <a:pt x="4231" y="525"/>
                  </a:lnTo>
                  <a:lnTo>
                    <a:pt x="4321" y="538"/>
                  </a:lnTo>
                  <a:lnTo>
                    <a:pt x="4308" y="717"/>
                  </a:lnTo>
                  <a:lnTo>
                    <a:pt x="4499" y="998"/>
                  </a:lnTo>
                  <a:lnTo>
                    <a:pt x="4499" y="1074"/>
                  </a:lnTo>
                  <a:lnTo>
                    <a:pt x="4167" y="1215"/>
                  </a:lnTo>
                  <a:lnTo>
                    <a:pt x="3912" y="832"/>
                  </a:lnTo>
                  <a:lnTo>
                    <a:pt x="3963" y="538"/>
                  </a:lnTo>
                  <a:lnTo>
                    <a:pt x="3771" y="384"/>
                  </a:lnTo>
                  <a:lnTo>
                    <a:pt x="3579" y="768"/>
                  </a:lnTo>
                  <a:lnTo>
                    <a:pt x="3669" y="1241"/>
                  </a:lnTo>
                  <a:lnTo>
                    <a:pt x="3554" y="1534"/>
                  </a:lnTo>
                  <a:lnTo>
                    <a:pt x="2736" y="1368"/>
                  </a:lnTo>
                  <a:lnTo>
                    <a:pt x="2403" y="1547"/>
                  </a:lnTo>
                  <a:lnTo>
                    <a:pt x="2046" y="1023"/>
                  </a:lnTo>
                  <a:lnTo>
                    <a:pt x="1432" y="474"/>
                  </a:lnTo>
                  <a:lnTo>
                    <a:pt x="895" y="448"/>
                  </a:lnTo>
                  <a:lnTo>
                    <a:pt x="397" y="576"/>
                  </a:lnTo>
                  <a:lnTo>
                    <a:pt x="1" y="934"/>
                  </a:lnTo>
                  <a:lnTo>
                    <a:pt x="39" y="1241"/>
                  </a:lnTo>
                  <a:lnTo>
                    <a:pt x="269" y="1368"/>
                  </a:lnTo>
                  <a:lnTo>
                    <a:pt x="346" y="1241"/>
                  </a:lnTo>
                  <a:lnTo>
                    <a:pt x="384" y="755"/>
                  </a:lnTo>
                  <a:lnTo>
                    <a:pt x="704" y="665"/>
                  </a:lnTo>
                  <a:lnTo>
                    <a:pt x="1061" y="589"/>
                  </a:lnTo>
                  <a:lnTo>
                    <a:pt x="1202" y="1036"/>
                  </a:lnTo>
                  <a:lnTo>
                    <a:pt x="1432" y="1343"/>
                  </a:lnTo>
                  <a:lnTo>
                    <a:pt x="1777" y="1496"/>
                  </a:lnTo>
                  <a:lnTo>
                    <a:pt x="1764" y="1726"/>
                  </a:lnTo>
                  <a:lnTo>
                    <a:pt x="1522" y="1777"/>
                  </a:lnTo>
                  <a:lnTo>
                    <a:pt x="1419" y="1803"/>
                  </a:lnTo>
                  <a:lnTo>
                    <a:pt x="1343" y="1828"/>
                  </a:lnTo>
                  <a:lnTo>
                    <a:pt x="1304" y="1854"/>
                  </a:lnTo>
                  <a:lnTo>
                    <a:pt x="1266" y="1880"/>
                  </a:lnTo>
                  <a:lnTo>
                    <a:pt x="1087" y="1880"/>
                  </a:lnTo>
                  <a:lnTo>
                    <a:pt x="972" y="1701"/>
                  </a:lnTo>
                  <a:lnTo>
                    <a:pt x="716" y="1688"/>
                  </a:lnTo>
                  <a:lnTo>
                    <a:pt x="499" y="1662"/>
                  </a:lnTo>
                  <a:lnTo>
                    <a:pt x="333" y="1407"/>
                  </a:lnTo>
                  <a:lnTo>
                    <a:pt x="359" y="1816"/>
                  </a:lnTo>
                  <a:lnTo>
                    <a:pt x="295" y="1982"/>
                  </a:lnTo>
                  <a:lnTo>
                    <a:pt x="141" y="2097"/>
                  </a:lnTo>
                  <a:lnTo>
                    <a:pt x="128" y="2429"/>
                  </a:lnTo>
                  <a:lnTo>
                    <a:pt x="422" y="2557"/>
                  </a:lnTo>
                  <a:lnTo>
                    <a:pt x="793" y="2685"/>
                  </a:lnTo>
                  <a:lnTo>
                    <a:pt x="831" y="2876"/>
                  </a:lnTo>
                  <a:lnTo>
                    <a:pt x="652" y="3030"/>
                  </a:lnTo>
                  <a:lnTo>
                    <a:pt x="486" y="3119"/>
                  </a:lnTo>
                  <a:lnTo>
                    <a:pt x="512" y="3273"/>
                  </a:lnTo>
                  <a:lnTo>
                    <a:pt x="972" y="3311"/>
                  </a:lnTo>
                  <a:lnTo>
                    <a:pt x="1125" y="3515"/>
                  </a:lnTo>
                  <a:lnTo>
                    <a:pt x="1061" y="3924"/>
                  </a:lnTo>
                  <a:lnTo>
                    <a:pt x="1087" y="4410"/>
                  </a:lnTo>
                  <a:lnTo>
                    <a:pt x="1164" y="4551"/>
                  </a:lnTo>
                  <a:lnTo>
                    <a:pt x="1330" y="4909"/>
                  </a:lnTo>
                  <a:lnTo>
                    <a:pt x="1892" y="4845"/>
                  </a:lnTo>
                  <a:lnTo>
                    <a:pt x="1892" y="4500"/>
                  </a:lnTo>
                  <a:lnTo>
                    <a:pt x="2685" y="4193"/>
                  </a:lnTo>
                  <a:lnTo>
                    <a:pt x="3081" y="4321"/>
                  </a:lnTo>
                  <a:lnTo>
                    <a:pt x="3477" y="4103"/>
                  </a:lnTo>
                  <a:lnTo>
                    <a:pt x="3950" y="4116"/>
                  </a:lnTo>
                  <a:lnTo>
                    <a:pt x="4154" y="4359"/>
                  </a:lnTo>
                  <a:lnTo>
                    <a:pt x="4896" y="4576"/>
                  </a:lnTo>
                  <a:lnTo>
                    <a:pt x="5138" y="4576"/>
                  </a:lnTo>
                  <a:lnTo>
                    <a:pt x="5624" y="4742"/>
                  </a:lnTo>
                  <a:lnTo>
                    <a:pt x="5803" y="5126"/>
                  </a:lnTo>
                  <a:lnTo>
                    <a:pt x="6123" y="5190"/>
                  </a:lnTo>
                  <a:lnTo>
                    <a:pt x="6391" y="5496"/>
                  </a:lnTo>
                  <a:lnTo>
                    <a:pt x="7043" y="5496"/>
                  </a:lnTo>
                  <a:lnTo>
                    <a:pt x="7107" y="6493"/>
                  </a:lnTo>
                  <a:lnTo>
                    <a:pt x="7094" y="6608"/>
                  </a:lnTo>
                  <a:lnTo>
                    <a:pt x="7222" y="6647"/>
                  </a:lnTo>
                  <a:lnTo>
                    <a:pt x="7452" y="6647"/>
                  </a:lnTo>
                  <a:lnTo>
                    <a:pt x="7886" y="6890"/>
                  </a:lnTo>
                  <a:lnTo>
                    <a:pt x="8398" y="6659"/>
                  </a:lnTo>
                  <a:lnTo>
                    <a:pt x="8398" y="6378"/>
                  </a:lnTo>
                  <a:lnTo>
                    <a:pt x="8781" y="6148"/>
                  </a:lnTo>
                  <a:lnTo>
                    <a:pt x="9561" y="5918"/>
                  </a:lnTo>
                  <a:lnTo>
                    <a:pt x="9778" y="5024"/>
                  </a:lnTo>
                  <a:lnTo>
                    <a:pt x="10200" y="5024"/>
                  </a:lnTo>
                  <a:lnTo>
                    <a:pt x="10200" y="4934"/>
                  </a:lnTo>
                  <a:lnTo>
                    <a:pt x="10519" y="4691"/>
                  </a:lnTo>
                  <a:lnTo>
                    <a:pt x="10992" y="4909"/>
                  </a:lnTo>
                  <a:lnTo>
                    <a:pt x="11081" y="4909"/>
                  </a:lnTo>
                  <a:lnTo>
                    <a:pt x="11081" y="4410"/>
                  </a:lnTo>
                  <a:lnTo>
                    <a:pt x="10570" y="4180"/>
                  </a:lnTo>
                  <a:lnTo>
                    <a:pt x="10110" y="4180"/>
                  </a:lnTo>
                  <a:lnTo>
                    <a:pt x="9612" y="3835"/>
                  </a:lnTo>
                  <a:lnTo>
                    <a:pt x="8193" y="2902"/>
                  </a:lnTo>
                  <a:lnTo>
                    <a:pt x="7720" y="2710"/>
                  </a:lnTo>
                  <a:lnTo>
                    <a:pt x="7861" y="2135"/>
                  </a:lnTo>
                  <a:lnTo>
                    <a:pt x="7580" y="2046"/>
                  </a:lnTo>
                  <a:lnTo>
                    <a:pt x="7580" y="1675"/>
                  </a:lnTo>
                  <a:lnTo>
                    <a:pt x="7235" y="1432"/>
                  </a:lnTo>
                  <a:lnTo>
                    <a:pt x="6902" y="1534"/>
                  </a:lnTo>
                  <a:lnTo>
                    <a:pt x="6544" y="1432"/>
                  </a:lnTo>
                  <a:lnTo>
                    <a:pt x="6199" y="1432"/>
                  </a:lnTo>
                  <a:lnTo>
                    <a:pt x="5944" y="1266"/>
                  </a:lnTo>
                  <a:lnTo>
                    <a:pt x="5944" y="768"/>
                  </a:lnTo>
                  <a:lnTo>
                    <a:pt x="5854" y="474"/>
                  </a:lnTo>
                  <a:lnTo>
                    <a:pt x="5650" y="371"/>
                  </a:lnTo>
                  <a:lnTo>
                    <a:pt x="5381" y="371"/>
                  </a:lnTo>
                  <a:lnTo>
                    <a:pt x="5279" y="256"/>
                  </a:lnTo>
                  <a:lnTo>
                    <a:pt x="5138" y="256"/>
                  </a:lnTo>
                  <a:lnTo>
                    <a:pt x="4908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0" name="Google Shape;550;p60"/>
            <p:cNvSpPr/>
            <p:nvPr/>
          </p:nvSpPr>
          <p:spPr>
            <a:xfrm>
              <a:off x="4946825" y="2525350"/>
              <a:ext cx="143800" cy="91075"/>
            </a:xfrm>
            <a:custGeom>
              <a:rect b="b" l="l" r="r" t="t"/>
              <a:pathLst>
                <a:path extrusionOk="0" h="3643" w="5752">
                  <a:moveTo>
                    <a:pt x="2365" y="0"/>
                  </a:moveTo>
                  <a:lnTo>
                    <a:pt x="2071" y="102"/>
                  </a:lnTo>
                  <a:lnTo>
                    <a:pt x="1841" y="358"/>
                  </a:lnTo>
                  <a:lnTo>
                    <a:pt x="1573" y="614"/>
                  </a:lnTo>
                  <a:lnTo>
                    <a:pt x="1215" y="690"/>
                  </a:lnTo>
                  <a:lnTo>
                    <a:pt x="1317" y="933"/>
                  </a:lnTo>
                  <a:lnTo>
                    <a:pt x="1036" y="959"/>
                  </a:lnTo>
                  <a:lnTo>
                    <a:pt x="1125" y="1253"/>
                  </a:lnTo>
                  <a:lnTo>
                    <a:pt x="154" y="1253"/>
                  </a:lnTo>
                  <a:lnTo>
                    <a:pt x="1" y="1432"/>
                  </a:lnTo>
                  <a:lnTo>
                    <a:pt x="128" y="1687"/>
                  </a:lnTo>
                  <a:lnTo>
                    <a:pt x="691" y="1687"/>
                  </a:lnTo>
                  <a:lnTo>
                    <a:pt x="729" y="2160"/>
                  </a:lnTo>
                  <a:lnTo>
                    <a:pt x="870" y="2237"/>
                  </a:lnTo>
                  <a:lnTo>
                    <a:pt x="1049" y="2607"/>
                  </a:lnTo>
                  <a:lnTo>
                    <a:pt x="767" y="2850"/>
                  </a:lnTo>
                  <a:lnTo>
                    <a:pt x="729" y="3400"/>
                  </a:lnTo>
                  <a:lnTo>
                    <a:pt x="793" y="3451"/>
                  </a:lnTo>
                  <a:lnTo>
                    <a:pt x="1445" y="3106"/>
                  </a:lnTo>
                  <a:lnTo>
                    <a:pt x="1675" y="3374"/>
                  </a:lnTo>
                  <a:lnTo>
                    <a:pt x="1764" y="3374"/>
                  </a:lnTo>
                  <a:lnTo>
                    <a:pt x="1956" y="2889"/>
                  </a:lnTo>
                  <a:lnTo>
                    <a:pt x="2403" y="2940"/>
                  </a:lnTo>
                  <a:lnTo>
                    <a:pt x="2403" y="2582"/>
                  </a:lnTo>
                  <a:lnTo>
                    <a:pt x="2825" y="2147"/>
                  </a:lnTo>
                  <a:lnTo>
                    <a:pt x="3311" y="2147"/>
                  </a:lnTo>
                  <a:lnTo>
                    <a:pt x="3426" y="2735"/>
                  </a:lnTo>
                  <a:lnTo>
                    <a:pt x="3566" y="2825"/>
                  </a:lnTo>
                  <a:lnTo>
                    <a:pt x="3566" y="3643"/>
                  </a:lnTo>
                  <a:lnTo>
                    <a:pt x="4461" y="3515"/>
                  </a:lnTo>
                  <a:lnTo>
                    <a:pt x="5177" y="3515"/>
                  </a:lnTo>
                  <a:lnTo>
                    <a:pt x="5381" y="3361"/>
                  </a:lnTo>
                  <a:lnTo>
                    <a:pt x="5343" y="3055"/>
                  </a:lnTo>
                  <a:lnTo>
                    <a:pt x="5752" y="3055"/>
                  </a:lnTo>
                  <a:lnTo>
                    <a:pt x="5624" y="2812"/>
                  </a:lnTo>
                  <a:lnTo>
                    <a:pt x="5714" y="2595"/>
                  </a:lnTo>
                  <a:lnTo>
                    <a:pt x="5547" y="2441"/>
                  </a:lnTo>
                  <a:lnTo>
                    <a:pt x="5560" y="2186"/>
                  </a:lnTo>
                  <a:lnTo>
                    <a:pt x="5202" y="1968"/>
                  </a:lnTo>
                  <a:lnTo>
                    <a:pt x="4959" y="1994"/>
                  </a:lnTo>
                  <a:lnTo>
                    <a:pt x="4551" y="1240"/>
                  </a:lnTo>
                  <a:lnTo>
                    <a:pt x="4602" y="1201"/>
                  </a:lnTo>
                  <a:lnTo>
                    <a:pt x="4065" y="1176"/>
                  </a:lnTo>
                  <a:lnTo>
                    <a:pt x="3490" y="1483"/>
                  </a:lnTo>
                  <a:lnTo>
                    <a:pt x="3490" y="1265"/>
                  </a:lnTo>
                  <a:lnTo>
                    <a:pt x="3209" y="1201"/>
                  </a:lnTo>
                  <a:lnTo>
                    <a:pt x="2915" y="1368"/>
                  </a:lnTo>
                  <a:lnTo>
                    <a:pt x="2736" y="1201"/>
                  </a:lnTo>
                  <a:lnTo>
                    <a:pt x="2454" y="1368"/>
                  </a:lnTo>
                  <a:lnTo>
                    <a:pt x="2071" y="1368"/>
                  </a:lnTo>
                  <a:lnTo>
                    <a:pt x="1662" y="1240"/>
                  </a:lnTo>
                  <a:lnTo>
                    <a:pt x="1879" y="741"/>
                  </a:lnTo>
                  <a:lnTo>
                    <a:pt x="2339" y="677"/>
                  </a:lnTo>
                  <a:lnTo>
                    <a:pt x="2531" y="307"/>
                  </a:lnTo>
                  <a:lnTo>
                    <a:pt x="2633" y="166"/>
                  </a:lnTo>
                  <a:lnTo>
                    <a:pt x="2365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1" name="Google Shape;551;p60"/>
            <p:cNvSpPr/>
            <p:nvPr/>
          </p:nvSpPr>
          <p:spPr>
            <a:xfrm>
              <a:off x="4727650" y="2412875"/>
              <a:ext cx="337750" cy="196200"/>
            </a:xfrm>
            <a:custGeom>
              <a:rect b="b" l="l" r="r" t="t"/>
              <a:pathLst>
                <a:path extrusionOk="0" h="7848" w="13510">
                  <a:moveTo>
                    <a:pt x="2032" y="0"/>
                  </a:moveTo>
                  <a:lnTo>
                    <a:pt x="0" y="563"/>
                  </a:lnTo>
                  <a:lnTo>
                    <a:pt x="0" y="4013"/>
                  </a:lnTo>
                  <a:lnTo>
                    <a:pt x="741" y="4167"/>
                  </a:lnTo>
                  <a:lnTo>
                    <a:pt x="818" y="3950"/>
                  </a:lnTo>
                  <a:lnTo>
                    <a:pt x="716" y="3464"/>
                  </a:lnTo>
                  <a:lnTo>
                    <a:pt x="971" y="2978"/>
                  </a:lnTo>
                  <a:lnTo>
                    <a:pt x="1265" y="3208"/>
                  </a:lnTo>
                  <a:lnTo>
                    <a:pt x="1393" y="3208"/>
                  </a:lnTo>
                  <a:lnTo>
                    <a:pt x="1393" y="3017"/>
                  </a:lnTo>
                  <a:lnTo>
                    <a:pt x="1598" y="2838"/>
                  </a:lnTo>
                  <a:lnTo>
                    <a:pt x="1789" y="2953"/>
                  </a:lnTo>
                  <a:lnTo>
                    <a:pt x="1649" y="2633"/>
                  </a:lnTo>
                  <a:lnTo>
                    <a:pt x="2160" y="2633"/>
                  </a:lnTo>
                  <a:lnTo>
                    <a:pt x="2390" y="2889"/>
                  </a:lnTo>
                  <a:lnTo>
                    <a:pt x="2543" y="2889"/>
                  </a:lnTo>
                  <a:lnTo>
                    <a:pt x="2646" y="3004"/>
                  </a:lnTo>
                  <a:lnTo>
                    <a:pt x="2901" y="3004"/>
                  </a:lnTo>
                  <a:lnTo>
                    <a:pt x="3144" y="3119"/>
                  </a:lnTo>
                  <a:lnTo>
                    <a:pt x="3246" y="3464"/>
                  </a:lnTo>
                  <a:lnTo>
                    <a:pt x="3246" y="3937"/>
                  </a:lnTo>
                  <a:lnTo>
                    <a:pt x="3451" y="4065"/>
                  </a:lnTo>
                  <a:lnTo>
                    <a:pt x="3796" y="4065"/>
                  </a:lnTo>
                  <a:lnTo>
                    <a:pt x="4128" y="4167"/>
                  </a:lnTo>
                  <a:lnTo>
                    <a:pt x="4473" y="4065"/>
                  </a:lnTo>
                  <a:lnTo>
                    <a:pt x="4882" y="4346"/>
                  </a:lnTo>
                  <a:lnTo>
                    <a:pt x="4882" y="4704"/>
                  </a:lnTo>
                  <a:lnTo>
                    <a:pt x="5176" y="4793"/>
                  </a:lnTo>
                  <a:lnTo>
                    <a:pt x="5036" y="5381"/>
                  </a:lnTo>
                  <a:lnTo>
                    <a:pt x="5457" y="5547"/>
                  </a:lnTo>
                  <a:lnTo>
                    <a:pt x="6876" y="6480"/>
                  </a:lnTo>
                  <a:lnTo>
                    <a:pt x="7362" y="6812"/>
                  </a:lnTo>
                  <a:lnTo>
                    <a:pt x="7822" y="6812"/>
                  </a:lnTo>
                  <a:lnTo>
                    <a:pt x="8384" y="7068"/>
                  </a:lnTo>
                  <a:lnTo>
                    <a:pt x="8384" y="7618"/>
                  </a:lnTo>
                  <a:lnTo>
                    <a:pt x="8576" y="7618"/>
                  </a:lnTo>
                  <a:lnTo>
                    <a:pt x="8819" y="7733"/>
                  </a:lnTo>
                  <a:lnTo>
                    <a:pt x="9266" y="7733"/>
                  </a:lnTo>
                  <a:lnTo>
                    <a:pt x="9419" y="7848"/>
                  </a:lnTo>
                  <a:lnTo>
                    <a:pt x="9458" y="7311"/>
                  </a:lnTo>
                  <a:lnTo>
                    <a:pt x="9713" y="7094"/>
                  </a:lnTo>
                  <a:lnTo>
                    <a:pt x="9586" y="6787"/>
                  </a:lnTo>
                  <a:lnTo>
                    <a:pt x="9419" y="6710"/>
                  </a:lnTo>
                  <a:lnTo>
                    <a:pt x="9394" y="6263"/>
                  </a:lnTo>
                  <a:lnTo>
                    <a:pt x="8844" y="6263"/>
                  </a:lnTo>
                  <a:lnTo>
                    <a:pt x="8678" y="5918"/>
                  </a:lnTo>
                  <a:lnTo>
                    <a:pt x="8895" y="5675"/>
                  </a:lnTo>
                  <a:lnTo>
                    <a:pt x="9790" y="5675"/>
                  </a:lnTo>
                  <a:lnTo>
                    <a:pt x="9701" y="5394"/>
                  </a:lnTo>
                  <a:lnTo>
                    <a:pt x="9982" y="5368"/>
                  </a:lnTo>
                  <a:lnTo>
                    <a:pt x="9880" y="5138"/>
                  </a:lnTo>
                  <a:lnTo>
                    <a:pt x="10301" y="5036"/>
                  </a:lnTo>
                  <a:lnTo>
                    <a:pt x="10557" y="4806"/>
                  </a:lnTo>
                  <a:lnTo>
                    <a:pt x="10787" y="4537"/>
                  </a:lnTo>
                  <a:lnTo>
                    <a:pt x="11132" y="4422"/>
                  </a:lnTo>
                  <a:lnTo>
                    <a:pt x="11515" y="4640"/>
                  </a:lnTo>
                  <a:lnTo>
                    <a:pt x="11349" y="4844"/>
                  </a:lnTo>
                  <a:lnTo>
                    <a:pt x="11196" y="5164"/>
                  </a:lnTo>
                  <a:lnTo>
                    <a:pt x="11388" y="5125"/>
                  </a:lnTo>
                  <a:lnTo>
                    <a:pt x="11771" y="5023"/>
                  </a:lnTo>
                  <a:lnTo>
                    <a:pt x="12257" y="4921"/>
                  </a:lnTo>
                  <a:lnTo>
                    <a:pt x="12730" y="5023"/>
                  </a:lnTo>
                  <a:lnTo>
                    <a:pt x="13151" y="4614"/>
                  </a:lnTo>
                  <a:lnTo>
                    <a:pt x="13509" y="4550"/>
                  </a:lnTo>
                  <a:lnTo>
                    <a:pt x="12845" y="4231"/>
                  </a:lnTo>
                  <a:lnTo>
                    <a:pt x="12615" y="4013"/>
                  </a:lnTo>
                  <a:lnTo>
                    <a:pt x="12448" y="4243"/>
                  </a:lnTo>
                  <a:lnTo>
                    <a:pt x="11912" y="4371"/>
                  </a:lnTo>
                  <a:lnTo>
                    <a:pt x="11669" y="4103"/>
                  </a:lnTo>
                  <a:lnTo>
                    <a:pt x="11541" y="3822"/>
                  </a:lnTo>
                  <a:lnTo>
                    <a:pt x="11886" y="3464"/>
                  </a:lnTo>
                  <a:lnTo>
                    <a:pt x="11720" y="3259"/>
                  </a:lnTo>
                  <a:lnTo>
                    <a:pt x="11196" y="3745"/>
                  </a:lnTo>
                  <a:lnTo>
                    <a:pt x="10634" y="3988"/>
                  </a:lnTo>
                  <a:lnTo>
                    <a:pt x="10161" y="4371"/>
                  </a:lnTo>
                  <a:lnTo>
                    <a:pt x="10058" y="4691"/>
                  </a:lnTo>
                  <a:lnTo>
                    <a:pt x="9701" y="4691"/>
                  </a:lnTo>
                  <a:lnTo>
                    <a:pt x="9509" y="4243"/>
                  </a:lnTo>
                  <a:lnTo>
                    <a:pt x="8576" y="4243"/>
                  </a:lnTo>
                  <a:lnTo>
                    <a:pt x="8307" y="4065"/>
                  </a:lnTo>
                  <a:lnTo>
                    <a:pt x="8231" y="3489"/>
                  </a:lnTo>
                  <a:lnTo>
                    <a:pt x="7911" y="3272"/>
                  </a:lnTo>
                  <a:lnTo>
                    <a:pt x="7758" y="3144"/>
                  </a:lnTo>
                  <a:lnTo>
                    <a:pt x="8001" y="3017"/>
                  </a:lnTo>
                  <a:lnTo>
                    <a:pt x="8001" y="2467"/>
                  </a:lnTo>
                  <a:lnTo>
                    <a:pt x="7732" y="2493"/>
                  </a:lnTo>
                  <a:lnTo>
                    <a:pt x="7566" y="2288"/>
                  </a:lnTo>
                  <a:lnTo>
                    <a:pt x="7285" y="1905"/>
                  </a:lnTo>
                  <a:lnTo>
                    <a:pt x="6978" y="1738"/>
                  </a:lnTo>
                  <a:lnTo>
                    <a:pt x="6684" y="2045"/>
                  </a:lnTo>
                  <a:lnTo>
                    <a:pt x="5930" y="1905"/>
                  </a:lnTo>
                  <a:lnTo>
                    <a:pt x="4780" y="1905"/>
                  </a:lnTo>
                  <a:lnTo>
                    <a:pt x="4384" y="1623"/>
                  </a:lnTo>
                  <a:lnTo>
                    <a:pt x="3988" y="1151"/>
                  </a:lnTo>
                  <a:lnTo>
                    <a:pt x="3451" y="844"/>
                  </a:lnTo>
                  <a:lnTo>
                    <a:pt x="3451" y="895"/>
                  </a:lnTo>
                  <a:lnTo>
                    <a:pt x="3387" y="1023"/>
                  </a:lnTo>
                  <a:lnTo>
                    <a:pt x="3451" y="1189"/>
                  </a:lnTo>
                  <a:lnTo>
                    <a:pt x="3119" y="1419"/>
                  </a:lnTo>
                  <a:lnTo>
                    <a:pt x="3055" y="1278"/>
                  </a:lnTo>
                  <a:lnTo>
                    <a:pt x="2863" y="1023"/>
                  </a:lnTo>
                  <a:lnTo>
                    <a:pt x="2863" y="780"/>
                  </a:lnTo>
                  <a:lnTo>
                    <a:pt x="2965" y="639"/>
                  </a:lnTo>
                  <a:lnTo>
                    <a:pt x="2965" y="550"/>
                  </a:lnTo>
                  <a:lnTo>
                    <a:pt x="2480" y="269"/>
                  </a:lnTo>
                  <a:lnTo>
                    <a:pt x="2454" y="601"/>
                  </a:lnTo>
                  <a:lnTo>
                    <a:pt x="2441" y="946"/>
                  </a:lnTo>
                  <a:lnTo>
                    <a:pt x="2416" y="984"/>
                  </a:lnTo>
                  <a:lnTo>
                    <a:pt x="2364" y="1061"/>
                  </a:lnTo>
                  <a:lnTo>
                    <a:pt x="2275" y="1163"/>
                  </a:lnTo>
                  <a:lnTo>
                    <a:pt x="2173" y="1176"/>
                  </a:lnTo>
                  <a:lnTo>
                    <a:pt x="2109" y="1163"/>
                  </a:lnTo>
                  <a:lnTo>
                    <a:pt x="2083" y="1151"/>
                  </a:lnTo>
                  <a:lnTo>
                    <a:pt x="2083" y="1138"/>
                  </a:lnTo>
                  <a:lnTo>
                    <a:pt x="2058" y="921"/>
                  </a:lnTo>
                  <a:lnTo>
                    <a:pt x="2045" y="780"/>
                  </a:lnTo>
                  <a:lnTo>
                    <a:pt x="2045" y="690"/>
                  </a:lnTo>
                  <a:lnTo>
                    <a:pt x="2122" y="575"/>
                  </a:lnTo>
                  <a:lnTo>
                    <a:pt x="2173" y="460"/>
                  </a:lnTo>
                  <a:lnTo>
                    <a:pt x="2262" y="141"/>
                  </a:lnTo>
                  <a:lnTo>
                    <a:pt x="2032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2" name="Google Shape;552;p60"/>
            <p:cNvSpPr/>
            <p:nvPr/>
          </p:nvSpPr>
          <p:spPr>
            <a:xfrm>
              <a:off x="3663000" y="2486050"/>
              <a:ext cx="8650" cy="7675"/>
            </a:xfrm>
            <a:custGeom>
              <a:rect b="b" l="l" r="r" t="t"/>
              <a:pathLst>
                <a:path extrusionOk="0" h="307" w="346">
                  <a:moveTo>
                    <a:pt x="1" y="0"/>
                  </a:moveTo>
                  <a:lnTo>
                    <a:pt x="65" y="256"/>
                  </a:lnTo>
                  <a:lnTo>
                    <a:pt x="193" y="307"/>
                  </a:lnTo>
                  <a:lnTo>
                    <a:pt x="346" y="230"/>
                  </a:lnTo>
                  <a:lnTo>
                    <a:pt x="244" y="77"/>
                  </a:lnTo>
                  <a:lnTo>
                    <a:pt x="65" y="26"/>
                  </a:lnTo>
                  <a:lnTo>
                    <a:pt x="52" y="26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3" name="Google Shape;553;p60"/>
            <p:cNvSpPr/>
            <p:nvPr/>
          </p:nvSpPr>
          <p:spPr>
            <a:xfrm>
              <a:off x="3282475" y="2810350"/>
              <a:ext cx="243475" cy="263625"/>
            </a:xfrm>
            <a:custGeom>
              <a:rect b="b" l="l" r="r" t="t"/>
              <a:pathLst>
                <a:path extrusionOk="0" h="10545" w="9739">
                  <a:moveTo>
                    <a:pt x="7285" y="0"/>
                  </a:moveTo>
                  <a:lnTo>
                    <a:pt x="7183" y="972"/>
                  </a:lnTo>
                  <a:lnTo>
                    <a:pt x="7170" y="1010"/>
                  </a:lnTo>
                  <a:lnTo>
                    <a:pt x="7132" y="1023"/>
                  </a:lnTo>
                  <a:lnTo>
                    <a:pt x="4678" y="997"/>
                  </a:lnTo>
                  <a:lnTo>
                    <a:pt x="4371" y="2914"/>
                  </a:lnTo>
                  <a:lnTo>
                    <a:pt x="4358" y="2940"/>
                  </a:lnTo>
                  <a:lnTo>
                    <a:pt x="4320" y="2953"/>
                  </a:lnTo>
                  <a:lnTo>
                    <a:pt x="3655" y="3093"/>
                  </a:lnTo>
                  <a:lnTo>
                    <a:pt x="3144" y="3362"/>
                  </a:lnTo>
                  <a:lnTo>
                    <a:pt x="3042" y="3822"/>
                  </a:lnTo>
                  <a:lnTo>
                    <a:pt x="3029" y="4652"/>
                  </a:lnTo>
                  <a:lnTo>
                    <a:pt x="3029" y="4665"/>
                  </a:lnTo>
                  <a:lnTo>
                    <a:pt x="3016" y="4691"/>
                  </a:lnTo>
                  <a:lnTo>
                    <a:pt x="2991" y="4691"/>
                  </a:lnTo>
                  <a:lnTo>
                    <a:pt x="2978" y="4704"/>
                  </a:lnTo>
                  <a:lnTo>
                    <a:pt x="256" y="4550"/>
                  </a:lnTo>
                  <a:lnTo>
                    <a:pt x="115" y="4908"/>
                  </a:lnTo>
                  <a:lnTo>
                    <a:pt x="217" y="4934"/>
                  </a:lnTo>
                  <a:lnTo>
                    <a:pt x="345" y="5036"/>
                  </a:lnTo>
                  <a:lnTo>
                    <a:pt x="550" y="5470"/>
                  </a:lnTo>
                  <a:lnTo>
                    <a:pt x="639" y="5994"/>
                  </a:lnTo>
                  <a:lnTo>
                    <a:pt x="486" y="6161"/>
                  </a:lnTo>
                  <a:lnTo>
                    <a:pt x="486" y="6314"/>
                  </a:lnTo>
                  <a:lnTo>
                    <a:pt x="422" y="6493"/>
                  </a:lnTo>
                  <a:lnTo>
                    <a:pt x="588" y="7221"/>
                  </a:lnTo>
                  <a:lnTo>
                    <a:pt x="294" y="8231"/>
                  </a:lnTo>
                  <a:lnTo>
                    <a:pt x="179" y="8410"/>
                  </a:lnTo>
                  <a:lnTo>
                    <a:pt x="102" y="8525"/>
                  </a:lnTo>
                  <a:lnTo>
                    <a:pt x="77" y="8602"/>
                  </a:lnTo>
                  <a:lnTo>
                    <a:pt x="0" y="9011"/>
                  </a:lnTo>
                  <a:lnTo>
                    <a:pt x="166" y="8755"/>
                  </a:lnTo>
                  <a:lnTo>
                    <a:pt x="192" y="8742"/>
                  </a:lnTo>
                  <a:lnTo>
                    <a:pt x="205" y="8730"/>
                  </a:lnTo>
                  <a:lnTo>
                    <a:pt x="230" y="8730"/>
                  </a:lnTo>
                  <a:lnTo>
                    <a:pt x="243" y="8742"/>
                  </a:lnTo>
                  <a:lnTo>
                    <a:pt x="409" y="8832"/>
                  </a:lnTo>
                  <a:lnTo>
                    <a:pt x="1010" y="8845"/>
                  </a:lnTo>
                  <a:lnTo>
                    <a:pt x="1253" y="8742"/>
                  </a:lnTo>
                  <a:lnTo>
                    <a:pt x="1291" y="8742"/>
                  </a:lnTo>
                  <a:lnTo>
                    <a:pt x="1457" y="8819"/>
                  </a:lnTo>
                  <a:lnTo>
                    <a:pt x="1751" y="8819"/>
                  </a:lnTo>
                  <a:lnTo>
                    <a:pt x="1777" y="8832"/>
                  </a:lnTo>
                  <a:lnTo>
                    <a:pt x="1789" y="8845"/>
                  </a:lnTo>
                  <a:lnTo>
                    <a:pt x="1994" y="9202"/>
                  </a:lnTo>
                  <a:lnTo>
                    <a:pt x="2365" y="9215"/>
                  </a:lnTo>
                  <a:lnTo>
                    <a:pt x="2403" y="9228"/>
                  </a:lnTo>
                  <a:lnTo>
                    <a:pt x="2416" y="9254"/>
                  </a:lnTo>
                  <a:lnTo>
                    <a:pt x="2543" y="9739"/>
                  </a:lnTo>
                  <a:lnTo>
                    <a:pt x="3323" y="10544"/>
                  </a:lnTo>
                  <a:lnTo>
                    <a:pt x="3451" y="10365"/>
                  </a:lnTo>
                  <a:lnTo>
                    <a:pt x="3464" y="10123"/>
                  </a:lnTo>
                  <a:lnTo>
                    <a:pt x="3464" y="10084"/>
                  </a:lnTo>
                  <a:lnTo>
                    <a:pt x="3489" y="10071"/>
                  </a:lnTo>
                  <a:lnTo>
                    <a:pt x="3988" y="9841"/>
                  </a:lnTo>
                  <a:lnTo>
                    <a:pt x="4013" y="9829"/>
                  </a:lnTo>
                  <a:lnTo>
                    <a:pt x="4052" y="9854"/>
                  </a:lnTo>
                  <a:lnTo>
                    <a:pt x="4397" y="10238"/>
                  </a:lnTo>
                  <a:lnTo>
                    <a:pt x="4499" y="10071"/>
                  </a:lnTo>
                  <a:lnTo>
                    <a:pt x="4524" y="10046"/>
                  </a:lnTo>
                  <a:lnTo>
                    <a:pt x="4550" y="10046"/>
                  </a:lnTo>
                  <a:lnTo>
                    <a:pt x="5176" y="10148"/>
                  </a:lnTo>
                  <a:lnTo>
                    <a:pt x="5534" y="9944"/>
                  </a:lnTo>
                  <a:lnTo>
                    <a:pt x="5560" y="9931"/>
                  </a:lnTo>
                  <a:lnTo>
                    <a:pt x="5573" y="9944"/>
                  </a:lnTo>
                  <a:lnTo>
                    <a:pt x="5803" y="10020"/>
                  </a:lnTo>
                  <a:lnTo>
                    <a:pt x="8576" y="10161"/>
                  </a:lnTo>
                  <a:lnTo>
                    <a:pt x="8883" y="9739"/>
                  </a:lnTo>
                  <a:lnTo>
                    <a:pt x="8653" y="9535"/>
                  </a:lnTo>
                  <a:lnTo>
                    <a:pt x="8640" y="9522"/>
                  </a:lnTo>
                  <a:lnTo>
                    <a:pt x="8627" y="9496"/>
                  </a:lnTo>
                  <a:lnTo>
                    <a:pt x="8525" y="2084"/>
                  </a:lnTo>
                  <a:lnTo>
                    <a:pt x="8525" y="2058"/>
                  </a:lnTo>
                  <a:lnTo>
                    <a:pt x="8538" y="2045"/>
                  </a:lnTo>
                  <a:lnTo>
                    <a:pt x="8550" y="2032"/>
                  </a:lnTo>
                  <a:lnTo>
                    <a:pt x="8576" y="2020"/>
                  </a:lnTo>
                  <a:lnTo>
                    <a:pt x="9739" y="2032"/>
                  </a:lnTo>
                  <a:lnTo>
                    <a:pt x="7285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4" name="Google Shape;554;p60"/>
            <p:cNvSpPr/>
            <p:nvPr/>
          </p:nvSpPr>
          <p:spPr>
            <a:xfrm>
              <a:off x="3366825" y="2863700"/>
              <a:ext cx="329750" cy="313475"/>
            </a:xfrm>
            <a:custGeom>
              <a:rect b="b" l="l" r="r" t="t"/>
              <a:pathLst>
                <a:path extrusionOk="0" h="12539" w="13190">
                  <a:moveTo>
                    <a:pt x="5253" y="1"/>
                  </a:moveTo>
                  <a:lnTo>
                    <a:pt x="5368" y="7337"/>
                  </a:lnTo>
                  <a:lnTo>
                    <a:pt x="5624" y="7567"/>
                  </a:lnTo>
                  <a:lnTo>
                    <a:pt x="5649" y="7592"/>
                  </a:lnTo>
                  <a:lnTo>
                    <a:pt x="5637" y="7631"/>
                  </a:lnTo>
                  <a:lnTo>
                    <a:pt x="5266" y="8116"/>
                  </a:lnTo>
                  <a:lnTo>
                    <a:pt x="5253" y="8142"/>
                  </a:lnTo>
                  <a:lnTo>
                    <a:pt x="5228" y="8142"/>
                  </a:lnTo>
                  <a:lnTo>
                    <a:pt x="2416" y="8001"/>
                  </a:lnTo>
                  <a:lnTo>
                    <a:pt x="2403" y="7989"/>
                  </a:lnTo>
                  <a:lnTo>
                    <a:pt x="2186" y="7912"/>
                  </a:lnTo>
                  <a:lnTo>
                    <a:pt x="1841" y="8116"/>
                  </a:lnTo>
                  <a:lnTo>
                    <a:pt x="1802" y="8116"/>
                  </a:lnTo>
                  <a:lnTo>
                    <a:pt x="1202" y="8027"/>
                  </a:lnTo>
                  <a:lnTo>
                    <a:pt x="1074" y="8219"/>
                  </a:lnTo>
                  <a:lnTo>
                    <a:pt x="1061" y="8231"/>
                  </a:lnTo>
                  <a:lnTo>
                    <a:pt x="1035" y="8244"/>
                  </a:lnTo>
                  <a:lnTo>
                    <a:pt x="1010" y="8244"/>
                  </a:lnTo>
                  <a:lnTo>
                    <a:pt x="984" y="8219"/>
                  </a:lnTo>
                  <a:lnTo>
                    <a:pt x="614" y="7822"/>
                  </a:lnTo>
                  <a:lnTo>
                    <a:pt x="192" y="8014"/>
                  </a:lnTo>
                  <a:lnTo>
                    <a:pt x="192" y="8244"/>
                  </a:lnTo>
                  <a:lnTo>
                    <a:pt x="179" y="8283"/>
                  </a:lnTo>
                  <a:lnTo>
                    <a:pt x="0" y="8513"/>
                  </a:lnTo>
                  <a:lnTo>
                    <a:pt x="0" y="8870"/>
                  </a:lnTo>
                  <a:lnTo>
                    <a:pt x="64" y="9407"/>
                  </a:lnTo>
                  <a:lnTo>
                    <a:pt x="345" y="9561"/>
                  </a:lnTo>
                  <a:lnTo>
                    <a:pt x="358" y="9586"/>
                  </a:lnTo>
                  <a:lnTo>
                    <a:pt x="371" y="9599"/>
                  </a:lnTo>
                  <a:lnTo>
                    <a:pt x="460" y="9970"/>
                  </a:lnTo>
                  <a:lnTo>
                    <a:pt x="460" y="10008"/>
                  </a:lnTo>
                  <a:lnTo>
                    <a:pt x="269" y="10391"/>
                  </a:lnTo>
                  <a:lnTo>
                    <a:pt x="396" y="10698"/>
                  </a:lnTo>
                  <a:lnTo>
                    <a:pt x="626" y="10698"/>
                  </a:lnTo>
                  <a:lnTo>
                    <a:pt x="652" y="10711"/>
                  </a:lnTo>
                  <a:lnTo>
                    <a:pt x="665" y="10724"/>
                  </a:lnTo>
                  <a:lnTo>
                    <a:pt x="780" y="10839"/>
                  </a:lnTo>
                  <a:lnTo>
                    <a:pt x="1074" y="10660"/>
                  </a:lnTo>
                  <a:lnTo>
                    <a:pt x="1112" y="10647"/>
                  </a:lnTo>
                  <a:lnTo>
                    <a:pt x="1138" y="10660"/>
                  </a:lnTo>
                  <a:lnTo>
                    <a:pt x="1406" y="10826"/>
                  </a:lnTo>
                  <a:lnTo>
                    <a:pt x="1905" y="10557"/>
                  </a:lnTo>
                  <a:lnTo>
                    <a:pt x="1930" y="10545"/>
                  </a:lnTo>
                  <a:lnTo>
                    <a:pt x="2122" y="10557"/>
                  </a:lnTo>
                  <a:lnTo>
                    <a:pt x="2147" y="10557"/>
                  </a:lnTo>
                  <a:lnTo>
                    <a:pt x="2160" y="10570"/>
                  </a:lnTo>
                  <a:lnTo>
                    <a:pt x="2173" y="10583"/>
                  </a:lnTo>
                  <a:lnTo>
                    <a:pt x="2173" y="10609"/>
                  </a:lnTo>
                  <a:lnTo>
                    <a:pt x="2173" y="10813"/>
                  </a:lnTo>
                  <a:lnTo>
                    <a:pt x="2377" y="10992"/>
                  </a:lnTo>
                  <a:lnTo>
                    <a:pt x="2390" y="11005"/>
                  </a:lnTo>
                  <a:lnTo>
                    <a:pt x="2390" y="11030"/>
                  </a:lnTo>
                  <a:lnTo>
                    <a:pt x="2339" y="11337"/>
                  </a:lnTo>
                  <a:lnTo>
                    <a:pt x="2582" y="11542"/>
                  </a:lnTo>
                  <a:lnTo>
                    <a:pt x="2595" y="11567"/>
                  </a:lnTo>
                  <a:lnTo>
                    <a:pt x="2595" y="11605"/>
                  </a:lnTo>
                  <a:lnTo>
                    <a:pt x="2480" y="11874"/>
                  </a:lnTo>
                  <a:lnTo>
                    <a:pt x="2518" y="11887"/>
                  </a:lnTo>
                  <a:lnTo>
                    <a:pt x="2735" y="11874"/>
                  </a:lnTo>
                  <a:lnTo>
                    <a:pt x="2761" y="11874"/>
                  </a:lnTo>
                  <a:lnTo>
                    <a:pt x="2786" y="11887"/>
                  </a:lnTo>
                  <a:lnTo>
                    <a:pt x="2799" y="11912"/>
                  </a:lnTo>
                  <a:lnTo>
                    <a:pt x="2799" y="11925"/>
                  </a:lnTo>
                  <a:lnTo>
                    <a:pt x="2799" y="12078"/>
                  </a:lnTo>
                  <a:lnTo>
                    <a:pt x="3093" y="12155"/>
                  </a:lnTo>
                  <a:lnTo>
                    <a:pt x="3131" y="12181"/>
                  </a:lnTo>
                  <a:lnTo>
                    <a:pt x="3131" y="12206"/>
                  </a:lnTo>
                  <a:lnTo>
                    <a:pt x="3131" y="12321"/>
                  </a:lnTo>
                  <a:lnTo>
                    <a:pt x="3438" y="12334"/>
                  </a:lnTo>
                  <a:lnTo>
                    <a:pt x="3451" y="12334"/>
                  </a:lnTo>
                  <a:lnTo>
                    <a:pt x="3477" y="12347"/>
                  </a:lnTo>
                  <a:lnTo>
                    <a:pt x="3681" y="12538"/>
                  </a:lnTo>
                  <a:lnTo>
                    <a:pt x="4052" y="12219"/>
                  </a:lnTo>
                  <a:lnTo>
                    <a:pt x="4090" y="12206"/>
                  </a:lnTo>
                  <a:lnTo>
                    <a:pt x="4307" y="12206"/>
                  </a:lnTo>
                  <a:lnTo>
                    <a:pt x="4333" y="12219"/>
                  </a:lnTo>
                  <a:lnTo>
                    <a:pt x="4652" y="12538"/>
                  </a:lnTo>
                  <a:lnTo>
                    <a:pt x="4793" y="12372"/>
                  </a:lnTo>
                  <a:lnTo>
                    <a:pt x="4819" y="12347"/>
                  </a:lnTo>
                  <a:lnTo>
                    <a:pt x="5010" y="12347"/>
                  </a:lnTo>
                  <a:lnTo>
                    <a:pt x="5010" y="11963"/>
                  </a:lnTo>
                  <a:lnTo>
                    <a:pt x="5023" y="11925"/>
                  </a:lnTo>
                  <a:lnTo>
                    <a:pt x="5176" y="11721"/>
                  </a:lnTo>
                  <a:lnTo>
                    <a:pt x="5279" y="11145"/>
                  </a:lnTo>
                  <a:lnTo>
                    <a:pt x="5291" y="11120"/>
                  </a:lnTo>
                  <a:lnTo>
                    <a:pt x="5317" y="11107"/>
                  </a:lnTo>
                  <a:lnTo>
                    <a:pt x="5713" y="10941"/>
                  </a:lnTo>
                  <a:lnTo>
                    <a:pt x="5713" y="10570"/>
                  </a:lnTo>
                  <a:lnTo>
                    <a:pt x="5713" y="10545"/>
                  </a:lnTo>
                  <a:lnTo>
                    <a:pt x="5726" y="10532"/>
                  </a:lnTo>
                  <a:lnTo>
                    <a:pt x="5752" y="10519"/>
                  </a:lnTo>
                  <a:lnTo>
                    <a:pt x="5956" y="10519"/>
                  </a:lnTo>
                  <a:lnTo>
                    <a:pt x="6301" y="9906"/>
                  </a:lnTo>
                  <a:lnTo>
                    <a:pt x="6339" y="9893"/>
                  </a:lnTo>
                  <a:lnTo>
                    <a:pt x="6378" y="9893"/>
                  </a:lnTo>
                  <a:lnTo>
                    <a:pt x="6697" y="10008"/>
                  </a:lnTo>
                  <a:lnTo>
                    <a:pt x="6812" y="9842"/>
                  </a:lnTo>
                  <a:lnTo>
                    <a:pt x="6838" y="9816"/>
                  </a:lnTo>
                  <a:lnTo>
                    <a:pt x="7221" y="9714"/>
                  </a:lnTo>
                  <a:lnTo>
                    <a:pt x="8819" y="8640"/>
                  </a:lnTo>
                  <a:lnTo>
                    <a:pt x="8857" y="8628"/>
                  </a:lnTo>
                  <a:lnTo>
                    <a:pt x="9905" y="8653"/>
                  </a:lnTo>
                  <a:lnTo>
                    <a:pt x="10608" y="8717"/>
                  </a:lnTo>
                  <a:lnTo>
                    <a:pt x="11324" y="8461"/>
                  </a:lnTo>
                  <a:lnTo>
                    <a:pt x="11337" y="8461"/>
                  </a:lnTo>
                  <a:lnTo>
                    <a:pt x="12244" y="8474"/>
                  </a:lnTo>
                  <a:lnTo>
                    <a:pt x="12257" y="8193"/>
                  </a:lnTo>
                  <a:lnTo>
                    <a:pt x="12257" y="8168"/>
                  </a:lnTo>
                  <a:lnTo>
                    <a:pt x="12270" y="8155"/>
                  </a:lnTo>
                  <a:lnTo>
                    <a:pt x="12282" y="8142"/>
                  </a:lnTo>
                  <a:lnTo>
                    <a:pt x="12691" y="8142"/>
                  </a:lnTo>
                  <a:lnTo>
                    <a:pt x="13100" y="6966"/>
                  </a:lnTo>
                  <a:lnTo>
                    <a:pt x="13190" y="5420"/>
                  </a:lnTo>
                  <a:lnTo>
                    <a:pt x="12385" y="5407"/>
                  </a:lnTo>
                  <a:lnTo>
                    <a:pt x="12346" y="5394"/>
                  </a:lnTo>
                  <a:lnTo>
                    <a:pt x="12334" y="5369"/>
                  </a:lnTo>
                  <a:lnTo>
                    <a:pt x="12231" y="4768"/>
                  </a:lnTo>
                  <a:lnTo>
                    <a:pt x="11733" y="4384"/>
                  </a:lnTo>
                  <a:lnTo>
                    <a:pt x="11426" y="4282"/>
                  </a:lnTo>
                  <a:lnTo>
                    <a:pt x="11401" y="4269"/>
                  </a:lnTo>
                  <a:lnTo>
                    <a:pt x="10838" y="3630"/>
                  </a:lnTo>
                  <a:lnTo>
                    <a:pt x="6493" y="14"/>
                  </a:lnTo>
                  <a:lnTo>
                    <a:pt x="5253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5" name="Google Shape;555;p60"/>
            <p:cNvSpPr/>
            <p:nvPr/>
          </p:nvSpPr>
          <p:spPr>
            <a:xfrm>
              <a:off x="3494625" y="3082250"/>
              <a:ext cx="153075" cy="110575"/>
            </a:xfrm>
            <a:custGeom>
              <a:rect b="b" l="l" r="r" t="t"/>
              <a:pathLst>
                <a:path extrusionOk="0" h="4423" w="6123">
                  <a:moveTo>
                    <a:pt x="3758" y="1"/>
                  </a:moveTo>
                  <a:lnTo>
                    <a:pt x="2173" y="1061"/>
                  </a:lnTo>
                  <a:lnTo>
                    <a:pt x="2148" y="1074"/>
                  </a:lnTo>
                  <a:lnTo>
                    <a:pt x="1777" y="1176"/>
                  </a:lnTo>
                  <a:lnTo>
                    <a:pt x="1649" y="1355"/>
                  </a:lnTo>
                  <a:lnTo>
                    <a:pt x="1624" y="1381"/>
                  </a:lnTo>
                  <a:lnTo>
                    <a:pt x="1585" y="1381"/>
                  </a:lnTo>
                  <a:lnTo>
                    <a:pt x="1266" y="1266"/>
                  </a:lnTo>
                  <a:lnTo>
                    <a:pt x="921" y="1854"/>
                  </a:lnTo>
                  <a:lnTo>
                    <a:pt x="908" y="1879"/>
                  </a:lnTo>
                  <a:lnTo>
                    <a:pt x="716" y="1879"/>
                  </a:lnTo>
                  <a:lnTo>
                    <a:pt x="703" y="2237"/>
                  </a:lnTo>
                  <a:lnTo>
                    <a:pt x="703" y="2263"/>
                  </a:lnTo>
                  <a:lnTo>
                    <a:pt x="678" y="2288"/>
                  </a:lnTo>
                  <a:lnTo>
                    <a:pt x="269" y="2442"/>
                  </a:lnTo>
                  <a:lnTo>
                    <a:pt x="167" y="3004"/>
                  </a:lnTo>
                  <a:lnTo>
                    <a:pt x="167" y="3030"/>
                  </a:lnTo>
                  <a:lnTo>
                    <a:pt x="13" y="3234"/>
                  </a:lnTo>
                  <a:lnTo>
                    <a:pt x="0" y="3656"/>
                  </a:lnTo>
                  <a:lnTo>
                    <a:pt x="0" y="3669"/>
                  </a:lnTo>
                  <a:lnTo>
                    <a:pt x="0" y="3733"/>
                  </a:lnTo>
                  <a:lnTo>
                    <a:pt x="141" y="3758"/>
                  </a:lnTo>
                  <a:lnTo>
                    <a:pt x="167" y="3771"/>
                  </a:lnTo>
                  <a:lnTo>
                    <a:pt x="767" y="4423"/>
                  </a:lnTo>
                  <a:lnTo>
                    <a:pt x="870" y="4282"/>
                  </a:lnTo>
                  <a:lnTo>
                    <a:pt x="882" y="4257"/>
                  </a:lnTo>
                  <a:lnTo>
                    <a:pt x="1253" y="4257"/>
                  </a:lnTo>
                  <a:lnTo>
                    <a:pt x="1483" y="4090"/>
                  </a:lnTo>
                  <a:lnTo>
                    <a:pt x="1521" y="4078"/>
                  </a:lnTo>
                  <a:lnTo>
                    <a:pt x="1547" y="4090"/>
                  </a:lnTo>
                  <a:lnTo>
                    <a:pt x="1943" y="4333"/>
                  </a:lnTo>
                  <a:lnTo>
                    <a:pt x="2135" y="3911"/>
                  </a:lnTo>
                  <a:lnTo>
                    <a:pt x="1930" y="3439"/>
                  </a:lnTo>
                  <a:lnTo>
                    <a:pt x="1930" y="3400"/>
                  </a:lnTo>
                  <a:lnTo>
                    <a:pt x="1956" y="3362"/>
                  </a:lnTo>
                  <a:lnTo>
                    <a:pt x="2186" y="3221"/>
                  </a:lnTo>
                  <a:lnTo>
                    <a:pt x="2224" y="3209"/>
                  </a:lnTo>
                  <a:lnTo>
                    <a:pt x="3694" y="3311"/>
                  </a:lnTo>
                  <a:lnTo>
                    <a:pt x="3963" y="3106"/>
                  </a:lnTo>
                  <a:lnTo>
                    <a:pt x="3988" y="3094"/>
                  </a:lnTo>
                  <a:lnTo>
                    <a:pt x="4295" y="3094"/>
                  </a:lnTo>
                  <a:lnTo>
                    <a:pt x="4844" y="3349"/>
                  </a:lnTo>
                  <a:lnTo>
                    <a:pt x="5151" y="3400"/>
                  </a:lnTo>
                  <a:lnTo>
                    <a:pt x="5445" y="3017"/>
                  </a:lnTo>
                  <a:lnTo>
                    <a:pt x="5458" y="3004"/>
                  </a:lnTo>
                  <a:lnTo>
                    <a:pt x="6059" y="3004"/>
                  </a:lnTo>
                  <a:lnTo>
                    <a:pt x="6110" y="2697"/>
                  </a:lnTo>
                  <a:lnTo>
                    <a:pt x="6122" y="2033"/>
                  </a:lnTo>
                  <a:lnTo>
                    <a:pt x="5841" y="1956"/>
                  </a:lnTo>
                  <a:lnTo>
                    <a:pt x="5828" y="1956"/>
                  </a:lnTo>
                  <a:lnTo>
                    <a:pt x="5356" y="1752"/>
                  </a:lnTo>
                  <a:lnTo>
                    <a:pt x="5343" y="1739"/>
                  </a:lnTo>
                  <a:lnTo>
                    <a:pt x="5330" y="1713"/>
                  </a:lnTo>
                  <a:lnTo>
                    <a:pt x="5241" y="1279"/>
                  </a:lnTo>
                  <a:lnTo>
                    <a:pt x="4883" y="1113"/>
                  </a:lnTo>
                  <a:lnTo>
                    <a:pt x="4857" y="1087"/>
                  </a:lnTo>
                  <a:lnTo>
                    <a:pt x="4563" y="499"/>
                  </a:lnTo>
                  <a:lnTo>
                    <a:pt x="4563" y="474"/>
                  </a:lnTo>
                  <a:lnTo>
                    <a:pt x="4563" y="448"/>
                  </a:lnTo>
                  <a:lnTo>
                    <a:pt x="4717" y="26"/>
                  </a:lnTo>
                  <a:lnTo>
                    <a:pt x="3758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6" name="Google Shape;556;p60"/>
            <p:cNvSpPr/>
            <p:nvPr/>
          </p:nvSpPr>
          <p:spPr>
            <a:xfrm>
              <a:off x="3611575" y="2912900"/>
              <a:ext cx="319225" cy="238725"/>
            </a:xfrm>
            <a:custGeom>
              <a:rect b="b" l="l" r="r" t="t"/>
              <a:pathLst>
                <a:path extrusionOk="0" h="9549" w="12769">
                  <a:moveTo>
                    <a:pt x="9586" y="1"/>
                  </a:moveTo>
                  <a:lnTo>
                    <a:pt x="4972" y="2864"/>
                  </a:lnTo>
                  <a:lnTo>
                    <a:pt x="4755" y="3196"/>
                  </a:lnTo>
                  <a:lnTo>
                    <a:pt x="4729" y="3209"/>
                  </a:lnTo>
                  <a:lnTo>
                    <a:pt x="4704" y="3222"/>
                  </a:lnTo>
                  <a:lnTo>
                    <a:pt x="4448" y="3196"/>
                  </a:lnTo>
                  <a:lnTo>
                    <a:pt x="3515" y="3426"/>
                  </a:lnTo>
                  <a:lnTo>
                    <a:pt x="3425" y="5011"/>
                  </a:lnTo>
                  <a:lnTo>
                    <a:pt x="3413" y="5024"/>
                  </a:lnTo>
                  <a:lnTo>
                    <a:pt x="3004" y="6251"/>
                  </a:lnTo>
                  <a:lnTo>
                    <a:pt x="2978" y="6276"/>
                  </a:lnTo>
                  <a:lnTo>
                    <a:pt x="2940" y="6289"/>
                  </a:lnTo>
                  <a:lnTo>
                    <a:pt x="2569" y="6276"/>
                  </a:lnTo>
                  <a:lnTo>
                    <a:pt x="2569" y="6557"/>
                  </a:lnTo>
                  <a:lnTo>
                    <a:pt x="2569" y="6583"/>
                  </a:lnTo>
                  <a:lnTo>
                    <a:pt x="2556" y="6596"/>
                  </a:lnTo>
                  <a:lnTo>
                    <a:pt x="2531" y="6608"/>
                  </a:lnTo>
                  <a:lnTo>
                    <a:pt x="2518" y="6608"/>
                  </a:lnTo>
                  <a:lnTo>
                    <a:pt x="1559" y="6596"/>
                  </a:lnTo>
                  <a:lnTo>
                    <a:pt x="844" y="6851"/>
                  </a:lnTo>
                  <a:lnTo>
                    <a:pt x="818" y="6851"/>
                  </a:lnTo>
                  <a:lnTo>
                    <a:pt x="154" y="6800"/>
                  </a:lnTo>
                  <a:lnTo>
                    <a:pt x="0" y="7235"/>
                  </a:lnTo>
                  <a:lnTo>
                    <a:pt x="281" y="7797"/>
                  </a:lnTo>
                  <a:lnTo>
                    <a:pt x="639" y="7976"/>
                  </a:lnTo>
                  <a:lnTo>
                    <a:pt x="652" y="7989"/>
                  </a:lnTo>
                  <a:lnTo>
                    <a:pt x="665" y="8014"/>
                  </a:lnTo>
                  <a:lnTo>
                    <a:pt x="754" y="8436"/>
                  </a:lnTo>
                  <a:lnTo>
                    <a:pt x="1202" y="8628"/>
                  </a:lnTo>
                  <a:lnTo>
                    <a:pt x="1508" y="8717"/>
                  </a:lnTo>
                  <a:lnTo>
                    <a:pt x="1534" y="8743"/>
                  </a:lnTo>
                  <a:lnTo>
                    <a:pt x="1547" y="8768"/>
                  </a:lnTo>
                  <a:lnTo>
                    <a:pt x="1547" y="9369"/>
                  </a:lnTo>
                  <a:lnTo>
                    <a:pt x="2032" y="9024"/>
                  </a:lnTo>
                  <a:lnTo>
                    <a:pt x="2071" y="9011"/>
                  </a:lnTo>
                  <a:lnTo>
                    <a:pt x="2096" y="9024"/>
                  </a:lnTo>
                  <a:lnTo>
                    <a:pt x="2429" y="9254"/>
                  </a:lnTo>
                  <a:lnTo>
                    <a:pt x="2441" y="9280"/>
                  </a:lnTo>
                  <a:lnTo>
                    <a:pt x="2544" y="9548"/>
                  </a:lnTo>
                  <a:lnTo>
                    <a:pt x="2710" y="8909"/>
                  </a:lnTo>
                  <a:lnTo>
                    <a:pt x="2722" y="8883"/>
                  </a:lnTo>
                  <a:lnTo>
                    <a:pt x="3004" y="8628"/>
                  </a:lnTo>
                  <a:lnTo>
                    <a:pt x="3119" y="8104"/>
                  </a:lnTo>
                  <a:lnTo>
                    <a:pt x="3131" y="8078"/>
                  </a:lnTo>
                  <a:lnTo>
                    <a:pt x="3157" y="8065"/>
                  </a:lnTo>
                  <a:lnTo>
                    <a:pt x="3489" y="7887"/>
                  </a:lnTo>
                  <a:lnTo>
                    <a:pt x="3515" y="7887"/>
                  </a:lnTo>
                  <a:lnTo>
                    <a:pt x="3911" y="7938"/>
                  </a:lnTo>
                  <a:lnTo>
                    <a:pt x="4320" y="7835"/>
                  </a:lnTo>
                  <a:lnTo>
                    <a:pt x="4358" y="7835"/>
                  </a:lnTo>
                  <a:lnTo>
                    <a:pt x="4537" y="7938"/>
                  </a:lnTo>
                  <a:lnTo>
                    <a:pt x="4985" y="8117"/>
                  </a:lnTo>
                  <a:lnTo>
                    <a:pt x="5010" y="8142"/>
                  </a:lnTo>
                  <a:lnTo>
                    <a:pt x="5330" y="8500"/>
                  </a:lnTo>
                  <a:lnTo>
                    <a:pt x="6237" y="8359"/>
                  </a:lnTo>
                  <a:lnTo>
                    <a:pt x="6263" y="8359"/>
                  </a:lnTo>
                  <a:lnTo>
                    <a:pt x="6276" y="8372"/>
                  </a:lnTo>
                  <a:lnTo>
                    <a:pt x="6736" y="8743"/>
                  </a:lnTo>
                  <a:lnTo>
                    <a:pt x="7502" y="8679"/>
                  </a:lnTo>
                  <a:lnTo>
                    <a:pt x="7835" y="8411"/>
                  </a:lnTo>
                  <a:lnTo>
                    <a:pt x="7873" y="8398"/>
                  </a:lnTo>
                  <a:lnTo>
                    <a:pt x="9343" y="8423"/>
                  </a:lnTo>
                  <a:lnTo>
                    <a:pt x="9368" y="8436"/>
                  </a:lnTo>
                  <a:lnTo>
                    <a:pt x="9509" y="8538"/>
                  </a:lnTo>
                  <a:lnTo>
                    <a:pt x="9803" y="8513"/>
                  </a:lnTo>
                  <a:lnTo>
                    <a:pt x="10059" y="8168"/>
                  </a:lnTo>
                  <a:lnTo>
                    <a:pt x="10084" y="8155"/>
                  </a:lnTo>
                  <a:lnTo>
                    <a:pt x="10480" y="8027"/>
                  </a:lnTo>
                  <a:lnTo>
                    <a:pt x="10365" y="7708"/>
                  </a:lnTo>
                  <a:lnTo>
                    <a:pt x="10365" y="7682"/>
                  </a:lnTo>
                  <a:lnTo>
                    <a:pt x="10378" y="7656"/>
                  </a:lnTo>
                  <a:lnTo>
                    <a:pt x="10710" y="7350"/>
                  </a:lnTo>
                  <a:lnTo>
                    <a:pt x="10736" y="6877"/>
                  </a:lnTo>
                  <a:lnTo>
                    <a:pt x="10736" y="6851"/>
                  </a:lnTo>
                  <a:lnTo>
                    <a:pt x="10762" y="6826"/>
                  </a:lnTo>
                  <a:lnTo>
                    <a:pt x="12155" y="5701"/>
                  </a:lnTo>
                  <a:lnTo>
                    <a:pt x="12436" y="2979"/>
                  </a:lnTo>
                  <a:lnTo>
                    <a:pt x="12449" y="2940"/>
                  </a:lnTo>
                  <a:lnTo>
                    <a:pt x="12768" y="2544"/>
                  </a:lnTo>
                  <a:lnTo>
                    <a:pt x="11950" y="1701"/>
                  </a:lnTo>
                  <a:lnTo>
                    <a:pt x="11937" y="1688"/>
                  </a:lnTo>
                  <a:lnTo>
                    <a:pt x="11937" y="1662"/>
                  </a:lnTo>
                  <a:lnTo>
                    <a:pt x="11950" y="257"/>
                  </a:lnTo>
                  <a:lnTo>
                    <a:pt x="11107" y="499"/>
                  </a:lnTo>
                  <a:lnTo>
                    <a:pt x="11068" y="499"/>
                  </a:lnTo>
                  <a:lnTo>
                    <a:pt x="10110" y="116"/>
                  </a:lnTo>
                  <a:lnTo>
                    <a:pt x="9586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7" name="Google Shape;557;p60"/>
            <p:cNvSpPr/>
            <p:nvPr/>
          </p:nvSpPr>
          <p:spPr>
            <a:xfrm>
              <a:off x="6023925" y="3244575"/>
              <a:ext cx="11200" cy="8325"/>
            </a:xfrm>
            <a:custGeom>
              <a:rect b="b" l="l" r="r" t="t"/>
              <a:pathLst>
                <a:path extrusionOk="0" h="333" w="448">
                  <a:moveTo>
                    <a:pt x="243" y="0"/>
                  </a:moveTo>
                  <a:lnTo>
                    <a:pt x="128" y="102"/>
                  </a:lnTo>
                  <a:lnTo>
                    <a:pt x="0" y="102"/>
                  </a:lnTo>
                  <a:lnTo>
                    <a:pt x="13" y="166"/>
                  </a:lnTo>
                  <a:lnTo>
                    <a:pt x="141" y="332"/>
                  </a:lnTo>
                  <a:lnTo>
                    <a:pt x="294" y="281"/>
                  </a:lnTo>
                  <a:lnTo>
                    <a:pt x="396" y="166"/>
                  </a:lnTo>
                  <a:lnTo>
                    <a:pt x="448" y="128"/>
                  </a:lnTo>
                  <a:lnTo>
                    <a:pt x="243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8" name="Google Shape;558;p60"/>
            <p:cNvSpPr/>
            <p:nvPr/>
          </p:nvSpPr>
          <p:spPr>
            <a:xfrm>
              <a:off x="3873575" y="2913875"/>
              <a:ext cx="212825" cy="341900"/>
            </a:xfrm>
            <a:custGeom>
              <a:rect b="b" l="l" r="r" t="t"/>
              <a:pathLst>
                <a:path extrusionOk="0" h="13676" w="8513">
                  <a:moveTo>
                    <a:pt x="2237" y="0"/>
                  </a:moveTo>
                  <a:lnTo>
                    <a:pt x="1585" y="192"/>
                  </a:lnTo>
                  <a:lnTo>
                    <a:pt x="1560" y="1598"/>
                  </a:lnTo>
                  <a:lnTo>
                    <a:pt x="2403" y="2454"/>
                  </a:lnTo>
                  <a:lnTo>
                    <a:pt x="2416" y="2492"/>
                  </a:lnTo>
                  <a:lnTo>
                    <a:pt x="2403" y="2531"/>
                  </a:lnTo>
                  <a:lnTo>
                    <a:pt x="2058" y="2965"/>
                  </a:lnTo>
                  <a:lnTo>
                    <a:pt x="1777" y="5688"/>
                  </a:lnTo>
                  <a:lnTo>
                    <a:pt x="1777" y="5713"/>
                  </a:lnTo>
                  <a:lnTo>
                    <a:pt x="1764" y="5726"/>
                  </a:lnTo>
                  <a:lnTo>
                    <a:pt x="358" y="6863"/>
                  </a:lnTo>
                  <a:lnTo>
                    <a:pt x="345" y="7336"/>
                  </a:lnTo>
                  <a:lnTo>
                    <a:pt x="333" y="7349"/>
                  </a:lnTo>
                  <a:lnTo>
                    <a:pt x="320" y="7375"/>
                  </a:lnTo>
                  <a:lnTo>
                    <a:pt x="0" y="7669"/>
                  </a:lnTo>
                  <a:lnTo>
                    <a:pt x="115" y="7988"/>
                  </a:lnTo>
                  <a:lnTo>
                    <a:pt x="703" y="8269"/>
                  </a:lnTo>
                  <a:lnTo>
                    <a:pt x="857" y="8269"/>
                  </a:lnTo>
                  <a:lnTo>
                    <a:pt x="882" y="8282"/>
                  </a:lnTo>
                  <a:lnTo>
                    <a:pt x="895" y="8295"/>
                  </a:lnTo>
                  <a:lnTo>
                    <a:pt x="1061" y="8499"/>
                  </a:lnTo>
                  <a:lnTo>
                    <a:pt x="1074" y="8525"/>
                  </a:lnTo>
                  <a:lnTo>
                    <a:pt x="1125" y="8959"/>
                  </a:lnTo>
                  <a:lnTo>
                    <a:pt x="1547" y="9535"/>
                  </a:lnTo>
                  <a:lnTo>
                    <a:pt x="1547" y="9573"/>
                  </a:lnTo>
                  <a:lnTo>
                    <a:pt x="1508" y="10084"/>
                  </a:lnTo>
                  <a:lnTo>
                    <a:pt x="1892" y="11286"/>
                  </a:lnTo>
                  <a:lnTo>
                    <a:pt x="1892" y="11311"/>
                  </a:lnTo>
                  <a:lnTo>
                    <a:pt x="1879" y="11337"/>
                  </a:lnTo>
                  <a:lnTo>
                    <a:pt x="1854" y="11362"/>
                  </a:lnTo>
                  <a:lnTo>
                    <a:pt x="1828" y="11349"/>
                  </a:lnTo>
                  <a:lnTo>
                    <a:pt x="1189" y="11158"/>
                  </a:lnTo>
                  <a:lnTo>
                    <a:pt x="780" y="11337"/>
                  </a:lnTo>
                  <a:lnTo>
                    <a:pt x="716" y="11541"/>
                  </a:lnTo>
                  <a:lnTo>
                    <a:pt x="1227" y="12308"/>
                  </a:lnTo>
                  <a:lnTo>
                    <a:pt x="1662" y="12627"/>
                  </a:lnTo>
                  <a:lnTo>
                    <a:pt x="1675" y="12640"/>
                  </a:lnTo>
                  <a:lnTo>
                    <a:pt x="1930" y="13011"/>
                  </a:lnTo>
                  <a:lnTo>
                    <a:pt x="1930" y="13024"/>
                  </a:lnTo>
                  <a:lnTo>
                    <a:pt x="1930" y="13049"/>
                  </a:lnTo>
                  <a:lnTo>
                    <a:pt x="1777" y="13624"/>
                  </a:lnTo>
                  <a:lnTo>
                    <a:pt x="2020" y="13675"/>
                  </a:lnTo>
                  <a:lnTo>
                    <a:pt x="2173" y="13407"/>
                  </a:lnTo>
                  <a:lnTo>
                    <a:pt x="2186" y="13382"/>
                  </a:lnTo>
                  <a:lnTo>
                    <a:pt x="2314" y="13318"/>
                  </a:lnTo>
                  <a:lnTo>
                    <a:pt x="2339" y="13305"/>
                  </a:lnTo>
                  <a:lnTo>
                    <a:pt x="2378" y="13318"/>
                  </a:lnTo>
                  <a:lnTo>
                    <a:pt x="2659" y="13573"/>
                  </a:lnTo>
                  <a:lnTo>
                    <a:pt x="2825" y="13343"/>
                  </a:lnTo>
                  <a:lnTo>
                    <a:pt x="2838" y="13330"/>
                  </a:lnTo>
                  <a:lnTo>
                    <a:pt x="4537" y="12512"/>
                  </a:lnTo>
                  <a:lnTo>
                    <a:pt x="4729" y="12270"/>
                  </a:lnTo>
                  <a:lnTo>
                    <a:pt x="4742" y="12257"/>
                  </a:lnTo>
                  <a:lnTo>
                    <a:pt x="5125" y="11963"/>
                  </a:lnTo>
                  <a:lnTo>
                    <a:pt x="5164" y="11950"/>
                  </a:lnTo>
                  <a:lnTo>
                    <a:pt x="5854" y="11963"/>
                  </a:lnTo>
                  <a:lnTo>
                    <a:pt x="6288" y="11554"/>
                  </a:lnTo>
                  <a:lnTo>
                    <a:pt x="6327" y="11541"/>
                  </a:lnTo>
                  <a:lnTo>
                    <a:pt x="6570" y="11503"/>
                  </a:lnTo>
                  <a:lnTo>
                    <a:pt x="6736" y="11273"/>
                  </a:lnTo>
                  <a:lnTo>
                    <a:pt x="6749" y="11247"/>
                  </a:lnTo>
                  <a:lnTo>
                    <a:pt x="7030" y="11247"/>
                  </a:lnTo>
                  <a:lnTo>
                    <a:pt x="7221" y="10825"/>
                  </a:lnTo>
                  <a:lnTo>
                    <a:pt x="7234" y="10800"/>
                  </a:lnTo>
                  <a:lnTo>
                    <a:pt x="7656" y="10800"/>
                  </a:lnTo>
                  <a:lnTo>
                    <a:pt x="7528" y="10110"/>
                  </a:lnTo>
                  <a:lnTo>
                    <a:pt x="7311" y="9956"/>
                  </a:lnTo>
                  <a:lnTo>
                    <a:pt x="7298" y="9944"/>
                  </a:lnTo>
                  <a:lnTo>
                    <a:pt x="7094" y="9471"/>
                  </a:lnTo>
                  <a:lnTo>
                    <a:pt x="7094" y="9458"/>
                  </a:lnTo>
                  <a:lnTo>
                    <a:pt x="7017" y="8832"/>
                  </a:lnTo>
                  <a:lnTo>
                    <a:pt x="6787" y="8832"/>
                  </a:lnTo>
                  <a:lnTo>
                    <a:pt x="6774" y="8819"/>
                  </a:lnTo>
                  <a:lnTo>
                    <a:pt x="6761" y="8806"/>
                  </a:lnTo>
                  <a:lnTo>
                    <a:pt x="6749" y="8781"/>
                  </a:lnTo>
                  <a:lnTo>
                    <a:pt x="6761" y="8512"/>
                  </a:lnTo>
                  <a:lnTo>
                    <a:pt x="6761" y="8487"/>
                  </a:lnTo>
                  <a:lnTo>
                    <a:pt x="6774" y="8474"/>
                  </a:lnTo>
                  <a:lnTo>
                    <a:pt x="7043" y="8269"/>
                  </a:lnTo>
                  <a:lnTo>
                    <a:pt x="7043" y="7963"/>
                  </a:lnTo>
                  <a:lnTo>
                    <a:pt x="7043" y="7937"/>
                  </a:lnTo>
                  <a:lnTo>
                    <a:pt x="7068" y="7911"/>
                  </a:lnTo>
                  <a:lnTo>
                    <a:pt x="7209" y="7835"/>
                  </a:lnTo>
                  <a:lnTo>
                    <a:pt x="7209" y="7336"/>
                  </a:lnTo>
                  <a:lnTo>
                    <a:pt x="7221" y="7311"/>
                  </a:lnTo>
                  <a:lnTo>
                    <a:pt x="7234" y="7298"/>
                  </a:lnTo>
                  <a:lnTo>
                    <a:pt x="7656" y="6863"/>
                  </a:lnTo>
                  <a:lnTo>
                    <a:pt x="7669" y="6608"/>
                  </a:lnTo>
                  <a:lnTo>
                    <a:pt x="7682" y="6569"/>
                  </a:lnTo>
                  <a:lnTo>
                    <a:pt x="7707" y="6557"/>
                  </a:lnTo>
                  <a:lnTo>
                    <a:pt x="8474" y="6391"/>
                  </a:lnTo>
                  <a:lnTo>
                    <a:pt x="8512" y="3272"/>
                  </a:lnTo>
                  <a:lnTo>
                    <a:pt x="2237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9" name="Google Shape;559;p60"/>
            <p:cNvSpPr/>
            <p:nvPr/>
          </p:nvSpPr>
          <p:spPr>
            <a:xfrm>
              <a:off x="3443825" y="2467500"/>
              <a:ext cx="71925" cy="131025"/>
            </a:xfrm>
            <a:custGeom>
              <a:rect b="b" l="l" r="r" t="t"/>
              <a:pathLst>
                <a:path extrusionOk="0" h="5241" w="2877">
                  <a:moveTo>
                    <a:pt x="1534" y="1"/>
                  </a:moveTo>
                  <a:lnTo>
                    <a:pt x="1253" y="129"/>
                  </a:lnTo>
                  <a:lnTo>
                    <a:pt x="1048" y="205"/>
                  </a:lnTo>
                  <a:lnTo>
                    <a:pt x="1048" y="231"/>
                  </a:lnTo>
                  <a:lnTo>
                    <a:pt x="1023" y="256"/>
                  </a:lnTo>
                  <a:lnTo>
                    <a:pt x="1023" y="295"/>
                  </a:lnTo>
                  <a:lnTo>
                    <a:pt x="1023" y="333"/>
                  </a:lnTo>
                  <a:lnTo>
                    <a:pt x="1023" y="448"/>
                  </a:lnTo>
                  <a:lnTo>
                    <a:pt x="1010" y="576"/>
                  </a:lnTo>
                  <a:lnTo>
                    <a:pt x="997" y="704"/>
                  </a:lnTo>
                  <a:lnTo>
                    <a:pt x="933" y="972"/>
                  </a:lnTo>
                  <a:lnTo>
                    <a:pt x="908" y="1113"/>
                  </a:lnTo>
                  <a:lnTo>
                    <a:pt x="882" y="1177"/>
                  </a:lnTo>
                  <a:lnTo>
                    <a:pt x="869" y="1241"/>
                  </a:lnTo>
                  <a:lnTo>
                    <a:pt x="933" y="1266"/>
                  </a:lnTo>
                  <a:lnTo>
                    <a:pt x="946" y="1292"/>
                  </a:lnTo>
                  <a:lnTo>
                    <a:pt x="959" y="1330"/>
                  </a:lnTo>
                  <a:lnTo>
                    <a:pt x="946" y="1368"/>
                  </a:lnTo>
                  <a:lnTo>
                    <a:pt x="921" y="1407"/>
                  </a:lnTo>
                  <a:lnTo>
                    <a:pt x="882" y="1483"/>
                  </a:lnTo>
                  <a:lnTo>
                    <a:pt x="818" y="1560"/>
                  </a:lnTo>
                  <a:lnTo>
                    <a:pt x="754" y="1650"/>
                  </a:lnTo>
                  <a:lnTo>
                    <a:pt x="691" y="1726"/>
                  </a:lnTo>
                  <a:lnTo>
                    <a:pt x="639" y="1803"/>
                  </a:lnTo>
                  <a:lnTo>
                    <a:pt x="550" y="1956"/>
                  </a:lnTo>
                  <a:lnTo>
                    <a:pt x="460" y="2122"/>
                  </a:lnTo>
                  <a:lnTo>
                    <a:pt x="409" y="2212"/>
                  </a:lnTo>
                  <a:lnTo>
                    <a:pt x="371" y="2301"/>
                  </a:lnTo>
                  <a:lnTo>
                    <a:pt x="333" y="2391"/>
                  </a:lnTo>
                  <a:lnTo>
                    <a:pt x="282" y="2467"/>
                  </a:lnTo>
                  <a:lnTo>
                    <a:pt x="269" y="2506"/>
                  </a:lnTo>
                  <a:lnTo>
                    <a:pt x="243" y="2531"/>
                  </a:lnTo>
                  <a:lnTo>
                    <a:pt x="205" y="2557"/>
                  </a:lnTo>
                  <a:lnTo>
                    <a:pt x="192" y="2557"/>
                  </a:lnTo>
                  <a:lnTo>
                    <a:pt x="179" y="2570"/>
                  </a:lnTo>
                  <a:lnTo>
                    <a:pt x="167" y="2595"/>
                  </a:lnTo>
                  <a:lnTo>
                    <a:pt x="167" y="2634"/>
                  </a:lnTo>
                  <a:lnTo>
                    <a:pt x="179" y="2685"/>
                  </a:lnTo>
                  <a:lnTo>
                    <a:pt x="179" y="2723"/>
                  </a:lnTo>
                  <a:lnTo>
                    <a:pt x="167" y="2761"/>
                  </a:lnTo>
                  <a:lnTo>
                    <a:pt x="128" y="2825"/>
                  </a:lnTo>
                  <a:lnTo>
                    <a:pt x="51" y="2940"/>
                  </a:lnTo>
                  <a:lnTo>
                    <a:pt x="13" y="3017"/>
                  </a:lnTo>
                  <a:lnTo>
                    <a:pt x="0" y="3068"/>
                  </a:lnTo>
                  <a:lnTo>
                    <a:pt x="0" y="3119"/>
                  </a:lnTo>
                  <a:lnTo>
                    <a:pt x="13" y="3145"/>
                  </a:lnTo>
                  <a:lnTo>
                    <a:pt x="39" y="3158"/>
                  </a:lnTo>
                  <a:lnTo>
                    <a:pt x="77" y="3158"/>
                  </a:lnTo>
                  <a:lnTo>
                    <a:pt x="192" y="3132"/>
                  </a:lnTo>
                  <a:lnTo>
                    <a:pt x="269" y="3119"/>
                  </a:lnTo>
                  <a:lnTo>
                    <a:pt x="307" y="3132"/>
                  </a:lnTo>
                  <a:lnTo>
                    <a:pt x="320" y="3145"/>
                  </a:lnTo>
                  <a:lnTo>
                    <a:pt x="320" y="3158"/>
                  </a:lnTo>
                  <a:lnTo>
                    <a:pt x="307" y="3183"/>
                  </a:lnTo>
                  <a:lnTo>
                    <a:pt x="294" y="3209"/>
                  </a:lnTo>
                  <a:lnTo>
                    <a:pt x="256" y="3222"/>
                  </a:lnTo>
                  <a:lnTo>
                    <a:pt x="205" y="3234"/>
                  </a:lnTo>
                  <a:lnTo>
                    <a:pt x="141" y="3234"/>
                  </a:lnTo>
                  <a:lnTo>
                    <a:pt x="103" y="3247"/>
                  </a:lnTo>
                  <a:lnTo>
                    <a:pt x="77" y="3260"/>
                  </a:lnTo>
                  <a:lnTo>
                    <a:pt x="64" y="3285"/>
                  </a:lnTo>
                  <a:lnTo>
                    <a:pt x="51" y="3337"/>
                  </a:lnTo>
                  <a:lnTo>
                    <a:pt x="39" y="3400"/>
                  </a:lnTo>
                  <a:lnTo>
                    <a:pt x="51" y="3452"/>
                  </a:lnTo>
                  <a:lnTo>
                    <a:pt x="64" y="3503"/>
                  </a:lnTo>
                  <a:lnTo>
                    <a:pt x="77" y="3515"/>
                  </a:lnTo>
                  <a:lnTo>
                    <a:pt x="103" y="3528"/>
                  </a:lnTo>
                  <a:lnTo>
                    <a:pt x="154" y="3541"/>
                  </a:lnTo>
                  <a:lnTo>
                    <a:pt x="269" y="3554"/>
                  </a:lnTo>
                  <a:lnTo>
                    <a:pt x="320" y="3541"/>
                  </a:lnTo>
                  <a:lnTo>
                    <a:pt x="345" y="3515"/>
                  </a:lnTo>
                  <a:lnTo>
                    <a:pt x="371" y="3490"/>
                  </a:lnTo>
                  <a:lnTo>
                    <a:pt x="384" y="3477"/>
                  </a:lnTo>
                  <a:lnTo>
                    <a:pt x="409" y="3477"/>
                  </a:lnTo>
                  <a:lnTo>
                    <a:pt x="448" y="3490"/>
                  </a:lnTo>
                  <a:lnTo>
                    <a:pt x="512" y="3503"/>
                  </a:lnTo>
                  <a:lnTo>
                    <a:pt x="550" y="3541"/>
                  </a:lnTo>
                  <a:lnTo>
                    <a:pt x="576" y="3579"/>
                  </a:lnTo>
                  <a:lnTo>
                    <a:pt x="588" y="3605"/>
                  </a:lnTo>
                  <a:lnTo>
                    <a:pt x="576" y="3618"/>
                  </a:lnTo>
                  <a:lnTo>
                    <a:pt x="550" y="3643"/>
                  </a:lnTo>
                  <a:lnTo>
                    <a:pt x="512" y="3643"/>
                  </a:lnTo>
                  <a:lnTo>
                    <a:pt x="473" y="3630"/>
                  </a:lnTo>
                  <a:lnTo>
                    <a:pt x="435" y="3618"/>
                  </a:lnTo>
                  <a:lnTo>
                    <a:pt x="397" y="3605"/>
                  </a:lnTo>
                  <a:lnTo>
                    <a:pt x="384" y="3605"/>
                  </a:lnTo>
                  <a:lnTo>
                    <a:pt x="371" y="3656"/>
                  </a:lnTo>
                  <a:lnTo>
                    <a:pt x="397" y="3758"/>
                  </a:lnTo>
                  <a:lnTo>
                    <a:pt x="397" y="3809"/>
                  </a:lnTo>
                  <a:lnTo>
                    <a:pt x="397" y="3861"/>
                  </a:lnTo>
                  <a:lnTo>
                    <a:pt x="371" y="3899"/>
                  </a:lnTo>
                  <a:lnTo>
                    <a:pt x="333" y="3937"/>
                  </a:lnTo>
                  <a:lnTo>
                    <a:pt x="294" y="3976"/>
                  </a:lnTo>
                  <a:lnTo>
                    <a:pt x="269" y="4014"/>
                  </a:lnTo>
                  <a:lnTo>
                    <a:pt x="256" y="4078"/>
                  </a:lnTo>
                  <a:lnTo>
                    <a:pt x="256" y="4142"/>
                  </a:lnTo>
                  <a:lnTo>
                    <a:pt x="269" y="4257"/>
                  </a:lnTo>
                  <a:lnTo>
                    <a:pt x="269" y="4308"/>
                  </a:lnTo>
                  <a:lnTo>
                    <a:pt x="243" y="4359"/>
                  </a:lnTo>
                  <a:lnTo>
                    <a:pt x="205" y="4448"/>
                  </a:lnTo>
                  <a:lnTo>
                    <a:pt x="154" y="4538"/>
                  </a:lnTo>
                  <a:lnTo>
                    <a:pt x="115" y="4640"/>
                  </a:lnTo>
                  <a:lnTo>
                    <a:pt x="77" y="4730"/>
                  </a:lnTo>
                  <a:lnTo>
                    <a:pt x="13" y="4909"/>
                  </a:lnTo>
                  <a:lnTo>
                    <a:pt x="0" y="4947"/>
                  </a:lnTo>
                  <a:lnTo>
                    <a:pt x="13" y="4985"/>
                  </a:lnTo>
                  <a:lnTo>
                    <a:pt x="39" y="5011"/>
                  </a:lnTo>
                  <a:lnTo>
                    <a:pt x="77" y="5011"/>
                  </a:lnTo>
                  <a:lnTo>
                    <a:pt x="205" y="4985"/>
                  </a:lnTo>
                  <a:lnTo>
                    <a:pt x="320" y="4972"/>
                  </a:lnTo>
                  <a:lnTo>
                    <a:pt x="448" y="4960"/>
                  </a:lnTo>
                  <a:lnTo>
                    <a:pt x="499" y="4972"/>
                  </a:lnTo>
                  <a:lnTo>
                    <a:pt x="563" y="4985"/>
                  </a:lnTo>
                  <a:lnTo>
                    <a:pt x="665" y="5049"/>
                  </a:lnTo>
                  <a:lnTo>
                    <a:pt x="767" y="5126"/>
                  </a:lnTo>
                  <a:lnTo>
                    <a:pt x="831" y="5190"/>
                  </a:lnTo>
                  <a:lnTo>
                    <a:pt x="869" y="5215"/>
                  </a:lnTo>
                  <a:lnTo>
                    <a:pt x="921" y="5241"/>
                  </a:lnTo>
                  <a:lnTo>
                    <a:pt x="959" y="5241"/>
                  </a:lnTo>
                  <a:lnTo>
                    <a:pt x="997" y="5228"/>
                  </a:lnTo>
                  <a:lnTo>
                    <a:pt x="1061" y="5203"/>
                  </a:lnTo>
                  <a:lnTo>
                    <a:pt x="1278" y="5087"/>
                  </a:lnTo>
                  <a:lnTo>
                    <a:pt x="1253" y="4691"/>
                  </a:lnTo>
                  <a:lnTo>
                    <a:pt x="1253" y="4666"/>
                  </a:lnTo>
                  <a:lnTo>
                    <a:pt x="1560" y="4308"/>
                  </a:lnTo>
                  <a:lnTo>
                    <a:pt x="1572" y="4308"/>
                  </a:lnTo>
                  <a:lnTo>
                    <a:pt x="1726" y="4295"/>
                  </a:lnTo>
                  <a:lnTo>
                    <a:pt x="1802" y="4193"/>
                  </a:lnTo>
                  <a:lnTo>
                    <a:pt x="1649" y="4065"/>
                  </a:lnTo>
                  <a:lnTo>
                    <a:pt x="1636" y="4052"/>
                  </a:lnTo>
                  <a:lnTo>
                    <a:pt x="1624" y="3605"/>
                  </a:lnTo>
                  <a:lnTo>
                    <a:pt x="1624" y="3592"/>
                  </a:lnTo>
                  <a:lnTo>
                    <a:pt x="1841" y="3273"/>
                  </a:lnTo>
                  <a:lnTo>
                    <a:pt x="1739" y="3119"/>
                  </a:lnTo>
                  <a:lnTo>
                    <a:pt x="1739" y="3106"/>
                  </a:lnTo>
                  <a:lnTo>
                    <a:pt x="1700" y="2659"/>
                  </a:lnTo>
                  <a:lnTo>
                    <a:pt x="1713" y="2621"/>
                  </a:lnTo>
                  <a:lnTo>
                    <a:pt x="1905" y="2595"/>
                  </a:lnTo>
                  <a:lnTo>
                    <a:pt x="2096" y="2340"/>
                  </a:lnTo>
                  <a:lnTo>
                    <a:pt x="2135" y="2020"/>
                  </a:lnTo>
                  <a:lnTo>
                    <a:pt x="2160" y="1995"/>
                  </a:lnTo>
                  <a:lnTo>
                    <a:pt x="2288" y="1943"/>
                  </a:lnTo>
                  <a:lnTo>
                    <a:pt x="2339" y="1292"/>
                  </a:lnTo>
                  <a:lnTo>
                    <a:pt x="2352" y="1279"/>
                  </a:lnTo>
                  <a:lnTo>
                    <a:pt x="2799" y="1062"/>
                  </a:lnTo>
                  <a:lnTo>
                    <a:pt x="2876" y="908"/>
                  </a:lnTo>
                  <a:lnTo>
                    <a:pt x="2672" y="768"/>
                  </a:lnTo>
                  <a:lnTo>
                    <a:pt x="2659" y="742"/>
                  </a:lnTo>
                  <a:lnTo>
                    <a:pt x="2646" y="486"/>
                  </a:lnTo>
                  <a:lnTo>
                    <a:pt x="2365" y="410"/>
                  </a:lnTo>
                  <a:lnTo>
                    <a:pt x="2071" y="435"/>
                  </a:lnTo>
                  <a:lnTo>
                    <a:pt x="2045" y="435"/>
                  </a:lnTo>
                  <a:lnTo>
                    <a:pt x="1917" y="295"/>
                  </a:lnTo>
                  <a:lnTo>
                    <a:pt x="1726" y="346"/>
                  </a:lnTo>
                  <a:lnTo>
                    <a:pt x="1700" y="346"/>
                  </a:lnTo>
                  <a:lnTo>
                    <a:pt x="1547" y="244"/>
                  </a:lnTo>
                  <a:lnTo>
                    <a:pt x="1534" y="231"/>
                  </a:lnTo>
                  <a:lnTo>
                    <a:pt x="1534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0" name="Google Shape;560;p60"/>
            <p:cNvSpPr/>
            <p:nvPr/>
          </p:nvSpPr>
          <p:spPr>
            <a:xfrm>
              <a:off x="3465225" y="2618950"/>
              <a:ext cx="384100" cy="377700"/>
            </a:xfrm>
            <a:custGeom>
              <a:rect b="b" l="l" r="r" t="t"/>
              <a:pathLst>
                <a:path extrusionOk="0" h="15108" w="15364">
                  <a:moveTo>
                    <a:pt x="12027" y="1"/>
                  </a:moveTo>
                  <a:lnTo>
                    <a:pt x="11963" y="180"/>
                  </a:lnTo>
                  <a:lnTo>
                    <a:pt x="11682" y="231"/>
                  </a:lnTo>
                  <a:lnTo>
                    <a:pt x="11209" y="384"/>
                  </a:lnTo>
                  <a:lnTo>
                    <a:pt x="11069" y="384"/>
                  </a:lnTo>
                  <a:lnTo>
                    <a:pt x="10954" y="180"/>
                  </a:lnTo>
                  <a:lnTo>
                    <a:pt x="10481" y="180"/>
                  </a:lnTo>
                  <a:lnTo>
                    <a:pt x="10404" y="77"/>
                  </a:lnTo>
                  <a:lnTo>
                    <a:pt x="10212" y="77"/>
                  </a:lnTo>
                  <a:lnTo>
                    <a:pt x="10072" y="193"/>
                  </a:lnTo>
                  <a:lnTo>
                    <a:pt x="9599" y="180"/>
                  </a:lnTo>
                  <a:lnTo>
                    <a:pt x="9471" y="320"/>
                  </a:lnTo>
                  <a:lnTo>
                    <a:pt x="8525" y="397"/>
                  </a:lnTo>
                  <a:lnTo>
                    <a:pt x="8538" y="308"/>
                  </a:lnTo>
                  <a:lnTo>
                    <a:pt x="8180" y="308"/>
                  </a:lnTo>
                  <a:lnTo>
                    <a:pt x="7413" y="768"/>
                  </a:lnTo>
                  <a:lnTo>
                    <a:pt x="7222" y="819"/>
                  </a:lnTo>
                  <a:lnTo>
                    <a:pt x="7043" y="717"/>
                  </a:lnTo>
                  <a:lnTo>
                    <a:pt x="6889" y="895"/>
                  </a:lnTo>
                  <a:lnTo>
                    <a:pt x="6493" y="806"/>
                  </a:lnTo>
                  <a:lnTo>
                    <a:pt x="6302" y="1177"/>
                  </a:lnTo>
                  <a:lnTo>
                    <a:pt x="5829" y="1202"/>
                  </a:lnTo>
                  <a:lnTo>
                    <a:pt x="5778" y="1202"/>
                  </a:lnTo>
                  <a:lnTo>
                    <a:pt x="5867" y="1471"/>
                  </a:lnTo>
                  <a:lnTo>
                    <a:pt x="6059" y="1777"/>
                  </a:lnTo>
                  <a:lnTo>
                    <a:pt x="6071" y="1803"/>
                  </a:lnTo>
                  <a:lnTo>
                    <a:pt x="6071" y="2148"/>
                  </a:lnTo>
                  <a:lnTo>
                    <a:pt x="5931" y="3081"/>
                  </a:lnTo>
                  <a:lnTo>
                    <a:pt x="6148" y="3413"/>
                  </a:lnTo>
                  <a:lnTo>
                    <a:pt x="6314" y="3541"/>
                  </a:lnTo>
                  <a:lnTo>
                    <a:pt x="6340" y="3554"/>
                  </a:lnTo>
                  <a:lnTo>
                    <a:pt x="6340" y="3579"/>
                  </a:lnTo>
                  <a:lnTo>
                    <a:pt x="6340" y="3592"/>
                  </a:lnTo>
                  <a:lnTo>
                    <a:pt x="6327" y="3618"/>
                  </a:lnTo>
                  <a:lnTo>
                    <a:pt x="5995" y="3988"/>
                  </a:lnTo>
                  <a:lnTo>
                    <a:pt x="5969" y="4001"/>
                  </a:lnTo>
                  <a:lnTo>
                    <a:pt x="5522" y="4001"/>
                  </a:lnTo>
                  <a:lnTo>
                    <a:pt x="4666" y="4346"/>
                  </a:lnTo>
                  <a:lnTo>
                    <a:pt x="4666" y="4525"/>
                  </a:lnTo>
                  <a:lnTo>
                    <a:pt x="4653" y="4551"/>
                  </a:lnTo>
                  <a:lnTo>
                    <a:pt x="4640" y="4576"/>
                  </a:lnTo>
                  <a:lnTo>
                    <a:pt x="3541" y="5202"/>
                  </a:lnTo>
                  <a:lnTo>
                    <a:pt x="2250" y="5714"/>
                  </a:lnTo>
                  <a:lnTo>
                    <a:pt x="2212" y="5714"/>
                  </a:lnTo>
                  <a:lnTo>
                    <a:pt x="1931" y="5624"/>
                  </a:lnTo>
                  <a:lnTo>
                    <a:pt x="1726" y="5790"/>
                  </a:lnTo>
                  <a:lnTo>
                    <a:pt x="1701" y="5803"/>
                  </a:lnTo>
                  <a:lnTo>
                    <a:pt x="1662" y="5790"/>
                  </a:lnTo>
                  <a:lnTo>
                    <a:pt x="1496" y="5714"/>
                  </a:lnTo>
                  <a:lnTo>
                    <a:pt x="1074" y="5790"/>
                  </a:lnTo>
                  <a:lnTo>
                    <a:pt x="116" y="6417"/>
                  </a:lnTo>
                  <a:lnTo>
                    <a:pt x="1" y="7529"/>
                  </a:lnTo>
                  <a:lnTo>
                    <a:pt x="6979" y="13344"/>
                  </a:lnTo>
                  <a:lnTo>
                    <a:pt x="6992" y="13344"/>
                  </a:lnTo>
                  <a:lnTo>
                    <a:pt x="7541" y="13970"/>
                  </a:lnTo>
                  <a:lnTo>
                    <a:pt x="7835" y="14085"/>
                  </a:lnTo>
                  <a:lnTo>
                    <a:pt x="7848" y="14085"/>
                  </a:lnTo>
                  <a:lnTo>
                    <a:pt x="8372" y="14494"/>
                  </a:lnTo>
                  <a:lnTo>
                    <a:pt x="8398" y="14520"/>
                  </a:lnTo>
                  <a:lnTo>
                    <a:pt x="8487" y="15095"/>
                  </a:lnTo>
                  <a:lnTo>
                    <a:pt x="9267" y="15107"/>
                  </a:lnTo>
                  <a:lnTo>
                    <a:pt x="10289" y="14852"/>
                  </a:lnTo>
                  <a:lnTo>
                    <a:pt x="10302" y="14852"/>
                  </a:lnTo>
                  <a:lnTo>
                    <a:pt x="10532" y="14865"/>
                  </a:lnTo>
                  <a:lnTo>
                    <a:pt x="10736" y="14558"/>
                  </a:lnTo>
                  <a:lnTo>
                    <a:pt x="10749" y="14532"/>
                  </a:lnTo>
                  <a:lnTo>
                    <a:pt x="15363" y="11682"/>
                  </a:lnTo>
                  <a:lnTo>
                    <a:pt x="15286" y="11324"/>
                  </a:lnTo>
                  <a:lnTo>
                    <a:pt x="15005" y="11145"/>
                  </a:lnTo>
                  <a:lnTo>
                    <a:pt x="14992" y="11133"/>
                  </a:lnTo>
                  <a:lnTo>
                    <a:pt x="14980" y="11120"/>
                  </a:lnTo>
                  <a:lnTo>
                    <a:pt x="14941" y="10941"/>
                  </a:lnTo>
                  <a:lnTo>
                    <a:pt x="14558" y="10915"/>
                  </a:lnTo>
                  <a:lnTo>
                    <a:pt x="14520" y="10903"/>
                  </a:lnTo>
                  <a:lnTo>
                    <a:pt x="14162" y="10583"/>
                  </a:lnTo>
                  <a:lnTo>
                    <a:pt x="14136" y="10558"/>
                  </a:lnTo>
                  <a:lnTo>
                    <a:pt x="14136" y="10532"/>
                  </a:lnTo>
                  <a:lnTo>
                    <a:pt x="14226" y="10161"/>
                  </a:lnTo>
                  <a:lnTo>
                    <a:pt x="13420" y="9305"/>
                  </a:lnTo>
                  <a:lnTo>
                    <a:pt x="13408" y="9292"/>
                  </a:lnTo>
                  <a:lnTo>
                    <a:pt x="13408" y="9267"/>
                  </a:lnTo>
                  <a:lnTo>
                    <a:pt x="13408" y="9254"/>
                  </a:lnTo>
                  <a:lnTo>
                    <a:pt x="13420" y="9241"/>
                  </a:lnTo>
                  <a:lnTo>
                    <a:pt x="13970" y="8679"/>
                  </a:lnTo>
                  <a:lnTo>
                    <a:pt x="14047" y="8231"/>
                  </a:lnTo>
                  <a:lnTo>
                    <a:pt x="14047" y="8219"/>
                  </a:lnTo>
                  <a:lnTo>
                    <a:pt x="14187" y="7976"/>
                  </a:lnTo>
                  <a:lnTo>
                    <a:pt x="14200" y="7823"/>
                  </a:lnTo>
                  <a:lnTo>
                    <a:pt x="13829" y="7247"/>
                  </a:lnTo>
                  <a:lnTo>
                    <a:pt x="13817" y="7209"/>
                  </a:lnTo>
                  <a:lnTo>
                    <a:pt x="13919" y="6263"/>
                  </a:lnTo>
                  <a:lnTo>
                    <a:pt x="13791" y="6020"/>
                  </a:lnTo>
                  <a:lnTo>
                    <a:pt x="13778" y="6008"/>
                  </a:lnTo>
                  <a:lnTo>
                    <a:pt x="13561" y="4410"/>
                  </a:lnTo>
                  <a:lnTo>
                    <a:pt x="13126" y="4001"/>
                  </a:lnTo>
                  <a:lnTo>
                    <a:pt x="13114" y="3976"/>
                  </a:lnTo>
                  <a:lnTo>
                    <a:pt x="13114" y="3963"/>
                  </a:lnTo>
                  <a:lnTo>
                    <a:pt x="13114" y="3605"/>
                  </a:lnTo>
                  <a:lnTo>
                    <a:pt x="12692" y="3413"/>
                  </a:lnTo>
                  <a:lnTo>
                    <a:pt x="12666" y="3400"/>
                  </a:lnTo>
                  <a:lnTo>
                    <a:pt x="12666" y="3375"/>
                  </a:lnTo>
                  <a:lnTo>
                    <a:pt x="12487" y="2876"/>
                  </a:lnTo>
                  <a:lnTo>
                    <a:pt x="12475" y="2851"/>
                  </a:lnTo>
                  <a:lnTo>
                    <a:pt x="12487" y="2838"/>
                  </a:lnTo>
                  <a:lnTo>
                    <a:pt x="12884" y="2084"/>
                  </a:lnTo>
                  <a:lnTo>
                    <a:pt x="12909" y="2058"/>
                  </a:lnTo>
                  <a:lnTo>
                    <a:pt x="13165" y="1918"/>
                  </a:lnTo>
                  <a:lnTo>
                    <a:pt x="13165" y="1496"/>
                  </a:lnTo>
                  <a:lnTo>
                    <a:pt x="13178" y="1471"/>
                  </a:lnTo>
                  <a:lnTo>
                    <a:pt x="13331" y="1202"/>
                  </a:lnTo>
                  <a:lnTo>
                    <a:pt x="13267" y="780"/>
                  </a:lnTo>
                  <a:lnTo>
                    <a:pt x="13254" y="768"/>
                  </a:lnTo>
                  <a:lnTo>
                    <a:pt x="13241" y="461"/>
                  </a:lnTo>
                  <a:lnTo>
                    <a:pt x="13254" y="448"/>
                  </a:lnTo>
                  <a:lnTo>
                    <a:pt x="13254" y="423"/>
                  </a:lnTo>
                  <a:lnTo>
                    <a:pt x="13433" y="231"/>
                  </a:lnTo>
                  <a:lnTo>
                    <a:pt x="13433" y="218"/>
                  </a:lnTo>
                  <a:lnTo>
                    <a:pt x="13382" y="205"/>
                  </a:lnTo>
                  <a:lnTo>
                    <a:pt x="13203" y="244"/>
                  </a:lnTo>
                  <a:lnTo>
                    <a:pt x="12896" y="193"/>
                  </a:lnTo>
                  <a:lnTo>
                    <a:pt x="12654" y="65"/>
                  </a:lnTo>
                  <a:lnTo>
                    <a:pt x="12487" y="154"/>
                  </a:lnTo>
                  <a:lnTo>
                    <a:pt x="12321" y="154"/>
                  </a:lnTo>
                  <a:lnTo>
                    <a:pt x="12130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1" name="Google Shape;561;p60"/>
            <p:cNvSpPr/>
            <p:nvPr/>
          </p:nvSpPr>
          <p:spPr>
            <a:xfrm>
              <a:off x="3464900" y="2425975"/>
              <a:ext cx="233925" cy="206750"/>
            </a:xfrm>
            <a:custGeom>
              <a:rect b="b" l="l" r="r" t="t"/>
              <a:pathLst>
                <a:path extrusionOk="0" h="8270" w="9357">
                  <a:moveTo>
                    <a:pt x="1215" y="0"/>
                  </a:moveTo>
                  <a:lnTo>
                    <a:pt x="1202" y="26"/>
                  </a:lnTo>
                  <a:lnTo>
                    <a:pt x="1177" y="51"/>
                  </a:lnTo>
                  <a:lnTo>
                    <a:pt x="1126" y="77"/>
                  </a:lnTo>
                  <a:lnTo>
                    <a:pt x="1011" y="115"/>
                  </a:lnTo>
                  <a:lnTo>
                    <a:pt x="959" y="141"/>
                  </a:lnTo>
                  <a:lnTo>
                    <a:pt x="921" y="154"/>
                  </a:lnTo>
                  <a:lnTo>
                    <a:pt x="908" y="179"/>
                  </a:lnTo>
                  <a:lnTo>
                    <a:pt x="908" y="218"/>
                  </a:lnTo>
                  <a:lnTo>
                    <a:pt x="921" y="256"/>
                  </a:lnTo>
                  <a:lnTo>
                    <a:pt x="921" y="333"/>
                  </a:lnTo>
                  <a:lnTo>
                    <a:pt x="908" y="435"/>
                  </a:lnTo>
                  <a:lnTo>
                    <a:pt x="908" y="460"/>
                  </a:lnTo>
                  <a:lnTo>
                    <a:pt x="896" y="486"/>
                  </a:lnTo>
                  <a:lnTo>
                    <a:pt x="870" y="486"/>
                  </a:lnTo>
                  <a:lnTo>
                    <a:pt x="844" y="473"/>
                  </a:lnTo>
                  <a:lnTo>
                    <a:pt x="806" y="448"/>
                  </a:lnTo>
                  <a:lnTo>
                    <a:pt x="755" y="409"/>
                  </a:lnTo>
                  <a:lnTo>
                    <a:pt x="717" y="384"/>
                  </a:lnTo>
                  <a:lnTo>
                    <a:pt x="678" y="371"/>
                  </a:lnTo>
                  <a:lnTo>
                    <a:pt x="576" y="358"/>
                  </a:lnTo>
                  <a:lnTo>
                    <a:pt x="474" y="371"/>
                  </a:lnTo>
                  <a:lnTo>
                    <a:pt x="384" y="384"/>
                  </a:lnTo>
                  <a:lnTo>
                    <a:pt x="308" y="384"/>
                  </a:lnTo>
                  <a:lnTo>
                    <a:pt x="282" y="397"/>
                  </a:lnTo>
                  <a:lnTo>
                    <a:pt x="244" y="409"/>
                  </a:lnTo>
                  <a:lnTo>
                    <a:pt x="231" y="422"/>
                  </a:lnTo>
                  <a:lnTo>
                    <a:pt x="231" y="448"/>
                  </a:lnTo>
                  <a:lnTo>
                    <a:pt x="218" y="486"/>
                  </a:lnTo>
                  <a:lnTo>
                    <a:pt x="180" y="524"/>
                  </a:lnTo>
                  <a:lnTo>
                    <a:pt x="154" y="563"/>
                  </a:lnTo>
                  <a:lnTo>
                    <a:pt x="65" y="614"/>
                  </a:lnTo>
                  <a:lnTo>
                    <a:pt x="26" y="639"/>
                  </a:lnTo>
                  <a:lnTo>
                    <a:pt x="1" y="652"/>
                  </a:lnTo>
                  <a:lnTo>
                    <a:pt x="1" y="678"/>
                  </a:lnTo>
                  <a:lnTo>
                    <a:pt x="14" y="703"/>
                  </a:lnTo>
                  <a:lnTo>
                    <a:pt x="39" y="716"/>
                  </a:lnTo>
                  <a:lnTo>
                    <a:pt x="90" y="754"/>
                  </a:lnTo>
                  <a:lnTo>
                    <a:pt x="116" y="780"/>
                  </a:lnTo>
                  <a:lnTo>
                    <a:pt x="141" y="806"/>
                  </a:lnTo>
                  <a:lnTo>
                    <a:pt x="167" y="831"/>
                  </a:lnTo>
                  <a:lnTo>
                    <a:pt x="193" y="844"/>
                  </a:lnTo>
                  <a:lnTo>
                    <a:pt x="269" y="831"/>
                  </a:lnTo>
                  <a:lnTo>
                    <a:pt x="295" y="818"/>
                  </a:lnTo>
                  <a:lnTo>
                    <a:pt x="308" y="831"/>
                  </a:lnTo>
                  <a:lnTo>
                    <a:pt x="320" y="844"/>
                  </a:lnTo>
                  <a:lnTo>
                    <a:pt x="308" y="882"/>
                  </a:lnTo>
                  <a:lnTo>
                    <a:pt x="282" y="895"/>
                  </a:lnTo>
                  <a:lnTo>
                    <a:pt x="205" y="972"/>
                  </a:lnTo>
                  <a:lnTo>
                    <a:pt x="180" y="997"/>
                  </a:lnTo>
                  <a:lnTo>
                    <a:pt x="167" y="1036"/>
                  </a:lnTo>
                  <a:lnTo>
                    <a:pt x="154" y="1087"/>
                  </a:lnTo>
                  <a:lnTo>
                    <a:pt x="167" y="1138"/>
                  </a:lnTo>
                  <a:lnTo>
                    <a:pt x="193" y="1125"/>
                  </a:lnTo>
                  <a:lnTo>
                    <a:pt x="205" y="1112"/>
                  </a:lnTo>
                  <a:lnTo>
                    <a:pt x="282" y="1061"/>
                  </a:lnTo>
                  <a:lnTo>
                    <a:pt x="333" y="1010"/>
                  </a:lnTo>
                  <a:lnTo>
                    <a:pt x="359" y="1010"/>
                  </a:lnTo>
                  <a:lnTo>
                    <a:pt x="384" y="1036"/>
                  </a:lnTo>
                  <a:lnTo>
                    <a:pt x="384" y="1061"/>
                  </a:lnTo>
                  <a:lnTo>
                    <a:pt x="384" y="1087"/>
                  </a:lnTo>
                  <a:lnTo>
                    <a:pt x="308" y="1138"/>
                  </a:lnTo>
                  <a:lnTo>
                    <a:pt x="282" y="1163"/>
                  </a:lnTo>
                  <a:lnTo>
                    <a:pt x="257" y="1202"/>
                  </a:lnTo>
                  <a:lnTo>
                    <a:pt x="257" y="1227"/>
                  </a:lnTo>
                  <a:lnTo>
                    <a:pt x="269" y="1240"/>
                  </a:lnTo>
                  <a:lnTo>
                    <a:pt x="295" y="1253"/>
                  </a:lnTo>
                  <a:lnTo>
                    <a:pt x="320" y="1253"/>
                  </a:lnTo>
                  <a:lnTo>
                    <a:pt x="423" y="1240"/>
                  </a:lnTo>
                  <a:lnTo>
                    <a:pt x="435" y="1291"/>
                  </a:lnTo>
                  <a:lnTo>
                    <a:pt x="423" y="1317"/>
                  </a:lnTo>
                  <a:lnTo>
                    <a:pt x="410" y="1330"/>
                  </a:lnTo>
                  <a:lnTo>
                    <a:pt x="372" y="1355"/>
                  </a:lnTo>
                  <a:lnTo>
                    <a:pt x="320" y="1381"/>
                  </a:lnTo>
                  <a:lnTo>
                    <a:pt x="282" y="1419"/>
                  </a:lnTo>
                  <a:lnTo>
                    <a:pt x="269" y="1457"/>
                  </a:lnTo>
                  <a:lnTo>
                    <a:pt x="257" y="1483"/>
                  </a:lnTo>
                  <a:lnTo>
                    <a:pt x="269" y="1496"/>
                  </a:lnTo>
                  <a:lnTo>
                    <a:pt x="346" y="1496"/>
                  </a:lnTo>
                  <a:lnTo>
                    <a:pt x="359" y="1547"/>
                  </a:lnTo>
                  <a:lnTo>
                    <a:pt x="346" y="1560"/>
                  </a:lnTo>
                  <a:lnTo>
                    <a:pt x="333" y="1585"/>
                  </a:lnTo>
                  <a:lnTo>
                    <a:pt x="269" y="1611"/>
                  </a:lnTo>
                  <a:lnTo>
                    <a:pt x="193" y="1636"/>
                  </a:lnTo>
                  <a:lnTo>
                    <a:pt x="167" y="1636"/>
                  </a:lnTo>
                  <a:lnTo>
                    <a:pt x="154" y="1649"/>
                  </a:lnTo>
                  <a:lnTo>
                    <a:pt x="141" y="1649"/>
                  </a:lnTo>
                  <a:lnTo>
                    <a:pt x="141" y="1687"/>
                  </a:lnTo>
                  <a:lnTo>
                    <a:pt x="154" y="1713"/>
                  </a:lnTo>
                  <a:lnTo>
                    <a:pt x="167" y="1790"/>
                  </a:lnTo>
                  <a:lnTo>
                    <a:pt x="167" y="1802"/>
                  </a:lnTo>
                  <a:lnTo>
                    <a:pt x="180" y="1828"/>
                  </a:lnTo>
                  <a:lnTo>
                    <a:pt x="397" y="1738"/>
                  </a:lnTo>
                  <a:lnTo>
                    <a:pt x="717" y="1598"/>
                  </a:lnTo>
                  <a:lnTo>
                    <a:pt x="755" y="1623"/>
                  </a:lnTo>
                  <a:lnTo>
                    <a:pt x="742" y="1879"/>
                  </a:lnTo>
                  <a:lnTo>
                    <a:pt x="870" y="1956"/>
                  </a:lnTo>
                  <a:lnTo>
                    <a:pt x="1087" y="1905"/>
                  </a:lnTo>
                  <a:lnTo>
                    <a:pt x="1113" y="1917"/>
                  </a:lnTo>
                  <a:lnTo>
                    <a:pt x="1241" y="2045"/>
                  </a:lnTo>
                  <a:lnTo>
                    <a:pt x="1522" y="2020"/>
                  </a:lnTo>
                  <a:lnTo>
                    <a:pt x="1841" y="2096"/>
                  </a:lnTo>
                  <a:lnTo>
                    <a:pt x="1854" y="2122"/>
                  </a:lnTo>
                  <a:lnTo>
                    <a:pt x="1867" y="2390"/>
                  </a:lnTo>
                  <a:lnTo>
                    <a:pt x="2084" y="2544"/>
                  </a:lnTo>
                  <a:lnTo>
                    <a:pt x="2097" y="2569"/>
                  </a:lnTo>
                  <a:lnTo>
                    <a:pt x="2007" y="2761"/>
                  </a:lnTo>
                  <a:lnTo>
                    <a:pt x="1995" y="2774"/>
                  </a:lnTo>
                  <a:lnTo>
                    <a:pt x="1547" y="2978"/>
                  </a:lnTo>
                  <a:lnTo>
                    <a:pt x="1496" y="3630"/>
                  </a:lnTo>
                  <a:lnTo>
                    <a:pt x="1471" y="3643"/>
                  </a:lnTo>
                  <a:lnTo>
                    <a:pt x="1343" y="3694"/>
                  </a:lnTo>
                  <a:lnTo>
                    <a:pt x="1305" y="4013"/>
                  </a:lnTo>
                  <a:lnTo>
                    <a:pt x="1292" y="4013"/>
                  </a:lnTo>
                  <a:lnTo>
                    <a:pt x="1100" y="4295"/>
                  </a:lnTo>
                  <a:lnTo>
                    <a:pt x="1087" y="4295"/>
                  </a:lnTo>
                  <a:lnTo>
                    <a:pt x="908" y="4333"/>
                  </a:lnTo>
                  <a:lnTo>
                    <a:pt x="947" y="4755"/>
                  </a:lnTo>
                  <a:lnTo>
                    <a:pt x="1049" y="4921"/>
                  </a:lnTo>
                  <a:lnTo>
                    <a:pt x="1049" y="4946"/>
                  </a:lnTo>
                  <a:lnTo>
                    <a:pt x="832" y="5266"/>
                  </a:lnTo>
                  <a:lnTo>
                    <a:pt x="844" y="5700"/>
                  </a:lnTo>
                  <a:lnTo>
                    <a:pt x="1011" y="5828"/>
                  </a:lnTo>
                  <a:lnTo>
                    <a:pt x="1011" y="5867"/>
                  </a:lnTo>
                  <a:lnTo>
                    <a:pt x="921" y="5994"/>
                  </a:lnTo>
                  <a:lnTo>
                    <a:pt x="908" y="6007"/>
                  </a:lnTo>
                  <a:lnTo>
                    <a:pt x="742" y="6007"/>
                  </a:lnTo>
                  <a:lnTo>
                    <a:pt x="461" y="6352"/>
                  </a:lnTo>
                  <a:lnTo>
                    <a:pt x="487" y="6736"/>
                  </a:lnTo>
                  <a:lnTo>
                    <a:pt x="538" y="6723"/>
                  </a:lnTo>
                  <a:lnTo>
                    <a:pt x="602" y="6748"/>
                  </a:lnTo>
                  <a:lnTo>
                    <a:pt x="704" y="6800"/>
                  </a:lnTo>
                  <a:lnTo>
                    <a:pt x="806" y="6851"/>
                  </a:lnTo>
                  <a:lnTo>
                    <a:pt x="959" y="6979"/>
                  </a:lnTo>
                  <a:lnTo>
                    <a:pt x="1023" y="7055"/>
                  </a:lnTo>
                  <a:lnTo>
                    <a:pt x="1087" y="7132"/>
                  </a:lnTo>
                  <a:lnTo>
                    <a:pt x="1177" y="7285"/>
                  </a:lnTo>
                  <a:lnTo>
                    <a:pt x="1189" y="7298"/>
                  </a:lnTo>
                  <a:lnTo>
                    <a:pt x="1215" y="7311"/>
                  </a:lnTo>
                  <a:lnTo>
                    <a:pt x="1253" y="7311"/>
                  </a:lnTo>
                  <a:lnTo>
                    <a:pt x="1292" y="7298"/>
                  </a:lnTo>
                  <a:lnTo>
                    <a:pt x="1343" y="7285"/>
                  </a:lnTo>
                  <a:lnTo>
                    <a:pt x="1356" y="7324"/>
                  </a:lnTo>
                  <a:lnTo>
                    <a:pt x="1343" y="7336"/>
                  </a:lnTo>
                  <a:lnTo>
                    <a:pt x="1330" y="7349"/>
                  </a:lnTo>
                  <a:lnTo>
                    <a:pt x="1305" y="7375"/>
                  </a:lnTo>
                  <a:lnTo>
                    <a:pt x="1253" y="7400"/>
                  </a:lnTo>
                  <a:lnTo>
                    <a:pt x="1241" y="7439"/>
                  </a:lnTo>
                  <a:lnTo>
                    <a:pt x="1228" y="7477"/>
                  </a:lnTo>
                  <a:lnTo>
                    <a:pt x="1241" y="7528"/>
                  </a:lnTo>
                  <a:lnTo>
                    <a:pt x="1305" y="7541"/>
                  </a:lnTo>
                  <a:lnTo>
                    <a:pt x="1330" y="7541"/>
                  </a:lnTo>
                  <a:lnTo>
                    <a:pt x="1356" y="7566"/>
                  </a:lnTo>
                  <a:lnTo>
                    <a:pt x="1394" y="7630"/>
                  </a:lnTo>
                  <a:lnTo>
                    <a:pt x="1407" y="7669"/>
                  </a:lnTo>
                  <a:lnTo>
                    <a:pt x="1407" y="7694"/>
                  </a:lnTo>
                  <a:lnTo>
                    <a:pt x="1381" y="7707"/>
                  </a:lnTo>
                  <a:lnTo>
                    <a:pt x="1356" y="7707"/>
                  </a:lnTo>
                  <a:lnTo>
                    <a:pt x="1317" y="7669"/>
                  </a:lnTo>
                  <a:lnTo>
                    <a:pt x="1292" y="7643"/>
                  </a:lnTo>
                  <a:lnTo>
                    <a:pt x="1266" y="7630"/>
                  </a:lnTo>
                  <a:lnTo>
                    <a:pt x="1253" y="7643"/>
                  </a:lnTo>
                  <a:lnTo>
                    <a:pt x="1228" y="7669"/>
                  </a:lnTo>
                  <a:lnTo>
                    <a:pt x="1228" y="7694"/>
                  </a:lnTo>
                  <a:lnTo>
                    <a:pt x="1241" y="7720"/>
                  </a:lnTo>
                  <a:lnTo>
                    <a:pt x="1292" y="7745"/>
                  </a:lnTo>
                  <a:lnTo>
                    <a:pt x="1330" y="7784"/>
                  </a:lnTo>
                  <a:lnTo>
                    <a:pt x="1368" y="7835"/>
                  </a:lnTo>
                  <a:lnTo>
                    <a:pt x="1394" y="7886"/>
                  </a:lnTo>
                  <a:lnTo>
                    <a:pt x="1407" y="7950"/>
                  </a:lnTo>
                  <a:lnTo>
                    <a:pt x="1420" y="8065"/>
                  </a:lnTo>
                  <a:lnTo>
                    <a:pt x="1496" y="8052"/>
                  </a:lnTo>
                  <a:lnTo>
                    <a:pt x="1560" y="8052"/>
                  </a:lnTo>
                  <a:lnTo>
                    <a:pt x="1586" y="8065"/>
                  </a:lnTo>
                  <a:lnTo>
                    <a:pt x="1611" y="8090"/>
                  </a:lnTo>
                  <a:lnTo>
                    <a:pt x="1650" y="8154"/>
                  </a:lnTo>
                  <a:lnTo>
                    <a:pt x="1701" y="8205"/>
                  </a:lnTo>
                  <a:lnTo>
                    <a:pt x="1765" y="8244"/>
                  </a:lnTo>
                  <a:lnTo>
                    <a:pt x="1829" y="8269"/>
                  </a:lnTo>
                  <a:lnTo>
                    <a:pt x="1867" y="8269"/>
                  </a:lnTo>
                  <a:lnTo>
                    <a:pt x="1905" y="8257"/>
                  </a:lnTo>
                  <a:lnTo>
                    <a:pt x="1944" y="8231"/>
                  </a:lnTo>
                  <a:lnTo>
                    <a:pt x="1982" y="8205"/>
                  </a:lnTo>
                  <a:lnTo>
                    <a:pt x="2046" y="8193"/>
                  </a:lnTo>
                  <a:lnTo>
                    <a:pt x="2071" y="8180"/>
                  </a:lnTo>
                  <a:lnTo>
                    <a:pt x="2097" y="8167"/>
                  </a:lnTo>
                  <a:lnTo>
                    <a:pt x="2135" y="8116"/>
                  </a:lnTo>
                  <a:lnTo>
                    <a:pt x="2174" y="8065"/>
                  </a:lnTo>
                  <a:lnTo>
                    <a:pt x="2238" y="8014"/>
                  </a:lnTo>
                  <a:lnTo>
                    <a:pt x="2314" y="7963"/>
                  </a:lnTo>
                  <a:lnTo>
                    <a:pt x="2404" y="7937"/>
                  </a:lnTo>
                  <a:lnTo>
                    <a:pt x="2493" y="7912"/>
                  </a:lnTo>
                  <a:lnTo>
                    <a:pt x="2595" y="7912"/>
                  </a:lnTo>
                  <a:lnTo>
                    <a:pt x="2608" y="7899"/>
                  </a:lnTo>
                  <a:lnTo>
                    <a:pt x="2621" y="7873"/>
                  </a:lnTo>
                  <a:lnTo>
                    <a:pt x="2621" y="7848"/>
                  </a:lnTo>
                  <a:lnTo>
                    <a:pt x="2634" y="7835"/>
                  </a:lnTo>
                  <a:lnTo>
                    <a:pt x="2672" y="7822"/>
                  </a:lnTo>
                  <a:lnTo>
                    <a:pt x="2710" y="7809"/>
                  </a:lnTo>
                  <a:lnTo>
                    <a:pt x="2787" y="7809"/>
                  </a:lnTo>
                  <a:lnTo>
                    <a:pt x="2940" y="7796"/>
                  </a:lnTo>
                  <a:lnTo>
                    <a:pt x="2992" y="7796"/>
                  </a:lnTo>
                  <a:lnTo>
                    <a:pt x="3043" y="7809"/>
                  </a:lnTo>
                  <a:lnTo>
                    <a:pt x="3132" y="7860"/>
                  </a:lnTo>
                  <a:lnTo>
                    <a:pt x="3222" y="7886"/>
                  </a:lnTo>
                  <a:lnTo>
                    <a:pt x="3324" y="7899"/>
                  </a:lnTo>
                  <a:lnTo>
                    <a:pt x="3401" y="7924"/>
                  </a:lnTo>
                  <a:lnTo>
                    <a:pt x="3439" y="7950"/>
                  </a:lnTo>
                  <a:lnTo>
                    <a:pt x="3477" y="7975"/>
                  </a:lnTo>
                  <a:lnTo>
                    <a:pt x="3516" y="8001"/>
                  </a:lnTo>
                  <a:lnTo>
                    <a:pt x="3567" y="8014"/>
                  </a:lnTo>
                  <a:lnTo>
                    <a:pt x="3618" y="8027"/>
                  </a:lnTo>
                  <a:lnTo>
                    <a:pt x="3669" y="8014"/>
                  </a:lnTo>
                  <a:lnTo>
                    <a:pt x="3886" y="7988"/>
                  </a:lnTo>
                  <a:lnTo>
                    <a:pt x="3937" y="7975"/>
                  </a:lnTo>
                  <a:lnTo>
                    <a:pt x="3988" y="7988"/>
                  </a:lnTo>
                  <a:lnTo>
                    <a:pt x="4014" y="8001"/>
                  </a:lnTo>
                  <a:lnTo>
                    <a:pt x="4052" y="8027"/>
                  </a:lnTo>
                  <a:lnTo>
                    <a:pt x="4091" y="8090"/>
                  </a:lnTo>
                  <a:lnTo>
                    <a:pt x="4116" y="8103"/>
                  </a:lnTo>
                  <a:lnTo>
                    <a:pt x="4142" y="8116"/>
                  </a:lnTo>
                  <a:lnTo>
                    <a:pt x="4193" y="8116"/>
                  </a:lnTo>
                  <a:lnTo>
                    <a:pt x="4219" y="8065"/>
                  </a:lnTo>
                  <a:lnTo>
                    <a:pt x="4257" y="8039"/>
                  </a:lnTo>
                  <a:lnTo>
                    <a:pt x="4295" y="8014"/>
                  </a:lnTo>
                  <a:lnTo>
                    <a:pt x="4359" y="8014"/>
                  </a:lnTo>
                  <a:lnTo>
                    <a:pt x="4461" y="8001"/>
                  </a:lnTo>
                  <a:lnTo>
                    <a:pt x="4500" y="8001"/>
                  </a:lnTo>
                  <a:lnTo>
                    <a:pt x="4525" y="8027"/>
                  </a:lnTo>
                  <a:lnTo>
                    <a:pt x="4538" y="8039"/>
                  </a:lnTo>
                  <a:lnTo>
                    <a:pt x="4551" y="8090"/>
                  </a:lnTo>
                  <a:lnTo>
                    <a:pt x="4564" y="8129"/>
                  </a:lnTo>
                  <a:lnTo>
                    <a:pt x="4576" y="8142"/>
                  </a:lnTo>
                  <a:lnTo>
                    <a:pt x="4589" y="8154"/>
                  </a:lnTo>
                  <a:lnTo>
                    <a:pt x="4640" y="8154"/>
                  </a:lnTo>
                  <a:lnTo>
                    <a:pt x="4679" y="8129"/>
                  </a:lnTo>
                  <a:lnTo>
                    <a:pt x="4704" y="8103"/>
                  </a:lnTo>
                  <a:lnTo>
                    <a:pt x="4730" y="8039"/>
                  </a:lnTo>
                  <a:lnTo>
                    <a:pt x="4743" y="8014"/>
                  </a:lnTo>
                  <a:lnTo>
                    <a:pt x="4781" y="7988"/>
                  </a:lnTo>
                  <a:lnTo>
                    <a:pt x="4819" y="7963"/>
                  </a:lnTo>
                  <a:lnTo>
                    <a:pt x="4845" y="7924"/>
                  </a:lnTo>
                  <a:lnTo>
                    <a:pt x="4870" y="7886"/>
                  </a:lnTo>
                  <a:lnTo>
                    <a:pt x="4883" y="7848"/>
                  </a:lnTo>
                  <a:lnTo>
                    <a:pt x="4896" y="7771"/>
                  </a:lnTo>
                  <a:lnTo>
                    <a:pt x="4921" y="7720"/>
                  </a:lnTo>
                  <a:lnTo>
                    <a:pt x="4973" y="7681"/>
                  </a:lnTo>
                  <a:lnTo>
                    <a:pt x="5075" y="7618"/>
                  </a:lnTo>
                  <a:lnTo>
                    <a:pt x="5241" y="7503"/>
                  </a:lnTo>
                  <a:lnTo>
                    <a:pt x="5292" y="7477"/>
                  </a:lnTo>
                  <a:lnTo>
                    <a:pt x="5356" y="7451"/>
                  </a:lnTo>
                  <a:lnTo>
                    <a:pt x="5484" y="7426"/>
                  </a:lnTo>
                  <a:lnTo>
                    <a:pt x="5752" y="7400"/>
                  </a:lnTo>
                  <a:lnTo>
                    <a:pt x="5803" y="7388"/>
                  </a:lnTo>
                  <a:lnTo>
                    <a:pt x="5854" y="7375"/>
                  </a:lnTo>
                  <a:lnTo>
                    <a:pt x="5906" y="7349"/>
                  </a:lnTo>
                  <a:lnTo>
                    <a:pt x="5918" y="7336"/>
                  </a:lnTo>
                  <a:lnTo>
                    <a:pt x="5918" y="7311"/>
                  </a:lnTo>
                  <a:lnTo>
                    <a:pt x="5906" y="7285"/>
                  </a:lnTo>
                  <a:lnTo>
                    <a:pt x="5893" y="7272"/>
                  </a:lnTo>
                  <a:lnTo>
                    <a:pt x="5854" y="7247"/>
                  </a:lnTo>
                  <a:lnTo>
                    <a:pt x="5816" y="7221"/>
                  </a:lnTo>
                  <a:lnTo>
                    <a:pt x="5803" y="7209"/>
                  </a:lnTo>
                  <a:lnTo>
                    <a:pt x="5803" y="7183"/>
                  </a:lnTo>
                  <a:lnTo>
                    <a:pt x="5816" y="7132"/>
                  </a:lnTo>
                  <a:lnTo>
                    <a:pt x="5829" y="7094"/>
                  </a:lnTo>
                  <a:lnTo>
                    <a:pt x="5867" y="7055"/>
                  </a:lnTo>
                  <a:lnTo>
                    <a:pt x="5906" y="7030"/>
                  </a:lnTo>
                  <a:lnTo>
                    <a:pt x="5957" y="7004"/>
                  </a:lnTo>
                  <a:lnTo>
                    <a:pt x="5995" y="6979"/>
                  </a:lnTo>
                  <a:lnTo>
                    <a:pt x="6033" y="6927"/>
                  </a:lnTo>
                  <a:lnTo>
                    <a:pt x="6046" y="6876"/>
                  </a:lnTo>
                  <a:lnTo>
                    <a:pt x="6072" y="6825"/>
                  </a:lnTo>
                  <a:lnTo>
                    <a:pt x="6110" y="6787"/>
                  </a:lnTo>
                  <a:lnTo>
                    <a:pt x="6148" y="6748"/>
                  </a:lnTo>
                  <a:lnTo>
                    <a:pt x="6200" y="6710"/>
                  </a:lnTo>
                  <a:lnTo>
                    <a:pt x="6315" y="6659"/>
                  </a:lnTo>
                  <a:lnTo>
                    <a:pt x="6442" y="6608"/>
                  </a:lnTo>
                  <a:lnTo>
                    <a:pt x="6493" y="6582"/>
                  </a:lnTo>
                  <a:lnTo>
                    <a:pt x="6519" y="6557"/>
                  </a:lnTo>
                  <a:lnTo>
                    <a:pt x="6545" y="6518"/>
                  </a:lnTo>
                  <a:lnTo>
                    <a:pt x="6583" y="6467"/>
                  </a:lnTo>
                  <a:lnTo>
                    <a:pt x="6634" y="6442"/>
                  </a:lnTo>
                  <a:lnTo>
                    <a:pt x="6672" y="6429"/>
                  </a:lnTo>
                  <a:lnTo>
                    <a:pt x="6711" y="6416"/>
                  </a:lnTo>
                  <a:lnTo>
                    <a:pt x="6724" y="6391"/>
                  </a:lnTo>
                  <a:lnTo>
                    <a:pt x="6724" y="6365"/>
                  </a:lnTo>
                  <a:lnTo>
                    <a:pt x="6724" y="6301"/>
                  </a:lnTo>
                  <a:lnTo>
                    <a:pt x="6698" y="6263"/>
                  </a:lnTo>
                  <a:lnTo>
                    <a:pt x="6608" y="6186"/>
                  </a:lnTo>
                  <a:lnTo>
                    <a:pt x="6557" y="6109"/>
                  </a:lnTo>
                  <a:lnTo>
                    <a:pt x="6519" y="6020"/>
                  </a:lnTo>
                  <a:lnTo>
                    <a:pt x="6481" y="5931"/>
                  </a:lnTo>
                  <a:lnTo>
                    <a:pt x="6455" y="5854"/>
                  </a:lnTo>
                  <a:lnTo>
                    <a:pt x="6417" y="5777"/>
                  </a:lnTo>
                  <a:lnTo>
                    <a:pt x="6404" y="5713"/>
                  </a:lnTo>
                  <a:lnTo>
                    <a:pt x="6404" y="5649"/>
                  </a:lnTo>
                  <a:lnTo>
                    <a:pt x="6404" y="5585"/>
                  </a:lnTo>
                  <a:lnTo>
                    <a:pt x="6417" y="5522"/>
                  </a:lnTo>
                  <a:lnTo>
                    <a:pt x="6442" y="5458"/>
                  </a:lnTo>
                  <a:lnTo>
                    <a:pt x="6532" y="5330"/>
                  </a:lnTo>
                  <a:lnTo>
                    <a:pt x="6647" y="5176"/>
                  </a:lnTo>
                  <a:lnTo>
                    <a:pt x="6736" y="5023"/>
                  </a:lnTo>
                  <a:lnTo>
                    <a:pt x="6826" y="4883"/>
                  </a:lnTo>
                  <a:lnTo>
                    <a:pt x="6890" y="4793"/>
                  </a:lnTo>
                  <a:lnTo>
                    <a:pt x="6979" y="4704"/>
                  </a:lnTo>
                  <a:lnTo>
                    <a:pt x="7094" y="4627"/>
                  </a:lnTo>
                  <a:lnTo>
                    <a:pt x="7145" y="4576"/>
                  </a:lnTo>
                  <a:lnTo>
                    <a:pt x="7196" y="4537"/>
                  </a:lnTo>
                  <a:lnTo>
                    <a:pt x="7209" y="4576"/>
                  </a:lnTo>
                  <a:lnTo>
                    <a:pt x="7235" y="4601"/>
                  </a:lnTo>
                  <a:lnTo>
                    <a:pt x="7273" y="4601"/>
                  </a:lnTo>
                  <a:lnTo>
                    <a:pt x="7311" y="4576"/>
                  </a:lnTo>
                  <a:lnTo>
                    <a:pt x="7388" y="4486"/>
                  </a:lnTo>
                  <a:lnTo>
                    <a:pt x="7388" y="4461"/>
                  </a:lnTo>
                  <a:lnTo>
                    <a:pt x="7388" y="4435"/>
                  </a:lnTo>
                  <a:lnTo>
                    <a:pt x="7363" y="4397"/>
                  </a:lnTo>
                  <a:lnTo>
                    <a:pt x="7337" y="4359"/>
                  </a:lnTo>
                  <a:lnTo>
                    <a:pt x="7311" y="4307"/>
                  </a:lnTo>
                  <a:lnTo>
                    <a:pt x="7299" y="4295"/>
                  </a:lnTo>
                  <a:lnTo>
                    <a:pt x="7299" y="4282"/>
                  </a:lnTo>
                  <a:lnTo>
                    <a:pt x="7299" y="4269"/>
                  </a:lnTo>
                  <a:lnTo>
                    <a:pt x="7311" y="4256"/>
                  </a:lnTo>
                  <a:lnTo>
                    <a:pt x="7324" y="4243"/>
                  </a:lnTo>
                  <a:lnTo>
                    <a:pt x="7375" y="4218"/>
                  </a:lnTo>
                  <a:lnTo>
                    <a:pt x="7426" y="4154"/>
                  </a:lnTo>
                  <a:lnTo>
                    <a:pt x="7478" y="4116"/>
                  </a:lnTo>
                  <a:lnTo>
                    <a:pt x="7529" y="4090"/>
                  </a:lnTo>
                  <a:lnTo>
                    <a:pt x="7618" y="4065"/>
                  </a:lnTo>
                  <a:lnTo>
                    <a:pt x="8065" y="3988"/>
                  </a:lnTo>
                  <a:lnTo>
                    <a:pt x="8219" y="3975"/>
                  </a:lnTo>
                  <a:lnTo>
                    <a:pt x="8283" y="3962"/>
                  </a:lnTo>
                  <a:lnTo>
                    <a:pt x="8359" y="3937"/>
                  </a:lnTo>
                  <a:lnTo>
                    <a:pt x="8411" y="3898"/>
                  </a:lnTo>
                  <a:lnTo>
                    <a:pt x="8462" y="3847"/>
                  </a:lnTo>
                  <a:lnTo>
                    <a:pt x="8551" y="3745"/>
                  </a:lnTo>
                  <a:lnTo>
                    <a:pt x="8602" y="3707"/>
                  </a:lnTo>
                  <a:lnTo>
                    <a:pt x="8666" y="3681"/>
                  </a:lnTo>
                  <a:lnTo>
                    <a:pt x="8807" y="3656"/>
                  </a:lnTo>
                  <a:lnTo>
                    <a:pt x="8896" y="3643"/>
                  </a:lnTo>
                  <a:lnTo>
                    <a:pt x="8960" y="3630"/>
                  </a:lnTo>
                  <a:lnTo>
                    <a:pt x="9024" y="3592"/>
                  </a:lnTo>
                  <a:lnTo>
                    <a:pt x="9088" y="3553"/>
                  </a:lnTo>
                  <a:lnTo>
                    <a:pt x="9152" y="3502"/>
                  </a:lnTo>
                  <a:lnTo>
                    <a:pt x="9216" y="3451"/>
                  </a:lnTo>
                  <a:lnTo>
                    <a:pt x="9267" y="3438"/>
                  </a:lnTo>
                  <a:lnTo>
                    <a:pt x="9318" y="3413"/>
                  </a:lnTo>
                  <a:lnTo>
                    <a:pt x="9344" y="3362"/>
                  </a:lnTo>
                  <a:lnTo>
                    <a:pt x="9344" y="3311"/>
                  </a:lnTo>
                  <a:lnTo>
                    <a:pt x="9331" y="3247"/>
                  </a:lnTo>
                  <a:lnTo>
                    <a:pt x="9318" y="3195"/>
                  </a:lnTo>
                  <a:lnTo>
                    <a:pt x="9292" y="3144"/>
                  </a:lnTo>
                  <a:lnTo>
                    <a:pt x="9267" y="3106"/>
                  </a:lnTo>
                  <a:lnTo>
                    <a:pt x="9267" y="3080"/>
                  </a:lnTo>
                  <a:lnTo>
                    <a:pt x="9267" y="3055"/>
                  </a:lnTo>
                  <a:lnTo>
                    <a:pt x="9292" y="3042"/>
                  </a:lnTo>
                  <a:lnTo>
                    <a:pt x="9318" y="3029"/>
                  </a:lnTo>
                  <a:lnTo>
                    <a:pt x="9344" y="3017"/>
                  </a:lnTo>
                  <a:lnTo>
                    <a:pt x="9356" y="2978"/>
                  </a:lnTo>
                  <a:lnTo>
                    <a:pt x="9356" y="2940"/>
                  </a:lnTo>
                  <a:lnTo>
                    <a:pt x="9305" y="2850"/>
                  </a:lnTo>
                  <a:lnTo>
                    <a:pt x="9305" y="2838"/>
                  </a:lnTo>
                  <a:lnTo>
                    <a:pt x="9062" y="2799"/>
                  </a:lnTo>
                  <a:lnTo>
                    <a:pt x="8858" y="2838"/>
                  </a:lnTo>
                  <a:lnTo>
                    <a:pt x="8845" y="2838"/>
                  </a:lnTo>
                  <a:lnTo>
                    <a:pt x="8641" y="2774"/>
                  </a:lnTo>
                  <a:lnTo>
                    <a:pt x="8398" y="2787"/>
                  </a:lnTo>
                  <a:lnTo>
                    <a:pt x="8372" y="2774"/>
                  </a:lnTo>
                  <a:lnTo>
                    <a:pt x="8308" y="2671"/>
                  </a:lnTo>
                  <a:lnTo>
                    <a:pt x="8129" y="2761"/>
                  </a:lnTo>
                  <a:lnTo>
                    <a:pt x="8117" y="2761"/>
                  </a:lnTo>
                  <a:lnTo>
                    <a:pt x="7963" y="2697"/>
                  </a:lnTo>
                  <a:lnTo>
                    <a:pt x="7938" y="2684"/>
                  </a:lnTo>
                  <a:lnTo>
                    <a:pt x="7861" y="2390"/>
                  </a:lnTo>
                  <a:lnTo>
                    <a:pt x="7874" y="2390"/>
                  </a:lnTo>
                  <a:lnTo>
                    <a:pt x="7529" y="2224"/>
                  </a:lnTo>
                  <a:lnTo>
                    <a:pt x="7363" y="2314"/>
                  </a:lnTo>
                  <a:lnTo>
                    <a:pt x="7350" y="2314"/>
                  </a:lnTo>
                  <a:lnTo>
                    <a:pt x="7171" y="2288"/>
                  </a:lnTo>
                  <a:lnTo>
                    <a:pt x="6826" y="2301"/>
                  </a:lnTo>
                  <a:lnTo>
                    <a:pt x="6813" y="2288"/>
                  </a:lnTo>
                  <a:lnTo>
                    <a:pt x="6672" y="2122"/>
                  </a:lnTo>
                  <a:lnTo>
                    <a:pt x="6404" y="2058"/>
                  </a:lnTo>
                  <a:lnTo>
                    <a:pt x="6391" y="2045"/>
                  </a:lnTo>
                  <a:lnTo>
                    <a:pt x="6084" y="1687"/>
                  </a:lnTo>
                  <a:lnTo>
                    <a:pt x="5931" y="1636"/>
                  </a:lnTo>
                  <a:lnTo>
                    <a:pt x="5918" y="1611"/>
                  </a:lnTo>
                  <a:lnTo>
                    <a:pt x="5893" y="1457"/>
                  </a:lnTo>
                  <a:lnTo>
                    <a:pt x="5778" y="1368"/>
                  </a:lnTo>
                  <a:lnTo>
                    <a:pt x="5752" y="1368"/>
                  </a:lnTo>
                  <a:lnTo>
                    <a:pt x="5701" y="1355"/>
                  </a:lnTo>
                  <a:lnTo>
                    <a:pt x="5663" y="1330"/>
                  </a:lnTo>
                  <a:lnTo>
                    <a:pt x="5573" y="1330"/>
                  </a:lnTo>
                  <a:lnTo>
                    <a:pt x="5535" y="1355"/>
                  </a:lnTo>
                  <a:lnTo>
                    <a:pt x="5497" y="1368"/>
                  </a:lnTo>
                  <a:lnTo>
                    <a:pt x="5471" y="1381"/>
                  </a:lnTo>
                  <a:lnTo>
                    <a:pt x="5445" y="1393"/>
                  </a:lnTo>
                  <a:lnTo>
                    <a:pt x="5445" y="1406"/>
                  </a:lnTo>
                  <a:lnTo>
                    <a:pt x="5407" y="1419"/>
                  </a:lnTo>
                  <a:lnTo>
                    <a:pt x="5369" y="1419"/>
                  </a:lnTo>
                  <a:lnTo>
                    <a:pt x="5330" y="1393"/>
                  </a:lnTo>
                  <a:lnTo>
                    <a:pt x="5267" y="1368"/>
                  </a:lnTo>
                  <a:lnTo>
                    <a:pt x="5203" y="1330"/>
                  </a:lnTo>
                  <a:lnTo>
                    <a:pt x="5075" y="1291"/>
                  </a:lnTo>
                  <a:lnTo>
                    <a:pt x="4947" y="1240"/>
                  </a:lnTo>
                  <a:lnTo>
                    <a:pt x="4832" y="1189"/>
                  </a:lnTo>
                  <a:lnTo>
                    <a:pt x="4781" y="1176"/>
                  </a:lnTo>
                  <a:lnTo>
                    <a:pt x="4743" y="1176"/>
                  </a:lnTo>
                  <a:lnTo>
                    <a:pt x="4717" y="1189"/>
                  </a:lnTo>
                  <a:lnTo>
                    <a:pt x="4704" y="1214"/>
                  </a:lnTo>
                  <a:lnTo>
                    <a:pt x="4691" y="1227"/>
                  </a:lnTo>
                  <a:lnTo>
                    <a:pt x="4679" y="1253"/>
                  </a:lnTo>
                  <a:lnTo>
                    <a:pt x="4653" y="1253"/>
                  </a:lnTo>
                  <a:lnTo>
                    <a:pt x="4640" y="1227"/>
                  </a:lnTo>
                  <a:lnTo>
                    <a:pt x="4615" y="1176"/>
                  </a:lnTo>
                  <a:lnTo>
                    <a:pt x="4589" y="1163"/>
                  </a:lnTo>
                  <a:lnTo>
                    <a:pt x="4385" y="1163"/>
                  </a:lnTo>
                  <a:lnTo>
                    <a:pt x="4359" y="1125"/>
                  </a:lnTo>
                  <a:lnTo>
                    <a:pt x="4359" y="1099"/>
                  </a:lnTo>
                  <a:lnTo>
                    <a:pt x="4397" y="1087"/>
                  </a:lnTo>
                  <a:lnTo>
                    <a:pt x="4397" y="1061"/>
                  </a:lnTo>
                  <a:lnTo>
                    <a:pt x="4385" y="1036"/>
                  </a:lnTo>
                  <a:lnTo>
                    <a:pt x="4334" y="1010"/>
                  </a:lnTo>
                  <a:lnTo>
                    <a:pt x="4244" y="1010"/>
                  </a:lnTo>
                  <a:lnTo>
                    <a:pt x="4155" y="1023"/>
                  </a:lnTo>
                  <a:lnTo>
                    <a:pt x="3707" y="1023"/>
                  </a:lnTo>
                  <a:lnTo>
                    <a:pt x="3656" y="984"/>
                  </a:lnTo>
                  <a:lnTo>
                    <a:pt x="3528" y="933"/>
                  </a:lnTo>
                  <a:lnTo>
                    <a:pt x="3401" y="869"/>
                  </a:lnTo>
                  <a:lnTo>
                    <a:pt x="3362" y="844"/>
                  </a:lnTo>
                  <a:lnTo>
                    <a:pt x="3311" y="818"/>
                  </a:lnTo>
                  <a:lnTo>
                    <a:pt x="3196" y="780"/>
                  </a:lnTo>
                  <a:lnTo>
                    <a:pt x="3145" y="754"/>
                  </a:lnTo>
                  <a:lnTo>
                    <a:pt x="3094" y="754"/>
                  </a:lnTo>
                  <a:lnTo>
                    <a:pt x="2966" y="716"/>
                  </a:lnTo>
                  <a:lnTo>
                    <a:pt x="2851" y="665"/>
                  </a:lnTo>
                  <a:lnTo>
                    <a:pt x="2787" y="639"/>
                  </a:lnTo>
                  <a:lnTo>
                    <a:pt x="2762" y="614"/>
                  </a:lnTo>
                  <a:lnTo>
                    <a:pt x="2736" y="588"/>
                  </a:lnTo>
                  <a:lnTo>
                    <a:pt x="2710" y="524"/>
                  </a:lnTo>
                  <a:lnTo>
                    <a:pt x="2685" y="499"/>
                  </a:lnTo>
                  <a:lnTo>
                    <a:pt x="2608" y="499"/>
                  </a:lnTo>
                  <a:lnTo>
                    <a:pt x="2583" y="512"/>
                  </a:lnTo>
                  <a:lnTo>
                    <a:pt x="2570" y="524"/>
                  </a:lnTo>
                  <a:lnTo>
                    <a:pt x="2570" y="537"/>
                  </a:lnTo>
                  <a:lnTo>
                    <a:pt x="2570" y="550"/>
                  </a:lnTo>
                  <a:lnTo>
                    <a:pt x="2557" y="563"/>
                  </a:lnTo>
                  <a:lnTo>
                    <a:pt x="2493" y="563"/>
                  </a:lnTo>
                  <a:lnTo>
                    <a:pt x="2442" y="550"/>
                  </a:lnTo>
                  <a:lnTo>
                    <a:pt x="2340" y="537"/>
                  </a:lnTo>
                  <a:lnTo>
                    <a:pt x="2199" y="512"/>
                  </a:lnTo>
                  <a:lnTo>
                    <a:pt x="2122" y="499"/>
                  </a:lnTo>
                  <a:lnTo>
                    <a:pt x="2059" y="486"/>
                  </a:lnTo>
                  <a:lnTo>
                    <a:pt x="1982" y="473"/>
                  </a:lnTo>
                  <a:lnTo>
                    <a:pt x="1905" y="473"/>
                  </a:lnTo>
                  <a:lnTo>
                    <a:pt x="1829" y="486"/>
                  </a:lnTo>
                  <a:lnTo>
                    <a:pt x="1803" y="486"/>
                  </a:lnTo>
                  <a:lnTo>
                    <a:pt x="1765" y="473"/>
                  </a:lnTo>
                  <a:lnTo>
                    <a:pt x="1739" y="460"/>
                  </a:lnTo>
                  <a:lnTo>
                    <a:pt x="1714" y="435"/>
                  </a:lnTo>
                  <a:lnTo>
                    <a:pt x="1624" y="358"/>
                  </a:lnTo>
                  <a:lnTo>
                    <a:pt x="1573" y="307"/>
                  </a:lnTo>
                  <a:lnTo>
                    <a:pt x="1522" y="269"/>
                  </a:lnTo>
                  <a:lnTo>
                    <a:pt x="1471" y="243"/>
                  </a:lnTo>
                  <a:lnTo>
                    <a:pt x="1368" y="141"/>
                  </a:lnTo>
                  <a:lnTo>
                    <a:pt x="1266" y="39"/>
                  </a:lnTo>
                  <a:lnTo>
                    <a:pt x="1241" y="13"/>
                  </a:lnTo>
                  <a:lnTo>
                    <a:pt x="1215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2" name="Google Shape;562;p60"/>
            <p:cNvSpPr/>
            <p:nvPr/>
          </p:nvSpPr>
          <p:spPr>
            <a:xfrm>
              <a:off x="3839700" y="3495700"/>
              <a:ext cx="19200" cy="27825"/>
            </a:xfrm>
            <a:custGeom>
              <a:rect b="b" l="l" r="r" t="t"/>
              <a:pathLst>
                <a:path extrusionOk="0" h="1113" w="768">
                  <a:moveTo>
                    <a:pt x="614" y="1"/>
                  </a:moveTo>
                  <a:lnTo>
                    <a:pt x="26" y="461"/>
                  </a:lnTo>
                  <a:lnTo>
                    <a:pt x="1" y="550"/>
                  </a:lnTo>
                  <a:lnTo>
                    <a:pt x="103" y="614"/>
                  </a:lnTo>
                  <a:lnTo>
                    <a:pt x="205" y="946"/>
                  </a:lnTo>
                  <a:lnTo>
                    <a:pt x="218" y="1113"/>
                  </a:lnTo>
                  <a:lnTo>
                    <a:pt x="461" y="998"/>
                  </a:lnTo>
                  <a:lnTo>
                    <a:pt x="473" y="512"/>
                  </a:lnTo>
                  <a:lnTo>
                    <a:pt x="473" y="486"/>
                  </a:lnTo>
                  <a:lnTo>
                    <a:pt x="486" y="474"/>
                  </a:lnTo>
                  <a:lnTo>
                    <a:pt x="767" y="231"/>
                  </a:lnTo>
                  <a:lnTo>
                    <a:pt x="742" y="129"/>
                  </a:lnTo>
                  <a:lnTo>
                    <a:pt x="729" y="129"/>
                  </a:lnTo>
                  <a:lnTo>
                    <a:pt x="614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3" name="Google Shape;563;p60"/>
            <p:cNvSpPr/>
            <p:nvPr/>
          </p:nvSpPr>
          <p:spPr>
            <a:xfrm>
              <a:off x="4452225" y="3132100"/>
              <a:ext cx="31650" cy="42200"/>
            </a:xfrm>
            <a:custGeom>
              <a:rect b="b" l="l" r="r" t="t"/>
              <a:pathLst>
                <a:path extrusionOk="0" h="1688" w="1266">
                  <a:moveTo>
                    <a:pt x="933" y="0"/>
                  </a:moveTo>
                  <a:lnTo>
                    <a:pt x="409" y="422"/>
                  </a:lnTo>
                  <a:lnTo>
                    <a:pt x="0" y="1151"/>
                  </a:lnTo>
                  <a:lnTo>
                    <a:pt x="115" y="1687"/>
                  </a:lnTo>
                  <a:lnTo>
                    <a:pt x="179" y="1649"/>
                  </a:lnTo>
                  <a:lnTo>
                    <a:pt x="294" y="1470"/>
                  </a:lnTo>
                  <a:lnTo>
                    <a:pt x="332" y="1445"/>
                  </a:lnTo>
                  <a:lnTo>
                    <a:pt x="358" y="1445"/>
                  </a:lnTo>
                  <a:lnTo>
                    <a:pt x="805" y="1547"/>
                  </a:lnTo>
                  <a:lnTo>
                    <a:pt x="1125" y="1138"/>
                  </a:lnTo>
                  <a:lnTo>
                    <a:pt x="767" y="1074"/>
                  </a:lnTo>
                  <a:lnTo>
                    <a:pt x="946" y="818"/>
                  </a:lnTo>
                  <a:lnTo>
                    <a:pt x="1265" y="576"/>
                  </a:lnTo>
                  <a:lnTo>
                    <a:pt x="933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4" name="Google Shape;564;p60"/>
            <p:cNvSpPr/>
            <p:nvPr/>
          </p:nvSpPr>
          <p:spPr>
            <a:xfrm>
              <a:off x="5364750" y="2802350"/>
              <a:ext cx="68400" cy="33900"/>
            </a:xfrm>
            <a:custGeom>
              <a:rect b="b" l="l" r="r" t="t"/>
              <a:pathLst>
                <a:path extrusionOk="0" h="1356" w="2736">
                  <a:moveTo>
                    <a:pt x="870" y="1"/>
                  </a:moveTo>
                  <a:lnTo>
                    <a:pt x="359" y="474"/>
                  </a:lnTo>
                  <a:lnTo>
                    <a:pt x="359" y="487"/>
                  </a:lnTo>
                  <a:lnTo>
                    <a:pt x="90" y="614"/>
                  </a:lnTo>
                  <a:lnTo>
                    <a:pt x="1" y="742"/>
                  </a:lnTo>
                  <a:lnTo>
                    <a:pt x="154" y="895"/>
                  </a:lnTo>
                  <a:lnTo>
                    <a:pt x="167" y="921"/>
                  </a:lnTo>
                  <a:lnTo>
                    <a:pt x="154" y="947"/>
                  </a:lnTo>
                  <a:lnTo>
                    <a:pt x="77" y="1023"/>
                  </a:lnTo>
                  <a:lnTo>
                    <a:pt x="116" y="1164"/>
                  </a:lnTo>
                  <a:lnTo>
                    <a:pt x="537" y="1356"/>
                  </a:lnTo>
                  <a:lnTo>
                    <a:pt x="972" y="1356"/>
                  </a:lnTo>
                  <a:lnTo>
                    <a:pt x="1074" y="1292"/>
                  </a:lnTo>
                  <a:lnTo>
                    <a:pt x="1215" y="1164"/>
                  </a:lnTo>
                  <a:lnTo>
                    <a:pt x="1266" y="1164"/>
                  </a:lnTo>
                  <a:lnTo>
                    <a:pt x="1458" y="1330"/>
                  </a:lnTo>
                  <a:lnTo>
                    <a:pt x="2135" y="1292"/>
                  </a:lnTo>
                  <a:lnTo>
                    <a:pt x="2429" y="1164"/>
                  </a:lnTo>
                  <a:lnTo>
                    <a:pt x="2442" y="1164"/>
                  </a:lnTo>
                  <a:lnTo>
                    <a:pt x="2467" y="1177"/>
                  </a:lnTo>
                  <a:lnTo>
                    <a:pt x="2595" y="1266"/>
                  </a:lnTo>
                  <a:lnTo>
                    <a:pt x="2736" y="985"/>
                  </a:lnTo>
                  <a:lnTo>
                    <a:pt x="2736" y="768"/>
                  </a:lnTo>
                  <a:lnTo>
                    <a:pt x="2391" y="627"/>
                  </a:lnTo>
                  <a:lnTo>
                    <a:pt x="2365" y="602"/>
                  </a:lnTo>
                  <a:lnTo>
                    <a:pt x="2212" y="269"/>
                  </a:lnTo>
                  <a:lnTo>
                    <a:pt x="1828" y="269"/>
                  </a:lnTo>
                  <a:lnTo>
                    <a:pt x="1228" y="141"/>
                  </a:lnTo>
                  <a:lnTo>
                    <a:pt x="1215" y="141"/>
                  </a:lnTo>
                  <a:lnTo>
                    <a:pt x="870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5" name="Google Shape;565;p60"/>
            <p:cNvSpPr/>
            <p:nvPr/>
          </p:nvSpPr>
          <p:spPr>
            <a:xfrm>
              <a:off x="5902500" y="3547150"/>
              <a:ext cx="19200" cy="15350"/>
            </a:xfrm>
            <a:custGeom>
              <a:rect b="b" l="l" r="r" t="t"/>
              <a:pathLst>
                <a:path extrusionOk="0" h="614" w="768">
                  <a:moveTo>
                    <a:pt x="435" y="0"/>
                  </a:moveTo>
                  <a:lnTo>
                    <a:pt x="205" y="230"/>
                  </a:lnTo>
                  <a:lnTo>
                    <a:pt x="231" y="422"/>
                  </a:lnTo>
                  <a:lnTo>
                    <a:pt x="1" y="460"/>
                  </a:lnTo>
                  <a:lnTo>
                    <a:pt x="77" y="512"/>
                  </a:lnTo>
                  <a:lnTo>
                    <a:pt x="499" y="614"/>
                  </a:lnTo>
                  <a:lnTo>
                    <a:pt x="767" y="141"/>
                  </a:lnTo>
                  <a:lnTo>
                    <a:pt x="435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6" name="Google Shape;566;p60"/>
            <p:cNvSpPr/>
            <p:nvPr/>
          </p:nvSpPr>
          <p:spPr>
            <a:xfrm>
              <a:off x="5928375" y="3232750"/>
              <a:ext cx="4825" cy="5125"/>
            </a:xfrm>
            <a:custGeom>
              <a:rect b="b" l="l" r="r" t="t"/>
              <a:pathLst>
                <a:path extrusionOk="0" h="205" w="193">
                  <a:moveTo>
                    <a:pt x="65" y="0"/>
                  </a:moveTo>
                  <a:lnTo>
                    <a:pt x="1" y="103"/>
                  </a:lnTo>
                  <a:lnTo>
                    <a:pt x="1" y="205"/>
                  </a:lnTo>
                  <a:lnTo>
                    <a:pt x="167" y="141"/>
                  </a:lnTo>
                  <a:lnTo>
                    <a:pt x="192" y="13"/>
                  </a:lnTo>
                  <a:lnTo>
                    <a:pt x="129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7" name="Google Shape;567;p60"/>
            <p:cNvSpPr/>
            <p:nvPr/>
          </p:nvSpPr>
          <p:spPr>
            <a:xfrm>
              <a:off x="5924875" y="3216775"/>
              <a:ext cx="4500" cy="7675"/>
            </a:xfrm>
            <a:custGeom>
              <a:rect b="b" l="l" r="r" t="t"/>
              <a:pathLst>
                <a:path extrusionOk="0" h="307" w="180">
                  <a:moveTo>
                    <a:pt x="179" y="218"/>
                  </a:moveTo>
                  <a:lnTo>
                    <a:pt x="166" y="229"/>
                  </a:lnTo>
                  <a:lnTo>
                    <a:pt x="166" y="230"/>
                  </a:lnTo>
                  <a:lnTo>
                    <a:pt x="179" y="218"/>
                  </a:lnTo>
                  <a:close/>
                  <a:moveTo>
                    <a:pt x="128" y="0"/>
                  </a:moveTo>
                  <a:lnTo>
                    <a:pt x="0" y="77"/>
                  </a:lnTo>
                  <a:lnTo>
                    <a:pt x="77" y="307"/>
                  </a:lnTo>
                  <a:lnTo>
                    <a:pt x="166" y="229"/>
                  </a:lnTo>
                  <a:lnTo>
                    <a:pt x="128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8" name="Google Shape;568;p60"/>
            <p:cNvSpPr/>
            <p:nvPr/>
          </p:nvSpPr>
          <p:spPr>
            <a:xfrm>
              <a:off x="6068975" y="3095350"/>
              <a:ext cx="8325" cy="10900"/>
            </a:xfrm>
            <a:custGeom>
              <a:rect b="b" l="l" r="r" t="t"/>
              <a:pathLst>
                <a:path extrusionOk="0" h="436" w="333">
                  <a:moveTo>
                    <a:pt x="166" y="1"/>
                  </a:moveTo>
                  <a:lnTo>
                    <a:pt x="90" y="26"/>
                  </a:lnTo>
                  <a:lnTo>
                    <a:pt x="90" y="243"/>
                  </a:lnTo>
                  <a:lnTo>
                    <a:pt x="0" y="358"/>
                  </a:lnTo>
                  <a:lnTo>
                    <a:pt x="90" y="435"/>
                  </a:lnTo>
                  <a:lnTo>
                    <a:pt x="333" y="358"/>
                  </a:lnTo>
                  <a:lnTo>
                    <a:pt x="320" y="180"/>
                  </a:lnTo>
                  <a:lnTo>
                    <a:pt x="218" y="128"/>
                  </a:lnTo>
                  <a:lnTo>
                    <a:pt x="166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9" name="Google Shape;569;p60"/>
            <p:cNvSpPr/>
            <p:nvPr/>
          </p:nvSpPr>
          <p:spPr>
            <a:xfrm>
              <a:off x="5921675" y="3544600"/>
              <a:ext cx="46350" cy="21100"/>
            </a:xfrm>
            <a:custGeom>
              <a:rect b="b" l="l" r="r" t="t"/>
              <a:pathLst>
                <a:path extrusionOk="0" h="844" w="1854">
                  <a:moveTo>
                    <a:pt x="818" y="0"/>
                  </a:moveTo>
                  <a:lnTo>
                    <a:pt x="793" y="102"/>
                  </a:lnTo>
                  <a:lnTo>
                    <a:pt x="627" y="64"/>
                  </a:lnTo>
                  <a:lnTo>
                    <a:pt x="588" y="128"/>
                  </a:lnTo>
                  <a:lnTo>
                    <a:pt x="627" y="294"/>
                  </a:lnTo>
                  <a:lnTo>
                    <a:pt x="754" y="141"/>
                  </a:lnTo>
                  <a:lnTo>
                    <a:pt x="959" y="332"/>
                  </a:lnTo>
                  <a:lnTo>
                    <a:pt x="1087" y="332"/>
                  </a:lnTo>
                  <a:lnTo>
                    <a:pt x="1202" y="460"/>
                  </a:lnTo>
                  <a:lnTo>
                    <a:pt x="1023" y="486"/>
                  </a:lnTo>
                  <a:lnTo>
                    <a:pt x="997" y="537"/>
                  </a:lnTo>
                  <a:lnTo>
                    <a:pt x="742" y="396"/>
                  </a:lnTo>
                  <a:lnTo>
                    <a:pt x="665" y="294"/>
                  </a:lnTo>
                  <a:lnTo>
                    <a:pt x="601" y="294"/>
                  </a:lnTo>
                  <a:lnTo>
                    <a:pt x="499" y="332"/>
                  </a:lnTo>
                  <a:lnTo>
                    <a:pt x="397" y="230"/>
                  </a:lnTo>
                  <a:lnTo>
                    <a:pt x="192" y="384"/>
                  </a:lnTo>
                  <a:lnTo>
                    <a:pt x="103" y="384"/>
                  </a:lnTo>
                  <a:lnTo>
                    <a:pt x="0" y="511"/>
                  </a:lnTo>
                  <a:lnTo>
                    <a:pt x="52" y="601"/>
                  </a:lnTo>
                  <a:lnTo>
                    <a:pt x="0" y="690"/>
                  </a:lnTo>
                  <a:lnTo>
                    <a:pt x="0" y="805"/>
                  </a:lnTo>
                  <a:lnTo>
                    <a:pt x="307" y="844"/>
                  </a:lnTo>
                  <a:lnTo>
                    <a:pt x="358" y="767"/>
                  </a:lnTo>
                  <a:lnTo>
                    <a:pt x="499" y="805"/>
                  </a:lnTo>
                  <a:lnTo>
                    <a:pt x="754" y="716"/>
                  </a:lnTo>
                  <a:lnTo>
                    <a:pt x="972" y="690"/>
                  </a:lnTo>
                  <a:lnTo>
                    <a:pt x="1100" y="626"/>
                  </a:lnTo>
                  <a:lnTo>
                    <a:pt x="1151" y="665"/>
                  </a:lnTo>
                  <a:lnTo>
                    <a:pt x="1317" y="511"/>
                  </a:lnTo>
                  <a:lnTo>
                    <a:pt x="1368" y="665"/>
                  </a:lnTo>
                  <a:lnTo>
                    <a:pt x="1598" y="614"/>
                  </a:lnTo>
                  <a:lnTo>
                    <a:pt x="1675" y="537"/>
                  </a:lnTo>
                  <a:lnTo>
                    <a:pt x="1815" y="562"/>
                  </a:lnTo>
                  <a:lnTo>
                    <a:pt x="1854" y="230"/>
                  </a:lnTo>
                  <a:lnTo>
                    <a:pt x="1649" y="192"/>
                  </a:lnTo>
                  <a:lnTo>
                    <a:pt x="1585" y="243"/>
                  </a:lnTo>
                  <a:lnTo>
                    <a:pt x="1457" y="128"/>
                  </a:lnTo>
                  <a:lnTo>
                    <a:pt x="1240" y="256"/>
                  </a:lnTo>
                  <a:lnTo>
                    <a:pt x="1100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0" name="Google Shape;570;p60"/>
            <p:cNvSpPr/>
            <p:nvPr/>
          </p:nvSpPr>
          <p:spPr>
            <a:xfrm>
              <a:off x="6044375" y="3592850"/>
              <a:ext cx="12150" cy="10225"/>
            </a:xfrm>
            <a:custGeom>
              <a:rect b="b" l="l" r="r" t="t"/>
              <a:pathLst>
                <a:path extrusionOk="0" h="409" w="486">
                  <a:moveTo>
                    <a:pt x="460" y="0"/>
                  </a:moveTo>
                  <a:lnTo>
                    <a:pt x="192" y="243"/>
                  </a:lnTo>
                  <a:lnTo>
                    <a:pt x="0" y="281"/>
                  </a:lnTo>
                  <a:lnTo>
                    <a:pt x="0" y="409"/>
                  </a:lnTo>
                  <a:lnTo>
                    <a:pt x="115" y="409"/>
                  </a:lnTo>
                  <a:lnTo>
                    <a:pt x="179" y="358"/>
                  </a:lnTo>
                  <a:lnTo>
                    <a:pt x="435" y="256"/>
                  </a:lnTo>
                  <a:lnTo>
                    <a:pt x="486" y="51"/>
                  </a:lnTo>
                  <a:lnTo>
                    <a:pt x="486" y="38"/>
                  </a:lnTo>
                  <a:lnTo>
                    <a:pt x="460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1" name="Google Shape;571;p60"/>
            <p:cNvSpPr/>
            <p:nvPr/>
          </p:nvSpPr>
          <p:spPr>
            <a:xfrm>
              <a:off x="6097075" y="3169475"/>
              <a:ext cx="6425" cy="12800"/>
            </a:xfrm>
            <a:custGeom>
              <a:rect b="b" l="l" r="r" t="t"/>
              <a:pathLst>
                <a:path extrusionOk="0" h="512" w="257">
                  <a:moveTo>
                    <a:pt x="231" y="1"/>
                  </a:moveTo>
                  <a:lnTo>
                    <a:pt x="78" y="103"/>
                  </a:lnTo>
                  <a:lnTo>
                    <a:pt x="1" y="333"/>
                  </a:lnTo>
                  <a:lnTo>
                    <a:pt x="257" y="512"/>
                  </a:lnTo>
                  <a:lnTo>
                    <a:pt x="257" y="512"/>
                  </a:lnTo>
                  <a:lnTo>
                    <a:pt x="180" y="231"/>
                  </a:lnTo>
                  <a:lnTo>
                    <a:pt x="231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2" name="Google Shape;572;p60"/>
            <p:cNvSpPr/>
            <p:nvPr/>
          </p:nvSpPr>
          <p:spPr>
            <a:xfrm>
              <a:off x="6053950" y="3563125"/>
              <a:ext cx="37100" cy="28450"/>
            </a:xfrm>
            <a:custGeom>
              <a:rect b="b" l="l" r="r" t="t"/>
              <a:pathLst>
                <a:path extrusionOk="0" h="1138" w="1484">
                  <a:moveTo>
                    <a:pt x="1291" y="0"/>
                  </a:moveTo>
                  <a:lnTo>
                    <a:pt x="1215" y="52"/>
                  </a:lnTo>
                  <a:lnTo>
                    <a:pt x="1023" y="192"/>
                  </a:lnTo>
                  <a:lnTo>
                    <a:pt x="997" y="192"/>
                  </a:lnTo>
                  <a:lnTo>
                    <a:pt x="819" y="486"/>
                  </a:lnTo>
                  <a:lnTo>
                    <a:pt x="806" y="499"/>
                  </a:lnTo>
                  <a:lnTo>
                    <a:pt x="793" y="499"/>
                  </a:lnTo>
                  <a:lnTo>
                    <a:pt x="793" y="486"/>
                  </a:lnTo>
                  <a:lnTo>
                    <a:pt x="665" y="397"/>
                  </a:lnTo>
                  <a:lnTo>
                    <a:pt x="576" y="320"/>
                  </a:lnTo>
                  <a:lnTo>
                    <a:pt x="461" y="384"/>
                  </a:lnTo>
                  <a:lnTo>
                    <a:pt x="307" y="524"/>
                  </a:lnTo>
                  <a:lnTo>
                    <a:pt x="333" y="742"/>
                  </a:lnTo>
                  <a:lnTo>
                    <a:pt x="231" y="869"/>
                  </a:lnTo>
                  <a:lnTo>
                    <a:pt x="346" y="921"/>
                  </a:lnTo>
                  <a:lnTo>
                    <a:pt x="141" y="921"/>
                  </a:lnTo>
                  <a:lnTo>
                    <a:pt x="1" y="1061"/>
                  </a:lnTo>
                  <a:lnTo>
                    <a:pt x="1" y="1138"/>
                  </a:lnTo>
                  <a:lnTo>
                    <a:pt x="371" y="1138"/>
                  </a:lnTo>
                  <a:lnTo>
                    <a:pt x="537" y="1061"/>
                  </a:lnTo>
                  <a:lnTo>
                    <a:pt x="895" y="1023"/>
                  </a:lnTo>
                  <a:lnTo>
                    <a:pt x="1355" y="550"/>
                  </a:lnTo>
                  <a:lnTo>
                    <a:pt x="1394" y="473"/>
                  </a:lnTo>
                  <a:lnTo>
                    <a:pt x="1317" y="218"/>
                  </a:lnTo>
                  <a:lnTo>
                    <a:pt x="1317" y="205"/>
                  </a:lnTo>
                  <a:lnTo>
                    <a:pt x="1330" y="192"/>
                  </a:lnTo>
                  <a:lnTo>
                    <a:pt x="1483" y="167"/>
                  </a:lnTo>
                  <a:lnTo>
                    <a:pt x="1458" y="64"/>
                  </a:lnTo>
                  <a:lnTo>
                    <a:pt x="1330" y="90"/>
                  </a:lnTo>
                  <a:lnTo>
                    <a:pt x="1317" y="90"/>
                  </a:lnTo>
                  <a:lnTo>
                    <a:pt x="1304" y="77"/>
                  </a:lnTo>
                  <a:lnTo>
                    <a:pt x="1291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3" name="Google Shape;573;p60"/>
            <p:cNvSpPr/>
            <p:nvPr/>
          </p:nvSpPr>
          <p:spPr>
            <a:xfrm>
              <a:off x="6087175" y="3550025"/>
              <a:ext cx="48275" cy="23975"/>
            </a:xfrm>
            <a:custGeom>
              <a:rect b="b" l="l" r="r" t="t"/>
              <a:pathLst>
                <a:path extrusionOk="0" h="959" w="1931">
                  <a:moveTo>
                    <a:pt x="1880" y="0"/>
                  </a:moveTo>
                  <a:lnTo>
                    <a:pt x="1662" y="39"/>
                  </a:lnTo>
                  <a:lnTo>
                    <a:pt x="1624" y="26"/>
                  </a:lnTo>
                  <a:lnTo>
                    <a:pt x="1368" y="115"/>
                  </a:lnTo>
                  <a:lnTo>
                    <a:pt x="1177" y="77"/>
                  </a:lnTo>
                  <a:lnTo>
                    <a:pt x="1023" y="154"/>
                  </a:lnTo>
                  <a:lnTo>
                    <a:pt x="819" y="154"/>
                  </a:lnTo>
                  <a:lnTo>
                    <a:pt x="729" y="179"/>
                  </a:lnTo>
                  <a:lnTo>
                    <a:pt x="601" y="205"/>
                  </a:lnTo>
                  <a:lnTo>
                    <a:pt x="103" y="243"/>
                  </a:lnTo>
                  <a:lnTo>
                    <a:pt x="52" y="473"/>
                  </a:lnTo>
                  <a:lnTo>
                    <a:pt x="1" y="512"/>
                  </a:lnTo>
                  <a:lnTo>
                    <a:pt x="14" y="576"/>
                  </a:lnTo>
                  <a:lnTo>
                    <a:pt x="129" y="550"/>
                  </a:lnTo>
                  <a:lnTo>
                    <a:pt x="141" y="550"/>
                  </a:lnTo>
                  <a:lnTo>
                    <a:pt x="154" y="563"/>
                  </a:lnTo>
                  <a:lnTo>
                    <a:pt x="205" y="691"/>
                  </a:lnTo>
                  <a:lnTo>
                    <a:pt x="192" y="716"/>
                  </a:lnTo>
                  <a:lnTo>
                    <a:pt x="180" y="729"/>
                  </a:lnTo>
                  <a:lnTo>
                    <a:pt x="39" y="754"/>
                  </a:lnTo>
                  <a:lnTo>
                    <a:pt x="103" y="959"/>
                  </a:lnTo>
                  <a:lnTo>
                    <a:pt x="486" y="729"/>
                  </a:lnTo>
                  <a:lnTo>
                    <a:pt x="819" y="652"/>
                  </a:lnTo>
                  <a:lnTo>
                    <a:pt x="998" y="576"/>
                  </a:lnTo>
                  <a:lnTo>
                    <a:pt x="1292" y="524"/>
                  </a:lnTo>
                  <a:lnTo>
                    <a:pt x="1343" y="397"/>
                  </a:lnTo>
                  <a:lnTo>
                    <a:pt x="1573" y="345"/>
                  </a:lnTo>
                  <a:lnTo>
                    <a:pt x="1688" y="294"/>
                  </a:lnTo>
                  <a:lnTo>
                    <a:pt x="1931" y="77"/>
                  </a:lnTo>
                  <a:lnTo>
                    <a:pt x="1880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4" name="Google Shape;574;p60"/>
            <p:cNvSpPr/>
            <p:nvPr/>
          </p:nvSpPr>
          <p:spPr>
            <a:xfrm>
              <a:off x="5966400" y="3569825"/>
              <a:ext cx="38375" cy="20150"/>
            </a:xfrm>
            <a:custGeom>
              <a:rect b="b" l="l" r="r" t="t"/>
              <a:pathLst>
                <a:path extrusionOk="0" h="806" w="1535">
                  <a:moveTo>
                    <a:pt x="793" y="1"/>
                  </a:moveTo>
                  <a:lnTo>
                    <a:pt x="678" y="65"/>
                  </a:lnTo>
                  <a:lnTo>
                    <a:pt x="180" y="65"/>
                  </a:lnTo>
                  <a:lnTo>
                    <a:pt x="1" y="180"/>
                  </a:lnTo>
                  <a:lnTo>
                    <a:pt x="1" y="282"/>
                  </a:lnTo>
                  <a:lnTo>
                    <a:pt x="141" y="384"/>
                  </a:lnTo>
                  <a:lnTo>
                    <a:pt x="486" y="384"/>
                  </a:lnTo>
                  <a:lnTo>
                    <a:pt x="640" y="499"/>
                  </a:lnTo>
                  <a:lnTo>
                    <a:pt x="819" y="550"/>
                  </a:lnTo>
                  <a:lnTo>
                    <a:pt x="1010" y="806"/>
                  </a:lnTo>
                  <a:lnTo>
                    <a:pt x="1202" y="806"/>
                  </a:lnTo>
                  <a:lnTo>
                    <a:pt x="1355" y="755"/>
                  </a:lnTo>
                  <a:lnTo>
                    <a:pt x="1432" y="768"/>
                  </a:lnTo>
                  <a:lnTo>
                    <a:pt x="1534" y="640"/>
                  </a:lnTo>
                  <a:lnTo>
                    <a:pt x="1432" y="499"/>
                  </a:lnTo>
                  <a:lnTo>
                    <a:pt x="1228" y="295"/>
                  </a:lnTo>
                  <a:lnTo>
                    <a:pt x="1061" y="269"/>
                  </a:lnTo>
                  <a:lnTo>
                    <a:pt x="1036" y="154"/>
                  </a:lnTo>
                  <a:lnTo>
                    <a:pt x="908" y="129"/>
                  </a:lnTo>
                  <a:lnTo>
                    <a:pt x="793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5" name="Google Shape;575;p60"/>
            <p:cNvSpPr/>
            <p:nvPr/>
          </p:nvSpPr>
          <p:spPr>
            <a:xfrm>
              <a:off x="6069300" y="3567275"/>
              <a:ext cx="8650" cy="7050"/>
            </a:xfrm>
            <a:custGeom>
              <a:rect b="b" l="l" r="r" t="t"/>
              <a:pathLst>
                <a:path extrusionOk="0" h="282" w="346">
                  <a:moveTo>
                    <a:pt x="217" y="1"/>
                  </a:moveTo>
                  <a:lnTo>
                    <a:pt x="0" y="128"/>
                  </a:lnTo>
                  <a:lnTo>
                    <a:pt x="77" y="205"/>
                  </a:lnTo>
                  <a:lnTo>
                    <a:pt x="179" y="282"/>
                  </a:lnTo>
                  <a:lnTo>
                    <a:pt x="345" y="26"/>
                  </a:lnTo>
                  <a:lnTo>
                    <a:pt x="217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6" name="Google Shape;576;p60"/>
            <p:cNvSpPr/>
            <p:nvPr/>
          </p:nvSpPr>
          <p:spPr>
            <a:xfrm>
              <a:off x="6074725" y="3545550"/>
              <a:ext cx="17275" cy="8325"/>
            </a:xfrm>
            <a:custGeom>
              <a:rect b="b" l="l" r="r" t="t"/>
              <a:pathLst>
                <a:path extrusionOk="0" h="333" w="691">
                  <a:moveTo>
                    <a:pt x="179" y="0"/>
                  </a:moveTo>
                  <a:lnTo>
                    <a:pt x="51" y="154"/>
                  </a:lnTo>
                  <a:lnTo>
                    <a:pt x="154" y="154"/>
                  </a:lnTo>
                  <a:lnTo>
                    <a:pt x="0" y="282"/>
                  </a:lnTo>
                  <a:lnTo>
                    <a:pt x="90" y="333"/>
                  </a:lnTo>
                  <a:lnTo>
                    <a:pt x="690" y="205"/>
                  </a:lnTo>
                  <a:lnTo>
                    <a:pt x="639" y="26"/>
                  </a:lnTo>
                  <a:lnTo>
                    <a:pt x="282" y="52"/>
                  </a:lnTo>
                  <a:lnTo>
                    <a:pt x="179" y="128"/>
                  </a:lnTo>
                  <a:lnTo>
                    <a:pt x="179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7" name="Google Shape;577;p60"/>
            <p:cNvSpPr/>
            <p:nvPr/>
          </p:nvSpPr>
          <p:spPr>
            <a:xfrm>
              <a:off x="6096450" y="3305600"/>
              <a:ext cx="4825" cy="7375"/>
            </a:xfrm>
            <a:custGeom>
              <a:rect b="b" l="l" r="r" t="t"/>
              <a:pathLst>
                <a:path extrusionOk="0" h="295" w="193">
                  <a:moveTo>
                    <a:pt x="103" y="0"/>
                  </a:moveTo>
                  <a:lnTo>
                    <a:pt x="0" y="103"/>
                  </a:lnTo>
                  <a:lnTo>
                    <a:pt x="128" y="154"/>
                  </a:lnTo>
                  <a:lnTo>
                    <a:pt x="103" y="294"/>
                  </a:lnTo>
                  <a:lnTo>
                    <a:pt x="192" y="294"/>
                  </a:lnTo>
                  <a:lnTo>
                    <a:pt x="179" y="166"/>
                  </a:lnTo>
                  <a:lnTo>
                    <a:pt x="103" y="77"/>
                  </a:lnTo>
                  <a:lnTo>
                    <a:pt x="103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8" name="Google Shape;578;p60"/>
            <p:cNvSpPr/>
            <p:nvPr/>
          </p:nvSpPr>
          <p:spPr>
            <a:xfrm>
              <a:off x="6067050" y="3548750"/>
              <a:ext cx="7700" cy="6400"/>
            </a:xfrm>
            <a:custGeom>
              <a:rect b="b" l="l" r="r" t="t"/>
              <a:pathLst>
                <a:path extrusionOk="0" h="256" w="308">
                  <a:moveTo>
                    <a:pt x="307" y="0"/>
                  </a:moveTo>
                  <a:lnTo>
                    <a:pt x="154" y="128"/>
                  </a:lnTo>
                  <a:lnTo>
                    <a:pt x="77" y="51"/>
                  </a:lnTo>
                  <a:lnTo>
                    <a:pt x="52" y="51"/>
                  </a:lnTo>
                  <a:lnTo>
                    <a:pt x="26" y="90"/>
                  </a:lnTo>
                  <a:lnTo>
                    <a:pt x="1" y="128"/>
                  </a:lnTo>
                  <a:lnTo>
                    <a:pt x="128" y="256"/>
                  </a:lnTo>
                  <a:lnTo>
                    <a:pt x="307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9" name="Google Shape;579;p60"/>
            <p:cNvSpPr/>
            <p:nvPr/>
          </p:nvSpPr>
          <p:spPr>
            <a:xfrm>
              <a:off x="6119450" y="3288350"/>
              <a:ext cx="7700" cy="17900"/>
            </a:xfrm>
            <a:custGeom>
              <a:rect b="b" l="l" r="r" t="t"/>
              <a:pathLst>
                <a:path extrusionOk="0" h="716" w="308">
                  <a:moveTo>
                    <a:pt x="180" y="0"/>
                  </a:moveTo>
                  <a:lnTo>
                    <a:pt x="90" y="192"/>
                  </a:lnTo>
                  <a:lnTo>
                    <a:pt x="141" y="281"/>
                  </a:lnTo>
                  <a:lnTo>
                    <a:pt x="243" y="345"/>
                  </a:lnTo>
                  <a:lnTo>
                    <a:pt x="128" y="435"/>
                  </a:lnTo>
                  <a:lnTo>
                    <a:pt x="1" y="460"/>
                  </a:lnTo>
                  <a:lnTo>
                    <a:pt x="128" y="716"/>
                  </a:lnTo>
                  <a:lnTo>
                    <a:pt x="128" y="511"/>
                  </a:lnTo>
                  <a:lnTo>
                    <a:pt x="65" y="486"/>
                  </a:lnTo>
                  <a:lnTo>
                    <a:pt x="192" y="511"/>
                  </a:lnTo>
                  <a:lnTo>
                    <a:pt x="205" y="409"/>
                  </a:lnTo>
                  <a:lnTo>
                    <a:pt x="269" y="332"/>
                  </a:lnTo>
                  <a:lnTo>
                    <a:pt x="307" y="307"/>
                  </a:lnTo>
                  <a:lnTo>
                    <a:pt x="282" y="217"/>
                  </a:lnTo>
                  <a:lnTo>
                    <a:pt x="307" y="153"/>
                  </a:lnTo>
                  <a:lnTo>
                    <a:pt x="256" y="38"/>
                  </a:lnTo>
                  <a:lnTo>
                    <a:pt x="180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0" name="Google Shape;580;p60"/>
            <p:cNvSpPr/>
            <p:nvPr/>
          </p:nvSpPr>
          <p:spPr>
            <a:xfrm>
              <a:off x="6026475" y="3178425"/>
              <a:ext cx="94925" cy="91100"/>
            </a:xfrm>
            <a:custGeom>
              <a:rect b="b" l="l" r="r" t="t"/>
              <a:pathLst>
                <a:path extrusionOk="0" h="3644" w="3797">
                  <a:moveTo>
                    <a:pt x="3336" y="1"/>
                  </a:moveTo>
                  <a:lnTo>
                    <a:pt x="3260" y="52"/>
                  </a:lnTo>
                  <a:lnTo>
                    <a:pt x="3196" y="346"/>
                  </a:lnTo>
                  <a:lnTo>
                    <a:pt x="3081" y="384"/>
                  </a:lnTo>
                  <a:lnTo>
                    <a:pt x="3017" y="410"/>
                  </a:lnTo>
                  <a:lnTo>
                    <a:pt x="2991" y="410"/>
                  </a:lnTo>
                  <a:lnTo>
                    <a:pt x="2978" y="397"/>
                  </a:lnTo>
                  <a:lnTo>
                    <a:pt x="2978" y="231"/>
                  </a:lnTo>
                  <a:lnTo>
                    <a:pt x="2851" y="243"/>
                  </a:lnTo>
                  <a:lnTo>
                    <a:pt x="2774" y="448"/>
                  </a:lnTo>
                  <a:lnTo>
                    <a:pt x="2978" y="640"/>
                  </a:lnTo>
                  <a:lnTo>
                    <a:pt x="2902" y="844"/>
                  </a:lnTo>
                  <a:lnTo>
                    <a:pt x="2672" y="780"/>
                  </a:lnTo>
                  <a:lnTo>
                    <a:pt x="2620" y="882"/>
                  </a:lnTo>
                  <a:lnTo>
                    <a:pt x="2582" y="997"/>
                  </a:lnTo>
                  <a:lnTo>
                    <a:pt x="2275" y="844"/>
                  </a:lnTo>
                  <a:lnTo>
                    <a:pt x="2275" y="1164"/>
                  </a:lnTo>
                  <a:lnTo>
                    <a:pt x="2186" y="1228"/>
                  </a:lnTo>
                  <a:lnTo>
                    <a:pt x="1943" y="1215"/>
                  </a:lnTo>
                  <a:lnTo>
                    <a:pt x="1866" y="1445"/>
                  </a:lnTo>
                  <a:lnTo>
                    <a:pt x="1419" y="1675"/>
                  </a:lnTo>
                  <a:lnTo>
                    <a:pt x="1419" y="1675"/>
                  </a:lnTo>
                  <a:lnTo>
                    <a:pt x="1598" y="1470"/>
                  </a:lnTo>
                  <a:lnTo>
                    <a:pt x="1534" y="1228"/>
                  </a:lnTo>
                  <a:lnTo>
                    <a:pt x="1330" y="1125"/>
                  </a:lnTo>
                  <a:lnTo>
                    <a:pt x="1279" y="1074"/>
                  </a:lnTo>
                  <a:lnTo>
                    <a:pt x="1176" y="1049"/>
                  </a:lnTo>
                  <a:lnTo>
                    <a:pt x="1125" y="1138"/>
                  </a:lnTo>
                  <a:lnTo>
                    <a:pt x="1061" y="1215"/>
                  </a:lnTo>
                  <a:lnTo>
                    <a:pt x="844" y="1240"/>
                  </a:lnTo>
                  <a:lnTo>
                    <a:pt x="793" y="1509"/>
                  </a:lnTo>
                  <a:lnTo>
                    <a:pt x="333" y="1624"/>
                  </a:lnTo>
                  <a:lnTo>
                    <a:pt x="128" y="1752"/>
                  </a:lnTo>
                  <a:lnTo>
                    <a:pt x="141" y="1892"/>
                  </a:lnTo>
                  <a:lnTo>
                    <a:pt x="103" y="2250"/>
                  </a:lnTo>
                  <a:lnTo>
                    <a:pt x="0" y="2327"/>
                  </a:lnTo>
                  <a:lnTo>
                    <a:pt x="0" y="2454"/>
                  </a:lnTo>
                  <a:lnTo>
                    <a:pt x="205" y="2531"/>
                  </a:lnTo>
                  <a:lnTo>
                    <a:pt x="230" y="2480"/>
                  </a:lnTo>
                  <a:lnTo>
                    <a:pt x="256" y="2391"/>
                  </a:lnTo>
                  <a:lnTo>
                    <a:pt x="256" y="2250"/>
                  </a:lnTo>
                  <a:lnTo>
                    <a:pt x="371" y="2161"/>
                  </a:lnTo>
                  <a:lnTo>
                    <a:pt x="409" y="1994"/>
                  </a:lnTo>
                  <a:lnTo>
                    <a:pt x="550" y="1828"/>
                  </a:lnTo>
                  <a:lnTo>
                    <a:pt x="652" y="1841"/>
                  </a:lnTo>
                  <a:lnTo>
                    <a:pt x="691" y="2109"/>
                  </a:lnTo>
                  <a:lnTo>
                    <a:pt x="703" y="2122"/>
                  </a:lnTo>
                  <a:lnTo>
                    <a:pt x="716" y="2109"/>
                  </a:lnTo>
                  <a:lnTo>
                    <a:pt x="755" y="2097"/>
                  </a:lnTo>
                  <a:lnTo>
                    <a:pt x="818" y="2071"/>
                  </a:lnTo>
                  <a:lnTo>
                    <a:pt x="921" y="1867"/>
                  </a:lnTo>
                  <a:lnTo>
                    <a:pt x="946" y="2045"/>
                  </a:lnTo>
                  <a:lnTo>
                    <a:pt x="1074" y="2045"/>
                  </a:lnTo>
                  <a:lnTo>
                    <a:pt x="1227" y="2148"/>
                  </a:lnTo>
                  <a:lnTo>
                    <a:pt x="1189" y="1994"/>
                  </a:lnTo>
                  <a:lnTo>
                    <a:pt x="1291" y="1905"/>
                  </a:lnTo>
                  <a:lnTo>
                    <a:pt x="1266" y="1777"/>
                  </a:lnTo>
                  <a:lnTo>
                    <a:pt x="1342" y="1739"/>
                  </a:lnTo>
                  <a:lnTo>
                    <a:pt x="1483" y="1905"/>
                  </a:lnTo>
                  <a:lnTo>
                    <a:pt x="1764" y="2097"/>
                  </a:lnTo>
                  <a:lnTo>
                    <a:pt x="1841" y="2250"/>
                  </a:lnTo>
                  <a:lnTo>
                    <a:pt x="1662" y="2391"/>
                  </a:lnTo>
                  <a:lnTo>
                    <a:pt x="1662" y="2582"/>
                  </a:lnTo>
                  <a:lnTo>
                    <a:pt x="1726" y="2685"/>
                  </a:lnTo>
                  <a:lnTo>
                    <a:pt x="1751" y="3004"/>
                  </a:lnTo>
                  <a:lnTo>
                    <a:pt x="2096" y="3247"/>
                  </a:lnTo>
                  <a:lnTo>
                    <a:pt x="2544" y="3375"/>
                  </a:lnTo>
                  <a:lnTo>
                    <a:pt x="2659" y="3234"/>
                  </a:lnTo>
                  <a:lnTo>
                    <a:pt x="2710" y="3336"/>
                  </a:lnTo>
                  <a:lnTo>
                    <a:pt x="2659" y="3451"/>
                  </a:lnTo>
                  <a:lnTo>
                    <a:pt x="2723" y="3515"/>
                  </a:lnTo>
                  <a:lnTo>
                    <a:pt x="2774" y="3643"/>
                  </a:lnTo>
                  <a:lnTo>
                    <a:pt x="3093" y="3234"/>
                  </a:lnTo>
                  <a:lnTo>
                    <a:pt x="2978" y="2889"/>
                  </a:lnTo>
                  <a:lnTo>
                    <a:pt x="2825" y="2787"/>
                  </a:lnTo>
                  <a:lnTo>
                    <a:pt x="2799" y="2672"/>
                  </a:lnTo>
                  <a:lnTo>
                    <a:pt x="3017" y="2301"/>
                  </a:lnTo>
                  <a:lnTo>
                    <a:pt x="2991" y="2391"/>
                  </a:lnTo>
                  <a:lnTo>
                    <a:pt x="3119" y="2569"/>
                  </a:lnTo>
                  <a:lnTo>
                    <a:pt x="3183" y="2493"/>
                  </a:lnTo>
                  <a:lnTo>
                    <a:pt x="3017" y="2263"/>
                  </a:lnTo>
                  <a:lnTo>
                    <a:pt x="3119" y="2186"/>
                  </a:lnTo>
                  <a:lnTo>
                    <a:pt x="3272" y="2327"/>
                  </a:lnTo>
                  <a:lnTo>
                    <a:pt x="3298" y="2518"/>
                  </a:lnTo>
                  <a:lnTo>
                    <a:pt x="3375" y="2582"/>
                  </a:lnTo>
                  <a:lnTo>
                    <a:pt x="3362" y="2966"/>
                  </a:lnTo>
                  <a:lnTo>
                    <a:pt x="3477" y="3081"/>
                  </a:lnTo>
                  <a:lnTo>
                    <a:pt x="3490" y="2646"/>
                  </a:lnTo>
                  <a:lnTo>
                    <a:pt x="3426" y="2646"/>
                  </a:lnTo>
                  <a:lnTo>
                    <a:pt x="3464" y="2582"/>
                  </a:lnTo>
                  <a:lnTo>
                    <a:pt x="3464" y="2493"/>
                  </a:lnTo>
                  <a:lnTo>
                    <a:pt x="3592" y="2493"/>
                  </a:lnTo>
                  <a:lnTo>
                    <a:pt x="3592" y="2429"/>
                  </a:lnTo>
                  <a:lnTo>
                    <a:pt x="3668" y="2378"/>
                  </a:lnTo>
                  <a:lnTo>
                    <a:pt x="3745" y="2327"/>
                  </a:lnTo>
                  <a:lnTo>
                    <a:pt x="3796" y="1905"/>
                  </a:lnTo>
                  <a:lnTo>
                    <a:pt x="3592" y="1752"/>
                  </a:lnTo>
                  <a:lnTo>
                    <a:pt x="3694" y="1496"/>
                  </a:lnTo>
                  <a:lnTo>
                    <a:pt x="3553" y="1381"/>
                  </a:lnTo>
                  <a:lnTo>
                    <a:pt x="3566" y="1215"/>
                  </a:lnTo>
                  <a:lnTo>
                    <a:pt x="3426" y="1215"/>
                  </a:lnTo>
                  <a:lnTo>
                    <a:pt x="3387" y="1125"/>
                  </a:lnTo>
                  <a:lnTo>
                    <a:pt x="3579" y="1023"/>
                  </a:lnTo>
                  <a:lnTo>
                    <a:pt x="3592" y="882"/>
                  </a:lnTo>
                  <a:lnTo>
                    <a:pt x="3464" y="831"/>
                  </a:lnTo>
                  <a:lnTo>
                    <a:pt x="3438" y="588"/>
                  </a:lnTo>
                  <a:lnTo>
                    <a:pt x="3349" y="665"/>
                  </a:lnTo>
                  <a:lnTo>
                    <a:pt x="3221" y="473"/>
                  </a:lnTo>
                  <a:lnTo>
                    <a:pt x="3247" y="180"/>
                  </a:lnTo>
                  <a:lnTo>
                    <a:pt x="3260" y="269"/>
                  </a:lnTo>
                  <a:lnTo>
                    <a:pt x="3464" y="218"/>
                  </a:lnTo>
                  <a:lnTo>
                    <a:pt x="3438" y="180"/>
                  </a:lnTo>
                  <a:lnTo>
                    <a:pt x="3400" y="116"/>
                  </a:lnTo>
                  <a:lnTo>
                    <a:pt x="3336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1" name="Google Shape;581;p60"/>
            <p:cNvSpPr/>
            <p:nvPr/>
          </p:nvSpPr>
          <p:spPr>
            <a:xfrm>
              <a:off x="6105725" y="2693075"/>
              <a:ext cx="18550" cy="9300"/>
            </a:xfrm>
            <a:custGeom>
              <a:rect b="b" l="l" r="r" t="t"/>
              <a:pathLst>
                <a:path extrusionOk="0" h="372" w="742">
                  <a:moveTo>
                    <a:pt x="383" y="1"/>
                  </a:moveTo>
                  <a:lnTo>
                    <a:pt x="128" y="103"/>
                  </a:lnTo>
                  <a:lnTo>
                    <a:pt x="0" y="269"/>
                  </a:lnTo>
                  <a:lnTo>
                    <a:pt x="153" y="372"/>
                  </a:lnTo>
                  <a:lnTo>
                    <a:pt x="460" y="308"/>
                  </a:lnTo>
                  <a:lnTo>
                    <a:pt x="665" y="193"/>
                  </a:lnTo>
                  <a:lnTo>
                    <a:pt x="741" y="90"/>
                  </a:lnTo>
                  <a:lnTo>
                    <a:pt x="665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2" name="Google Shape;582;p60"/>
            <p:cNvSpPr/>
            <p:nvPr/>
          </p:nvSpPr>
          <p:spPr>
            <a:xfrm>
              <a:off x="6104125" y="3534375"/>
              <a:ext cx="22375" cy="10250"/>
            </a:xfrm>
            <a:custGeom>
              <a:rect b="b" l="l" r="r" t="t"/>
              <a:pathLst>
                <a:path extrusionOk="0" h="410" w="895">
                  <a:moveTo>
                    <a:pt x="639" y="0"/>
                  </a:moveTo>
                  <a:lnTo>
                    <a:pt x="371" y="141"/>
                  </a:lnTo>
                  <a:lnTo>
                    <a:pt x="154" y="90"/>
                  </a:lnTo>
                  <a:lnTo>
                    <a:pt x="154" y="102"/>
                  </a:lnTo>
                  <a:lnTo>
                    <a:pt x="0" y="294"/>
                  </a:lnTo>
                  <a:lnTo>
                    <a:pt x="13" y="409"/>
                  </a:lnTo>
                  <a:lnTo>
                    <a:pt x="205" y="281"/>
                  </a:lnTo>
                  <a:lnTo>
                    <a:pt x="537" y="358"/>
                  </a:lnTo>
                  <a:lnTo>
                    <a:pt x="665" y="179"/>
                  </a:lnTo>
                  <a:lnTo>
                    <a:pt x="895" y="166"/>
                  </a:lnTo>
                  <a:lnTo>
                    <a:pt x="869" y="90"/>
                  </a:lnTo>
                  <a:lnTo>
                    <a:pt x="716" y="90"/>
                  </a:lnTo>
                  <a:lnTo>
                    <a:pt x="639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3" name="Google Shape;583;p60"/>
            <p:cNvSpPr/>
            <p:nvPr/>
          </p:nvSpPr>
          <p:spPr>
            <a:xfrm>
              <a:off x="6095175" y="3324125"/>
              <a:ext cx="2575" cy="5775"/>
            </a:xfrm>
            <a:custGeom>
              <a:rect b="b" l="l" r="r" t="t"/>
              <a:pathLst>
                <a:path extrusionOk="0" h="231" w="103">
                  <a:moveTo>
                    <a:pt x="77" y="1"/>
                  </a:moveTo>
                  <a:lnTo>
                    <a:pt x="0" y="90"/>
                  </a:lnTo>
                  <a:lnTo>
                    <a:pt x="51" y="231"/>
                  </a:lnTo>
                  <a:lnTo>
                    <a:pt x="103" y="179"/>
                  </a:lnTo>
                  <a:lnTo>
                    <a:pt x="103" y="90"/>
                  </a:lnTo>
                  <a:lnTo>
                    <a:pt x="77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4" name="Google Shape;584;p60"/>
            <p:cNvSpPr/>
            <p:nvPr/>
          </p:nvSpPr>
          <p:spPr>
            <a:xfrm>
              <a:off x="6252050" y="2676475"/>
              <a:ext cx="4175" cy="1925"/>
            </a:xfrm>
            <a:custGeom>
              <a:rect b="b" l="l" r="r" t="t"/>
              <a:pathLst>
                <a:path extrusionOk="0" h="77" w="167">
                  <a:moveTo>
                    <a:pt x="1" y="0"/>
                  </a:moveTo>
                  <a:lnTo>
                    <a:pt x="1" y="77"/>
                  </a:lnTo>
                  <a:lnTo>
                    <a:pt x="167" y="26"/>
                  </a:lnTo>
                  <a:lnTo>
                    <a:pt x="90" y="13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5" name="Google Shape;585;p60"/>
            <p:cNvSpPr/>
            <p:nvPr/>
          </p:nvSpPr>
          <p:spPr>
            <a:xfrm>
              <a:off x="6229675" y="2675825"/>
              <a:ext cx="55000" cy="36125"/>
            </a:xfrm>
            <a:custGeom>
              <a:rect b="b" l="l" r="r" t="t"/>
              <a:pathLst>
                <a:path extrusionOk="0" h="1445" w="2200">
                  <a:moveTo>
                    <a:pt x="1624" y="1"/>
                  </a:moveTo>
                  <a:lnTo>
                    <a:pt x="1432" y="103"/>
                  </a:lnTo>
                  <a:lnTo>
                    <a:pt x="1381" y="90"/>
                  </a:lnTo>
                  <a:lnTo>
                    <a:pt x="1343" y="116"/>
                  </a:lnTo>
                  <a:lnTo>
                    <a:pt x="1368" y="192"/>
                  </a:lnTo>
                  <a:lnTo>
                    <a:pt x="1253" y="333"/>
                  </a:lnTo>
                  <a:lnTo>
                    <a:pt x="1100" y="295"/>
                  </a:lnTo>
                  <a:lnTo>
                    <a:pt x="959" y="359"/>
                  </a:lnTo>
                  <a:lnTo>
                    <a:pt x="908" y="256"/>
                  </a:lnTo>
                  <a:lnTo>
                    <a:pt x="793" y="141"/>
                  </a:lnTo>
                  <a:lnTo>
                    <a:pt x="781" y="205"/>
                  </a:lnTo>
                  <a:lnTo>
                    <a:pt x="691" y="269"/>
                  </a:lnTo>
                  <a:lnTo>
                    <a:pt x="589" y="499"/>
                  </a:lnTo>
                  <a:lnTo>
                    <a:pt x="1" y="780"/>
                  </a:lnTo>
                  <a:lnTo>
                    <a:pt x="142" y="806"/>
                  </a:lnTo>
                  <a:lnTo>
                    <a:pt x="282" y="716"/>
                  </a:lnTo>
                  <a:lnTo>
                    <a:pt x="359" y="755"/>
                  </a:lnTo>
                  <a:lnTo>
                    <a:pt x="333" y="870"/>
                  </a:lnTo>
                  <a:lnTo>
                    <a:pt x="461" y="908"/>
                  </a:lnTo>
                  <a:lnTo>
                    <a:pt x="487" y="959"/>
                  </a:lnTo>
                  <a:lnTo>
                    <a:pt x="372" y="1023"/>
                  </a:lnTo>
                  <a:lnTo>
                    <a:pt x="372" y="1202"/>
                  </a:lnTo>
                  <a:lnTo>
                    <a:pt x="538" y="1279"/>
                  </a:lnTo>
                  <a:lnTo>
                    <a:pt x="448" y="1355"/>
                  </a:lnTo>
                  <a:lnTo>
                    <a:pt x="461" y="1381"/>
                  </a:lnTo>
                  <a:lnTo>
                    <a:pt x="512" y="1381"/>
                  </a:lnTo>
                  <a:lnTo>
                    <a:pt x="589" y="1445"/>
                  </a:lnTo>
                  <a:lnTo>
                    <a:pt x="742" y="1419"/>
                  </a:lnTo>
                  <a:lnTo>
                    <a:pt x="729" y="1368"/>
                  </a:lnTo>
                  <a:lnTo>
                    <a:pt x="793" y="1330"/>
                  </a:lnTo>
                  <a:lnTo>
                    <a:pt x="806" y="1215"/>
                  </a:lnTo>
                  <a:lnTo>
                    <a:pt x="832" y="1215"/>
                  </a:lnTo>
                  <a:lnTo>
                    <a:pt x="883" y="1074"/>
                  </a:lnTo>
                  <a:lnTo>
                    <a:pt x="985" y="1074"/>
                  </a:lnTo>
                  <a:lnTo>
                    <a:pt x="1011" y="883"/>
                  </a:lnTo>
                  <a:lnTo>
                    <a:pt x="1151" y="870"/>
                  </a:lnTo>
                  <a:lnTo>
                    <a:pt x="1164" y="819"/>
                  </a:lnTo>
                  <a:lnTo>
                    <a:pt x="1381" y="768"/>
                  </a:lnTo>
                  <a:lnTo>
                    <a:pt x="1560" y="819"/>
                  </a:lnTo>
                  <a:lnTo>
                    <a:pt x="1675" y="1049"/>
                  </a:lnTo>
                  <a:lnTo>
                    <a:pt x="1739" y="1049"/>
                  </a:lnTo>
                  <a:lnTo>
                    <a:pt x="1867" y="729"/>
                  </a:lnTo>
                  <a:lnTo>
                    <a:pt x="2186" y="589"/>
                  </a:lnTo>
                  <a:lnTo>
                    <a:pt x="2148" y="538"/>
                  </a:lnTo>
                  <a:lnTo>
                    <a:pt x="2199" y="461"/>
                  </a:lnTo>
                  <a:lnTo>
                    <a:pt x="2110" y="371"/>
                  </a:lnTo>
                  <a:lnTo>
                    <a:pt x="2135" y="231"/>
                  </a:lnTo>
                  <a:lnTo>
                    <a:pt x="2097" y="180"/>
                  </a:lnTo>
                  <a:lnTo>
                    <a:pt x="1995" y="167"/>
                  </a:lnTo>
                  <a:lnTo>
                    <a:pt x="1867" y="129"/>
                  </a:lnTo>
                  <a:lnTo>
                    <a:pt x="1867" y="77"/>
                  </a:lnTo>
                  <a:lnTo>
                    <a:pt x="1777" y="1"/>
                  </a:lnTo>
                  <a:lnTo>
                    <a:pt x="1714" y="39"/>
                  </a:lnTo>
                  <a:lnTo>
                    <a:pt x="1624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6" name="Google Shape;586;p60"/>
            <p:cNvSpPr/>
            <p:nvPr/>
          </p:nvSpPr>
          <p:spPr>
            <a:xfrm>
              <a:off x="6299975" y="3413900"/>
              <a:ext cx="29750" cy="7075"/>
            </a:xfrm>
            <a:custGeom>
              <a:rect b="b" l="l" r="r" t="t"/>
              <a:pathLst>
                <a:path extrusionOk="0" h="283" w="1190">
                  <a:moveTo>
                    <a:pt x="1" y="1"/>
                  </a:moveTo>
                  <a:lnTo>
                    <a:pt x="52" y="90"/>
                  </a:lnTo>
                  <a:lnTo>
                    <a:pt x="231" y="90"/>
                  </a:lnTo>
                  <a:lnTo>
                    <a:pt x="691" y="282"/>
                  </a:lnTo>
                  <a:lnTo>
                    <a:pt x="998" y="244"/>
                  </a:lnTo>
                  <a:lnTo>
                    <a:pt x="1189" y="218"/>
                  </a:lnTo>
                  <a:lnTo>
                    <a:pt x="1189" y="141"/>
                  </a:lnTo>
                  <a:lnTo>
                    <a:pt x="1087" y="90"/>
                  </a:lnTo>
                  <a:lnTo>
                    <a:pt x="729" y="90"/>
                  </a:lnTo>
                  <a:lnTo>
                    <a:pt x="589" y="3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7" name="Google Shape;587;p60"/>
            <p:cNvSpPr/>
            <p:nvPr/>
          </p:nvSpPr>
          <p:spPr>
            <a:xfrm>
              <a:off x="6275700" y="2671675"/>
              <a:ext cx="3850" cy="4175"/>
            </a:xfrm>
            <a:custGeom>
              <a:rect b="b" l="l" r="r" t="t"/>
              <a:pathLst>
                <a:path extrusionOk="0" h="167" w="154">
                  <a:moveTo>
                    <a:pt x="154" y="1"/>
                  </a:moveTo>
                  <a:lnTo>
                    <a:pt x="0" y="52"/>
                  </a:lnTo>
                  <a:lnTo>
                    <a:pt x="13" y="128"/>
                  </a:lnTo>
                  <a:lnTo>
                    <a:pt x="64" y="167"/>
                  </a:lnTo>
                  <a:lnTo>
                    <a:pt x="154" y="65"/>
                  </a:lnTo>
                  <a:lnTo>
                    <a:pt x="154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8" name="Google Shape;588;p60"/>
            <p:cNvSpPr/>
            <p:nvPr/>
          </p:nvSpPr>
          <p:spPr>
            <a:xfrm>
              <a:off x="6239600" y="2676150"/>
              <a:ext cx="4175" cy="4175"/>
            </a:xfrm>
            <a:custGeom>
              <a:rect b="b" l="l" r="r" t="t"/>
              <a:pathLst>
                <a:path extrusionOk="0" h="167" w="167">
                  <a:moveTo>
                    <a:pt x="51" y="1"/>
                  </a:moveTo>
                  <a:lnTo>
                    <a:pt x="0" y="64"/>
                  </a:lnTo>
                  <a:lnTo>
                    <a:pt x="51" y="103"/>
                  </a:lnTo>
                  <a:lnTo>
                    <a:pt x="64" y="167"/>
                  </a:lnTo>
                  <a:lnTo>
                    <a:pt x="166" y="116"/>
                  </a:lnTo>
                  <a:lnTo>
                    <a:pt x="51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9" name="Google Shape;589;p60"/>
            <p:cNvSpPr/>
            <p:nvPr/>
          </p:nvSpPr>
          <p:spPr>
            <a:xfrm>
              <a:off x="6132550" y="3394425"/>
              <a:ext cx="2900" cy="3850"/>
            </a:xfrm>
            <a:custGeom>
              <a:rect b="b" l="l" r="r" t="t"/>
              <a:pathLst>
                <a:path extrusionOk="0" h="154" w="116">
                  <a:moveTo>
                    <a:pt x="39" y="0"/>
                  </a:moveTo>
                  <a:lnTo>
                    <a:pt x="13" y="26"/>
                  </a:lnTo>
                  <a:lnTo>
                    <a:pt x="1" y="154"/>
                  </a:lnTo>
                  <a:lnTo>
                    <a:pt x="116" y="141"/>
                  </a:lnTo>
                  <a:lnTo>
                    <a:pt x="103" y="13"/>
                  </a:lnTo>
                  <a:lnTo>
                    <a:pt x="39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0" name="Google Shape;590;p60"/>
            <p:cNvSpPr/>
            <p:nvPr/>
          </p:nvSpPr>
          <p:spPr>
            <a:xfrm>
              <a:off x="6297750" y="3395375"/>
              <a:ext cx="21750" cy="11200"/>
            </a:xfrm>
            <a:custGeom>
              <a:rect b="b" l="l" r="r" t="t"/>
              <a:pathLst>
                <a:path extrusionOk="0" h="448" w="870">
                  <a:moveTo>
                    <a:pt x="0" y="1"/>
                  </a:moveTo>
                  <a:lnTo>
                    <a:pt x="217" y="167"/>
                  </a:lnTo>
                  <a:lnTo>
                    <a:pt x="307" y="128"/>
                  </a:lnTo>
                  <a:lnTo>
                    <a:pt x="371" y="410"/>
                  </a:lnTo>
                  <a:lnTo>
                    <a:pt x="626" y="448"/>
                  </a:lnTo>
                  <a:lnTo>
                    <a:pt x="869" y="358"/>
                  </a:lnTo>
                  <a:lnTo>
                    <a:pt x="767" y="282"/>
                  </a:lnTo>
                  <a:lnTo>
                    <a:pt x="652" y="295"/>
                  </a:lnTo>
                  <a:lnTo>
                    <a:pt x="435" y="1"/>
                  </a:lnTo>
                  <a:lnTo>
                    <a:pt x="333" y="52"/>
                  </a:lnTo>
                  <a:lnTo>
                    <a:pt x="269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1" name="Google Shape;591;p60"/>
            <p:cNvSpPr/>
            <p:nvPr/>
          </p:nvSpPr>
          <p:spPr>
            <a:xfrm>
              <a:off x="6286550" y="3399525"/>
              <a:ext cx="4200" cy="5475"/>
            </a:xfrm>
            <a:custGeom>
              <a:rect b="b" l="l" r="r" t="t"/>
              <a:pathLst>
                <a:path extrusionOk="0" h="219" w="168">
                  <a:moveTo>
                    <a:pt x="90" y="1"/>
                  </a:moveTo>
                  <a:lnTo>
                    <a:pt x="1" y="129"/>
                  </a:lnTo>
                  <a:lnTo>
                    <a:pt x="103" y="218"/>
                  </a:lnTo>
                  <a:lnTo>
                    <a:pt x="167" y="141"/>
                  </a:lnTo>
                  <a:lnTo>
                    <a:pt x="90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2" name="Google Shape;592;p60"/>
            <p:cNvSpPr/>
            <p:nvPr/>
          </p:nvSpPr>
          <p:spPr>
            <a:xfrm>
              <a:off x="6236075" y="2682550"/>
              <a:ext cx="4175" cy="2250"/>
            </a:xfrm>
            <a:custGeom>
              <a:rect b="b" l="l" r="r" t="t"/>
              <a:pathLst>
                <a:path extrusionOk="0" h="90" w="167">
                  <a:moveTo>
                    <a:pt x="52" y="0"/>
                  </a:moveTo>
                  <a:lnTo>
                    <a:pt x="1" y="77"/>
                  </a:lnTo>
                  <a:lnTo>
                    <a:pt x="90" y="90"/>
                  </a:lnTo>
                  <a:lnTo>
                    <a:pt x="167" y="38"/>
                  </a:lnTo>
                  <a:lnTo>
                    <a:pt x="52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3" name="Google Shape;593;p60"/>
            <p:cNvSpPr/>
            <p:nvPr/>
          </p:nvSpPr>
          <p:spPr>
            <a:xfrm>
              <a:off x="6275700" y="3227950"/>
              <a:ext cx="7050" cy="11850"/>
            </a:xfrm>
            <a:custGeom>
              <a:rect b="b" l="l" r="r" t="t"/>
              <a:pathLst>
                <a:path extrusionOk="0" h="474" w="282">
                  <a:moveTo>
                    <a:pt x="243" y="1"/>
                  </a:moveTo>
                  <a:lnTo>
                    <a:pt x="141" y="192"/>
                  </a:lnTo>
                  <a:lnTo>
                    <a:pt x="90" y="295"/>
                  </a:lnTo>
                  <a:lnTo>
                    <a:pt x="0" y="473"/>
                  </a:lnTo>
                  <a:lnTo>
                    <a:pt x="0" y="473"/>
                  </a:lnTo>
                  <a:lnTo>
                    <a:pt x="141" y="320"/>
                  </a:lnTo>
                  <a:lnTo>
                    <a:pt x="282" y="192"/>
                  </a:lnTo>
                  <a:lnTo>
                    <a:pt x="282" y="64"/>
                  </a:lnTo>
                  <a:lnTo>
                    <a:pt x="243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4" name="Google Shape;594;p60"/>
            <p:cNvSpPr/>
            <p:nvPr/>
          </p:nvSpPr>
          <p:spPr>
            <a:xfrm>
              <a:off x="6284650" y="2672325"/>
              <a:ext cx="7375" cy="9275"/>
            </a:xfrm>
            <a:custGeom>
              <a:rect b="b" l="l" r="r" t="t"/>
              <a:pathLst>
                <a:path extrusionOk="0" h="371" w="295">
                  <a:moveTo>
                    <a:pt x="243" y="0"/>
                  </a:moveTo>
                  <a:lnTo>
                    <a:pt x="0" y="243"/>
                  </a:lnTo>
                  <a:lnTo>
                    <a:pt x="0" y="307"/>
                  </a:lnTo>
                  <a:lnTo>
                    <a:pt x="26" y="371"/>
                  </a:lnTo>
                  <a:lnTo>
                    <a:pt x="179" y="307"/>
                  </a:lnTo>
                  <a:lnTo>
                    <a:pt x="179" y="154"/>
                  </a:lnTo>
                  <a:lnTo>
                    <a:pt x="294" y="39"/>
                  </a:lnTo>
                  <a:lnTo>
                    <a:pt x="243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5" name="Google Shape;595;p60"/>
            <p:cNvSpPr/>
            <p:nvPr/>
          </p:nvSpPr>
          <p:spPr>
            <a:xfrm>
              <a:off x="6199975" y="2751225"/>
              <a:ext cx="7375" cy="11225"/>
            </a:xfrm>
            <a:custGeom>
              <a:rect b="b" l="l" r="r" t="t"/>
              <a:pathLst>
                <a:path extrusionOk="0" h="449" w="295">
                  <a:moveTo>
                    <a:pt x="269" y="1"/>
                  </a:moveTo>
                  <a:lnTo>
                    <a:pt x="115" y="116"/>
                  </a:lnTo>
                  <a:lnTo>
                    <a:pt x="90" y="257"/>
                  </a:lnTo>
                  <a:lnTo>
                    <a:pt x="13" y="333"/>
                  </a:lnTo>
                  <a:lnTo>
                    <a:pt x="0" y="448"/>
                  </a:lnTo>
                  <a:lnTo>
                    <a:pt x="115" y="448"/>
                  </a:lnTo>
                  <a:lnTo>
                    <a:pt x="141" y="333"/>
                  </a:lnTo>
                  <a:lnTo>
                    <a:pt x="294" y="116"/>
                  </a:lnTo>
                  <a:lnTo>
                    <a:pt x="269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6" name="Google Shape;596;p60"/>
            <p:cNvSpPr/>
            <p:nvPr/>
          </p:nvSpPr>
          <p:spPr>
            <a:xfrm>
              <a:off x="6141500" y="3545550"/>
              <a:ext cx="14075" cy="4500"/>
            </a:xfrm>
            <a:custGeom>
              <a:rect b="b" l="l" r="r" t="t"/>
              <a:pathLst>
                <a:path extrusionOk="0" h="180" w="563">
                  <a:moveTo>
                    <a:pt x="167" y="0"/>
                  </a:moveTo>
                  <a:lnTo>
                    <a:pt x="0" y="103"/>
                  </a:lnTo>
                  <a:lnTo>
                    <a:pt x="141" y="64"/>
                  </a:lnTo>
                  <a:lnTo>
                    <a:pt x="486" y="179"/>
                  </a:lnTo>
                  <a:lnTo>
                    <a:pt x="563" y="103"/>
                  </a:lnTo>
                  <a:lnTo>
                    <a:pt x="167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7" name="Google Shape;597;p60"/>
            <p:cNvSpPr/>
            <p:nvPr/>
          </p:nvSpPr>
          <p:spPr>
            <a:xfrm>
              <a:off x="6196125" y="3381325"/>
              <a:ext cx="21450" cy="11200"/>
            </a:xfrm>
            <a:custGeom>
              <a:rect b="b" l="l" r="r" t="t"/>
              <a:pathLst>
                <a:path extrusionOk="0" h="448" w="858">
                  <a:moveTo>
                    <a:pt x="372" y="0"/>
                  </a:moveTo>
                  <a:lnTo>
                    <a:pt x="244" y="64"/>
                  </a:lnTo>
                  <a:lnTo>
                    <a:pt x="372" y="218"/>
                  </a:lnTo>
                  <a:lnTo>
                    <a:pt x="372" y="218"/>
                  </a:lnTo>
                  <a:lnTo>
                    <a:pt x="167" y="39"/>
                  </a:lnTo>
                  <a:lnTo>
                    <a:pt x="27" y="90"/>
                  </a:lnTo>
                  <a:lnTo>
                    <a:pt x="1" y="192"/>
                  </a:lnTo>
                  <a:lnTo>
                    <a:pt x="103" y="218"/>
                  </a:lnTo>
                  <a:lnTo>
                    <a:pt x="205" y="243"/>
                  </a:lnTo>
                  <a:lnTo>
                    <a:pt x="193" y="294"/>
                  </a:lnTo>
                  <a:lnTo>
                    <a:pt x="295" y="269"/>
                  </a:lnTo>
                  <a:lnTo>
                    <a:pt x="282" y="333"/>
                  </a:lnTo>
                  <a:lnTo>
                    <a:pt x="116" y="358"/>
                  </a:lnTo>
                  <a:lnTo>
                    <a:pt x="116" y="448"/>
                  </a:lnTo>
                  <a:lnTo>
                    <a:pt x="295" y="448"/>
                  </a:lnTo>
                  <a:lnTo>
                    <a:pt x="244" y="358"/>
                  </a:lnTo>
                  <a:lnTo>
                    <a:pt x="346" y="371"/>
                  </a:lnTo>
                  <a:lnTo>
                    <a:pt x="461" y="371"/>
                  </a:lnTo>
                  <a:lnTo>
                    <a:pt x="499" y="294"/>
                  </a:lnTo>
                  <a:lnTo>
                    <a:pt x="333" y="256"/>
                  </a:lnTo>
                  <a:lnTo>
                    <a:pt x="410" y="218"/>
                  </a:lnTo>
                  <a:lnTo>
                    <a:pt x="538" y="320"/>
                  </a:lnTo>
                  <a:lnTo>
                    <a:pt x="691" y="281"/>
                  </a:lnTo>
                  <a:lnTo>
                    <a:pt x="768" y="320"/>
                  </a:lnTo>
                  <a:lnTo>
                    <a:pt x="857" y="230"/>
                  </a:lnTo>
                  <a:lnTo>
                    <a:pt x="678" y="77"/>
                  </a:lnTo>
                  <a:lnTo>
                    <a:pt x="372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8" name="Google Shape;598;p60"/>
            <p:cNvSpPr/>
            <p:nvPr/>
          </p:nvSpPr>
          <p:spPr>
            <a:xfrm>
              <a:off x="6131275" y="3386750"/>
              <a:ext cx="16325" cy="12800"/>
            </a:xfrm>
            <a:custGeom>
              <a:rect b="b" l="l" r="r" t="t"/>
              <a:pathLst>
                <a:path extrusionOk="0" h="512" w="653">
                  <a:moveTo>
                    <a:pt x="52" y="1"/>
                  </a:moveTo>
                  <a:lnTo>
                    <a:pt x="1" y="39"/>
                  </a:lnTo>
                  <a:lnTo>
                    <a:pt x="26" y="256"/>
                  </a:lnTo>
                  <a:lnTo>
                    <a:pt x="128" y="218"/>
                  </a:lnTo>
                  <a:lnTo>
                    <a:pt x="154" y="128"/>
                  </a:lnTo>
                  <a:lnTo>
                    <a:pt x="154" y="231"/>
                  </a:lnTo>
                  <a:lnTo>
                    <a:pt x="294" y="333"/>
                  </a:lnTo>
                  <a:lnTo>
                    <a:pt x="256" y="410"/>
                  </a:lnTo>
                  <a:lnTo>
                    <a:pt x="320" y="473"/>
                  </a:lnTo>
                  <a:lnTo>
                    <a:pt x="422" y="410"/>
                  </a:lnTo>
                  <a:lnTo>
                    <a:pt x="473" y="512"/>
                  </a:lnTo>
                  <a:lnTo>
                    <a:pt x="588" y="512"/>
                  </a:lnTo>
                  <a:lnTo>
                    <a:pt x="652" y="384"/>
                  </a:lnTo>
                  <a:lnTo>
                    <a:pt x="563" y="333"/>
                  </a:lnTo>
                  <a:lnTo>
                    <a:pt x="448" y="397"/>
                  </a:lnTo>
                  <a:lnTo>
                    <a:pt x="384" y="256"/>
                  </a:lnTo>
                  <a:lnTo>
                    <a:pt x="486" y="179"/>
                  </a:lnTo>
                  <a:lnTo>
                    <a:pt x="371" y="39"/>
                  </a:lnTo>
                  <a:lnTo>
                    <a:pt x="243" y="141"/>
                  </a:lnTo>
                  <a:lnTo>
                    <a:pt x="205" y="90"/>
                  </a:lnTo>
                  <a:lnTo>
                    <a:pt x="192" y="90"/>
                  </a:lnTo>
                  <a:lnTo>
                    <a:pt x="167" y="116"/>
                  </a:lnTo>
                  <a:lnTo>
                    <a:pt x="154" y="64"/>
                  </a:lnTo>
                  <a:lnTo>
                    <a:pt x="154" y="13"/>
                  </a:lnTo>
                  <a:lnTo>
                    <a:pt x="52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9" name="Google Shape;599;p60"/>
            <p:cNvSpPr/>
            <p:nvPr/>
          </p:nvSpPr>
          <p:spPr>
            <a:xfrm>
              <a:off x="6185275" y="3416150"/>
              <a:ext cx="14075" cy="7700"/>
            </a:xfrm>
            <a:custGeom>
              <a:rect b="b" l="l" r="r" t="t"/>
              <a:pathLst>
                <a:path extrusionOk="0" h="308" w="563">
                  <a:moveTo>
                    <a:pt x="448" y="0"/>
                  </a:moveTo>
                  <a:lnTo>
                    <a:pt x="346" y="26"/>
                  </a:lnTo>
                  <a:lnTo>
                    <a:pt x="179" y="26"/>
                  </a:lnTo>
                  <a:lnTo>
                    <a:pt x="0" y="166"/>
                  </a:lnTo>
                  <a:lnTo>
                    <a:pt x="26" y="218"/>
                  </a:lnTo>
                  <a:lnTo>
                    <a:pt x="358" y="307"/>
                  </a:lnTo>
                  <a:lnTo>
                    <a:pt x="435" y="256"/>
                  </a:lnTo>
                  <a:lnTo>
                    <a:pt x="499" y="230"/>
                  </a:lnTo>
                  <a:lnTo>
                    <a:pt x="473" y="154"/>
                  </a:lnTo>
                  <a:lnTo>
                    <a:pt x="563" y="115"/>
                  </a:lnTo>
                  <a:lnTo>
                    <a:pt x="461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0" name="Google Shape;600;p60"/>
            <p:cNvSpPr/>
            <p:nvPr/>
          </p:nvSpPr>
          <p:spPr>
            <a:xfrm>
              <a:off x="6191350" y="2758275"/>
              <a:ext cx="6100" cy="6400"/>
            </a:xfrm>
            <a:custGeom>
              <a:rect b="b" l="l" r="r" t="t"/>
              <a:pathLst>
                <a:path extrusionOk="0" h="256" w="244">
                  <a:moveTo>
                    <a:pt x="115" y="0"/>
                  </a:moveTo>
                  <a:lnTo>
                    <a:pt x="0" y="51"/>
                  </a:lnTo>
                  <a:lnTo>
                    <a:pt x="13" y="217"/>
                  </a:lnTo>
                  <a:lnTo>
                    <a:pt x="128" y="256"/>
                  </a:lnTo>
                  <a:lnTo>
                    <a:pt x="243" y="141"/>
                  </a:lnTo>
                  <a:lnTo>
                    <a:pt x="115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1" name="Google Shape;601;p60"/>
            <p:cNvSpPr/>
            <p:nvPr/>
          </p:nvSpPr>
          <p:spPr>
            <a:xfrm>
              <a:off x="6205400" y="3545550"/>
              <a:ext cx="8650" cy="5450"/>
            </a:xfrm>
            <a:custGeom>
              <a:rect b="b" l="l" r="r" t="t"/>
              <a:pathLst>
                <a:path extrusionOk="0" h="218" w="346">
                  <a:moveTo>
                    <a:pt x="205" y="0"/>
                  </a:moveTo>
                  <a:lnTo>
                    <a:pt x="1" y="218"/>
                  </a:lnTo>
                  <a:lnTo>
                    <a:pt x="346" y="52"/>
                  </a:lnTo>
                  <a:lnTo>
                    <a:pt x="205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2" name="Google Shape;602;p60"/>
            <p:cNvSpPr/>
            <p:nvPr/>
          </p:nvSpPr>
          <p:spPr>
            <a:xfrm>
              <a:off x="6213700" y="3461825"/>
              <a:ext cx="4500" cy="4825"/>
            </a:xfrm>
            <a:custGeom>
              <a:rect b="b" l="l" r="r" t="t"/>
              <a:pathLst>
                <a:path extrusionOk="0" h="193" w="180">
                  <a:moveTo>
                    <a:pt x="1" y="1"/>
                  </a:moveTo>
                  <a:lnTo>
                    <a:pt x="1" y="78"/>
                  </a:lnTo>
                  <a:lnTo>
                    <a:pt x="154" y="193"/>
                  </a:lnTo>
                  <a:lnTo>
                    <a:pt x="180" y="12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3" name="Google Shape;603;p60"/>
            <p:cNvSpPr/>
            <p:nvPr/>
          </p:nvSpPr>
          <p:spPr>
            <a:xfrm>
              <a:off x="4127275" y="2569750"/>
              <a:ext cx="8325" cy="11525"/>
            </a:xfrm>
            <a:custGeom>
              <a:rect b="b" l="l" r="r" t="t"/>
              <a:pathLst>
                <a:path extrusionOk="0" h="461" w="333">
                  <a:moveTo>
                    <a:pt x="51" y="1"/>
                  </a:moveTo>
                  <a:lnTo>
                    <a:pt x="13" y="64"/>
                  </a:lnTo>
                  <a:lnTo>
                    <a:pt x="0" y="103"/>
                  </a:lnTo>
                  <a:lnTo>
                    <a:pt x="0" y="141"/>
                  </a:lnTo>
                  <a:lnTo>
                    <a:pt x="26" y="154"/>
                  </a:lnTo>
                  <a:lnTo>
                    <a:pt x="115" y="154"/>
                  </a:lnTo>
                  <a:lnTo>
                    <a:pt x="115" y="180"/>
                  </a:lnTo>
                  <a:lnTo>
                    <a:pt x="128" y="218"/>
                  </a:lnTo>
                  <a:lnTo>
                    <a:pt x="128" y="282"/>
                  </a:lnTo>
                  <a:lnTo>
                    <a:pt x="141" y="397"/>
                  </a:lnTo>
                  <a:lnTo>
                    <a:pt x="141" y="422"/>
                  </a:lnTo>
                  <a:lnTo>
                    <a:pt x="154" y="448"/>
                  </a:lnTo>
                  <a:lnTo>
                    <a:pt x="166" y="461"/>
                  </a:lnTo>
                  <a:lnTo>
                    <a:pt x="192" y="461"/>
                  </a:lnTo>
                  <a:lnTo>
                    <a:pt x="230" y="448"/>
                  </a:lnTo>
                  <a:lnTo>
                    <a:pt x="307" y="435"/>
                  </a:lnTo>
                  <a:lnTo>
                    <a:pt x="320" y="422"/>
                  </a:lnTo>
                  <a:lnTo>
                    <a:pt x="333" y="384"/>
                  </a:lnTo>
                  <a:lnTo>
                    <a:pt x="320" y="320"/>
                  </a:lnTo>
                  <a:lnTo>
                    <a:pt x="307" y="256"/>
                  </a:lnTo>
                  <a:lnTo>
                    <a:pt x="307" y="192"/>
                  </a:lnTo>
                  <a:lnTo>
                    <a:pt x="307" y="128"/>
                  </a:lnTo>
                  <a:lnTo>
                    <a:pt x="307" y="64"/>
                  </a:lnTo>
                  <a:lnTo>
                    <a:pt x="281" y="52"/>
                  </a:lnTo>
                  <a:lnTo>
                    <a:pt x="243" y="52"/>
                  </a:lnTo>
                  <a:lnTo>
                    <a:pt x="166" y="26"/>
                  </a:lnTo>
                  <a:lnTo>
                    <a:pt x="102" y="13"/>
                  </a:lnTo>
                  <a:lnTo>
                    <a:pt x="51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4" name="Google Shape;604;p60"/>
            <p:cNvSpPr/>
            <p:nvPr/>
          </p:nvSpPr>
          <p:spPr>
            <a:xfrm>
              <a:off x="4024375" y="2502025"/>
              <a:ext cx="126250" cy="136450"/>
            </a:xfrm>
            <a:custGeom>
              <a:rect b="b" l="l" r="r" t="t"/>
              <a:pathLst>
                <a:path extrusionOk="0" h="5458" w="5050">
                  <a:moveTo>
                    <a:pt x="4461" y="0"/>
                  </a:moveTo>
                  <a:lnTo>
                    <a:pt x="4385" y="77"/>
                  </a:lnTo>
                  <a:lnTo>
                    <a:pt x="4500" y="230"/>
                  </a:lnTo>
                  <a:lnTo>
                    <a:pt x="4218" y="396"/>
                  </a:lnTo>
                  <a:lnTo>
                    <a:pt x="3950" y="230"/>
                  </a:lnTo>
                  <a:lnTo>
                    <a:pt x="3643" y="192"/>
                  </a:lnTo>
                  <a:lnTo>
                    <a:pt x="3375" y="115"/>
                  </a:lnTo>
                  <a:lnTo>
                    <a:pt x="3145" y="179"/>
                  </a:lnTo>
                  <a:lnTo>
                    <a:pt x="3004" y="77"/>
                  </a:lnTo>
                  <a:lnTo>
                    <a:pt x="2774" y="230"/>
                  </a:lnTo>
                  <a:lnTo>
                    <a:pt x="2365" y="396"/>
                  </a:lnTo>
                  <a:lnTo>
                    <a:pt x="2007" y="345"/>
                  </a:lnTo>
                  <a:lnTo>
                    <a:pt x="1828" y="665"/>
                  </a:lnTo>
                  <a:lnTo>
                    <a:pt x="1816" y="677"/>
                  </a:lnTo>
                  <a:lnTo>
                    <a:pt x="1381" y="767"/>
                  </a:lnTo>
                  <a:lnTo>
                    <a:pt x="1062" y="1023"/>
                  </a:lnTo>
                  <a:lnTo>
                    <a:pt x="1062" y="1035"/>
                  </a:lnTo>
                  <a:lnTo>
                    <a:pt x="717" y="1189"/>
                  </a:lnTo>
                  <a:lnTo>
                    <a:pt x="832" y="1483"/>
                  </a:lnTo>
                  <a:lnTo>
                    <a:pt x="819" y="1508"/>
                  </a:lnTo>
                  <a:lnTo>
                    <a:pt x="538" y="1930"/>
                  </a:lnTo>
                  <a:lnTo>
                    <a:pt x="525" y="1930"/>
                  </a:lnTo>
                  <a:lnTo>
                    <a:pt x="346" y="2007"/>
                  </a:lnTo>
                  <a:lnTo>
                    <a:pt x="371" y="2122"/>
                  </a:lnTo>
                  <a:lnTo>
                    <a:pt x="371" y="2134"/>
                  </a:lnTo>
                  <a:lnTo>
                    <a:pt x="282" y="2339"/>
                  </a:lnTo>
                  <a:lnTo>
                    <a:pt x="256" y="2352"/>
                  </a:lnTo>
                  <a:lnTo>
                    <a:pt x="1" y="2377"/>
                  </a:lnTo>
                  <a:lnTo>
                    <a:pt x="52" y="2403"/>
                  </a:lnTo>
                  <a:lnTo>
                    <a:pt x="90" y="2416"/>
                  </a:lnTo>
                  <a:lnTo>
                    <a:pt x="116" y="2441"/>
                  </a:lnTo>
                  <a:lnTo>
                    <a:pt x="180" y="2480"/>
                  </a:lnTo>
                  <a:lnTo>
                    <a:pt x="231" y="2531"/>
                  </a:lnTo>
                  <a:lnTo>
                    <a:pt x="244" y="2582"/>
                  </a:lnTo>
                  <a:lnTo>
                    <a:pt x="256" y="2620"/>
                  </a:lnTo>
                  <a:lnTo>
                    <a:pt x="282" y="2646"/>
                  </a:lnTo>
                  <a:lnTo>
                    <a:pt x="308" y="2658"/>
                  </a:lnTo>
                  <a:lnTo>
                    <a:pt x="371" y="2684"/>
                  </a:lnTo>
                  <a:lnTo>
                    <a:pt x="397" y="2684"/>
                  </a:lnTo>
                  <a:lnTo>
                    <a:pt x="410" y="2710"/>
                  </a:lnTo>
                  <a:lnTo>
                    <a:pt x="461" y="2773"/>
                  </a:lnTo>
                  <a:lnTo>
                    <a:pt x="499" y="2812"/>
                  </a:lnTo>
                  <a:lnTo>
                    <a:pt x="550" y="2850"/>
                  </a:lnTo>
                  <a:lnTo>
                    <a:pt x="589" y="2876"/>
                  </a:lnTo>
                  <a:lnTo>
                    <a:pt x="640" y="2914"/>
                  </a:lnTo>
                  <a:lnTo>
                    <a:pt x="665" y="2965"/>
                  </a:lnTo>
                  <a:lnTo>
                    <a:pt x="704" y="3016"/>
                  </a:lnTo>
                  <a:lnTo>
                    <a:pt x="717" y="3029"/>
                  </a:lnTo>
                  <a:lnTo>
                    <a:pt x="755" y="3042"/>
                  </a:lnTo>
                  <a:lnTo>
                    <a:pt x="768" y="3042"/>
                  </a:lnTo>
                  <a:lnTo>
                    <a:pt x="780" y="3016"/>
                  </a:lnTo>
                  <a:lnTo>
                    <a:pt x="780" y="3004"/>
                  </a:lnTo>
                  <a:lnTo>
                    <a:pt x="780" y="2978"/>
                  </a:lnTo>
                  <a:lnTo>
                    <a:pt x="806" y="2965"/>
                  </a:lnTo>
                  <a:lnTo>
                    <a:pt x="832" y="2965"/>
                  </a:lnTo>
                  <a:lnTo>
                    <a:pt x="895" y="2978"/>
                  </a:lnTo>
                  <a:lnTo>
                    <a:pt x="947" y="3004"/>
                  </a:lnTo>
                  <a:lnTo>
                    <a:pt x="1011" y="3029"/>
                  </a:lnTo>
                  <a:lnTo>
                    <a:pt x="1036" y="3042"/>
                  </a:lnTo>
                  <a:lnTo>
                    <a:pt x="1049" y="3055"/>
                  </a:lnTo>
                  <a:lnTo>
                    <a:pt x="1049" y="3067"/>
                  </a:lnTo>
                  <a:lnTo>
                    <a:pt x="1049" y="3106"/>
                  </a:lnTo>
                  <a:lnTo>
                    <a:pt x="1049" y="3131"/>
                  </a:lnTo>
                  <a:lnTo>
                    <a:pt x="1011" y="3131"/>
                  </a:lnTo>
                  <a:lnTo>
                    <a:pt x="985" y="3119"/>
                  </a:lnTo>
                  <a:lnTo>
                    <a:pt x="921" y="3093"/>
                  </a:lnTo>
                  <a:lnTo>
                    <a:pt x="844" y="3093"/>
                  </a:lnTo>
                  <a:lnTo>
                    <a:pt x="819" y="3106"/>
                  </a:lnTo>
                  <a:lnTo>
                    <a:pt x="819" y="3131"/>
                  </a:lnTo>
                  <a:lnTo>
                    <a:pt x="819" y="3170"/>
                  </a:lnTo>
                  <a:lnTo>
                    <a:pt x="832" y="3208"/>
                  </a:lnTo>
                  <a:lnTo>
                    <a:pt x="844" y="3234"/>
                  </a:lnTo>
                  <a:lnTo>
                    <a:pt x="857" y="3246"/>
                  </a:lnTo>
                  <a:lnTo>
                    <a:pt x="947" y="3246"/>
                  </a:lnTo>
                  <a:lnTo>
                    <a:pt x="959" y="3272"/>
                  </a:lnTo>
                  <a:lnTo>
                    <a:pt x="972" y="3298"/>
                  </a:lnTo>
                  <a:lnTo>
                    <a:pt x="1011" y="3387"/>
                  </a:lnTo>
                  <a:lnTo>
                    <a:pt x="1023" y="3451"/>
                  </a:lnTo>
                  <a:lnTo>
                    <a:pt x="1062" y="3528"/>
                  </a:lnTo>
                  <a:lnTo>
                    <a:pt x="1087" y="3566"/>
                  </a:lnTo>
                  <a:lnTo>
                    <a:pt x="1087" y="3604"/>
                  </a:lnTo>
                  <a:lnTo>
                    <a:pt x="1228" y="3604"/>
                  </a:lnTo>
                  <a:lnTo>
                    <a:pt x="1241" y="3591"/>
                  </a:lnTo>
                  <a:lnTo>
                    <a:pt x="1266" y="3591"/>
                  </a:lnTo>
                  <a:lnTo>
                    <a:pt x="1279" y="3604"/>
                  </a:lnTo>
                  <a:lnTo>
                    <a:pt x="1292" y="3643"/>
                  </a:lnTo>
                  <a:lnTo>
                    <a:pt x="1292" y="3694"/>
                  </a:lnTo>
                  <a:lnTo>
                    <a:pt x="1343" y="3694"/>
                  </a:lnTo>
                  <a:lnTo>
                    <a:pt x="1407" y="3681"/>
                  </a:lnTo>
                  <a:lnTo>
                    <a:pt x="1522" y="3668"/>
                  </a:lnTo>
                  <a:lnTo>
                    <a:pt x="1943" y="3604"/>
                  </a:lnTo>
                  <a:lnTo>
                    <a:pt x="2020" y="3604"/>
                  </a:lnTo>
                  <a:lnTo>
                    <a:pt x="2084" y="3579"/>
                  </a:lnTo>
                  <a:lnTo>
                    <a:pt x="2084" y="3528"/>
                  </a:lnTo>
                  <a:lnTo>
                    <a:pt x="2097" y="3502"/>
                  </a:lnTo>
                  <a:lnTo>
                    <a:pt x="2110" y="3489"/>
                  </a:lnTo>
                  <a:lnTo>
                    <a:pt x="2135" y="3489"/>
                  </a:lnTo>
                  <a:lnTo>
                    <a:pt x="2161" y="3502"/>
                  </a:lnTo>
                  <a:lnTo>
                    <a:pt x="2199" y="3553"/>
                  </a:lnTo>
                  <a:lnTo>
                    <a:pt x="2212" y="3579"/>
                  </a:lnTo>
                  <a:lnTo>
                    <a:pt x="2225" y="3591"/>
                  </a:lnTo>
                  <a:lnTo>
                    <a:pt x="2314" y="3591"/>
                  </a:lnTo>
                  <a:lnTo>
                    <a:pt x="2327" y="3566"/>
                  </a:lnTo>
                  <a:lnTo>
                    <a:pt x="2327" y="3540"/>
                  </a:lnTo>
                  <a:lnTo>
                    <a:pt x="2327" y="3515"/>
                  </a:lnTo>
                  <a:lnTo>
                    <a:pt x="2340" y="3489"/>
                  </a:lnTo>
                  <a:lnTo>
                    <a:pt x="2365" y="3476"/>
                  </a:lnTo>
                  <a:lnTo>
                    <a:pt x="2404" y="3476"/>
                  </a:lnTo>
                  <a:lnTo>
                    <a:pt x="2416" y="3489"/>
                  </a:lnTo>
                  <a:lnTo>
                    <a:pt x="2429" y="3502"/>
                  </a:lnTo>
                  <a:lnTo>
                    <a:pt x="2429" y="3528"/>
                  </a:lnTo>
                  <a:lnTo>
                    <a:pt x="2442" y="3566"/>
                  </a:lnTo>
                  <a:lnTo>
                    <a:pt x="2442" y="3591"/>
                  </a:lnTo>
                  <a:lnTo>
                    <a:pt x="2467" y="3604"/>
                  </a:lnTo>
                  <a:lnTo>
                    <a:pt x="2493" y="3604"/>
                  </a:lnTo>
                  <a:lnTo>
                    <a:pt x="2544" y="3591"/>
                  </a:lnTo>
                  <a:lnTo>
                    <a:pt x="2621" y="3566"/>
                  </a:lnTo>
                  <a:lnTo>
                    <a:pt x="2659" y="3553"/>
                  </a:lnTo>
                  <a:lnTo>
                    <a:pt x="2698" y="3566"/>
                  </a:lnTo>
                  <a:lnTo>
                    <a:pt x="2710" y="3591"/>
                  </a:lnTo>
                  <a:lnTo>
                    <a:pt x="2723" y="3630"/>
                  </a:lnTo>
                  <a:lnTo>
                    <a:pt x="2749" y="3694"/>
                  </a:lnTo>
                  <a:lnTo>
                    <a:pt x="2761" y="3719"/>
                  </a:lnTo>
                  <a:lnTo>
                    <a:pt x="2723" y="3732"/>
                  </a:lnTo>
                  <a:lnTo>
                    <a:pt x="2685" y="3732"/>
                  </a:lnTo>
                  <a:lnTo>
                    <a:pt x="2646" y="3745"/>
                  </a:lnTo>
                  <a:lnTo>
                    <a:pt x="2621" y="3758"/>
                  </a:lnTo>
                  <a:lnTo>
                    <a:pt x="2608" y="3796"/>
                  </a:lnTo>
                  <a:lnTo>
                    <a:pt x="2621" y="3822"/>
                  </a:lnTo>
                  <a:lnTo>
                    <a:pt x="2608" y="3847"/>
                  </a:lnTo>
                  <a:lnTo>
                    <a:pt x="2583" y="3873"/>
                  </a:lnTo>
                  <a:lnTo>
                    <a:pt x="2493" y="3873"/>
                  </a:lnTo>
                  <a:lnTo>
                    <a:pt x="2391" y="3834"/>
                  </a:lnTo>
                  <a:lnTo>
                    <a:pt x="2289" y="3822"/>
                  </a:lnTo>
                  <a:lnTo>
                    <a:pt x="2186" y="3796"/>
                  </a:lnTo>
                  <a:lnTo>
                    <a:pt x="2071" y="3770"/>
                  </a:lnTo>
                  <a:lnTo>
                    <a:pt x="1969" y="3732"/>
                  </a:lnTo>
                  <a:lnTo>
                    <a:pt x="1880" y="3719"/>
                  </a:lnTo>
                  <a:lnTo>
                    <a:pt x="1726" y="3719"/>
                  </a:lnTo>
                  <a:lnTo>
                    <a:pt x="1688" y="3732"/>
                  </a:lnTo>
                  <a:lnTo>
                    <a:pt x="1662" y="3770"/>
                  </a:lnTo>
                  <a:lnTo>
                    <a:pt x="1611" y="3834"/>
                  </a:lnTo>
                  <a:lnTo>
                    <a:pt x="1586" y="3860"/>
                  </a:lnTo>
                  <a:lnTo>
                    <a:pt x="1547" y="3873"/>
                  </a:lnTo>
                  <a:lnTo>
                    <a:pt x="1471" y="3885"/>
                  </a:lnTo>
                  <a:lnTo>
                    <a:pt x="1381" y="3873"/>
                  </a:lnTo>
                  <a:lnTo>
                    <a:pt x="1368" y="3834"/>
                  </a:lnTo>
                  <a:lnTo>
                    <a:pt x="1330" y="3860"/>
                  </a:lnTo>
                  <a:lnTo>
                    <a:pt x="1317" y="3885"/>
                  </a:lnTo>
                  <a:lnTo>
                    <a:pt x="1292" y="3911"/>
                  </a:lnTo>
                  <a:lnTo>
                    <a:pt x="1292" y="3937"/>
                  </a:lnTo>
                  <a:lnTo>
                    <a:pt x="1266" y="3988"/>
                  </a:lnTo>
                  <a:lnTo>
                    <a:pt x="1228" y="4039"/>
                  </a:lnTo>
                  <a:lnTo>
                    <a:pt x="1189" y="4064"/>
                  </a:lnTo>
                  <a:lnTo>
                    <a:pt x="1177" y="4090"/>
                  </a:lnTo>
                  <a:lnTo>
                    <a:pt x="1164" y="4103"/>
                  </a:lnTo>
                  <a:lnTo>
                    <a:pt x="1177" y="4154"/>
                  </a:lnTo>
                  <a:lnTo>
                    <a:pt x="1202" y="4192"/>
                  </a:lnTo>
                  <a:lnTo>
                    <a:pt x="1241" y="4218"/>
                  </a:lnTo>
                  <a:lnTo>
                    <a:pt x="1292" y="4230"/>
                  </a:lnTo>
                  <a:lnTo>
                    <a:pt x="1304" y="4243"/>
                  </a:lnTo>
                  <a:lnTo>
                    <a:pt x="1317" y="4256"/>
                  </a:lnTo>
                  <a:lnTo>
                    <a:pt x="1317" y="4320"/>
                  </a:lnTo>
                  <a:lnTo>
                    <a:pt x="1317" y="4371"/>
                  </a:lnTo>
                  <a:lnTo>
                    <a:pt x="1330" y="4409"/>
                  </a:lnTo>
                  <a:lnTo>
                    <a:pt x="1445" y="4422"/>
                  </a:lnTo>
                  <a:lnTo>
                    <a:pt x="1560" y="4448"/>
                  </a:lnTo>
                  <a:lnTo>
                    <a:pt x="1624" y="4486"/>
                  </a:lnTo>
                  <a:lnTo>
                    <a:pt x="1675" y="4550"/>
                  </a:lnTo>
                  <a:lnTo>
                    <a:pt x="1701" y="4601"/>
                  </a:lnTo>
                  <a:lnTo>
                    <a:pt x="1739" y="4665"/>
                  </a:lnTo>
                  <a:lnTo>
                    <a:pt x="1739" y="4729"/>
                  </a:lnTo>
                  <a:lnTo>
                    <a:pt x="1739" y="4754"/>
                  </a:lnTo>
                  <a:lnTo>
                    <a:pt x="1713" y="4780"/>
                  </a:lnTo>
                  <a:lnTo>
                    <a:pt x="1688" y="4806"/>
                  </a:lnTo>
                  <a:lnTo>
                    <a:pt x="1688" y="4831"/>
                  </a:lnTo>
                  <a:lnTo>
                    <a:pt x="1701" y="4870"/>
                  </a:lnTo>
                  <a:lnTo>
                    <a:pt x="1713" y="4908"/>
                  </a:lnTo>
                  <a:lnTo>
                    <a:pt x="1726" y="4933"/>
                  </a:lnTo>
                  <a:lnTo>
                    <a:pt x="1752" y="4959"/>
                  </a:lnTo>
                  <a:lnTo>
                    <a:pt x="1777" y="4972"/>
                  </a:lnTo>
                  <a:lnTo>
                    <a:pt x="1803" y="4985"/>
                  </a:lnTo>
                  <a:lnTo>
                    <a:pt x="1816" y="4997"/>
                  </a:lnTo>
                  <a:lnTo>
                    <a:pt x="1828" y="5023"/>
                  </a:lnTo>
                  <a:lnTo>
                    <a:pt x="1828" y="5036"/>
                  </a:lnTo>
                  <a:lnTo>
                    <a:pt x="1816" y="5061"/>
                  </a:lnTo>
                  <a:lnTo>
                    <a:pt x="1816" y="5087"/>
                  </a:lnTo>
                  <a:lnTo>
                    <a:pt x="1816" y="5100"/>
                  </a:lnTo>
                  <a:lnTo>
                    <a:pt x="1828" y="5125"/>
                  </a:lnTo>
                  <a:lnTo>
                    <a:pt x="1841" y="5151"/>
                  </a:lnTo>
                  <a:lnTo>
                    <a:pt x="1867" y="5189"/>
                  </a:lnTo>
                  <a:lnTo>
                    <a:pt x="1892" y="5202"/>
                  </a:lnTo>
                  <a:lnTo>
                    <a:pt x="1931" y="5215"/>
                  </a:lnTo>
                  <a:lnTo>
                    <a:pt x="2007" y="5215"/>
                  </a:lnTo>
                  <a:lnTo>
                    <a:pt x="2046" y="5189"/>
                  </a:lnTo>
                  <a:lnTo>
                    <a:pt x="2046" y="5163"/>
                  </a:lnTo>
                  <a:lnTo>
                    <a:pt x="2033" y="5138"/>
                  </a:lnTo>
                  <a:lnTo>
                    <a:pt x="2020" y="5112"/>
                  </a:lnTo>
                  <a:lnTo>
                    <a:pt x="1995" y="5087"/>
                  </a:lnTo>
                  <a:lnTo>
                    <a:pt x="1995" y="5048"/>
                  </a:lnTo>
                  <a:lnTo>
                    <a:pt x="1995" y="4985"/>
                  </a:lnTo>
                  <a:lnTo>
                    <a:pt x="2007" y="4921"/>
                  </a:lnTo>
                  <a:lnTo>
                    <a:pt x="2033" y="4895"/>
                  </a:lnTo>
                  <a:lnTo>
                    <a:pt x="2046" y="4870"/>
                  </a:lnTo>
                  <a:lnTo>
                    <a:pt x="2084" y="4844"/>
                  </a:lnTo>
                  <a:lnTo>
                    <a:pt x="2135" y="4844"/>
                  </a:lnTo>
                  <a:lnTo>
                    <a:pt x="2148" y="4857"/>
                  </a:lnTo>
                  <a:lnTo>
                    <a:pt x="2148" y="4882"/>
                  </a:lnTo>
                  <a:lnTo>
                    <a:pt x="2161" y="4921"/>
                  </a:lnTo>
                  <a:lnTo>
                    <a:pt x="2161" y="4959"/>
                  </a:lnTo>
                  <a:lnTo>
                    <a:pt x="2174" y="4997"/>
                  </a:lnTo>
                  <a:lnTo>
                    <a:pt x="2225" y="5010"/>
                  </a:lnTo>
                  <a:lnTo>
                    <a:pt x="2276" y="5023"/>
                  </a:lnTo>
                  <a:lnTo>
                    <a:pt x="2327" y="5061"/>
                  </a:lnTo>
                  <a:lnTo>
                    <a:pt x="2352" y="5087"/>
                  </a:lnTo>
                  <a:lnTo>
                    <a:pt x="2365" y="5112"/>
                  </a:lnTo>
                  <a:lnTo>
                    <a:pt x="2378" y="5176"/>
                  </a:lnTo>
                  <a:lnTo>
                    <a:pt x="2404" y="5253"/>
                  </a:lnTo>
                  <a:lnTo>
                    <a:pt x="2404" y="5291"/>
                  </a:lnTo>
                  <a:lnTo>
                    <a:pt x="2391" y="5317"/>
                  </a:lnTo>
                  <a:lnTo>
                    <a:pt x="2378" y="5394"/>
                  </a:lnTo>
                  <a:lnTo>
                    <a:pt x="2391" y="5406"/>
                  </a:lnTo>
                  <a:lnTo>
                    <a:pt x="2404" y="5432"/>
                  </a:lnTo>
                  <a:lnTo>
                    <a:pt x="2455" y="5457"/>
                  </a:lnTo>
                  <a:lnTo>
                    <a:pt x="2506" y="5457"/>
                  </a:lnTo>
                  <a:lnTo>
                    <a:pt x="2557" y="5445"/>
                  </a:lnTo>
                  <a:lnTo>
                    <a:pt x="2557" y="5381"/>
                  </a:lnTo>
                  <a:lnTo>
                    <a:pt x="2557" y="5317"/>
                  </a:lnTo>
                  <a:lnTo>
                    <a:pt x="2557" y="5227"/>
                  </a:lnTo>
                  <a:lnTo>
                    <a:pt x="2557" y="5189"/>
                  </a:lnTo>
                  <a:lnTo>
                    <a:pt x="2557" y="5138"/>
                  </a:lnTo>
                  <a:lnTo>
                    <a:pt x="2570" y="5112"/>
                  </a:lnTo>
                  <a:lnTo>
                    <a:pt x="2595" y="5087"/>
                  </a:lnTo>
                  <a:lnTo>
                    <a:pt x="2634" y="5061"/>
                  </a:lnTo>
                  <a:lnTo>
                    <a:pt x="2672" y="5061"/>
                  </a:lnTo>
                  <a:lnTo>
                    <a:pt x="2685" y="5087"/>
                  </a:lnTo>
                  <a:lnTo>
                    <a:pt x="2698" y="5125"/>
                  </a:lnTo>
                  <a:lnTo>
                    <a:pt x="2710" y="5151"/>
                  </a:lnTo>
                  <a:lnTo>
                    <a:pt x="2723" y="5176"/>
                  </a:lnTo>
                  <a:lnTo>
                    <a:pt x="2761" y="5189"/>
                  </a:lnTo>
                  <a:lnTo>
                    <a:pt x="2813" y="5189"/>
                  </a:lnTo>
                  <a:lnTo>
                    <a:pt x="2902" y="5227"/>
                  </a:lnTo>
                  <a:lnTo>
                    <a:pt x="2953" y="5253"/>
                  </a:lnTo>
                  <a:lnTo>
                    <a:pt x="3004" y="5278"/>
                  </a:lnTo>
                  <a:lnTo>
                    <a:pt x="3055" y="5304"/>
                  </a:lnTo>
                  <a:lnTo>
                    <a:pt x="3068" y="5291"/>
                  </a:lnTo>
                  <a:lnTo>
                    <a:pt x="3081" y="5266"/>
                  </a:lnTo>
                  <a:lnTo>
                    <a:pt x="3068" y="5240"/>
                  </a:lnTo>
                  <a:lnTo>
                    <a:pt x="3055" y="5227"/>
                  </a:lnTo>
                  <a:lnTo>
                    <a:pt x="3004" y="5189"/>
                  </a:lnTo>
                  <a:lnTo>
                    <a:pt x="2966" y="5138"/>
                  </a:lnTo>
                  <a:lnTo>
                    <a:pt x="2953" y="5125"/>
                  </a:lnTo>
                  <a:lnTo>
                    <a:pt x="2953" y="5112"/>
                  </a:lnTo>
                  <a:lnTo>
                    <a:pt x="2953" y="5087"/>
                  </a:lnTo>
                  <a:lnTo>
                    <a:pt x="2966" y="5074"/>
                  </a:lnTo>
                  <a:lnTo>
                    <a:pt x="2966" y="5036"/>
                  </a:lnTo>
                  <a:lnTo>
                    <a:pt x="2966" y="4985"/>
                  </a:lnTo>
                  <a:lnTo>
                    <a:pt x="2940" y="4933"/>
                  </a:lnTo>
                  <a:lnTo>
                    <a:pt x="2889" y="4882"/>
                  </a:lnTo>
                  <a:lnTo>
                    <a:pt x="2864" y="4857"/>
                  </a:lnTo>
                  <a:lnTo>
                    <a:pt x="2838" y="4818"/>
                  </a:lnTo>
                  <a:lnTo>
                    <a:pt x="2787" y="4742"/>
                  </a:lnTo>
                  <a:lnTo>
                    <a:pt x="2723" y="4652"/>
                  </a:lnTo>
                  <a:lnTo>
                    <a:pt x="2698" y="4601"/>
                  </a:lnTo>
                  <a:lnTo>
                    <a:pt x="2672" y="4550"/>
                  </a:lnTo>
                  <a:lnTo>
                    <a:pt x="2634" y="4461"/>
                  </a:lnTo>
                  <a:lnTo>
                    <a:pt x="2595" y="4409"/>
                  </a:lnTo>
                  <a:lnTo>
                    <a:pt x="2570" y="4397"/>
                  </a:lnTo>
                  <a:lnTo>
                    <a:pt x="2544" y="4384"/>
                  </a:lnTo>
                  <a:lnTo>
                    <a:pt x="2544" y="4346"/>
                  </a:lnTo>
                  <a:lnTo>
                    <a:pt x="2544" y="4320"/>
                  </a:lnTo>
                  <a:lnTo>
                    <a:pt x="2557" y="4294"/>
                  </a:lnTo>
                  <a:lnTo>
                    <a:pt x="2595" y="4282"/>
                  </a:lnTo>
                  <a:lnTo>
                    <a:pt x="2672" y="4269"/>
                  </a:lnTo>
                  <a:lnTo>
                    <a:pt x="2723" y="4282"/>
                  </a:lnTo>
                  <a:lnTo>
                    <a:pt x="2774" y="4307"/>
                  </a:lnTo>
                  <a:lnTo>
                    <a:pt x="2825" y="4333"/>
                  </a:lnTo>
                  <a:lnTo>
                    <a:pt x="2876" y="4358"/>
                  </a:lnTo>
                  <a:lnTo>
                    <a:pt x="2902" y="4384"/>
                  </a:lnTo>
                  <a:lnTo>
                    <a:pt x="2928" y="4409"/>
                  </a:lnTo>
                  <a:lnTo>
                    <a:pt x="2928" y="4422"/>
                  </a:lnTo>
                  <a:lnTo>
                    <a:pt x="2915" y="4448"/>
                  </a:lnTo>
                  <a:lnTo>
                    <a:pt x="2915" y="4461"/>
                  </a:lnTo>
                  <a:lnTo>
                    <a:pt x="2940" y="4486"/>
                  </a:lnTo>
                  <a:lnTo>
                    <a:pt x="2966" y="4499"/>
                  </a:lnTo>
                  <a:lnTo>
                    <a:pt x="3004" y="4499"/>
                  </a:lnTo>
                  <a:lnTo>
                    <a:pt x="3030" y="4435"/>
                  </a:lnTo>
                  <a:lnTo>
                    <a:pt x="3055" y="4409"/>
                  </a:lnTo>
                  <a:lnTo>
                    <a:pt x="3081" y="4384"/>
                  </a:lnTo>
                  <a:lnTo>
                    <a:pt x="3119" y="4384"/>
                  </a:lnTo>
                  <a:lnTo>
                    <a:pt x="3132" y="4371"/>
                  </a:lnTo>
                  <a:lnTo>
                    <a:pt x="3132" y="4346"/>
                  </a:lnTo>
                  <a:lnTo>
                    <a:pt x="3132" y="4320"/>
                  </a:lnTo>
                  <a:lnTo>
                    <a:pt x="3055" y="4320"/>
                  </a:lnTo>
                  <a:lnTo>
                    <a:pt x="3030" y="4307"/>
                  </a:lnTo>
                  <a:lnTo>
                    <a:pt x="3030" y="4282"/>
                  </a:lnTo>
                  <a:lnTo>
                    <a:pt x="3030" y="4256"/>
                  </a:lnTo>
                  <a:lnTo>
                    <a:pt x="3017" y="4230"/>
                  </a:lnTo>
                  <a:lnTo>
                    <a:pt x="3004" y="4218"/>
                  </a:lnTo>
                  <a:lnTo>
                    <a:pt x="2915" y="4218"/>
                  </a:lnTo>
                  <a:lnTo>
                    <a:pt x="2902" y="4179"/>
                  </a:lnTo>
                  <a:lnTo>
                    <a:pt x="2889" y="4154"/>
                  </a:lnTo>
                  <a:lnTo>
                    <a:pt x="2876" y="4115"/>
                  </a:lnTo>
                  <a:lnTo>
                    <a:pt x="2851" y="4077"/>
                  </a:lnTo>
                  <a:lnTo>
                    <a:pt x="2838" y="4052"/>
                  </a:lnTo>
                  <a:lnTo>
                    <a:pt x="2813" y="4039"/>
                  </a:lnTo>
                  <a:lnTo>
                    <a:pt x="2787" y="4026"/>
                  </a:lnTo>
                  <a:lnTo>
                    <a:pt x="2761" y="4026"/>
                  </a:lnTo>
                  <a:lnTo>
                    <a:pt x="2749" y="4013"/>
                  </a:lnTo>
                  <a:lnTo>
                    <a:pt x="2749" y="3975"/>
                  </a:lnTo>
                  <a:lnTo>
                    <a:pt x="2749" y="3937"/>
                  </a:lnTo>
                  <a:lnTo>
                    <a:pt x="2761" y="3898"/>
                  </a:lnTo>
                  <a:lnTo>
                    <a:pt x="2787" y="3873"/>
                  </a:lnTo>
                  <a:lnTo>
                    <a:pt x="2864" y="3860"/>
                  </a:lnTo>
                  <a:lnTo>
                    <a:pt x="2889" y="3860"/>
                  </a:lnTo>
                  <a:lnTo>
                    <a:pt x="2928" y="3834"/>
                  </a:lnTo>
                  <a:lnTo>
                    <a:pt x="2992" y="3783"/>
                  </a:lnTo>
                  <a:lnTo>
                    <a:pt x="3068" y="3732"/>
                  </a:lnTo>
                  <a:lnTo>
                    <a:pt x="3145" y="3694"/>
                  </a:lnTo>
                  <a:lnTo>
                    <a:pt x="3170" y="3694"/>
                  </a:lnTo>
                  <a:lnTo>
                    <a:pt x="3209" y="3706"/>
                  </a:lnTo>
                  <a:lnTo>
                    <a:pt x="3247" y="3745"/>
                  </a:lnTo>
                  <a:lnTo>
                    <a:pt x="3298" y="3770"/>
                  </a:lnTo>
                  <a:lnTo>
                    <a:pt x="3362" y="3783"/>
                  </a:lnTo>
                  <a:lnTo>
                    <a:pt x="3426" y="3822"/>
                  </a:lnTo>
                  <a:lnTo>
                    <a:pt x="3477" y="3873"/>
                  </a:lnTo>
                  <a:lnTo>
                    <a:pt x="3516" y="3924"/>
                  </a:lnTo>
                  <a:lnTo>
                    <a:pt x="3528" y="3937"/>
                  </a:lnTo>
                  <a:lnTo>
                    <a:pt x="3541" y="3962"/>
                  </a:lnTo>
                  <a:lnTo>
                    <a:pt x="3567" y="3962"/>
                  </a:lnTo>
                  <a:lnTo>
                    <a:pt x="3592" y="3949"/>
                  </a:lnTo>
                  <a:lnTo>
                    <a:pt x="3631" y="3911"/>
                  </a:lnTo>
                  <a:lnTo>
                    <a:pt x="3631" y="3885"/>
                  </a:lnTo>
                  <a:lnTo>
                    <a:pt x="3631" y="3860"/>
                  </a:lnTo>
                  <a:lnTo>
                    <a:pt x="3605" y="3847"/>
                  </a:lnTo>
                  <a:lnTo>
                    <a:pt x="3541" y="3809"/>
                  </a:lnTo>
                  <a:lnTo>
                    <a:pt x="3490" y="3770"/>
                  </a:lnTo>
                  <a:lnTo>
                    <a:pt x="3452" y="3719"/>
                  </a:lnTo>
                  <a:lnTo>
                    <a:pt x="3439" y="3668"/>
                  </a:lnTo>
                  <a:lnTo>
                    <a:pt x="3426" y="3591"/>
                  </a:lnTo>
                  <a:lnTo>
                    <a:pt x="3439" y="3553"/>
                  </a:lnTo>
                  <a:lnTo>
                    <a:pt x="3452" y="3528"/>
                  </a:lnTo>
                  <a:lnTo>
                    <a:pt x="3477" y="3502"/>
                  </a:lnTo>
                  <a:lnTo>
                    <a:pt x="3464" y="3464"/>
                  </a:lnTo>
                  <a:lnTo>
                    <a:pt x="3439" y="3425"/>
                  </a:lnTo>
                  <a:lnTo>
                    <a:pt x="3400" y="3413"/>
                  </a:lnTo>
                  <a:lnTo>
                    <a:pt x="3337" y="3400"/>
                  </a:lnTo>
                  <a:lnTo>
                    <a:pt x="3273" y="3374"/>
                  </a:lnTo>
                  <a:lnTo>
                    <a:pt x="3170" y="3310"/>
                  </a:lnTo>
                  <a:lnTo>
                    <a:pt x="3196" y="3272"/>
                  </a:lnTo>
                  <a:lnTo>
                    <a:pt x="3324" y="3259"/>
                  </a:lnTo>
                  <a:lnTo>
                    <a:pt x="3388" y="3259"/>
                  </a:lnTo>
                  <a:lnTo>
                    <a:pt x="3452" y="3285"/>
                  </a:lnTo>
                  <a:lnTo>
                    <a:pt x="3528" y="3361"/>
                  </a:lnTo>
                  <a:lnTo>
                    <a:pt x="3592" y="3438"/>
                  </a:lnTo>
                  <a:lnTo>
                    <a:pt x="3631" y="3502"/>
                  </a:lnTo>
                  <a:lnTo>
                    <a:pt x="3669" y="3566"/>
                  </a:lnTo>
                  <a:lnTo>
                    <a:pt x="3720" y="3617"/>
                  </a:lnTo>
                  <a:lnTo>
                    <a:pt x="3746" y="3630"/>
                  </a:lnTo>
                  <a:lnTo>
                    <a:pt x="3771" y="3630"/>
                  </a:lnTo>
                  <a:lnTo>
                    <a:pt x="3809" y="3617"/>
                  </a:lnTo>
                  <a:lnTo>
                    <a:pt x="3848" y="3604"/>
                  </a:lnTo>
                  <a:lnTo>
                    <a:pt x="3873" y="3579"/>
                  </a:lnTo>
                  <a:lnTo>
                    <a:pt x="3873" y="3540"/>
                  </a:lnTo>
                  <a:lnTo>
                    <a:pt x="3873" y="3476"/>
                  </a:lnTo>
                  <a:lnTo>
                    <a:pt x="3873" y="3413"/>
                  </a:lnTo>
                  <a:lnTo>
                    <a:pt x="3797" y="3413"/>
                  </a:lnTo>
                  <a:lnTo>
                    <a:pt x="3758" y="3400"/>
                  </a:lnTo>
                  <a:lnTo>
                    <a:pt x="3720" y="3387"/>
                  </a:lnTo>
                  <a:lnTo>
                    <a:pt x="3694" y="3361"/>
                  </a:lnTo>
                  <a:lnTo>
                    <a:pt x="3669" y="3336"/>
                  </a:lnTo>
                  <a:lnTo>
                    <a:pt x="3631" y="3259"/>
                  </a:lnTo>
                  <a:lnTo>
                    <a:pt x="3579" y="3195"/>
                  </a:lnTo>
                  <a:lnTo>
                    <a:pt x="3503" y="3144"/>
                  </a:lnTo>
                  <a:lnTo>
                    <a:pt x="3426" y="3080"/>
                  </a:lnTo>
                  <a:lnTo>
                    <a:pt x="3388" y="3042"/>
                  </a:lnTo>
                  <a:lnTo>
                    <a:pt x="3349" y="3029"/>
                  </a:lnTo>
                  <a:lnTo>
                    <a:pt x="3298" y="3016"/>
                  </a:lnTo>
                  <a:lnTo>
                    <a:pt x="3260" y="3029"/>
                  </a:lnTo>
                  <a:lnTo>
                    <a:pt x="3170" y="3029"/>
                  </a:lnTo>
                  <a:lnTo>
                    <a:pt x="3119" y="3004"/>
                  </a:lnTo>
                  <a:lnTo>
                    <a:pt x="3068" y="2978"/>
                  </a:lnTo>
                  <a:lnTo>
                    <a:pt x="2966" y="2914"/>
                  </a:lnTo>
                  <a:lnTo>
                    <a:pt x="2889" y="2863"/>
                  </a:lnTo>
                  <a:lnTo>
                    <a:pt x="2838" y="2799"/>
                  </a:lnTo>
                  <a:lnTo>
                    <a:pt x="2800" y="2748"/>
                  </a:lnTo>
                  <a:lnTo>
                    <a:pt x="2774" y="2722"/>
                  </a:lnTo>
                  <a:lnTo>
                    <a:pt x="2761" y="2710"/>
                  </a:lnTo>
                  <a:lnTo>
                    <a:pt x="2698" y="2722"/>
                  </a:lnTo>
                  <a:lnTo>
                    <a:pt x="2659" y="2748"/>
                  </a:lnTo>
                  <a:lnTo>
                    <a:pt x="2634" y="2773"/>
                  </a:lnTo>
                  <a:lnTo>
                    <a:pt x="2570" y="2850"/>
                  </a:lnTo>
                  <a:lnTo>
                    <a:pt x="2531" y="2876"/>
                  </a:lnTo>
                  <a:lnTo>
                    <a:pt x="2519" y="2889"/>
                  </a:lnTo>
                  <a:lnTo>
                    <a:pt x="2519" y="2914"/>
                  </a:lnTo>
                  <a:lnTo>
                    <a:pt x="2519" y="2927"/>
                  </a:lnTo>
                  <a:lnTo>
                    <a:pt x="2531" y="2952"/>
                  </a:lnTo>
                  <a:lnTo>
                    <a:pt x="2570" y="2965"/>
                  </a:lnTo>
                  <a:lnTo>
                    <a:pt x="2608" y="2952"/>
                  </a:lnTo>
                  <a:lnTo>
                    <a:pt x="2659" y="2940"/>
                  </a:lnTo>
                  <a:lnTo>
                    <a:pt x="2698" y="2965"/>
                  </a:lnTo>
                  <a:lnTo>
                    <a:pt x="2749" y="2991"/>
                  </a:lnTo>
                  <a:lnTo>
                    <a:pt x="2851" y="3055"/>
                  </a:lnTo>
                  <a:lnTo>
                    <a:pt x="2953" y="3093"/>
                  </a:lnTo>
                  <a:lnTo>
                    <a:pt x="3017" y="3106"/>
                  </a:lnTo>
                  <a:lnTo>
                    <a:pt x="3081" y="3119"/>
                  </a:lnTo>
                  <a:lnTo>
                    <a:pt x="3094" y="3144"/>
                  </a:lnTo>
                  <a:lnTo>
                    <a:pt x="3107" y="3182"/>
                  </a:lnTo>
                  <a:lnTo>
                    <a:pt x="3119" y="3221"/>
                  </a:lnTo>
                  <a:lnTo>
                    <a:pt x="3132" y="3246"/>
                  </a:lnTo>
                  <a:lnTo>
                    <a:pt x="3107" y="3272"/>
                  </a:lnTo>
                  <a:lnTo>
                    <a:pt x="3043" y="3285"/>
                  </a:lnTo>
                  <a:lnTo>
                    <a:pt x="2979" y="3298"/>
                  </a:lnTo>
                  <a:lnTo>
                    <a:pt x="2940" y="3285"/>
                  </a:lnTo>
                  <a:lnTo>
                    <a:pt x="2915" y="3246"/>
                  </a:lnTo>
                  <a:lnTo>
                    <a:pt x="2889" y="3208"/>
                  </a:lnTo>
                  <a:lnTo>
                    <a:pt x="2851" y="3157"/>
                  </a:lnTo>
                  <a:lnTo>
                    <a:pt x="2825" y="3144"/>
                  </a:lnTo>
                  <a:lnTo>
                    <a:pt x="2659" y="3144"/>
                  </a:lnTo>
                  <a:lnTo>
                    <a:pt x="2634" y="3131"/>
                  </a:lnTo>
                  <a:lnTo>
                    <a:pt x="2583" y="3093"/>
                  </a:lnTo>
                  <a:lnTo>
                    <a:pt x="2557" y="3080"/>
                  </a:lnTo>
                  <a:lnTo>
                    <a:pt x="2531" y="3067"/>
                  </a:lnTo>
                  <a:lnTo>
                    <a:pt x="2506" y="3067"/>
                  </a:lnTo>
                  <a:lnTo>
                    <a:pt x="2416" y="3055"/>
                  </a:lnTo>
                  <a:lnTo>
                    <a:pt x="2250" y="3055"/>
                  </a:lnTo>
                  <a:lnTo>
                    <a:pt x="2237" y="3042"/>
                  </a:lnTo>
                  <a:lnTo>
                    <a:pt x="2212" y="3016"/>
                  </a:lnTo>
                  <a:lnTo>
                    <a:pt x="2199" y="2978"/>
                  </a:lnTo>
                  <a:lnTo>
                    <a:pt x="2199" y="2965"/>
                  </a:lnTo>
                  <a:lnTo>
                    <a:pt x="2212" y="2952"/>
                  </a:lnTo>
                  <a:lnTo>
                    <a:pt x="2250" y="2927"/>
                  </a:lnTo>
                  <a:lnTo>
                    <a:pt x="2314" y="2914"/>
                  </a:lnTo>
                  <a:lnTo>
                    <a:pt x="2352" y="2889"/>
                  </a:lnTo>
                  <a:lnTo>
                    <a:pt x="2404" y="2850"/>
                  </a:lnTo>
                  <a:lnTo>
                    <a:pt x="2429" y="2825"/>
                  </a:lnTo>
                  <a:lnTo>
                    <a:pt x="2455" y="2799"/>
                  </a:lnTo>
                  <a:lnTo>
                    <a:pt x="2442" y="2761"/>
                  </a:lnTo>
                  <a:lnTo>
                    <a:pt x="2416" y="2735"/>
                  </a:lnTo>
                  <a:lnTo>
                    <a:pt x="2391" y="2697"/>
                  </a:lnTo>
                  <a:lnTo>
                    <a:pt x="2378" y="2646"/>
                  </a:lnTo>
                  <a:lnTo>
                    <a:pt x="2352" y="2633"/>
                  </a:lnTo>
                  <a:lnTo>
                    <a:pt x="2327" y="2633"/>
                  </a:lnTo>
                  <a:lnTo>
                    <a:pt x="2276" y="2620"/>
                  </a:lnTo>
                  <a:lnTo>
                    <a:pt x="2250" y="2595"/>
                  </a:lnTo>
                  <a:lnTo>
                    <a:pt x="2237" y="2569"/>
                  </a:lnTo>
                  <a:lnTo>
                    <a:pt x="2225" y="2518"/>
                  </a:lnTo>
                  <a:lnTo>
                    <a:pt x="2212" y="2492"/>
                  </a:lnTo>
                  <a:lnTo>
                    <a:pt x="2212" y="2467"/>
                  </a:lnTo>
                  <a:lnTo>
                    <a:pt x="2225" y="2454"/>
                  </a:lnTo>
                  <a:lnTo>
                    <a:pt x="2237" y="2441"/>
                  </a:lnTo>
                  <a:lnTo>
                    <a:pt x="2276" y="2441"/>
                  </a:lnTo>
                  <a:lnTo>
                    <a:pt x="2404" y="2428"/>
                  </a:lnTo>
                  <a:lnTo>
                    <a:pt x="2455" y="2441"/>
                  </a:lnTo>
                  <a:lnTo>
                    <a:pt x="2506" y="2454"/>
                  </a:lnTo>
                  <a:lnTo>
                    <a:pt x="2544" y="2480"/>
                  </a:lnTo>
                  <a:lnTo>
                    <a:pt x="2583" y="2518"/>
                  </a:lnTo>
                  <a:lnTo>
                    <a:pt x="2595" y="2556"/>
                  </a:lnTo>
                  <a:lnTo>
                    <a:pt x="2570" y="2569"/>
                  </a:lnTo>
                  <a:lnTo>
                    <a:pt x="2531" y="2569"/>
                  </a:lnTo>
                  <a:lnTo>
                    <a:pt x="2544" y="2607"/>
                  </a:lnTo>
                  <a:lnTo>
                    <a:pt x="2570" y="2633"/>
                  </a:lnTo>
                  <a:lnTo>
                    <a:pt x="2672" y="2633"/>
                  </a:lnTo>
                  <a:lnTo>
                    <a:pt x="2685" y="2607"/>
                  </a:lnTo>
                  <a:lnTo>
                    <a:pt x="2685" y="2582"/>
                  </a:lnTo>
                  <a:lnTo>
                    <a:pt x="2723" y="2518"/>
                  </a:lnTo>
                  <a:lnTo>
                    <a:pt x="2723" y="2492"/>
                  </a:lnTo>
                  <a:lnTo>
                    <a:pt x="2710" y="2480"/>
                  </a:lnTo>
                  <a:lnTo>
                    <a:pt x="2659" y="2441"/>
                  </a:lnTo>
                  <a:lnTo>
                    <a:pt x="2608" y="2403"/>
                  </a:lnTo>
                  <a:lnTo>
                    <a:pt x="2570" y="2365"/>
                  </a:lnTo>
                  <a:lnTo>
                    <a:pt x="2506" y="2262"/>
                  </a:lnTo>
                  <a:lnTo>
                    <a:pt x="2480" y="2237"/>
                  </a:lnTo>
                  <a:lnTo>
                    <a:pt x="2442" y="2224"/>
                  </a:lnTo>
                  <a:lnTo>
                    <a:pt x="2378" y="2198"/>
                  </a:lnTo>
                  <a:lnTo>
                    <a:pt x="2327" y="2173"/>
                  </a:lnTo>
                  <a:lnTo>
                    <a:pt x="2314" y="2160"/>
                  </a:lnTo>
                  <a:lnTo>
                    <a:pt x="2301" y="2134"/>
                  </a:lnTo>
                  <a:lnTo>
                    <a:pt x="2289" y="2083"/>
                  </a:lnTo>
                  <a:lnTo>
                    <a:pt x="2276" y="2058"/>
                  </a:lnTo>
                  <a:lnTo>
                    <a:pt x="2263" y="2045"/>
                  </a:lnTo>
                  <a:lnTo>
                    <a:pt x="2161" y="1956"/>
                  </a:lnTo>
                  <a:lnTo>
                    <a:pt x="2033" y="1841"/>
                  </a:lnTo>
                  <a:lnTo>
                    <a:pt x="1995" y="1789"/>
                  </a:lnTo>
                  <a:lnTo>
                    <a:pt x="1956" y="1725"/>
                  </a:lnTo>
                  <a:lnTo>
                    <a:pt x="1956" y="1674"/>
                  </a:lnTo>
                  <a:lnTo>
                    <a:pt x="1956" y="1623"/>
                  </a:lnTo>
                  <a:lnTo>
                    <a:pt x="1982" y="1534"/>
                  </a:lnTo>
                  <a:lnTo>
                    <a:pt x="1982" y="1470"/>
                  </a:lnTo>
                  <a:lnTo>
                    <a:pt x="1969" y="1393"/>
                  </a:lnTo>
                  <a:lnTo>
                    <a:pt x="1943" y="1265"/>
                  </a:lnTo>
                  <a:lnTo>
                    <a:pt x="1931" y="1240"/>
                  </a:lnTo>
                  <a:lnTo>
                    <a:pt x="1931" y="1214"/>
                  </a:lnTo>
                  <a:lnTo>
                    <a:pt x="1943" y="1189"/>
                  </a:lnTo>
                  <a:lnTo>
                    <a:pt x="1956" y="1189"/>
                  </a:lnTo>
                  <a:lnTo>
                    <a:pt x="2007" y="1176"/>
                  </a:lnTo>
                  <a:lnTo>
                    <a:pt x="2071" y="1176"/>
                  </a:lnTo>
                  <a:lnTo>
                    <a:pt x="2110" y="1189"/>
                  </a:lnTo>
                  <a:lnTo>
                    <a:pt x="2110" y="1227"/>
                  </a:lnTo>
                  <a:lnTo>
                    <a:pt x="2097" y="1253"/>
                  </a:lnTo>
                  <a:lnTo>
                    <a:pt x="2071" y="1253"/>
                  </a:lnTo>
                  <a:lnTo>
                    <a:pt x="2084" y="1329"/>
                  </a:lnTo>
                  <a:lnTo>
                    <a:pt x="2097" y="1355"/>
                  </a:lnTo>
                  <a:lnTo>
                    <a:pt x="2122" y="1380"/>
                  </a:lnTo>
                  <a:lnTo>
                    <a:pt x="2212" y="1432"/>
                  </a:lnTo>
                  <a:lnTo>
                    <a:pt x="2250" y="1444"/>
                  </a:lnTo>
                  <a:lnTo>
                    <a:pt x="2289" y="1444"/>
                  </a:lnTo>
                  <a:lnTo>
                    <a:pt x="2327" y="1432"/>
                  </a:lnTo>
                  <a:lnTo>
                    <a:pt x="2365" y="1432"/>
                  </a:lnTo>
                  <a:lnTo>
                    <a:pt x="2378" y="1457"/>
                  </a:lnTo>
                  <a:lnTo>
                    <a:pt x="2404" y="1470"/>
                  </a:lnTo>
                  <a:lnTo>
                    <a:pt x="2442" y="1508"/>
                  </a:lnTo>
                  <a:lnTo>
                    <a:pt x="2480" y="1534"/>
                  </a:lnTo>
                  <a:lnTo>
                    <a:pt x="2493" y="1572"/>
                  </a:lnTo>
                  <a:lnTo>
                    <a:pt x="2506" y="1623"/>
                  </a:lnTo>
                  <a:lnTo>
                    <a:pt x="2519" y="1674"/>
                  </a:lnTo>
                  <a:lnTo>
                    <a:pt x="2531" y="1700"/>
                  </a:lnTo>
                  <a:lnTo>
                    <a:pt x="2544" y="1738"/>
                  </a:lnTo>
                  <a:lnTo>
                    <a:pt x="2570" y="1738"/>
                  </a:lnTo>
                  <a:lnTo>
                    <a:pt x="2608" y="1751"/>
                  </a:lnTo>
                  <a:lnTo>
                    <a:pt x="2698" y="1764"/>
                  </a:lnTo>
                  <a:lnTo>
                    <a:pt x="2749" y="1777"/>
                  </a:lnTo>
                  <a:lnTo>
                    <a:pt x="2800" y="1789"/>
                  </a:lnTo>
                  <a:lnTo>
                    <a:pt x="2825" y="1789"/>
                  </a:lnTo>
                  <a:lnTo>
                    <a:pt x="2851" y="1777"/>
                  </a:lnTo>
                  <a:lnTo>
                    <a:pt x="2851" y="1751"/>
                  </a:lnTo>
                  <a:lnTo>
                    <a:pt x="2838" y="1725"/>
                  </a:lnTo>
                  <a:lnTo>
                    <a:pt x="2813" y="1713"/>
                  </a:lnTo>
                  <a:lnTo>
                    <a:pt x="2774" y="1687"/>
                  </a:lnTo>
                  <a:lnTo>
                    <a:pt x="2698" y="1636"/>
                  </a:lnTo>
                  <a:lnTo>
                    <a:pt x="2659" y="1598"/>
                  </a:lnTo>
                  <a:lnTo>
                    <a:pt x="2608" y="1572"/>
                  </a:lnTo>
                  <a:lnTo>
                    <a:pt x="2570" y="1521"/>
                  </a:lnTo>
                  <a:lnTo>
                    <a:pt x="2544" y="1470"/>
                  </a:lnTo>
                  <a:lnTo>
                    <a:pt x="2531" y="1419"/>
                  </a:lnTo>
                  <a:lnTo>
                    <a:pt x="2608" y="1406"/>
                  </a:lnTo>
                  <a:lnTo>
                    <a:pt x="2685" y="1393"/>
                  </a:lnTo>
                  <a:lnTo>
                    <a:pt x="2749" y="1406"/>
                  </a:lnTo>
                  <a:lnTo>
                    <a:pt x="2774" y="1432"/>
                  </a:lnTo>
                  <a:lnTo>
                    <a:pt x="2800" y="1457"/>
                  </a:lnTo>
                  <a:lnTo>
                    <a:pt x="2876" y="1521"/>
                  </a:lnTo>
                  <a:lnTo>
                    <a:pt x="2966" y="1572"/>
                  </a:lnTo>
                  <a:lnTo>
                    <a:pt x="3017" y="1636"/>
                  </a:lnTo>
                  <a:lnTo>
                    <a:pt x="3055" y="1649"/>
                  </a:lnTo>
                  <a:lnTo>
                    <a:pt x="3068" y="1649"/>
                  </a:lnTo>
                  <a:lnTo>
                    <a:pt x="3081" y="1636"/>
                  </a:lnTo>
                  <a:lnTo>
                    <a:pt x="3094" y="1623"/>
                  </a:lnTo>
                  <a:lnTo>
                    <a:pt x="3094" y="1598"/>
                  </a:lnTo>
                  <a:lnTo>
                    <a:pt x="3094" y="1572"/>
                  </a:lnTo>
                  <a:lnTo>
                    <a:pt x="3081" y="1559"/>
                  </a:lnTo>
                  <a:lnTo>
                    <a:pt x="3043" y="1534"/>
                  </a:lnTo>
                  <a:lnTo>
                    <a:pt x="3004" y="1508"/>
                  </a:lnTo>
                  <a:lnTo>
                    <a:pt x="2940" y="1444"/>
                  </a:lnTo>
                  <a:lnTo>
                    <a:pt x="2902" y="1406"/>
                  </a:lnTo>
                  <a:lnTo>
                    <a:pt x="2851" y="1355"/>
                  </a:lnTo>
                  <a:lnTo>
                    <a:pt x="2838" y="1317"/>
                  </a:lnTo>
                  <a:lnTo>
                    <a:pt x="2838" y="1291"/>
                  </a:lnTo>
                  <a:lnTo>
                    <a:pt x="2851" y="1278"/>
                  </a:lnTo>
                  <a:lnTo>
                    <a:pt x="2889" y="1253"/>
                  </a:lnTo>
                  <a:lnTo>
                    <a:pt x="2928" y="1253"/>
                  </a:lnTo>
                  <a:lnTo>
                    <a:pt x="2966" y="1265"/>
                  </a:lnTo>
                  <a:lnTo>
                    <a:pt x="3043" y="1278"/>
                  </a:lnTo>
                  <a:lnTo>
                    <a:pt x="3094" y="1304"/>
                  </a:lnTo>
                  <a:lnTo>
                    <a:pt x="3183" y="1342"/>
                  </a:lnTo>
                  <a:lnTo>
                    <a:pt x="3285" y="1380"/>
                  </a:lnTo>
                  <a:lnTo>
                    <a:pt x="3311" y="1393"/>
                  </a:lnTo>
                  <a:lnTo>
                    <a:pt x="3337" y="1406"/>
                  </a:lnTo>
                  <a:lnTo>
                    <a:pt x="3349" y="1406"/>
                  </a:lnTo>
                  <a:lnTo>
                    <a:pt x="3349" y="1380"/>
                  </a:lnTo>
                  <a:lnTo>
                    <a:pt x="3349" y="1342"/>
                  </a:lnTo>
                  <a:lnTo>
                    <a:pt x="3324" y="1329"/>
                  </a:lnTo>
                  <a:lnTo>
                    <a:pt x="3298" y="1304"/>
                  </a:lnTo>
                  <a:lnTo>
                    <a:pt x="3209" y="1265"/>
                  </a:lnTo>
                  <a:lnTo>
                    <a:pt x="3107" y="1201"/>
                  </a:lnTo>
                  <a:lnTo>
                    <a:pt x="2992" y="1138"/>
                  </a:lnTo>
                  <a:lnTo>
                    <a:pt x="2953" y="1112"/>
                  </a:lnTo>
                  <a:lnTo>
                    <a:pt x="2928" y="1099"/>
                  </a:lnTo>
                  <a:lnTo>
                    <a:pt x="2928" y="1086"/>
                  </a:lnTo>
                  <a:lnTo>
                    <a:pt x="2940" y="1061"/>
                  </a:lnTo>
                  <a:lnTo>
                    <a:pt x="2940" y="1035"/>
                  </a:lnTo>
                  <a:lnTo>
                    <a:pt x="2940" y="1010"/>
                  </a:lnTo>
                  <a:lnTo>
                    <a:pt x="2902" y="971"/>
                  </a:lnTo>
                  <a:lnTo>
                    <a:pt x="2864" y="933"/>
                  </a:lnTo>
                  <a:lnTo>
                    <a:pt x="2774" y="882"/>
                  </a:lnTo>
                  <a:lnTo>
                    <a:pt x="2761" y="869"/>
                  </a:lnTo>
                  <a:lnTo>
                    <a:pt x="2736" y="856"/>
                  </a:lnTo>
                  <a:lnTo>
                    <a:pt x="2736" y="831"/>
                  </a:lnTo>
                  <a:lnTo>
                    <a:pt x="2761" y="805"/>
                  </a:lnTo>
                  <a:lnTo>
                    <a:pt x="2787" y="754"/>
                  </a:lnTo>
                  <a:lnTo>
                    <a:pt x="2825" y="716"/>
                  </a:lnTo>
                  <a:lnTo>
                    <a:pt x="2864" y="677"/>
                  </a:lnTo>
                  <a:lnTo>
                    <a:pt x="2889" y="716"/>
                  </a:lnTo>
                  <a:lnTo>
                    <a:pt x="2928" y="741"/>
                  </a:lnTo>
                  <a:lnTo>
                    <a:pt x="2979" y="754"/>
                  </a:lnTo>
                  <a:lnTo>
                    <a:pt x="3030" y="741"/>
                  </a:lnTo>
                  <a:lnTo>
                    <a:pt x="3055" y="729"/>
                  </a:lnTo>
                  <a:lnTo>
                    <a:pt x="3068" y="716"/>
                  </a:lnTo>
                  <a:lnTo>
                    <a:pt x="3107" y="665"/>
                  </a:lnTo>
                  <a:lnTo>
                    <a:pt x="3145" y="626"/>
                  </a:lnTo>
                  <a:lnTo>
                    <a:pt x="3209" y="588"/>
                  </a:lnTo>
                  <a:lnTo>
                    <a:pt x="3247" y="550"/>
                  </a:lnTo>
                  <a:lnTo>
                    <a:pt x="3260" y="537"/>
                  </a:lnTo>
                  <a:lnTo>
                    <a:pt x="3285" y="550"/>
                  </a:lnTo>
                  <a:lnTo>
                    <a:pt x="3298" y="562"/>
                  </a:lnTo>
                  <a:lnTo>
                    <a:pt x="3311" y="588"/>
                  </a:lnTo>
                  <a:lnTo>
                    <a:pt x="3324" y="601"/>
                  </a:lnTo>
                  <a:lnTo>
                    <a:pt x="3349" y="614"/>
                  </a:lnTo>
                  <a:lnTo>
                    <a:pt x="3426" y="614"/>
                  </a:lnTo>
                  <a:lnTo>
                    <a:pt x="3464" y="601"/>
                  </a:lnTo>
                  <a:lnTo>
                    <a:pt x="3503" y="601"/>
                  </a:lnTo>
                  <a:lnTo>
                    <a:pt x="3528" y="588"/>
                  </a:lnTo>
                  <a:lnTo>
                    <a:pt x="3554" y="562"/>
                  </a:lnTo>
                  <a:lnTo>
                    <a:pt x="3592" y="499"/>
                  </a:lnTo>
                  <a:lnTo>
                    <a:pt x="4193" y="703"/>
                  </a:lnTo>
                  <a:lnTo>
                    <a:pt x="4346" y="908"/>
                  </a:lnTo>
                  <a:lnTo>
                    <a:pt x="4474" y="908"/>
                  </a:lnTo>
                  <a:lnTo>
                    <a:pt x="5024" y="524"/>
                  </a:lnTo>
                  <a:lnTo>
                    <a:pt x="5049" y="486"/>
                  </a:lnTo>
                  <a:lnTo>
                    <a:pt x="4921" y="358"/>
                  </a:lnTo>
                  <a:lnTo>
                    <a:pt x="5049" y="166"/>
                  </a:lnTo>
                  <a:lnTo>
                    <a:pt x="5049" y="128"/>
                  </a:lnTo>
                  <a:lnTo>
                    <a:pt x="4704" y="13"/>
                  </a:lnTo>
                  <a:lnTo>
                    <a:pt x="4704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5" name="Google Shape;605;p60"/>
            <p:cNvSpPr/>
            <p:nvPr/>
          </p:nvSpPr>
          <p:spPr>
            <a:xfrm>
              <a:off x="3981900" y="2395625"/>
              <a:ext cx="85650" cy="94925"/>
            </a:xfrm>
            <a:custGeom>
              <a:rect b="b" l="l" r="r" t="t"/>
              <a:pathLst>
                <a:path extrusionOk="0" h="3797" w="3426">
                  <a:moveTo>
                    <a:pt x="665" y="0"/>
                  </a:moveTo>
                  <a:lnTo>
                    <a:pt x="435" y="26"/>
                  </a:lnTo>
                  <a:lnTo>
                    <a:pt x="268" y="294"/>
                  </a:lnTo>
                  <a:lnTo>
                    <a:pt x="256" y="307"/>
                  </a:lnTo>
                  <a:lnTo>
                    <a:pt x="0" y="435"/>
                  </a:lnTo>
                  <a:lnTo>
                    <a:pt x="77" y="678"/>
                  </a:lnTo>
                  <a:lnTo>
                    <a:pt x="243" y="793"/>
                  </a:lnTo>
                  <a:lnTo>
                    <a:pt x="256" y="793"/>
                  </a:lnTo>
                  <a:lnTo>
                    <a:pt x="345" y="959"/>
                  </a:lnTo>
                  <a:lnTo>
                    <a:pt x="460" y="1035"/>
                  </a:lnTo>
                  <a:lnTo>
                    <a:pt x="473" y="1061"/>
                  </a:lnTo>
                  <a:lnTo>
                    <a:pt x="524" y="1521"/>
                  </a:lnTo>
                  <a:lnTo>
                    <a:pt x="524" y="1534"/>
                  </a:lnTo>
                  <a:lnTo>
                    <a:pt x="422" y="1879"/>
                  </a:lnTo>
                  <a:lnTo>
                    <a:pt x="562" y="2096"/>
                  </a:lnTo>
                  <a:lnTo>
                    <a:pt x="741" y="2211"/>
                  </a:lnTo>
                  <a:lnTo>
                    <a:pt x="754" y="2237"/>
                  </a:lnTo>
                  <a:lnTo>
                    <a:pt x="754" y="2377"/>
                  </a:lnTo>
                  <a:lnTo>
                    <a:pt x="741" y="2403"/>
                  </a:lnTo>
                  <a:lnTo>
                    <a:pt x="639" y="2428"/>
                  </a:lnTo>
                  <a:lnTo>
                    <a:pt x="652" y="2467"/>
                  </a:lnTo>
                  <a:lnTo>
                    <a:pt x="805" y="2544"/>
                  </a:lnTo>
                  <a:lnTo>
                    <a:pt x="818" y="2582"/>
                  </a:lnTo>
                  <a:lnTo>
                    <a:pt x="780" y="2735"/>
                  </a:lnTo>
                  <a:lnTo>
                    <a:pt x="767" y="2761"/>
                  </a:lnTo>
                  <a:lnTo>
                    <a:pt x="690" y="2799"/>
                  </a:lnTo>
                  <a:lnTo>
                    <a:pt x="856" y="2863"/>
                  </a:lnTo>
                  <a:lnTo>
                    <a:pt x="869" y="2889"/>
                  </a:lnTo>
                  <a:lnTo>
                    <a:pt x="920" y="3004"/>
                  </a:lnTo>
                  <a:lnTo>
                    <a:pt x="1598" y="3336"/>
                  </a:lnTo>
                  <a:lnTo>
                    <a:pt x="1725" y="3119"/>
                  </a:lnTo>
                  <a:lnTo>
                    <a:pt x="1649" y="3004"/>
                  </a:lnTo>
                  <a:lnTo>
                    <a:pt x="1661" y="2978"/>
                  </a:lnTo>
                  <a:lnTo>
                    <a:pt x="1802" y="2863"/>
                  </a:lnTo>
                  <a:lnTo>
                    <a:pt x="1853" y="2876"/>
                  </a:lnTo>
                  <a:lnTo>
                    <a:pt x="1892" y="2965"/>
                  </a:lnTo>
                  <a:lnTo>
                    <a:pt x="2058" y="3004"/>
                  </a:lnTo>
                  <a:lnTo>
                    <a:pt x="2070" y="3004"/>
                  </a:lnTo>
                  <a:lnTo>
                    <a:pt x="2364" y="3234"/>
                  </a:lnTo>
                  <a:lnTo>
                    <a:pt x="2377" y="3246"/>
                  </a:lnTo>
                  <a:lnTo>
                    <a:pt x="2403" y="3323"/>
                  </a:lnTo>
                  <a:lnTo>
                    <a:pt x="2646" y="3400"/>
                  </a:lnTo>
                  <a:lnTo>
                    <a:pt x="2671" y="3438"/>
                  </a:lnTo>
                  <a:lnTo>
                    <a:pt x="2582" y="3770"/>
                  </a:lnTo>
                  <a:lnTo>
                    <a:pt x="2684" y="3796"/>
                  </a:lnTo>
                  <a:lnTo>
                    <a:pt x="2786" y="3707"/>
                  </a:lnTo>
                  <a:lnTo>
                    <a:pt x="2799" y="3707"/>
                  </a:lnTo>
                  <a:lnTo>
                    <a:pt x="2927" y="3732"/>
                  </a:lnTo>
                  <a:lnTo>
                    <a:pt x="3055" y="3668"/>
                  </a:lnTo>
                  <a:lnTo>
                    <a:pt x="3118" y="3655"/>
                  </a:lnTo>
                  <a:lnTo>
                    <a:pt x="3055" y="3106"/>
                  </a:lnTo>
                  <a:lnTo>
                    <a:pt x="3067" y="3080"/>
                  </a:lnTo>
                  <a:lnTo>
                    <a:pt x="3425" y="2786"/>
                  </a:lnTo>
                  <a:lnTo>
                    <a:pt x="3387" y="2697"/>
                  </a:lnTo>
                  <a:lnTo>
                    <a:pt x="3055" y="2518"/>
                  </a:lnTo>
                  <a:lnTo>
                    <a:pt x="3042" y="2518"/>
                  </a:lnTo>
                  <a:lnTo>
                    <a:pt x="2888" y="2250"/>
                  </a:lnTo>
                  <a:lnTo>
                    <a:pt x="2888" y="2237"/>
                  </a:lnTo>
                  <a:lnTo>
                    <a:pt x="2876" y="2032"/>
                  </a:lnTo>
                  <a:lnTo>
                    <a:pt x="2888" y="2020"/>
                  </a:lnTo>
                  <a:lnTo>
                    <a:pt x="3055" y="1713"/>
                  </a:lnTo>
                  <a:lnTo>
                    <a:pt x="2837" y="1623"/>
                  </a:lnTo>
                  <a:lnTo>
                    <a:pt x="2825" y="1585"/>
                  </a:lnTo>
                  <a:lnTo>
                    <a:pt x="2991" y="1342"/>
                  </a:lnTo>
                  <a:lnTo>
                    <a:pt x="2837" y="1278"/>
                  </a:lnTo>
                  <a:lnTo>
                    <a:pt x="2697" y="1304"/>
                  </a:lnTo>
                  <a:lnTo>
                    <a:pt x="2671" y="1470"/>
                  </a:lnTo>
                  <a:lnTo>
                    <a:pt x="2646" y="1496"/>
                  </a:lnTo>
                  <a:lnTo>
                    <a:pt x="2339" y="1393"/>
                  </a:lnTo>
                  <a:lnTo>
                    <a:pt x="1930" y="1317"/>
                  </a:lnTo>
                  <a:lnTo>
                    <a:pt x="1904" y="1304"/>
                  </a:lnTo>
                  <a:lnTo>
                    <a:pt x="1815" y="1048"/>
                  </a:lnTo>
                  <a:lnTo>
                    <a:pt x="1393" y="601"/>
                  </a:lnTo>
                  <a:lnTo>
                    <a:pt x="1278" y="281"/>
                  </a:lnTo>
                  <a:lnTo>
                    <a:pt x="1074" y="26"/>
                  </a:lnTo>
                  <a:lnTo>
                    <a:pt x="729" y="39"/>
                  </a:lnTo>
                  <a:lnTo>
                    <a:pt x="716" y="39"/>
                  </a:lnTo>
                  <a:lnTo>
                    <a:pt x="665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6" name="Google Shape;606;p60"/>
            <p:cNvSpPr/>
            <p:nvPr/>
          </p:nvSpPr>
          <p:spPr>
            <a:xfrm>
              <a:off x="3861100" y="2274850"/>
              <a:ext cx="118900" cy="66800"/>
            </a:xfrm>
            <a:custGeom>
              <a:rect b="b" l="l" r="r" t="t"/>
              <a:pathLst>
                <a:path extrusionOk="0" h="2672" w="4756">
                  <a:moveTo>
                    <a:pt x="2378" y="0"/>
                  </a:moveTo>
                  <a:lnTo>
                    <a:pt x="2174" y="166"/>
                  </a:lnTo>
                  <a:lnTo>
                    <a:pt x="1918" y="26"/>
                  </a:lnTo>
                  <a:lnTo>
                    <a:pt x="921" y="524"/>
                  </a:lnTo>
                  <a:lnTo>
                    <a:pt x="346" y="575"/>
                  </a:lnTo>
                  <a:lnTo>
                    <a:pt x="244" y="754"/>
                  </a:lnTo>
                  <a:lnTo>
                    <a:pt x="1" y="831"/>
                  </a:lnTo>
                  <a:lnTo>
                    <a:pt x="65" y="920"/>
                  </a:lnTo>
                  <a:lnTo>
                    <a:pt x="359" y="920"/>
                  </a:lnTo>
                  <a:lnTo>
                    <a:pt x="359" y="1265"/>
                  </a:lnTo>
                  <a:lnTo>
                    <a:pt x="640" y="1687"/>
                  </a:lnTo>
                  <a:lnTo>
                    <a:pt x="1177" y="2543"/>
                  </a:lnTo>
                  <a:lnTo>
                    <a:pt x="1343" y="2671"/>
                  </a:lnTo>
                  <a:lnTo>
                    <a:pt x="1445" y="2646"/>
                  </a:lnTo>
                  <a:lnTo>
                    <a:pt x="1714" y="2454"/>
                  </a:lnTo>
                  <a:lnTo>
                    <a:pt x="1790" y="2198"/>
                  </a:lnTo>
                  <a:lnTo>
                    <a:pt x="1816" y="2173"/>
                  </a:lnTo>
                  <a:lnTo>
                    <a:pt x="2007" y="2186"/>
                  </a:lnTo>
                  <a:lnTo>
                    <a:pt x="2020" y="2186"/>
                  </a:lnTo>
                  <a:lnTo>
                    <a:pt x="2429" y="2403"/>
                  </a:lnTo>
                  <a:lnTo>
                    <a:pt x="2902" y="2339"/>
                  </a:lnTo>
                  <a:lnTo>
                    <a:pt x="2915" y="2339"/>
                  </a:lnTo>
                  <a:lnTo>
                    <a:pt x="3132" y="2416"/>
                  </a:lnTo>
                  <a:lnTo>
                    <a:pt x="3886" y="2045"/>
                  </a:lnTo>
                  <a:lnTo>
                    <a:pt x="4372" y="1892"/>
                  </a:lnTo>
                  <a:lnTo>
                    <a:pt x="4474" y="1419"/>
                  </a:lnTo>
                  <a:lnTo>
                    <a:pt x="4755" y="1150"/>
                  </a:lnTo>
                  <a:lnTo>
                    <a:pt x="4244" y="984"/>
                  </a:lnTo>
                  <a:lnTo>
                    <a:pt x="4359" y="741"/>
                  </a:lnTo>
                  <a:lnTo>
                    <a:pt x="4052" y="537"/>
                  </a:lnTo>
                  <a:lnTo>
                    <a:pt x="3784" y="869"/>
                  </a:lnTo>
                  <a:lnTo>
                    <a:pt x="3388" y="499"/>
                  </a:lnTo>
                  <a:lnTo>
                    <a:pt x="3388" y="307"/>
                  </a:lnTo>
                  <a:lnTo>
                    <a:pt x="2583" y="307"/>
                  </a:lnTo>
                  <a:lnTo>
                    <a:pt x="2378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7" name="Google Shape;607;p60"/>
            <p:cNvSpPr/>
            <p:nvPr/>
          </p:nvSpPr>
          <p:spPr>
            <a:xfrm>
              <a:off x="3815425" y="2379950"/>
              <a:ext cx="5450" cy="5775"/>
            </a:xfrm>
            <a:custGeom>
              <a:rect b="b" l="l" r="r" t="t"/>
              <a:pathLst>
                <a:path extrusionOk="0" h="231" w="218">
                  <a:moveTo>
                    <a:pt x="64" y="1"/>
                  </a:moveTo>
                  <a:lnTo>
                    <a:pt x="0" y="39"/>
                  </a:lnTo>
                  <a:lnTo>
                    <a:pt x="39" y="231"/>
                  </a:lnTo>
                  <a:lnTo>
                    <a:pt x="218" y="218"/>
                  </a:lnTo>
                  <a:lnTo>
                    <a:pt x="64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8" name="Google Shape;608;p60"/>
            <p:cNvSpPr/>
            <p:nvPr/>
          </p:nvSpPr>
          <p:spPr>
            <a:xfrm>
              <a:off x="4133650" y="2608725"/>
              <a:ext cx="3225" cy="2600"/>
            </a:xfrm>
            <a:custGeom>
              <a:rect b="b" l="l" r="r" t="t"/>
              <a:pathLst>
                <a:path extrusionOk="0" h="104" w="129">
                  <a:moveTo>
                    <a:pt x="90" y="1"/>
                  </a:moveTo>
                  <a:lnTo>
                    <a:pt x="52" y="14"/>
                  </a:lnTo>
                  <a:lnTo>
                    <a:pt x="14" y="26"/>
                  </a:lnTo>
                  <a:lnTo>
                    <a:pt x="1" y="39"/>
                  </a:lnTo>
                  <a:lnTo>
                    <a:pt x="14" y="65"/>
                  </a:lnTo>
                  <a:lnTo>
                    <a:pt x="26" y="103"/>
                  </a:lnTo>
                  <a:lnTo>
                    <a:pt x="65" y="103"/>
                  </a:lnTo>
                  <a:lnTo>
                    <a:pt x="103" y="90"/>
                  </a:lnTo>
                  <a:lnTo>
                    <a:pt x="116" y="65"/>
                  </a:lnTo>
                  <a:lnTo>
                    <a:pt x="129" y="39"/>
                  </a:lnTo>
                  <a:lnTo>
                    <a:pt x="116" y="26"/>
                  </a:lnTo>
                  <a:lnTo>
                    <a:pt x="90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9" name="Google Shape;609;p60"/>
            <p:cNvSpPr/>
            <p:nvPr/>
          </p:nvSpPr>
          <p:spPr>
            <a:xfrm>
              <a:off x="4121525" y="2536850"/>
              <a:ext cx="6400" cy="6100"/>
            </a:xfrm>
            <a:custGeom>
              <a:rect b="b" l="l" r="r" t="t"/>
              <a:pathLst>
                <a:path extrusionOk="0" h="244" w="256">
                  <a:moveTo>
                    <a:pt x="217" y="0"/>
                  </a:moveTo>
                  <a:lnTo>
                    <a:pt x="192" y="26"/>
                  </a:lnTo>
                  <a:lnTo>
                    <a:pt x="179" y="39"/>
                  </a:lnTo>
                  <a:lnTo>
                    <a:pt x="128" y="51"/>
                  </a:lnTo>
                  <a:lnTo>
                    <a:pt x="38" y="51"/>
                  </a:lnTo>
                  <a:lnTo>
                    <a:pt x="0" y="64"/>
                  </a:lnTo>
                  <a:lnTo>
                    <a:pt x="13" y="90"/>
                  </a:lnTo>
                  <a:lnTo>
                    <a:pt x="38" y="141"/>
                  </a:lnTo>
                  <a:lnTo>
                    <a:pt x="51" y="192"/>
                  </a:lnTo>
                  <a:lnTo>
                    <a:pt x="51" y="217"/>
                  </a:lnTo>
                  <a:lnTo>
                    <a:pt x="64" y="243"/>
                  </a:lnTo>
                  <a:lnTo>
                    <a:pt x="115" y="243"/>
                  </a:lnTo>
                  <a:lnTo>
                    <a:pt x="141" y="230"/>
                  </a:lnTo>
                  <a:lnTo>
                    <a:pt x="141" y="205"/>
                  </a:lnTo>
                  <a:lnTo>
                    <a:pt x="128" y="166"/>
                  </a:lnTo>
                  <a:lnTo>
                    <a:pt x="115" y="141"/>
                  </a:lnTo>
                  <a:lnTo>
                    <a:pt x="128" y="128"/>
                  </a:lnTo>
                  <a:lnTo>
                    <a:pt x="128" y="102"/>
                  </a:lnTo>
                  <a:lnTo>
                    <a:pt x="154" y="90"/>
                  </a:lnTo>
                  <a:lnTo>
                    <a:pt x="179" y="90"/>
                  </a:lnTo>
                  <a:lnTo>
                    <a:pt x="192" y="102"/>
                  </a:lnTo>
                  <a:lnTo>
                    <a:pt x="192" y="128"/>
                  </a:lnTo>
                  <a:lnTo>
                    <a:pt x="205" y="154"/>
                  </a:lnTo>
                  <a:lnTo>
                    <a:pt x="205" y="179"/>
                  </a:lnTo>
                  <a:lnTo>
                    <a:pt x="230" y="179"/>
                  </a:lnTo>
                  <a:lnTo>
                    <a:pt x="256" y="166"/>
                  </a:lnTo>
                  <a:lnTo>
                    <a:pt x="256" y="154"/>
                  </a:lnTo>
                  <a:lnTo>
                    <a:pt x="256" y="115"/>
                  </a:lnTo>
                  <a:lnTo>
                    <a:pt x="243" y="26"/>
                  </a:lnTo>
                  <a:lnTo>
                    <a:pt x="217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0" name="Google Shape;610;p60"/>
            <p:cNvSpPr/>
            <p:nvPr/>
          </p:nvSpPr>
          <p:spPr>
            <a:xfrm>
              <a:off x="4128550" y="2604900"/>
              <a:ext cx="3225" cy="2900"/>
            </a:xfrm>
            <a:custGeom>
              <a:rect b="b" l="l" r="r" t="t"/>
              <a:pathLst>
                <a:path extrusionOk="0" h="116" w="129">
                  <a:moveTo>
                    <a:pt x="90" y="0"/>
                  </a:moveTo>
                  <a:lnTo>
                    <a:pt x="51" y="26"/>
                  </a:lnTo>
                  <a:lnTo>
                    <a:pt x="0" y="39"/>
                  </a:lnTo>
                  <a:lnTo>
                    <a:pt x="13" y="77"/>
                  </a:lnTo>
                  <a:lnTo>
                    <a:pt x="26" y="103"/>
                  </a:lnTo>
                  <a:lnTo>
                    <a:pt x="64" y="115"/>
                  </a:lnTo>
                  <a:lnTo>
                    <a:pt x="90" y="115"/>
                  </a:lnTo>
                  <a:lnTo>
                    <a:pt x="115" y="103"/>
                  </a:lnTo>
                  <a:lnTo>
                    <a:pt x="128" y="90"/>
                  </a:lnTo>
                  <a:lnTo>
                    <a:pt x="128" y="64"/>
                  </a:lnTo>
                  <a:lnTo>
                    <a:pt x="115" y="39"/>
                  </a:lnTo>
                  <a:lnTo>
                    <a:pt x="90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1" name="Google Shape;611;p60"/>
            <p:cNvSpPr/>
            <p:nvPr/>
          </p:nvSpPr>
          <p:spPr>
            <a:xfrm>
              <a:off x="4132375" y="2616725"/>
              <a:ext cx="2575" cy="2900"/>
            </a:xfrm>
            <a:custGeom>
              <a:rect b="b" l="l" r="r" t="t"/>
              <a:pathLst>
                <a:path extrusionOk="0" h="116" w="103">
                  <a:moveTo>
                    <a:pt x="90" y="0"/>
                  </a:moveTo>
                  <a:lnTo>
                    <a:pt x="26" y="13"/>
                  </a:lnTo>
                  <a:lnTo>
                    <a:pt x="13" y="26"/>
                  </a:lnTo>
                  <a:lnTo>
                    <a:pt x="1" y="51"/>
                  </a:lnTo>
                  <a:lnTo>
                    <a:pt x="13" y="90"/>
                  </a:lnTo>
                  <a:lnTo>
                    <a:pt x="39" y="115"/>
                  </a:lnTo>
                  <a:lnTo>
                    <a:pt x="103" y="115"/>
                  </a:lnTo>
                  <a:lnTo>
                    <a:pt x="90" y="51"/>
                  </a:lnTo>
                  <a:lnTo>
                    <a:pt x="90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2" name="Google Shape;612;p60"/>
            <p:cNvSpPr/>
            <p:nvPr/>
          </p:nvSpPr>
          <p:spPr>
            <a:xfrm>
              <a:off x="4125025" y="2550250"/>
              <a:ext cx="12500" cy="8675"/>
            </a:xfrm>
            <a:custGeom>
              <a:rect b="b" l="l" r="r" t="t"/>
              <a:pathLst>
                <a:path extrusionOk="0" h="347" w="500">
                  <a:moveTo>
                    <a:pt x="346" y="1"/>
                  </a:moveTo>
                  <a:lnTo>
                    <a:pt x="307" y="14"/>
                  </a:lnTo>
                  <a:lnTo>
                    <a:pt x="256" y="39"/>
                  </a:lnTo>
                  <a:lnTo>
                    <a:pt x="180" y="65"/>
                  </a:lnTo>
                  <a:lnTo>
                    <a:pt x="77" y="90"/>
                  </a:lnTo>
                  <a:lnTo>
                    <a:pt x="14" y="90"/>
                  </a:lnTo>
                  <a:lnTo>
                    <a:pt x="1" y="103"/>
                  </a:lnTo>
                  <a:lnTo>
                    <a:pt x="1" y="142"/>
                  </a:lnTo>
                  <a:lnTo>
                    <a:pt x="26" y="180"/>
                  </a:lnTo>
                  <a:lnTo>
                    <a:pt x="52" y="218"/>
                  </a:lnTo>
                  <a:lnTo>
                    <a:pt x="90" y="231"/>
                  </a:lnTo>
                  <a:lnTo>
                    <a:pt x="129" y="218"/>
                  </a:lnTo>
                  <a:lnTo>
                    <a:pt x="167" y="193"/>
                  </a:lnTo>
                  <a:lnTo>
                    <a:pt x="205" y="180"/>
                  </a:lnTo>
                  <a:lnTo>
                    <a:pt x="244" y="167"/>
                  </a:lnTo>
                  <a:lnTo>
                    <a:pt x="269" y="205"/>
                  </a:lnTo>
                  <a:lnTo>
                    <a:pt x="231" y="231"/>
                  </a:lnTo>
                  <a:lnTo>
                    <a:pt x="231" y="257"/>
                  </a:lnTo>
                  <a:lnTo>
                    <a:pt x="244" y="269"/>
                  </a:lnTo>
                  <a:lnTo>
                    <a:pt x="269" y="295"/>
                  </a:lnTo>
                  <a:lnTo>
                    <a:pt x="346" y="320"/>
                  </a:lnTo>
                  <a:lnTo>
                    <a:pt x="397" y="346"/>
                  </a:lnTo>
                  <a:lnTo>
                    <a:pt x="423" y="346"/>
                  </a:lnTo>
                  <a:lnTo>
                    <a:pt x="448" y="333"/>
                  </a:lnTo>
                  <a:lnTo>
                    <a:pt x="474" y="308"/>
                  </a:lnTo>
                  <a:lnTo>
                    <a:pt x="486" y="257"/>
                  </a:lnTo>
                  <a:lnTo>
                    <a:pt x="499" y="205"/>
                  </a:lnTo>
                  <a:lnTo>
                    <a:pt x="423" y="78"/>
                  </a:lnTo>
                  <a:lnTo>
                    <a:pt x="397" y="78"/>
                  </a:lnTo>
                  <a:lnTo>
                    <a:pt x="384" y="52"/>
                  </a:lnTo>
                  <a:lnTo>
                    <a:pt x="346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3" name="Google Shape;613;p60"/>
            <p:cNvSpPr/>
            <p:nvPr/>
          </p:nvSpPr>
          <p:spPr>
            <a:xfrm>
              <a:off x="3912225" y="2447375"/>
              <a:ext cx="6100" cy="5775"/>
            </a:xfrm>
            <a:custGeom>
              <a:rect b="b" l="l" r="r" t="t"/>
              <a:pathLst>
                <a:path extrusionOk="0" h="231" w="244">
                  <a:moveTo>
                    <a:pt x="26" y="1"/>
                  </a:moveTo>
                  <a:lnTo>
                    <a:pt x="14" y="26"/>
                  </a:lnTo>
                  <a:lnTo>
                    <a:pt x="1" y="39"/>
                  </a:lnTo>
                  <a:lnTo>
                    <a:pt x="26" y="77"/>
                  </a:lnTo>
                  <a:lnTo>
                    <a:pt x="65" y="116"/>
                  </a:lnTo>
                  <a:lnTo>
                    <a:pt x="90" y="141"/>
                  </a:lnTo>
                  <a:lnTo>
                    <a:pt x="167" y="205"/>
                  </a:lnTo>
                  <a:lnTo>
                    <a:pt x="205" y="231"/>
                  </a:lnTo>
                  <a:lnTo>
                    <a:pt x="244" y="231"/>
                  </a:lnTo>
                  <a:lnTo>
                    <a:pt x="244" y="218"/>
                  </a:lnTo>
                  <a:lnTo>
                    <a:pt x="244" y="192"/>
                  </a:lnTo>
                  <a:lnTo>
                    <a:pt x="205" y="141"/>
                  </a:lnTo>
                  <a:lnTo>
                    <a:pt x="103" y="52"/>
                  </a:lnTo>
                  <a:lnTo>
                    <a:pt x="26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4" name="Google Shape;614;p60"/>
            <p:cNvSpPr/>
            <p:nvPr/>
          </p:nvSpPr>
          <p:spPr>
            <a:xfrm>
              <a:off x="3946750" y="2476125"/>
              <a:ext cx="6075" cy="4200"/>
            </a:xfrm>
            <a:custGeom>
              <a:rect b="b" l="l" r="r" t="t"/>
              <a:pathLst>
                <a:path extrusionOk="0" h="168" w="243">
                  <a:moveTo>
                    <a:pt x="64" y="1"/>
                  </a:moveTo>
                  <a:lnTo>
                    <a:pt x="26" y="14"/>
                  </a:lnTo>
                  <a:lnTo>
                    <a:pt x="0" y="26"/>
                  </a:lnTo>
                  <a:lnTo>
                    <a:pt x="0" y="65"/>
                  </a:lnTo>
                  <a:lnTo>
                    <a:pt x="38" y="78"/>
                  </a:lnTo>
                  <a:lnTo>
                    <a:pt x="77" y="116"/>
                  </a:lnTo>
                  <a:lnTo>
                    <a:pt x="102" y="154"/>
                  </a:lnTo>
                  <a:lnTo>
                    <a:pt x="141" y="167"/>
                  </a:lnTo>
                  <a:lnTo>
                    <a:pt x="166" y="154"/>
                  </a:lnTo>
                  <a:lnTo>
                    <a:pt x="205" y="141"/>
                  </a:lnTo>
                  <a:lnTo>
                    <a:pt x="243" y="103"/>
                  </a:lnTo>
                  <a:lnTo>
                    <a:pt x="243" y="52"/>
                  </a:lnTo>
                  <a:lnTo>
                    <a:pt x="179" y="26"/>
                  </a:lnTo>
                  <a:lnTo>
                    <a:pt x="102" y="14"/>
                  </a:lnTo>
                  <a:lnTo>
                    <a:pt x="64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5" name="Google Shape;615;p60"/>
            <p:cNvSpPr/>
            <p:nvPr/>
          </p:nvSpPr>
          <p:spPr>
            <a:xfrm>
              <a:off x="3817975" y="2330425"/>
              <a:ext cx="127200" cy="69700"/>
            </a:xfrm>
            <a:custGeom>
              <a:rect b="b" l="l" r="r" t="t"/>
              <a:pathLst>
                <a:path extrusionOk="0" h="2788" w="5088">
                  <a:moveTo>
                    <a:pt x="3566" y="1"/>
                  </a:moveTo>
                  <a:lnTo>
                    <a:pt x="3477" y="244"/>
                  </a:lnTo>
                  <a:lnTo>
                    <a:pt x="3477" y="257"/>
                  </a:lnTo>
                  <a:lnTo>
                    <a:pt x="3196" y="474"/>
                  </a:lnTo>
                  <a:lnTo>
                    <a:pt x="3183" y="474"/>
                  </a:lnTo>
                  <a:lnTo>
                    <a:pt x="3068" y="499"/>
                  </a:lnTo>
                  <a:lnTo>
                    <a:pt x="3042" y="499"/>
                  </a:lnTo>
                  <a:lnTo>
                    <a:pt x="2863" y="359"/>
                  </a:lnTo>
                  <a:lnTo>
                    <a:pt x="2838" y="589"/>
                  </a:lnTo>
                  <a:lnTo>
                    <a:pt x="2812" y="614"/>
                  </a:lnTo>
                  <a:lnTo>
                    <a:pt x="2621" y="640"/>
                  </a:lnTo>
                  <a:lnTo>
                    <a:pt x="2595" y="781"/>
                  </a:lnTo>
                  <a:lnTo>
                    <a:pt x="2595" y="793"/>
                  </a:lnTo>
                  <a:lnTo>
                    <a:pt x="2391" y="972"/>
                  </a:lnTo>
                  <a:lnTo>
                    <a:pt x="2378" y="972"/>
                  </a:lnTo>
                  <a:lnTo>
                    <a:pt x="2148" y="985"/>
                  </a:lnTo>
                  <a:lnTo>
                    <a:pt x="2173" y="1138"/>
                  </a:lnTo>
                  <a:lnTo>
                    <a:pt x="2365" y="1547"/>
                  </a:lnTo>
                  <a:lnTo>
                    <a:pt x="2352" y="1586"/>
                  </a:lnTo>
                  <a:lnTo>
                    <a:pt x="2237" y="1650"/>
                  </a:lnTo>
                  <a:lnTo>
                    <a:pt x="2212" y="1650"/>
                  </a:lnTo>
                  <a:lnTo>
                    <a:pt x="2007" y="1535"/>
                  </a:lnTo>
                  <a:lnTo>
                    <a:pt x="1790" y="1483"/>
                  </a:lnTo>
                  <a:lnTo>
                    <a:pt x="1611" y="1701"/>
                  </a:lnTo>
                  <a:lnTo>
                    <a:pt x="1598" y="1714"/>
                  </a:lnTo>
                  <a:lnTo>
                    <a:pt x="1355" y="1739"/>
                  </a:lnTo>
                  <a:lnTo>
                    <a:pt x="946" y="1829"/>
                  </a:lnTo>
                  <a:lnTo>
                    <a:pt x="934" y="1829"/>
                  </a:lnTo>
                  <a:lnTo>
                    <a:pt x="767" y="1701"/>
                  </a:lnTo>
                  <a:lnTo>
                    <a:pt x="614" y="1688"/>
                  </a:lnTo>
                  <a:lnTo>
                    <a:pt x="640" y="1854"/>
                  </a:lnTo>
                  <a:lnTo>
                    <a:pt x="627" y="1867"/>
                  </a:lnTo>
                  <a:lnTo>
                    <a:pt x="563" y="1982"/>
                  </a:lnTo>
                  <a:lnTo>
                    <a:pt x="525" y="1995"/>
                  </a:lnTo>
                  <a:lnTo>
                    <a:pt x="116" y="1714"/>
                  </a:lnTo>
                  <a:lnTo>
                    <a:pt x="13" y="1726"/>
                  </a:lnTo>
                  <a:lnTo>
                    <a:pt x="64" y="1854"/>
                  </a:lnTo>
                  <a:lnTo>
                    <a:pt x="64" y="1880"/>
                  </a:lnTo>
                  <a:lnTo>
                    <a:pt x="1" y="1944"/>
                  </a:lnTo>
                  <a:lnTo>
                    <a:pt x="269" y="2327"/>
                  </a:lnTo>
                  <a:lnTo>
                    <a:pt x="512" y="2340"/>
                  </a:lnTo>
                  <a:lnTo>
                    <a:pt x="678" y="2199"/>
                  </a:lnTo>
                  <a:lnTo>
                    <a:pt x="703" y="2199"/>
                  </a:lnTo>
                  <a:lnTo>
                    <a:pt x="882" y="2263"/>
                  </a:lnTo>
                  <a:lnTo>
                    <a:pt x="1087" y="2123"/>
                  </a:lnTo>
                  <a:lnTo>
                    <a:pt x="1100" y="2110"/>
                  </a:lnTo>
                  <a:lnTo>
                    <a:pt x="1803" y="2033"/>
                  </a:lnTo>
                  <a:lnTo>
                    <a:pt x="1828" y="2059"/>
                  </a:lnTo>
                  <a:lnTo>
                    <a:pt x="1892" y="2378"/>
                  </a:lnTo>
                  <a:lnTo>
                    <a:pt x="2058" y="2519"/>
                  </a:lnTo>
                  <a:lnTo>
                    <a:pt x="2314" y="2493"/>
                  </a:lnTo>
                  <a:lnTo>
                    <a:pt x="2327" y="2506"/>
                  </a:lnTo>
                  <a:lnTo>
                    <a:pt x="2506" y="2595"/>
                  </a:lnTo>
                  <a:lnTo>
                    <a:pt x="2825" y="2634"/>
                  </a:lnTo>
                  <a:lnTo>
                    <a:pt x="2838" y="2647"/>
                  </a:lnTo>
                  <a:lnTo>
                    <a:pt x="3004" y="2787"/>
                  </a:lnTo>
                  <a:lnTo>
                    <a:pt x="3017" y="2774"/>
                  </a:lnTo>
                  <a:lnTo>
                    <a:pt x="3579" y="2749"/>
                  </a:lnTo>
                  <a:lnTo>
                    <a:pt x="3771" y="2531"/>
                  </a:lnTo>
                  <a:lnTo>
                    <a:pt x="3796" y="2531"/>
                  </a:lnTo>
                  <a:lnTo>
                    <a:pt x="4065" y="2493"/>
                  </a:lnTo>
                  <a:lnTo>
                    <a:pt x="4627" y="2174"/>
                  </a:lnTo>
                  <a:lnTo>
                    <a:pt x="4806" y="1496"/>
                  </a:lnTo>
                  <a:lnTo>
                    <a:pt x="4729" y="1356"/>
                  </a:lnTo>
                  <a:lnTo>
                    <a:pt x="4742" y="1317"/>
                  </a:lnTo>
                  <a:lnTo>
                    <a:pt x="4832" y="1253"/>
                  </a:lnTo>
                  <a:lnTo>
                    <a:pt x="4844" y="1253"/>
                  </a:lnTo>
                  <a:lnTo>
                    <a:pt x="5011" y="1228"/>
                  </a:lnTo>
                  <a:lnTo>
                    <a:pt x="5087" y="1164"/>
                  </a:lnTo>
                  <a:lnTo>
                    <a:pt x="5062" y="857"/>
                  </a:lnTo>
                  <a:lnTo>
                    <a:pt x="4793" y="551"/>
                  </a:lnTo>
                  <a:lnTo>
                    <a:pt x="4793" y="525"/>
                  </a:lnTo>
                  <a:lnTo>
                    <a:pt x="4883" y="257"/>
                  </a:lnTo>
                  <a:lnTo>
                    <a:pt x="4627" y="167"/>
                  </a:lnTo>
                  <a:lnTo>
                    <a:pt x="4154" y="231"/>
                  </a:lnTo>
                  <a:lnTo>
                    <a:pt x="4141" y="231"/>
                  </a:lnTo>
                  <a:lnTo>
                    <a:pt x="3720" y="14"/>
                  </a:lnTo>
                  <a:lnTo>
                    <a:pt x="3566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6" name="Google Shape;616;p60"/>
            <p:cNvSpPr/>
            <p:nvPr/>
          </p:nvSpPr>
          <p:spPr>
            <a:xfrm>
              <a:off x="3947375" y="2481575"/>
              <a:ext cx="8650" cy="2575"/>
            </a:xfrm>
            <a:custGeom>
              <a:rect b="b" l="l" r="r" t="t"/>
              <a:pathLst>
                <a:path extrusionOk="0" h="103" w="346">
                  <a:moveTo>
                    <a:pt x="39" y="0"/>
                  </a:moveTo>
                  <a:lnTo>
                    <a:pt x="13" y="38"/>
                  </a:lnTo>
                  <a:lnTo>
                    <a:pt x="1" y="64"/>
                  </a:lnTo>
                  <a:lnTo>
                    <a:pt x="13" y="77"/>
                  </a:lnTo>
                  <a:lnTo>
                    <a:pt x="39" y="90"/>
                  </a:lnTo>
                  <a:lnTo>
                    <a:pt x="77" y="102"/>
                  </a:lnTo>
                  <a:lnTo>
                    <a:pt x="116" y="90"/>
                  </a:lnTo>
                  <a:lnTo>
                    <a:pt x="295" y="64"/>
                  </a:lnTo>
                  <a:lnTo>
                    <a:pt x="346" y="13"/>
                  </a:lnTo>
                  <a:lnTo>
                    <a:pt x="154" y="13"/>
                  </a:lnTo>
                  <a:lnTo>
                    <a:pt x="77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7" name="Google Shape;617;p60"/>
            <p:cNvSpPr/>
            <p:nvPr/>
          </p:nvSpPr>
          <p:spPr>
            <a:xfrm>
              <a:off x="3952800" y="2486050"/>
              <a:ext cx="5775" cy="2250"/>
            </a:xfrm>
            <a:custGeom>
              <a:rect b="b" l="l" r="r" t="t"/>
              <a:pathLst>
                <a:path extrusionOk="0" h="90" w="231">
                  <a:moveTo>
                    <a:pt x="193" y="0"/>
                  </a:moveTo>
                  <a:lnTo>
                    <a:pt x="116" y="13"/>
                  </a:lnTo>
                  <a:lnTo>
                    <a:pt x="65" y="13"/>
                  </a:lnTo>
                  <a:lnTo>
                    <a:pt x="27" y="26"/>
                  </a:lnTo>
                  <a:lnTo>
                    <a:pt x="14" y="38"/>
                  </a:lnTo>
                  <a:lnTo>
                    <a:pt x="1" y="51"/>
                  </a:lnTo>
                  <a:lnTo>
                    <a:pt x="1" y="90"/>
                  </a:lnTo>
                  <a:lnTo>
                    <a:pt x="116" y="90"/>
                  </a:lnTo>
                  <a:lnTo>
                    <a:pt x="231" y="77"/>
                  </a:lnTo>
                  <a:lnTo>
                    <a:pt x="193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8" name="Google Shape;618;p60"/>
            <p:cNvSpPr/>
            <p:nvPr/>
          </p:nvSpPr>
          <p:spPr>
            <a:xfrm>
              <a:off x="3889550" y="2386025"/>
              <a:ext cx="45725" cy="40300"/>
            </a:xfrm>
            <a:custGeom>
              <a:rect b="b" l="l" r="r" t="t"/>
              <a:pathLst>
                <a:path extrusionOk="0" h="1612" w="1829">
                  <a:moveTo>
                    <a:pt x="1764" y="1"/>
                  </a:moveTo>
                  <a:lnTo>
                    <a:pt x="1227" y="320"/>
                  </a:lnTo>
                  <a:lnTo>
                    <a:pt x="1215" y="320"/>
                  </a:lnTo>
                  <a:lnTo>
                    <a:pt x="946" y="359"/>
                  </a:lnTo>
                  <a:lnTo>
                    <a:pt x="742" y="563"/>
                  </a:lnTo>
                  <a:lnTo>
                    <a:pt x="729" y="576"/>
                  </a:lnTo>
                  <a:lnTo>
                    <a:pt x="154" y="601"/>
                  </a:lnTo>
                  <a:lnTo>
                    <a:pt x="0" y="704"/>
                  </a:lnTo>
                  <a:lnTo>
                    <a:pt x="64" y="1087"/>
                  </a:lnTo>
                  <a:lnTo>
                    <a:pt x="230" y="1279"/>
                  </a:lnTo>
                  <a:lnTo>
                    <a:pt x="230" y="1304"/>
                  </a:lnTo>
                  <a:lnTo>
                    <a:pt x="218" y="1432"/>
                  </a:lnTo>
                  <a:lnTo>
                    <a:pt x="192" y="1458"/>
                  </a:lnTo>
                  <a:lnTo>
                    <a:pt x="90" y="1471"/>
                  </a:lnTo>
                  <a:lnTo>
                    <a:pt x="64" y="1509"/>
                  </a:lnTo>
                  <a:lnTo>
                    <a:pt x="39" y="1534"/>
                  </a:lnTo>
                  <a:lnTo>
                    <a:pt x="13" y="1547"/>
                  </a:lnTo>
                  <a:lnTo>
                    <a:pt x="409" y="1611"/>
                  </a:lnTo>
                  <a:lnTo>
                    <a:pt x="550" y="1560"/>
                  </a:lnTo>
                  <a:lnTo>
                    <a:pt x="627" y="1407"/>
                  </a:lnTo>
                  <a:lnTo>
                    <a:pt x="665" y="1394"/>
                  </a:lnTo>
                  <a:lnTo>
                    <a:pt x="1023" y="1573"/>
                  </a:lnTo>
                  <a:lnTo>
                    <a:pt x="1151" y="1547"/>
                  </a:lnTo>
                  <a:lnTo>
                    <a:pt x="1151" y="1330"/>
                  </a:lnTo>
                  <a:lnTo>
                    <a:pt x="1163" y="1304"/>
                  </a:lnTo>
                  <a:lnTo>
                    <a:pt x="1393" y="1189"/>
                  </a:lnTo>
                  <a:lnTo>
                    <a:pt x="1483" y="1062"/>
                  </a:lnTo>
                  <a:lnTo>
                    <a:pt x="1304" y="806"/>
                  </a:lnTo>
                  <a:lnTo>
                    <a:pt x="1304" y="780"/>
                  </a:lnTo>
                  <a:lnTo>
                    <a:pt x="1419" y="665"/>
                  </a:lnTo>
                  <a:lnTo>
                    <a:pt x="1432" y="665"/>
                  </a:lnTo>
                  <a:lnTo>
                    <a:pt x="1649" y="601"/>
                  </a:lnTo>
                  <a:lnTo>
                    <a:pt x="1815" y="486"/>
                  </a:lnTo>
                  <a:lnTo>
                    <a:pt x="1828" y="205"/>
                  </a:lnTo>
                  <a:lnTo>
                    <a:pt x="1764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9" name="Google Shape;619;p60"/>
            <p:cNvSpPr/>
            <p:nvPr/>
          </p:nvSpPr>
          <p:spPr>
            <a:xfrm>
              <a:off x="3902325" y="2446100"/>
              <a:ext cx="3550" cy="4500"/>
            </a:xfrm>
            <a:custGeom>
              <a:rect b="b" l="l" r="r" t="t"/>
              <a:pathLst>
                <a:path extrusionOk="0" h="180" w="142">
                  <a:moveTo>
                    <a:pt x="52" y="1"/>
                  </a:moveTo>
                  <a:lnTo>
                    <a:pt x="13" y="13"/>
                  </a:lnTo>
                  <a:lnTo>
                    <a:pt x="1" y="39"/>
                  </a:lnTo>
                  <a:lnTo>
                    <a:pt x="1" y="64"/>
                  </a:lnTo>
                  <a:lnTo>
                    <a:pt x="13" y="90"/>
                  </a:lnTo>
                  <a:lnTo>
                    <a:pt x="65" y="141"/>
                  </a:lnTo>
                  <a:lnTo>
                    <a:pt x="116" y="179"/>
                  </a:lnTo>
                  <a:lnTo>
                    <a:pt x="128" y="179"/>
                  </a:lnTo>
                  <a:lnTo>
                    <a:pt x="141" y="167"/>
                  </a:lnTo>
                  <a:lnTo>
                    <a:pt x="141" y="128"/>
                  </a:lnTo>
                  <a:lnTo>
                    <a:pt x="128" y="64"/>
                  </a:lnTo>
                  <a:lnTo>
                    <a:pt x="52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0" name="Google Shape;620;p60"/>
            <p:cNvSpPr/>
            <p:nvPr/>
          </p:nvSpPr>
          <p:spPr>
            <a:xfrm>
              <a:off x="3904250" y="2433650"/>
              <a:ext cx="4800" cy="4800"/>
            </a:xfrm>
            <a:custGeom>
              <a:rect b="b" l="l" r="r" t="t"/>
              <a:pathLst>
                <a:path extrusionOk="0" h="192" w="192">
                  <a:moveTo>
                    <a:pt x="64" y="0"/>
                  </a:moveTo>
                  <a:lnTo>
                    <a:pt x="0" y="26"/>
                  </a:lnTo>
                  <a:lnTo>
                    <a:pt x="0" y="38"/>
                  </a:lnTo>
                  <a:lnTo>
                    <a:pt x="26" y="90"/>
                  </a:lnTo>
                  <a:lnTo>
                    <a:pt x="103" y="192"/>
                  </a:lnTo>
                  <a:lnTo>
                    <a:pt x="154" y="192"/>
                  </a:lnTo>
                  <a:lnTo>
                    <a:pt x="179" y="166"/>
                  </a:lnTo>
                  <a:lnTo>
                    <a:pt x="192" y="128"/>
                  </a:lnTo>
                  <a:lnTo>
                    <a:pt x="192" y="90"/>
                  </a:lnTo>
                  <a:lnTo>
                    <a:pt x="179" y="64"/>
                  </a:lnTo>
                  <a:lnTo>
                    <a:pt x="154" y="26"/>
                  </a:lnTo>
                  <a:lnTo>
                    <a:pt x="128" y="13"/>
                  </a:lnTo>
                  <a:lnTo>
                    <a:pt x="90" y="13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1" name="Google Shape;621;p60"/>
            <p:cNvSpPr/>
            <p:nvPr/>
          </p:nvSpPr>
          <p:spPr>
            <a:xfrm>
              <a:off x="3902975" y="2438750"/>
              <a:ext cx="2250" cy="5450"/>
            </a:xfrm>
            <a:custGeom>
              <a:rect b="b" l="l" r="r" t="t"/>
              <a:pathLst>
                <a:path extrusionOk="0" h="218" w="90">
                  <a:moveTo>
                    <a:pt x="64" y="1"/>
                  </a:moveTo>
                  <a:lnTo>
                    <a:pt x="26" y="13"/>
                  </a:lnTo>
                  <a:lnTo>
                    <a:pt x="0" y="103"/>
                  </a:lnTo>
                  <a:lnTo>
                    <a:pt x="13" y="154"/>
                  </a:lnTo>
                  <a:lnTo>
                    <a:pt x="39" y="192"/>
                  </a:lnTo>
                  <a:lnTo>
                    <a:pt x="64" y="218"/>
                  </a:lnTo>
                  <a:lnTo>
                    <a:pt x="77" y="218"/>
                  </a:lnTo>
                  <a:lnTo>
                    <a:pt x="90" y="205"/>
                  </a:lnTo>
                  <a:lnTo>
                    <a:pt x="90" y="179"/>
                  </a:lnTo>
                  <a:lnTo>
                    <a:pt x="77" y="77"/>
                  </a:lnTo>
                  <a:lnTo>
                    <a:pt x="64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2" name="Google Shape;622;p60"/>
            <p:cNvSpPr/>
            <p:nvPr/>
          </p:nvSpPr>
          <p:spPr>
            <a:xfrm>
              <a:off x="4107775" y="2519600"/>
              <a:ext cx="4825" cy="4475"/>
            </a:xfrm>
            <a:custGeom>
              <a:rect b="b" l="l" r="r" t="t"/>
              <a:pathLst>
                <a:path extrusionOk="0" h="179" w="193">
                  <a:moveTo>
                    <a:pt x="103" y="0"/>
                  </a:moveTo>
                  <a:lnTo>
                    <a:pt x="90" y="13"/>
                  </a:lnTo>
                  <a:lnTo>
                    <a:pt x="52" y="26"/>
                  </a:lnTo>
                  <a:lnTo>
                    <a:pt x="26" y="38"/>
                  </a:lnTo>
                  <a:lnTo>
                    <a:pt x="13" y="64"/>
                  </a:lnTo>
                  <a:lnTo>
                    <a:pt x="1" y="90"/>
                  </a:lnTo>
                  <a:lnTo>
                    <a:pt x="1" y="115"/>
                  </a:lnTo>
                  <a:lnTo>
                    <a:pt x="26" y="153"/>
                  </a:lnTo>
                  <a:lnTo>
                    <a:pt x="64" y="166"/>
                  </a:lnTo>
                  <a:lnTo>
                    <a:pt x="141" y="179"/>
                  </a:lnTo>
                  <a:lnTo>
                    <a:pt x="167" y="166"/>
                  </a:lnTo>
                  <a:lnTo>
                    <a:pt x="192" y="141"/>
                  </a:lnTo>
                  <a:lnTo>
                    <a:pt x="180" y="102"/>
                  </a:lnTo>
                  <a:lnTo>
                    <a:pt x="167" y="6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3" name="Google Shape;623;p60"/>
            <p:cNvSpPr/>
            <p:nvPr/>
          </p:nvSpPr>
          <p:spPr>
            <a:xfrm>
              <a:off x="4122475" y="2601375"/>
              <a:ext cx="3550" cy="2900"/>
            </a:xfrm>
            <a:custGeom>
              <a:rect b="b" l="l" r="r" t="t"/>
              <a:pathLst>
                <a:path extrusionOk="0" h="116" w="142">
                  <a:moveTo>
                    <a:pt x="39" y="1"/>
                  </a:moveTo>
                  <a:lnTo>
                    <a:pt x="0" y="14"/>
                  </a:lnTo>
                  <a:lnTo>
                    <a:pt x="0" y="39"/>
                  </a:lnTo>
                  <a:lnTo>
                    <a:pt x="13" y="65"/>
                  </a:lnTo>
                  <a:lnTo>
                    <a:pt x="26" y="78"/>
                  </a:lnTo>
                  <a:lnTo>
                    <a:pt x="52" y="78"/>
                  </a:lnTo>
                  <a:lnTo>
                    <a:pt x="90" y="90"/>
                  </a:lnTo>
                  <a:lnTo>
                    <a:pt x="141" y="116"/>
                  </a:lnTo>
                  <a:lnTo>
                    <a:pt x="141" y="116"/>
                  </a:lnTo>
                  <a:lnTo>
                    <a:pt x="128" y="39"/>
                  </a:lnTo>
                  <a:lnTo>
                    <a:pt x="77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4" name="Google Shape;624;p60"/>
            <p:cNvSpPr/>
            <p:nvPr/>
          </p:nvSpPr>
          <p:spPr>
            <a:xfrm>
              <a:off x="4055050" y="2439400"/>
              <a:ext cx="135500" cy="70300"/>
            </a:xfrm>
            <a:custGeom>
              <a:rect b="b" l="l" r="r" t="t"/>
              <a:pathLst>
                <a:path extrusionOk="0" h="2812" w="5420">
                  <a:moveTo>
                    <a:pt x="167" y="0"/>
                  </a:moveTo>
                  <a:lnTo>
                    <a:pt x="1" y="281"/>
                  </a:lnTo>
                  <a:lnTo>
                    <a:pt x="14" y="473"/>
                  </a:lnTo>
                  <a:lnTo>
                    <a:pt x="154" y="729"/>
                  </a:lnTo>
                  <a:lnTo>
                    <a:pt x="486" y="908"/>
                  </a:lnTo>
                  <a:lnTo>
                    <a:pt x="499" y="920"/>
                  </a:lnTo>
                  <a:lnTo>
                    <a:pt x="563" y="1035"/>
                  </a:lnTo>
                  <a:lnTo>
                    <a:pt x="550" y="1061"/>
                  </a:lnTo>
                  <a:lnTo>
                    <a:pt x="180" y="1355"/>
                  </a:lnTo>
                  <a:lnTo>
                    <a:pt x="244" y="1943"/>
                  </a:lnTo>
                  <a:lnTo>
                    <a:pt x="627" y="2147"/>
                  </a:lnTo>
                  <a:lnTo>
                    <a:pt x="640" y="2160"/>
                  </a:lnTo>
                  <a:lnTo>
                    <a:pt x="793" y="2774"/>
                  </a:lnTo>
                  <a:lnTo>
                    <a:pt x="1138" y="2812"/>
                  </a:lnTo>
                  <a:lnTo>
                    <a:pt x="1522" y="2671"/>
                  </a:lnTo>
                  <a:lnTo>
                    <a:pt x="1777" y="2492"/>
                  </a:lnTo>
                  <a:lnTo>
                    <a:pt x="1931" y="2595"/>
                  </a:lnTo>
                  <a:lnTo>
                    <a:pt x="2148" y="2543"/>
                  </a:lnTo>
                  <a:lnTo>
                    <a:pt x="2429" y="2620"/>
                  </a:lnTo>
                  <a:lnTo>
                    <a:pt x="2749" y="2658"/>
                  </a:lnTo>
                  <a:lnTo>
                    <a:pt x="2991" y="2812"/>
                  </a:lnTo>
                  <a:lnTo>
                    <a:pt x="3158" y="2710"/>
                  </a:lnTo>
                  <a:lnTo>
                    <a:pt x="3055" y="2582"/>
                  </a:lnTo>
                  <a:lnTo>
                    <a:pt x="3209" y="2428"/>
                  </a:lnTo>
                  <a:lnTo>
                    <a:pt x="3515" y="2428"/>
                  </a:lnTo>
                  <a:lnTo>
                    <a:pt x="4270" y="2096"/>
                  </a:lnTo>
                  <a:lnTo>
                    <a:pt x="4640" y="2186"/>
                  </a:lnTo>
                  <a:lnTo>
                    <a:pt x="4845" y="2109"/>
                  </a:lnTo>
                  <a:lnTo>
                    <a:pt x="4781" y="2045"/>
                  </a:lnTo>
                  <a:lnTo>
                    <a:pt x="4500" y="1815"/>
                  </a:lnTo>
                  <a:lnTo>
                    <a:pt x="4602" y="1700"/>
                  </a:lnTo>
                  <a:lnTo>
                    <a:pt x="4794" y="1559"/>
                  </a:lnTo>
                  <a:lnTo>
                    <a:pt x="4794" y="1329"/>
                  </a:lnTo>
                  <a:lnTo>
                    <a:pt x="4921" y="1125"/>
                  </a:lnTo>
                  <a:lnTo>
                    <a:pt x="4998" y="1010"/>
                  </a:lnTo>
                  <a:lnTo>
                    <a:pt x="5292" y="971"/>
                  </a:lnTo>
                  <a:lnTo>
                    <a:pt x="5420" y="805"/>
                  </a:lnTo>
                  <a:lnTo>
                    <a:pt x="5369" y="562"/>
                  </a:lnTo>
                  <a:lnTo>
                    <a:pt x="5330" y="422"/>
                  </a:lnTo>
                  <a:lnTo>
                    <a:pt x="4998" y="473"/>
                  </a:lnTo>
                  <a:lnTo>
                    <a:pt x="4167" y="307"/>
                  </a:lnTo>
                  <a:lnTo>
                    <a:pt x="3490" y="230"/>
                  </a:lnTo>
                  <a:lnTo>
                    <a:pt x="3132" y="511"/>
                  </a:lnTo>
                  <a:lnTo>
                    <a:pt x="2800" y="793"/>
                  </a:lnTo>
                  <a:lnTo>
                    <a:pt x="1010" y="588"/>
                  </a:lnTo>
                  <a:lnTo>
                    <a:pt x="819" y="409"/>
                  </a:lnTo>
                  <a:lnTo>
                    <a:pt x="563" y="524"/>
                  </a:lnTo>
                  <a:lnTo>
                    <a:pt x="397" y="281"/>
                  </a:lnTo>
                  <a:lnTo>
                    <a:pt x="461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5" name="Google Shape;625;p60"/>
            <p:cNvSpPr/>
            <p:nvPr/>
          </p:nvSpPr>
          <p:spPr>
            <a:xfrm>
              <a:off x="3971025" y="2485075"/>
              <a:ext cx="15050" cy="9625"/>
            </a:xfrm>
            <a:custGeom>
              <a:rect b="b" l="l" r="r" t="t"/>
              <a:pathLst>
                <a:path extrusionOk="0" h="385" w="602">
                  <a:moveTo>
                    <a:pt x="90" y="1"/>
                  </a:moveTo>
                  <a:lnTo>
                    <a:pt x="0" y="77"/>
                  </a:lnTo>
                  <a:lnTo>
                    <a:pt x="64" y="141"/>
                  </a:lnTo>
                  <a:lnTo>
                    <a:pt x="154" y="192"/>
                  </a:lnTo>
                  <a:lnTo>
                    <a:pt x="256" y="231"/>
                  </a:lnTo>
                  <a:lnTo>
                    <a:pt x="358" y="231"/>
                  </a:lnTo>
                  <a:lnTo>
                    <a:pt x="384" y="256"/>
                  </a:lnTo>
                  <a:lnTo>
                    <a:pt x="409" y="282"/>
                  </a:lnTo>
                  <a:lnTo>
                    <a:pt x="486" y="346"/>
                  </a:lnTo>
                  <a:lnTo>
                    <a:pt x="537" y="384"/>
                  </a:lnTo>
                  <a:lnTo>
                    <a:pt x="601" y="295"/>
                  </a:lnTo>
                  <a:lnTo>
                    <a:pt x="473" y="244"/>
                  </a:lnTo>
                  <a:lnTo>
                    <a:pt x="448" y="231"/>
                  </a:lnTo>
                  <a:lnTo>
                    <a:pt x="384" y="90"/>
                  </a:lnTo>
                  <a:lnTo>
                    <a:pt x="90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6" name="Google Shape;626;p60"/>
            <p:cNvSpPr/>
            <p:nvPr/>
          </p:nvSpPr>
          <p:spPr>
            <a:xfrm>
              <a:off x="4028850" y="2488275"/>
              <a:ext cx="44775" cy="42525"/>
            </a:xfrm>
            <a:custGeom>
              <a:rect b="b" l="l" r="r" t="t"/>
              <a:pathLst>
                <a:path extrusionOk="0" h="1701" w="1791">
                  <a:moveTo>
                    <a:pt x="1240" y="1"/>
                  </a:moveTo>
                  <a:lnTo>
                    <a:pt x="1189" y="13"/>
                  </a:lnTo>
                  <a:lnTo>
                    <a:pt x="1062" y="64"/>
                  </a:lnTo>
                  <a:lnTo>
                    <a:pt x="1049" y="77"/>
                  </a:lnTo>
                  <a:lnTo>
                    <a:pt x="934" y="52"/>
                  </a:lnTo>
                  <a:lnTo>
                    <a:pt x="832" y="128"/>
                  </a:lnTo>
                  <a:lnTo>
                    <a:pt x="819" y="141"/>
                  </a:lnTo>
                  <a:lnTo>
                    <a:pt x="640" y="116"/>
                  </a:lnTo>
                  <a:lnTo>
                    <a:pt x="448" y="346"/>
                  </a:lnTo>
                  <a:lnTo>
                    <a:pt x="410" y="358"/>
                  </a:lnTo>
                  <a:lnTo>
                    <a:pt x="282" y="320"/>
                  </a:lnTo>
                  <a:lnTo>
                    <a:pt x="77" y="448"/>
                  </a:lnTo>
                  <a:lnTo>
                    <a:pt x="103" y="627"/>
                  </a:lnTo>
                  <a:lnTo>
                    <a:pt x="90" y="652"/>
                  </a:lnTo>
                  <a:lnTo>
                    <a:pt x="1" y="665"/>
                  </a:lnTo>
                  <a:lnTo>
                    <a:pt x="90" y="1202"/>
                  </a:lnTo>
                  <a:lnTo>
                    <a:pt x="384" y="1688"/>
                  </a:lnTo>
                  <a:lnTo>
                    <a:pt x="499" y="1700"/>
                  </a:lnTo>
                  <a:lnTo>
                    <a:pt x="857" y="1534"/>
                  </a:lnTo>
                  <a:lnTo>
                    <a:pt x="1177" y="1279"/>
                  </a:lnTo>
                  <a:lnTo>
                    <a:pt x="1189" y="1266"/>
                  </a:lnTo>
                  <a:lnTo>
                    <a:pt x="1611" y="1189"/>
                  </a:lnTo>
                  <a:lnTo>
                    <a:pt x="1790" y="857"/>
                  </a:lnTo>
                  <a:lnTo>
                    <a:pt x="1637" y="231"/>
                  </a:lnTo>
                  <a:lnTo>
                    <a:pt x="1253" y="26"/>
                  </a:lnTo>
                  <a:lnTo>
                    <a:pt x="1240" y="13"/>
                  </a:lnTo>
                  <a:lnTo>
                    <a:pt x="1240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7" name="Google Shape;627;p60"/>
            <p:cNvSpPr/>
            <p:nvPr/>
          </p:nvSpPr>
          <p:spPr>
            <a:xfrm>
              <a:off x="3939075" y="2304550"/>
              <a:ext cx="108650" cy="54975"/>
            </a:xfrm>
            <a:custGeom>
              <a:rect b="b" l="l" r="r" t="t"/>
              <a:pathLst>
                <a:path extrusionOk="0" h="2199" w="4346">
                  <a:moveTo>
                    <a:pt x="1713" y="1"/>
                  </a:moveTo>
                  <a:lnTo>
                    <a:pt x="1432" y="282"/>
                  </a:lnTo>
                  <a:lnTo>
                    <a:pt x="1317" y="768"/>
                  </a:lnTo>
                  <a:lnTo>
                    <a:pt x="793" y="934"/>
                  </a:lnTo>
                  <a:lnTo>
                    <a:pt x="90" y="1279"/>
                  </a:lnTo>
                  <a:lnTo>
                    <a:pt x="0" y="1560"/>
                  </a:lnTo>
                  <a:lnTo>
                    <a:pt x="269" y="1867"/>
                  </a:lnTo>
                  <a:lnTo>
                    <a:pt x="269" y="1879"/>
                  </a:lnTo>
                  <a:lnTo>
                    <a:pt x="282" y="1969"/>
                  </a:lnTo>
                  <a:lnTo>
                    <a:pt x="499" y="2135"/>
                  </a:lnTo>
                  <a:lnTo>
                    <a:pt x="780" y="2199"/>
                  </a:lnTo>
                  <a:lnTo>
                    <a:pt x="1483" y="2084"/>
                  </a:lnTo>
                  <a:lnTo>
                    <a:pt x="1432" y="1637"/>
                  </a:lnTo>
                  <a:lnTo>
                    <a:pt x="1470" y="1611"/>
                  </a:lnTo>
                  <a:lnTo>
                    <a:pt x="1585" y="1624"/>
                  </a:lnTo>
                  <a:lnTo>
                    <a:pt x="1854" y="1573"/>
                  </a:lnTo>
                  <a:lnTo>
                    <a:pt x="2033" y="1368"/>
                  </a:lnTo>
                  <a:lnTo>
                    <a:pt x="2058" y="1355"/>
                  </a:lnTo>
                  <a:lnTo>
                    <a:pt x="2224" y="1407"/>
                  </a:lnTo>
                  <a:lnTo>
                    <a:pt x="2301" y="1394"/>
                  </a:lnTo>
                  <a:lnTo>
                    <a:pt x="2569" y="1049"/>
                  </a:lnTo>
                  <a:lnTo>
                    <a:pt x="2582" y="1036"/>
                  </a:lnTo>
                  <a:lnTo>
                    <a:pt x="3170" y="972"/>
                  </a:lnTo>
                  <a:lnTo>
                    <a:pt x="3196" y="972"/>
                  </a:lnTo>
                  <a:lnTo>
                    <a:pt x="3387" y="1113"/>
                  </a:lnTo>
                  <a:lnTo>
                    <a:pt x="3579" y="1062"/>
                  </a:lnTo>
                  <a:lnTo>
                    <a:pt x="3630" y="1062"/>
                  </a:lnTo>
                  <a:lnTo>
                    <a:pt x="3796" y="1177"/>
                  </a:lnTo>
                  <a:lnTo>
                    <a:pt x="4346" y="653"/>
                  </a:lnTo>
                  <a:lnTo>
                    <a:pt x="4346" y="640"/>
                  </a:lnTo>
                  <a:lnTo>
                    <a:pt x="4154" y="486"/>
                  </a:lnTo>
                  <a:lnTo>
                    <a:pt x="3898" y="525"/>
                  </a:lnTo>
                  <a:lnTo>
                    <a:pt x="3758" y="435"/>
                  </a:lnTo>
                  <a:lnTo>
                    <a:pt x="3387" y="295"/>
                  </a:lnTo>
                  <a:lnTo>
                    <a:pt x="3106" y="461"/>
                  </a:lnTo>
                  <a:lnTo>
                    <a:pt x="2876" y="167"/>
                  </a:lnTo>
                  <a:lnTo>
                    <a:pt x="2684" y="167"/>
                  </a:lnTo>
                  <a:lnTo>
                    <a:pt x="2582" y="397"/>
                  </a:lnTo>
                  <a:lnTo>
                    <a:pt x="1994" y="167"/>
                  </a:lnTo>
                  <a:lnTo>
                    <a:pt x="1713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8" name="Google Shape;628;p60"/>
            <p:cNvSpPr/>
            <p:nvPr/>
          </p:nvSpPr>
          <p:spPr>
            <a:xfrm>
              <a:off x="3884750" y="2197525"/>
              <a:ext cx="8325" cy="8325"/>
            </a:xfrm>
            <a:custGeom>
              <a:rect b="b" l="l" r="r" t="t"/>
              <a:pathLst>
                <a:path extrusionOk="0" h="333" w="333">
                  <a:moveTo>
                    <a:pt x="1" y="0"/>
                  </a:moveTo>
                  <a:lnTo>
                    <a:pt x="26" y="26"/>
                  </a:lnTo>
                  <a:lnTo>
                    <a:pt x="52" y="51"/>
                  </a:lnTo>
                  <a:lnTo>
                    <a:pt x="90" y="102"/>
                  </a:lnTo>
                  <a:lnTo>
                    <a:pt x="103" y="128"/>
                  </a:lnTo>
                  <a:lnTo>
                    <a:pt x="128" y="154"/>
                  </a:lnTo>
                  <a:lnTo>
                    <a:pt x="116" y="166"/>
                  </a:lnTo>
                  <a:lnTo>
                    <a:pt x="116" y="179"/>
                  </a:lnTo>
                  <a:lnTo>
                    <a:pt x="90" y="205"/>
                  </a:lnTo>
                  <a:lnTo>
                    <a:pt x="90" y="217"/>
                  </a:lnTo>
                  <a:lnTo>
                    <a:pt x="90" y="243"/>
                  </a:lnTo>
                  <a:lnTo>
                    <a:pt x="128" y="269"/>
                  </a:lnTo>
                  <a:lnTo>
                    <a:pt x="205" y="320"/>
                  </a:lnTo>
                  <a:lnTo>
                    <a:pt x="244" y="333"/>
                  </a:lnTo>
                  <a:lnTo>
                    <a:pt x="269" y="307"/>
                  </a:lnTo>
                  <a:lnTo>
                    <a:pt x="320" y="269"/>
                  </a:lnTo>
                  <a:lnTo>
                    <a:pt x="333" y="256"/>
                  </a:lnTo>
                  <a:lnTo>
                    <a:pt x="269" y="166"/>
                  </a:lnTo>
                  <a:lnTo>
                    <a:pt x="180" y="90"/>
                  </a:lnTo>
                  <a:lnTo>
                    <a:pt x="103" y="13"/>
                  </a:lnTo>
                  <a:lnTo>
                    <a:pt x="52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9" name="Google Shape;629;p60"/>
            <p:cNvSpPr/>
            <p:nvPr/>
          </p:nvSpPr>
          <p:spPr>
            <a:xfrm>
              <a:off x="3876775" y="2186025"/>
              <a:ext cx="8650" cy="7375"/>
            </a:xfrm>
            <a:custGeom>
              <a:rect b="b" l="l" r="r" t="t"/>
              <a:pathLst>
                <a:path extrusionOk="0" h="295" w="346">
                  <a:moveTo>
                    <a:pt x="0" y="0"/>
                  </a:moveTo>
                  <a:lnTo>
                    <a:pt x="0" y="38"/>
                  </a:lnTo>
                  <a:lnTo>
                    <a:pt x="0" y="90"/>
                  </a:lnTo>
                  <a:lnTo>
                    <a:pt x="90" y="102"/>
                  </a:lnTo>
                  <a:lnTo>
                    <a:pt x="141" y="115"/>
                  </a:lnTo>
                  <a:lnTo>
                    <a:pt x="179" y="128"/>
                  </a:lnTo>
                  <a:lnTo>
                    <a:pt x="192" y="166"/>
                  </a:lnTo>
                  <a:lnTo>
                    <a:pt x="217" y="205"/>
                  </a:lnTo>
                  <a:lnTo>
                    <a:pt x="230" y="243"/>
                  </a:lnTo>
                  <a:lnTo>
                    <a:pt x="256" y="281"/>
                  </a:lnTo>
                  <a:lnTo>
                    <a:pt x="345" y="294"/>
                  </a:lnTo>
                  <a:lnTo>
                    <a:pt x="345" y="294"/>
                  </a:lnTo>
                  <a:lnTo>
                    <a:pt x="320" y="153"/>
                  </a:lnTo>
                  <a:lnTo>
                    <a:pt x="307" y="77"/>
                  </a:lnTo>
                  <a:lnTo>
                    <a:pt x="294" y="13"/>
                  </a:lnTo>
                  <a:lnTo>
                    <a:pt x="141" y="1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0" name="Google Shape;630;p60"/>
            <p:cNvSpPr/>
            <p:nvPr/>
          </p:nvSpPr>
          <p:spPr>
            <a:xfrm>
              <a:off x="3934925" y="2330125"/>
              <a:ext cx="108975" cy="80225"/>
            </a:xfrm>
            <a:custGeom>
              <a:rect b="b" l="l" r="r" t="t"/>
              <a:pathLst>
                <a:path extrusionOk="0" h="3209" w="4359">
                  <a:moveTo>
                    <a:pt x="3336" y="0"/>
                  </a:moveTo>
                  <a:lnTo>
                    <a:pt x="2774" y="64"/>
                  </a:lnTo>
                  <a:lnTo>
                    <a:pt x="2492" y="409"/>
                  </a:lnTo>
                  <a:lnTo>
                    <a:pt x="2480" y="422"/>
                  </a:lnTo>
                  <a:lnTo>
                    <a:pt x="2390" y="435"/>
                  </a:lnTo>
                  <a:lnTo>
                    <a:pt x="2377" y="435"/>
                  </a:lnTo>
                  <a:lnTo>
                    <a:pt x="2224" y="384"/>
                  </a:lnTo>
                  <a:lnTo>
                    <a:pt x="2058" y="588"/>
                  </a:lnTo>
                  <a:lnTo>
                    <a:pt x="2045" y="588"/>
                  </a:lnTo>
                  <a:lnTo>
                    <a:pt x="1764" y="652"/>
                  </a:lnTo>
                  <a:lnTo>
                    <a:pt x="1751" y="652"/>
                  </a:lnTo>
                  <a:lnTo>
                    <a:pt x="1662" y="639"/>
                  </a:lnTo>
                  <a:lnTo>
                    <a:pt x="1700" y="1087"/>
                  </a:lnTo>
                  <a:lnTo>
                    <a:pt x="1687" y="1112"/>
                  </a:lnTo>
                  <a:lnTo>
                    <a:pt x="946" y="1227"/>
                  </a:lnTo>
                  <a:lnTo>
                    <a:pt x="933" y="1227"/>
                  </a:lnTo>
                  <a:lnTo>
                    <a:pt x="652" y="1163"/>
                  </a:lnTo>
                  <a:lnTo>
                    <a:pt x="639" y="1150"/>
                  </a:lnTo>
                  <a:lnTo>
                    <a:pt x="448" y="1010"/>
                  </a:lnTo>
                  <a:lnTo>
                    <a:pt x="448" y="1010"/>
                  </a:lnTo>
                  <a:lnTo>
                    <a:pt x="460" y="1189"/>
                  </a:lnTo>
                  <a:lnTo>
                    <a:pt x="448" y="1214"/>
                  </a:lnTo>
                  <a:lnTo>
                    <a:pt x="358" y="1278"/>
                  </a:lnTo>
                  <a:lnTo>
                    <a:pt x="345" y="1291"/>
                  </a:lnTo>
                  <a:lnTo>
                    <a:pt x="179" y="1317"/>
                  </a:lnTo>
                  <a:lnTo>
                    <a:pt x="102" y="1355"/>
                  </a:lnTo>
                  <a:lnTo>
                    <a:pt x="179" y="1483"/>
                  </a:lnTo>
                  <a:lnTo>
                    <a:pt x="179" y="1508"/>
                  </a:lnTo>
                  <a:lnTo>
                    <a:pt x="0" y="2198"/>
                  </a:lnTo>
                  <a:lnTo>
                    <a:pt x="64" y="2428"/>
                  </a:lnTo>
                  <a:lnTo>
                    <a:pt x="409" y="2671"/>
                  </a:lnTo>
                  <a:lnTo>
                    <a:pt x="422" y="2684"/>
                  </a:lnTo>
                  <a:lnTo>
                    <a:pt x="486" y="2863"/>
                  </a:lnTo>
                  <a:lnTo>
                    <a:pt x="1112" y="3208"/>
                  </a:lnTo>
                  <a:lnTo>
                    <a:pt x="1598" y="3144"/>
                  </a:lnTo>
                  <a:lnTo>
                    <a:pt x="2096" y="2889"/>
                  </a:lnTo>
                  <a:lnTo>
                    <a:pt x="2275" y="2620"/>
                  </a:lnTo>
                  <a:lnTo>
                    <a:pt x="2288" y="2607"/>
                  </a:lnTo>
                  <a:lnTo>
                    <a:pt x="2544" y="2556"/>
                  </a:lnTo>
                  <a:lnTo>
                    <a:pt x="2569" y="2569"/>
                  </a:lnTo>
                  <a:lnTo>
                    <a:pt x="2620" y="2607"/>
                  </a:lnTo>
                  <a:lnTo>
                    <a:pt x="2953" y="2595"/>
                  </a:lnTo>
                  <a:lnTo>
                    <a:pt x="3272" y="2403"/>
                  </a:lnTo>
                  <a:lnTo>
                    <a:pt x="3477" y="1828"/>
                  </a:lnTo>
                  <a:lnTo>
                    <a:pt x="3783" y="1393"/>
                  </a:lnTo>
                  <a:lnTo>
                    <a:pt x="3758" y="1048"/>
                  </a:lnTo>
                  <a:lnTo>
                    <a:pt x="3771" y="1023"/>
                  </a:lnTo>
                  <a:lnTo>
                    <a:pt x="3937" y="933"/>
                  </a:lnTo>
                  <a:lnTo>
                    <a:pt x="4077" y="550"/>
                  </a:lnTo>
                  <a:lnTo>
                    <a:pt x="4103" y="537"/>
                  </a:lnTo>
                  <a:lnTo>
                    <a:pt x="4320" y="486"/>
                  </a:lnTo>
                  <a:lnTo>
                    <a:pt x="4358" y="435"/>
                  </a:lnTo>
                  <a:lnTo>
                    <a:pt x="3758" y="90"/>
                  </a:lnTo>
                  <a:lnTo>
                    <a:pt x="3566" y="141"/>
                  </a:lnTo>
                  <a:lnTo>
                    <a:pt x="3540" y="128"/>
                  </a:lnTo>
                  <a:lnTo>
                    <a:pt x="3336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1" name="Google Shape;631;p60"/>
            <p:cNvSpPr/>
            <p:nvPr/>
          </p:nvSpPr>
          <p:spPr>
            <a:xfrm>
              <a:off x="4017025" y="2561125"/>
              <a:ext cx="10900" cy="8025"/>
            </a:xfrm>
            <a:custGeom>
              <a:rect b="b" l="l" r="r" t="t"/>
              <a:pathLst>
                <a:path extrusionOk="0" h="321" w="436">
                  <a:moveTo>
                    <a:pt x="52" y="1"/>
                  </a:moveTo>
                  <a:lnTo>
                    <a:pt x="14" y="39"/>
                  </a:lnTo>
                  <a:lnTo>
                    <a:pt x="1" y="52"/>
                  </a:lnTo>
                  <a:lnTo>
                    <a:pt x="1" y="77"/>
                  </a:lnTo>
                  <a:lnTo>
                    <a:pt x="14" y="103"/>
                  </a:lnTo>
                  <a:lnTo>
                    <a:pt x="39" y="116"/>
                  </a:lnTo>
                  <a:lnTo>
                    <a:pt x="78" y="116"/>
                  </a:lnTo>
                  <a:lnTo>
                    <a:pt x="116" y="128"/>
                  </a:lnTo>
                  <a:lnTo>
                    <a:pt x="154" y="154"/>
                  </a:lnTo>
                  <a:lnTo>
                    <a:pt x="180" y="192"/>
                  </a:lnTo>
                  <a:lnTo>
                    <a:pt x="193" y="218"/>
                  </a:lnTo>
                  <a:lnTo>
                    <a:pt x="205" y="256"/>
                  </a:lnTo>
                  <a:lnTo>
                    <a:pt x="218" y="282"/>
                  </a:lnTo>
                  <a:lnTo>
                    <a:pt x="244" y="294"/>
                  </a:lnTo>
                  <a:lnTo>
                    <a:pt x="333" y="320"/>
                  </a:lnTo>
                  <a:lnTo>
                    <a:pt x="435" y="320"/>
                  </a:lnTo>
                  <a:lnTo>
                    <a:pt x="435" y="294"/>
                  </a:lnTo>
                  <a:lnTo>
                    <a:pt x="423" y="282"/>
                  </a:lnTo>
                  <a:lnTo>
                    <a:pt x="397" y="256"/>
                  </a:lnTo>
                  <a:lnTo>
                    <a:pt x="346" y="243"/>
                  </a:lnTo>
                  <a:lnTo>
                    <a:pt x="308" y="231"/>
                  </a:lnTo>
                  <a:lnTo>
                    <a:pt x="295" y="205"/>
                  </a:lnTo>
                  <a:lnTo>
                    <a:pt x="295" y="179"/>
                  </a:lnTo>
                  <a:lnTo>
                    <a:pt x="282" y="141"/>
                  </a:lnTo>
                  <a:lnTo>
                    <a:pt x="256" y="90"/>
                  </a:lnTo>
                  <a:lnTo>
                    <a:pt x="218" y="64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2" name="Google Shape;632;p60"/>
            <p:cNvSpPr/>
            <p:nvPr/>
          </p:nvSpPr>
          <p:spPr>
            <a:xfrm>
              <a:off x="3672275" y="2551225"/>
              <a:ext cx="23675" cy="16000"/>
            </a:xfrm>
            <a:custGeom>
              <a:rect b="b" l="l" r="r" t="t"/>
              <a:pathLst>
                <a:path extrusionOk="0" h="640" w="947">
                  <a:moveTo>
                    <a:pt x="640" y="0"/>
                  </a:moveTo>
                  <a:lnTo>
                    <a:pt x="486" y="26"/>
                  </a:lnTo>
                  <a:lnTo>
                    <a:pt x="410" y="39"/>
                  </a:lnTo>
                  <a:lnTo>
                    <a:pt x="346" y="77"/>
                  </a:lnTo>
                  <a:lnTo>
                    <a:pt x="256" y="141"/>
                  </a:lnTo>
                  <a:lnTo>
                    <a:pt x="179" y="166"/>
                  </a:lnTo>
                  <a:lnTo>
                    <a:pt x="1" y="218"/>
                  </a:lnTo>
                  <a:lnTo>
                    <a:pt x="77" y="307"/>
                  </a:lnTo>
                  <a:lnTo>
                    <a:pt x="116" y="345"/>
                  </a:lnTo>
                  <a:lnTo>
                    <a:pt x="167" y="371"/>
                  </a:lnTo>
                  <a:lnTo>
                    <a:pt x="205" y="384"/>
                  </a:lnTo>
                  <a:lnTo>
                    <a:pt x="243" y="371"/>
                  </a:lnTo>
                  <a:lnTo>
                    <a:pt x="294" y="358"/>
                  </a:lnTo>
                  <a:lnTo>
                    <a:pt x="346" y="307"/>
                  </a:lnTo>
                  <a:lnTo>
                    <a:pt x="371" y="333"/>
                  </a:lnTo>
                  <a:lnTo>
                    <a:pt x="384" y="371"/>
                  </a:lnTo>
                  <a:lnTo>
                    <a:pt x="384" y="460"/>
                  </a:lnTo>
                  <a:lnTo>
                    <a:pt x="397" y="537"/>
                  </a:lnTo>
                  <a:lnTo>
                    <a:pt x="422" y="563"/>
                  </a:lnTo>
                  <a:lnTo>
                    <a:pt x="448" y="575"/>
                  </a:lnTo>
                  <a:lnTo>
                    <a:pt x="473" y="588"/>
                  </a:lnTo>
                  <a:lnTo>
                    <a:pt x="512" y="575"/>
                  </a:lnTo>
                  <a:lnTo>
                    <a:pt x="588" y="575"/>
                  </a:lnTo>
                  <a:lnTo>
                    <a:pt x="665" y="601"/>
                  </a:lnTo>
                  <a:lnTo>
                    <a:pt x="729" y="639"/>
                  </a:lnTo>
                  <a:lnTo>
                    <a:pt x="755" y="575"/>
                  </a:lnTo>
                  <a:lnTo>
                    <a:pt x="767" y="499"/>
                  </a:lnTo>
                  <a:lnTo>
                    <a:pt x="793" y="422"/>
                  </a:lnTo>
                  <a:lnTo>
                    <a:pt x="819" y="371"/>
                  </a:lnTo>
                  <a:lnTo>
                    <a:pt x="857" y="345"/>
                  </a:lnTo>
                  <a:lnTo>
                    <a:pt x="882" y="333"/>
                  </a:lnTo>
                  <a:lnTo>
                    <a:pt x="921" y="320"/>
                  </a:lnTo>
                  <a:lnTo>
                    <a:pt x="946" y="307"/>
                  </a:lnTo>
                  <a:lnTo>
                    <a:pt x="946" y="269"/>
                  </a:lnTo>
                  <a:lnTo>
                    <a:pt x="934" y="230"/>
                  </a:lnTo>
                  <a:lnTo>
                    <a:pt x="921" y="166"/>
                  </a:lnTo>
                  <a:lnTo>
                    <a:pt x="793" y="179"/>
                  </a:lnTo>
                  <a:lnTo>
                    <a:pt x="793" y="115"/>
                  </a:lnTo>
                  <a:lnTo>
                    <a:pt x="780" y="77"/>
                  </a:lnTo>
                  <a:lnTo>
                    <a:pt x="755" y="51"/>
                  </a:lnTo>
                  <a:lnTo>
                    <a:pt x="640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3" name="Google Shape;633;p60"/>
            <p:cNvSpPr/>
            <p:nvPr/>
          </p:nvSpPr>
          <p:spPr>
            <a:xfrm>
              <a:off x="4097225" y="2637175"/>
              <a:ext cx="4500" cy="5775"/>
            </a:xfrm>
            <a:custGeom>
              <a:rect b="b" l="l" r="r" t="t"/>
              <a:pathLst>
                <a:path extrusionOk="0" h="231" w="180">
                  <a:moveTo>
                    <a:pt x="39" y="0"/>
                  </a:moveTo>
                  <a:lnTo>
                    <a:pt x="26" y="64"/>
                  </a:lnTo>
                  <a:lnTo>
                    <a:pt x="1" y="128"/>
                  </a:lnTo>
                  <a:lnTo>
                    <a:pt x="1" y="166"/>
                  </a:lnTo>
                  <a:lnTo>
                    <a:pt x="14" y="205"/>
                  </a:lnTo>
                  <a:lnTo>
                    <a:pt x="39" y="218"/>
                  </a:lnTo>
                  <a:lnTo>
                    <a:pt x="78" y="230"/>
                  </a:lnTo>
                  <a:lnTo>
                    <a:pt x="116" y="230"/>
                  </a:lnTo>
                  <a:lnTo>
                    <a:pt x="141" y="218"/>
                  </a:lnTo>
                  <a:lnTo>
                    <a:pt x="167" y="192"/>
                  </a:lnTo>
                  <a:lnTo>
                    <a:pt x="180" y="166"/>
                  </a:lnTo>
                  <a:lnTo>
                    <a:pt x="180" y="128"/>
                  </a:lnTo>
                  <a:lnTo>
                    <a:pt x="167" y="103"/>
                  </a:lnTo>
                  <a:lnTo>
                    <a:pt x="103" y="64"/>
                  </a:lnTo>
                  <a:lnTo>
                    <a:pt x="39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4" name="Google Shape;634;p60"/>
            <p:cNvSpPr/>
            <p:nvPr/>
          </p:nvSpPr>
          <p:spPr>
            <a:xfrm>
              <a:off x="3917975" y="2170050"/>
              <a:ext cx="5475" cy="6725"/>
            </a:xfrm>
            <a:custGeom>
              <a:rect b="b" l="l" r="r" t="t"/>
              <a:pathLst>
                <a:path extrusionOk="0" h="269" w="219">
                  <a:moveTo>
                    <a:pt x="52" y="0"/>
                  </a:moveTo>
                  <a:lnTo>
                    <a:pt x="26" y="13"/>
                  </a:lnTo>
                  <a:lnTo>
                    <a:pt x="14" y="38"/>
                  </a:lnTo>
                  <a:lnTo>
                    <a:pt x="1" y="102"/>
                  </a:lnTo>
                  <a:lnTo>
                    <a:pt x="14" y="179"/>
                  </a:lnTo>
                  <a:lnTo>
                    <a:pt x="26" y="230"/>
                  </a:lnTo>
                  <a:lnTo>
                    <a:pt x="39" y="256"/>
                  </a:lnTo>
                  <a:lnTo>
                    <a:pt x="52" y="268"/>
                  </a:lnTo>
                  <a:lnTo>
                    <a:pt x="116" y="256"/>
                  </a:lnTo>
                  <a:lnTo>
                    <a:pt x="218" y="243"/>
                  </a:lnTo>
                  <a:lnTo>
                    <a:pt x="218" y="192"/>
                  </a:lnTo>
                  <a:lnTo>
                    <a:pt x="218" y="128"/>
                  </a:lnTo>
                  <a:lnTo>
                    <a:pt x="52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5" name="Google Shape;635;p60"/>
            <p:cNvSpPr/>
            <p:nvPr/>
          </p:nvSpPr>
          <p:spPr>
            <a:xfrm>
              <a:off x="4039400" y="2594350"/>
              <a:ext cx="6100" cy="7375"/>
            </a:xfrm>
            <a:custGeom>
              <a:rect b="b" l="l" r="r" t="t"/>
              <a:pathLst>
                <a:path extrusionOk="0" h="295" w="244">
                  <a:moveTo>
                    <a:pt x="90" y="1"/>
                  </a:moveTo>
                  <a:lnTo>
                    <a:pt x="52" y="39"/>
                  </a:lnTo>
                  <a:lnTo>
                    <a:pt x="26" y="90"/>
                  </a:lnTo>
                  <a:lnTo>
                    <a:pt x="1" y="116"/>
                  </a:lnTo>
                  <a:lnTo>
                    <a:pt x="1" y="167"/>
                  </a:lnTo>
                  <a:lnTo>
                    <a:pt x="13" y="205"/>
                  </a:lnTo>
                  <a:lnTo>
                    <a:pt x="13" y="218"/>
                  </a:lnTo>
                  <a:lnTo>
                    <a:pt x="26" y="231"/>
                  </a:lnTo>
                  <a:lnTo>
                    <a:pt x="64" y="244"/>
                  </a:lnTo>
                  <a:lnTo>
                    <a:pt x="103" y="244"/>
                  </a:lnTo>
                  <a:lnTo>
                    <a:pt x="141" y="269"/>
                  </a:lnTo>
                  <a:lnTo>
                    <a:pt x="192" y="295"/>
                  </a:lnTo>
                  <a:lnTo>
                    <a:pt x="231" y="295"/>
                  </a:lnTo>
                  <a:lnTo>
                    <a:pt x="243" y="256"/>
                  </a:lnTo>
                  <a:lnTo>
                    <a:pt x="243" y="218"/>
                  </a:lnTo>
                  <a:lnTo>
                    <a:pt x="205" y="180"/>
                  </a:lnTo>
                  <a:lnTo>
                    <a:pt x="167" y="141"/>
                  </a:lnTo>
                  <a:lnTo>
                    <a:pt x="154" y="116"/>
                  </a:lnTo>
                  <a:lnTo>
                    <a:pt x="141" y="90"/>
                  </a:lnTo>
                  <a:lnTo>
                    <a:pt x="90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6" name="Google Shape;636;p60"/>
            <p:cNvSpPr/>
            <p:nvPr/>
          </p:nvSpPr>
          <p:spPr>
            <a:xfrm>
              <a:off x="3960475" y="2484125"/>
              <a:ext cx="7700" cy="4500"/>
            </a:xfrm>
            <a:custGeom>
              <a:rect b="b" l="l" r="r" t="t"/>
              <a:pathLst>
                <a:path extrusionOk="0" h="180" w="308">
                  <a:moveTo>
                    <a:pt x="1" y="0"/>
                  </a:moveTo>
                  <a:lnTo>
                    <a:pt x="1" y="13"/>
                  </a:lnTo>
                  <a:lnTo>
                    <a:pt x="1" y="39"/>
                  </a:lnTo>
                  <a:lnTo>
                    <a:pt x="26" y="52"/>
                  </a:lnTo>
                  <a:lnTo>
                    <a:pt x="65" y="64"/>
                  </a:lnTo>
                  <a:lnTo>
                    <a:pt x="154" y="103"/>
                  </a:lnTo>
                  <a:lnTo>
                    <a:pt x="295" y="179"/>
                  </a:lnTo>
                  <a:lnTo>
                    <a:pt x="307" y="154"/>
                  </a:lnTo>
                  <a:lnTo>
                    <a:pt x="307" y="141"/>
                  </a:lnTo>
                  <a:lnTo>
                    <a:pt x="295" y="115"/>
                  </a:lnTo>
                  <a:lnTo>
                    <a:pt x="269" y="77"/>
                  </a:lnTo>
                  <a:lnTo>
                    <a:pt x="218" y="64"/>
                  </a:lnTo>
                  <a:lnTo>
                    <a:pt x="129" y="26"/>
                  </a:lnTo>
                  <a:lnTo>
                    <a:pt x="52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7" name="Google Shape;637;p60"/>
            <p:cNvSpPr/>
            <p:nvPr/>
          </p:nvSpPr>
          <p:spPr>
            <a:xfrm>
              <a:off x="4038750" y="2583500"/>
              <a:ext cx="3875" cy="5450"/>
            </a:xfrm>
            <a:custGeom>
              <a:rect b="b" l="l" r="r" t="t"/>
              <a:pathLst>
                <a:path extrusionOk="0" h="218" w="155">
                  <a:moveTo>
                    <a:pt x="90" y="0"/>
                  </a:moveTo>
                  <a:lnTo>
                    <a:pt x="78" y="39"/>
                  </a:lnTo>
                  <a:lnTo>
                    <a:pt x="52" y="77"/>
                  </a:lnTo>
                  <a:lnTo>
                    <a:pt x="27" y="115"/>
                  </a:lnTo>
                  <a:lnTo>
                    <a:pt x="14" y="154"/>
                  </a:lnTo>
                  <a:lnTo>
                    <a:pt x="1" y="166"/>
                  </a:lnTo>
                  <a:lnTo>
                    <a:pt x="1" y="192"/>
                  </a:lnTo>
                  <a:lnTo>
                    <a:pt x="65" y="217"/>
                  </a:lnTo>
                  <a:lnTo>
                    <a:pt x="90" y="217"/>
                  </a:lnTo>
                  <a:lnTo>
                    <a:pt x="103" y="205"/>
                  </a:lnTo>
                  <a:lnTo>
                    <a:pt x="142" y="179"/>
                  </a:lnTo>
                  <a:lnTo>
                    <a:pt x="154" y="141"/>
                  </a:lnTo>
                  <a:lnTo>
                    <a:pt x="154" y="90"/>
                  </a:lnTo>
                  <a:lnTo>
                    <a:pt x="90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8" name="Google Shape;638;p60"/>
            <p:cNvSpPr/>
            <p:nvPr/>
          </p:nvSpPr>
          <p:spPr>
            <a:xfrm>
              <a:off x="4014800" y="2468775"/>
              <a:ext cx="32300" cy="34875"/>
            </a:xfrm>
            <a:custGeom>
              <a:rect b="b" l="l" r="r" t="t"/>
              <a:pathLst>
                <a:path extrusionOk="0" h="1395" w="1292">
                  <a:moveTo>
                    <a:pt x="499" y="1"/>
                  </a:moveTo>
                  <a:lnTo>
                    <a:pt x="397" y="78"/>
                  </a:lnTo>
                  <a:lnTo>
                    <a:pt x="461" y="180"/>
                  </a:lnTo>
                  <a:lnTo>
                    <a:pt x="461" y="205"/>
                  </a:lnTo>
                  <a:lnTo>
                    <a:pt x="307" y="448"/>
                  </a:lnTo>
                  <a:lnTo>
                    <a:pt x="307" y="461"/>
                  </a:lnTo>
                  <a:lnTo>
                    <a:pt x="141" y="563"/>
                  </a:lnTo>
                  <a:lnTo>
                    <a:pt x="128" y="563"/>
                  </a:lnTo>
                  <a:lnTo>
                    <a:pt x="0" y="589"/>
                  </a:lnTo>
                  <a:lnTo>
                    <a:pt x="13" y="640"/>
                  </a:lnTo>
                  <a:lnTo>
                    <a:pt x="64" y="640"/>
                  </a:lnTo>
                  <a:lnTo>
                    <a:pt x="90" y="666"/>
                  </a:lnTo>
                  <a:lnTo>
                    <a:pt x="90" y="768"/>
                  </a:lnTo>
                  <a:lnTo>
                    <a:pt x="256" y="947"/>
                  </a:lnTo>
                  <a:lnTo>
                    <a:pt x="371" y="947"/>
                  </a:lnTo>
                  <a:lnTo>
                    <a:pt x="397" y="959"/>
                  </a:lnTo>
                  <a:lnTo>
                    <a:pt x="524" y="1190"/>
                  </a:lnTo>
                  <a:lnTo>
                    <a:pt x="550" y="1394"/>
                  </a:lnTo>
                  <a:lnTo>
                    <a:pt x="614" y="1394"/>
                  </a:lnTo>
                  <a:lnTo>
                    <a:pt x="588" y="1215"/>
                  </a:lnTo>
                  <a:lnTo>
                    <a:pt x="601" y="1190"/>
                  </a:lnTo>
                  <a:lnTo>
                    <a:pt x="831" y="1049"/>
                  </a:lnTo>
                  <a:lnTo>
                    <a:pt x="857" y="1049"/>
                  </a:lnTo>
                  <a:lnTo>
                    <a:pt x="972" y="1087"/>
                  </a:lnTo>
                  <a:lnTo>
                    <a:pt x="1163" y="844"/>
                  </a:lnTo>
                  <a:lnTo>
                    <a:pt x="1215" y="844"/>
                  </a:lnTo>
                  <a:lnTo>
                    <a:pt x="1291" y="525"/>
                  </a:lnTo>
                  <a:lnTo>
                    <a:pt x="1061" y="435"/>
                  </a:lnTo>
                  <a:lnTo>
                    <a:pt x="1036" y="423"/>
                  </a:lnTo>
                  <a:lnTo>
                    <a:pt x="1010" y="346"/>
                  </a:lnTo>
                  <a:lnTo>
                    <a:pt x="729" y="129"/>
                  </a:lnTo>
                  <a:lnTo>
                    <a:pt x="550" y="90"/>
                  </a:lnTo>
                  <a:lnTo>
                    <a:pt x="524" y="78"/>
                  </a:lnTo>
                  <a:lnTo>
                    <a:pt x="499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9" name="Google Shape;639;p60"/>
            <p:cNvSpPr/>
            <p:nvPr/>
          </p:nvSpPr>
          <p:spPr>
            <a:xfrm>
              <a:off x="4044825" y="2605225"/>
              <a:ext cx="5775" cy="5775"/>
            </a:xfrm>
            <a:custGeom>
              <a:rect b="b" l="l" r="r" t="t"/>
              <a:pathLst>
                <a:path extrusionOk="0" h="231" w="231">
                  <a:moveTo>
                    <a:pt x="52" y="0"/>
                  </a:moveTo>
                  <a:lnTo>
                    <a:pt x="14" y="64"/>
                  </a:lnTo>
                  <a:lnTo>
                    <a:pt x="1" y="102"/>
                  </a:lnTo>
                  <a:lnTo>
                    <a:pt x="1" y="128"/>
                  </a:lnTo>
                  <a:lnTo>
                    <a:pt x="26" y="141"/>
                  </a:lnTo>
                  <a:lnTo>
                    <a:pt x="39" y="154"/>
                  </a:lnTo>
                  <a:lnTo>
                    <a:pt x="116" y="192"/>
                  </a:lnTo>
                  <a:lnTo>
                    <a:pt x="180" y="230"/>
                  </a:lnTo>
                  <a:lnTo>
                    <a:pt x="231" y="192"/>
                  </a:lnTo>
                  <a:lnTo>
                    <a:pt x="231" y="179"/>
                  </a:lnTo>
                  <a:lnTo>
                    <a:pt x="231" y="154"/>
                  </a:lnTo>
                  <a:lnTo>
                    <a:pt x="193" y="102"/>
                  </a:lnTo>
                  <a:lnTo>
                    <a:pt x="180" y="90"/>
                  </a:lnTo>
                  <a:lnTo>
                    <a:pt x="167" y="64"/>
                  </a:lnTo>
                  <a:lnTo>
                    <a:pt x="52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0" name="Google Shape;640;p60"/>
            <p:cNvSpPr/>
            <p:nvPr/>
          </p:nvSpPr>
          <p:spPr>
            <a:xfrm>
              <a:off x="4003625" y="2488925"/>
              <a:ext cx="39950" cy="71575"/>
            </a:xfrm>
            <a:custGeom>
              <a:rect b="b" l="l" r="r" t="t"/>
              <a:pathLst>
                <a:path extrusionOk="0" h="2863" w="1598">
                  <a:moveTo>
                    <a:pt x="217" y="0"/>
                  </a:moveTo>
                  <a:lnTo>
                    <a:pt x="0" y="396"/>
                  </a:lnTo>
                  <a:lnTo>
                    <a:pt x="51" y="435"/>
                  </a:lnTo>
                  <a:lnTo>
                    <a:pt x="64" y="460"/>
                  </a:lnTo>
                  <a:lnTo>
                    <a:pt x="90" y="703"/>
                  </a:lnTo>
                  <a:lnTo>
                    <a:pt x="141" y="741"/>
                  </a:lnTo>
                  <a:lnTo>
                    <a:pt x="166" y="767"/>
                  </a:lnTo>
                  <a:lnTo>
                    <a:pt x="192" y="805"/>
                  </a:lnTo>
                  <a:lnTo>
                    <a:pt x="205" y="856"/>
                  </a:lnTo>
                  <a:lnTo>
                    <a:pt x="217" y="920"/>
                  </a:lnTo>
                  <a:lnTo>
                    <a:pt x="230" y="997"/>
                  </a:lnTo>
                  <a:lnTo>
                    <a:pt x="217" y="1061"/>
                  </a:lnTo>
                  <a:lnTo>
                    <a:pt x="205" y="1086"/>
                  </a:lnTo>
                  <a:lnTo>
                    <a:pt x="179" y="1099"/>
                  </a:lnTo>
                  <a:lnTo>
                    <a:pt x="192" y="1138"/>
                  </a:lnTo>
                  <a:lnTo>
                    <a:pt x="192" y="1189"/>
                  </a:lnTo>
                  <a:lnTo>
                    <a:pt x="192" y="1214"/>
                  </a:lnTo>
                  <a:lnTo>
                    <a:pt x="179" y="1240"/>
                  </a:lnTo>
                  <a:lnTo>
                    <a:pt x="153" y="1265"/>
                  </a:lnTo>
                  <a:lnTo>
                    <a:pt x="153" y="1291"/>
                  </a:lnTo>
                  <a:lnTo>
                    <a:pt x="153" y="1317"/>
                  </a:lnTo>
                  <a:lnTo>
                    <a:pt x="179" y="1368"/>
                  </a:lnTo>
                  <a:lnTo>
                    <a:pt x="205" y="1406"/>
                  </a:lnTo>
                  <a:lnTo>
                    <a:pt x="217" y="1457"/>
                  </a:lnTo>
                  <a:lnTo>
                    <a:pt x="205" y="1495"/>
                  </a:lnTo>
                  <a:lnTo>
                    <a:pt x="179" y="1547"/>
                  </a:lnTo>
                  <a:lnTo>
                    <a:pt x="179" y="1610"/>
                  </a:lnTo>
                  <a:lnTo>
                    <a:pt x="205" y="1662"/>
                  </a:lnTo>
                  <a:lnTo>
                    <a:pt x="243" y="1713"/>
                  </a:lnTo>
                  <a:lnTo>
                    <a:pt x="256" y="1751"/>
                  </a:lnTo>
                  <a:lnTo>
                    <a:pt x="268" y="1802"/>
                  </a:lnTo>
                  <a:lnTo>
                    <a:pt x="243" y="1853"/>
                  </a:lnTo>
                  <a:lnTo>
                    <a:pt x="192" y="1956"/>
                  </a:lnTo>
                  <a:lnTo>
                    <a:pt x="179" y="2007"/>
                  </a:lnTo>
                  <a:lnTo>
                    <a:pt x="192" y="2071"/>
                  </a:lnTo>
                  <a:lnTo>
                    <a:pt x="243" y="2186"/>
                  </a:lnTo>
                  <a:lnTo>
                    <a:pt x="268" y="2237"/>
                  </a:lnTo>
                  <a:lnTo>
                    <a:pt x="294" y="2275"/>
                  </a:lnTo>
                  <a:lnTo>
                    <a:pt x="307" y="2313"/>
                  </a:lnTo>
                  <a:lnTo>
                    <a:pt x="307" y="2339"/>
                  </a:lnTo>
                  <a:lnTo>
                    <a:pt x="281" y="2339"/>
                  </a:lnTo>
                  <a:lnTo>
                    <a:pt x="256" y="2352"/>
                  </a:lnTo>
                  <a:lnTo>
                    <a:pt x="217" y="2365"/>
                  </a:lnTo>
                  <a:lnTo>
                    <a:pt x="205" y="2377"/>
                  </a:lnTo>
                  <a:lnTo>
                    <a:pt x="205" y="2416"/>
                  </a:lnTo>
                  <a:lnTo>
                    <a:pt x="217" y="2441"/>
                  </a:lnTo>
                  <a:lnTo>
                    <a:pt x="243" y="2454"/>
                  </a:lnTo>
                  <a:lnTo>
                    <a:pt x="320" y="2480"/>
                  </a:lnTo>
                  <a:lnTo>
                    <a:pt x="447" y="2518"/>
                  </a:lnTo>
                  <a:lnTo>
                    <a:pt x="575" y="2595"/>
                  </a:lnTo>
                  <a:lnTo>
                    <a:pt x="677" y="2671"/>
                  </a:lnTo>
                  <a:lnTo>
                    <a:pt x="729" y="2722"/>
                  </a:lnTo>
                  <a:lnTo>
                    <a:pt x="754" y="2786"/>
                  </a:lnTo>
                  <a:lnTo>
                    <a:pt x="792" y="2863"/>
                  </a:lnTo>
                  <a:lnTo>
                    <a:pt x="1061" y="2837"/>
                  </a:lnTo>
                  <a:lnTo>
                    <a:pt x="1150" y="2646"/>
                  </a:lnTo>
                  <a:lnTo>
                    <a:pt x="1112" y="2531"/>
                  </a:lnTo>
                  <a:lnTo>
                    <a:pt x="1125" y="2492"/>
                  </a:lnTo>
                  <a:lnTo>
                    <a:pt x="1329" y="2416"/>
                  </a:lnTo>
                  <a:lnTo>
                    <a:pt x="1598" y="2007"/>
                  </a:lnTo>
                  <a:lnTo>
                    <a:pt x="1495" y="1725"/>
                  </a:lnTo>
                  <a:lnTo>
                    <a:pt x="1368" y="1713"/>
                  </a:lnTo>
                  <a:lnTo>
                    <a:pt x="1342" y="1700"/>
                  </a:lnTo>
                  <a:lnTo>
                    <a:pt x="1061" y="1189"/>
                  </a:lnTo>
                  <a:lnTo>
                    <a:pt x="1048" y="1189"/>
                  </a:lnTo>
                  <a:lnTo>
                    <a:pt x="959" y="626"/>
                  </a:lnTo>
                  <a:lnTo>
                    <a:pt x="920" y="396"/>
                  </a:lnTo>
                  <a:lnTo>
                    <a:pt x="805" y="192"/>
                  </a:lnTo>
                  <a:lnTo>
                    <a:pt x="690" y="192"/>
                  </a:lnTo>
                  <a:lnTo>
                    <a:pt x="677" y="179"/>
                  </a:lnTo>
                  <a:lnTo>
                    <a:pt x="511" y="13"/>
                  </a:lnTo>
                  <a:lnTo>
                    <a:pt x="435" y="64"/>
                  </a:lnTo>
                  <a:lnTo>
                    <a:pt x="409" y="64"/>
                  </a:lnTo>
                  <a:lnTo>
                    <a:pt x="217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1" name="Google Shape;641;p60"/>
            <p:cNvSpPr/>
            <p:nvPr/>
          </p:nvSpPr>
          <p:spPr>
            <a:xfrm>
              <a:off x="4043550" y="2591475"/>
              <a:ext cx="3875" cy="4175"/>
            </a:xfrm>
            <a:custGeom>
              <a:rect b="b" l="l" r="r" t="t"/>
              <a:pathLst>
                <a:path extrusionOk="0" h="167" w="155">
                  <a:moveTo>
                    <a:pt x="39" y="1"/>
                  </a:moveTo>
                  <a:lnTo>
                    <a:pt x="26" y="26"/>
                  </a:lnTo>
                  <a:lnTo>
                    <a:pt x="1" y="52"/>
                  </a:lnTo>
                  <a:lnTo>
                    <a:pt x="13" y="77"/>
                  </a:lnTo>
                  <a:lnTo>
                    <a:pt x="26" y="103"/>
                  </a:lnTo>
                  <a:lnTo>
                    <a:pt x="65" y="154"/>
                  </a:lnTo>
                  <a:lnTo>
                    <a:pt x="90" y="167"/>
                  </a:lnTo>
                  <a:lnTo>
                    <a:pt x="116" y="154"/>
                  </a:lnTo>
                  <a:lnTo>
                    <a:pt x="154" y="128"/>
                  </a:lnTo>
                  <a:lnTo>
                    <a:pt x="128" y="77"/>
                  </a:lnTo>
                  <a:lnTo>
                    <a:pt x="103" y="39"/>
                  </a:lnTo>
                  <a:lnTo>
                    <a:pt x="39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2" name="Google Shape;642;p60"/>
            <p:cNvSpPr/>
            <p:nvPr/>
          </p:nvSpPr>
          <p:spPr>
            <a:xfrm>
              <a:off x="4160500" y="2617050"/>
              <a:ext cx="5450" cy="4800"/>
            </a:xfrm>
            <a:custGeom>
              <a:rect b="b" l="l" r="r" t="t"/>
              <a:pathLst>
                <a:path extrusionOk="0" h="192" w="218">
                  <a:moveTo>
                    <a:pt x="141" y="0"/>
                  </a:moveTo>
                  <a:lnTo>
                    <a:pt x="103" y="38"/>
                  </a:lnTo>
                  <a:lnTo>
                    <a:pt x="39" y="90"/>
                  </a:lnTo>
                  <a:lnTo>
                    <a:pt x="13" y="115"/>
                  </a:lnTo>
                  <a:lnTo>
                    <a:pt x="0" y="141"/>
                  </a:lnTo>
                  <a:lnTo>
                    <a:pt x="0" y="166"/>
                  </a:lnTo>
                  <a:lnTo>
                    <a:pt x="26" y="192"/>
                  </a:lnTo>
                  <a:lnTo>
                    <a:pt x="77" y="192"/>
                  </a:lnTo>
                  <a:lnTo>
                    <a:pt x="154" y="141"/>
                  </a:lnTo>
                  <a:lnTo>
                    <a:pt x="205" y="90"/>
                  </a:lnTo>
                  <a:lnTo>
                    <a:pt x="218" y="51"/>
                  </a:lnTo>
                  <a:lnTo>
                    <a:pt x="218" y="26"/>
                  </a:lnTo>
                  <a:lnTo>
                    <a:pt x="141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3" name="Google Shape;643;p60"/>
            <p:cNvSpPr/>
            <p:nvPr/>
          </p:nvSpPr>
          <p:spPr>
            <a:xfrm>
              <a:off x="4010000" y="2341950"/>
              <a:ext cx="199400" cy="115350"/>
            </a:xfrm>
            <a:custGeom>
              <a:rect b="b" l="l" r="r" t="t"/>
              <a:pathLst>
                <a:path extrusionOk="0" h="4614" w="7976">
                  <a:moveTo>
                    <a:pt x="1394" y="0"/>
                  </a:moveTo>
                  <a:lnTo>
                    <a:pt x="1355" y="51"/>
                  </a:lnTo>
                  <a:lnTo>
                    <a:pt x="1343" y="64"/>
                  </a:lnTo>
                  <a:lnTo>
                    <a:pt x="1125" y="102"/>
                  </a:lnTo>
                  <a:lnTo>
                    <a:pt x="972" y="486"/>
                  </a:lnTo>
                  <a:lnTo>
                    <a:pt x="972" y="498"/>
                  </a:lnTo>
                  <a:lnTo>
                    <a:pt x="806" y="588"/>
                  </a:lnTo>
                  <a:lnTo>
                    <a:pt x="831" y="920"/>
                  </a:lnTo>
                  <a:lnTo>
                    <a:pt x="831" y="933"/>
                  </a:lnTo>
                  <a:lnTo>
                    <a:pt x="525" y="1380"/>
                  </a:lnTo>
                  <a:lnTo>
                    <a:pt x="307" y="1955"/>
                  </a:lnTo>
                  <a:lnTo>
                    <a:pt x="295" y="1968"/>
                  </a:lnTo>
                  <a:lnTo>
                    <a:pt x="1" y="2147"/>
                  </a:lnTo>
                  <a:lnTo>
                    <a:pt x="192" y="2403"/>
                  </a:lnTo>
                  <a:lnTo>
                    <a:pt x="205" y="2403"/>
                  </a:lnTo>
                  <a:lnTo>
                    <a:pt x="320" y="2722"/>
                  </a:lnTo>
                  <a:lnTo>
                    <a:pt x="742" y="3157"/>
                  </a:lnTo>
                  <a:lnTo>
                    <a:pt x="742" y="3170"/>
                  </a:lnTo>
                  <a:lnTo>
                    <a:pt x="831" y="3425"/>
                  </a:lnTo>
                  <a:lnTo>
                    <a:pt x="1228" y="3502"/>
                  </a:lnTo>
                  <a:lnTo>
                    <a:pt x="1496" y="3579"/>
                  </a:lnTo>
                  <a:lnTo>
                    <a:pt x="1522" y="3425"/>
                  </a:lnTo>
                  <a:lnTo>
                    <a:pt x="1547" y="3400"/>
                  </a:lnTo>
                  <a:lnTo>
                    <a:pt x="1713" y="3374"/>
                  </a:lnTo>
                  <a:lnTo>
                    <a:pt x="1726" y="3374"/>
                  </a:lnTo>
                  <a:lnTo>
                    <a:pt x="1918" y="3464"/>
                  </a:lnTo>
                  <a:lnTo>
                    <a:pt x="1931" y="3489"/>
                  </a:lnTo>
                  <a:lnTo>
                    <a:pt x="1764" y="3732"/>
                  </a:lnTo>
                  <a:lnTo>
                    <a:pt x="1969" y="3821"/>
                  </a:lnTo>
                  <a:lnTo>
                    <a:pt x="2352" y="3834"/>
                  </a:lnTo>
                  <a:lnTo>
                    <a:pt x="2288" y="4154"/>
                  </a:lnTo>
                  <a:lnTo>
                    <a:pt x="2391" y="4333"/>
                  </a:lnTo>
                  <a:lnTo>
                    <a:pt x="2634" y="4218"/>
                  </a:lnTo>
                  <a:lnTo>
                    <a:pt x="2838" y="4409"/>
                  </a:lnTo>
                  <a:lnTo>
                    <a:pt x="4576" y="4614"/>
                  </a:lnTo>
                  <a:lnTo>
                    <a:pt x="4883" y="4345"/>
                  </a:lnTo>
                  <a:lnTo>
                    <a:pt x="5266" y="4051"/>
                  </a:lnTo>
                  <a:lnTo>
                    <a:pt x="5982" y="4128"/>
                  </a:lnTo>
                  <a:lnTo>
                    <a:pt x="6800" y="4294"/>
                  </a:lnTo>
                  <a:lnTo>
                    <a:pt x="7120" y="4256"/>
                  </a:lnTo>
                  <a:lnTo>
                    <a:pt x="7094" y="4167"/>
                  </a:lnTo>
                  <a:lnTo>
                    <a:pt x="7145" y="4090"/>
                  </a:lnTo>
                  <a:lnTo>
                    <a:pt x="7324" y="4039"/>
                  </a:lnTo>
                  <a:lnTo>
                    <a:pt x="7388" y="3796"/>
                  </a:lnTo>
                  <a:lnTo>
                    <a:pt x="7388" y="3540"/>
                  </a:lnTo>
                  <a:lnTo>
                    <a:pt x="7465" y="3464"/>
                  </a:lnTo>
                  <a:lnTo>
                    <a:pt x="7529" y="3579"/>
                  </a:lnTo>
                  <a:lnTo>
                    <a:pt x="7644" y="3579"/>
                  </a:lnTo>
                  <a:lnTo>
                    <a:pt x="7822" y="3566"/>
                  </a:lnTo>
                  <a:lnTo>
                    <a:pt x="7861" y="3566"/>
                  </a:lnTo>
                  <a:lnTo>
                    <a:pt x="7886" y="3553"/>
                  </a:lnTo>
                  <a:lnTo>
                    <a:pt x="7912" y="3515"/>
                  </a:lnTo>
                  <a:lnTo>
                    <a:pt x="7912" y="3476"/>
                  </a:lnTo>
                  <a:lnTo>
                    <a:pt x="7912" y="3464"/>
                  </a:lnTo>
                  <a:lnTo>
                    <a:pt x="7976" y="3208"/>
                  </a:lnTo>
                  <a:lnTo>
                    <a:pt x="6915" y="3208"/>
                  </a:lnTo>
                  <a:lnTo>
                    <a:pt x="6826" y="2965"/>
                  </a:lnTo>
                  <a:lnTo>
                    <a:pt x="6826" y="2952"/>
                  </a:lnTo>
                  <a:lnTo>
                    <a:pt x="6762" y="2479"/>
                  </a:lnTo>
                  <a:lnTo>
                    <a:pt x="6864" y="2134"/>
                  </a:lnTo>
                  <a:lnTo>
                    <a:pt x="6864" y="1610"/>
                  </a:lnTo>
                  <a:lnTo>
                    <a:pt x="6583" y="1546"/>
                  </a:lnTo>
                  <a:lnTo>
                    <a:pt x="6583" y="1406"/>
                  </a:lnTo>
                  <a:lnTo>
                    <a:pt x="6417" y="1342"/>
                  </a:lnTo>
                  <a:lnTo>
                    <a:pt x="6417" y="1150"/>
                  </a:lnTo>
                  <a:lnTo>
                    <a:pt x="5854" y="511"/>
                  </a:lnTo>
                  <a:lnTo>
                    <a:pt x="5790" y="243"/>
                  </a:lnTo>
                  <a:lnTo>
                    <a:pt x="5330" y="205"/>
                  </a:lnTo>
                  <a:lnTo>
                    <a:pt x="5228" y="396"/>
                  </a:lnTo>
                  <a:lnTo>
                    <a:pt x="4474" y="524"/>
                  </a:lnTo>
                  <a:lnTo>
                    <a:pt x="4410" y="639"/>
                  </a:lnTo>
                  <a:lnTo>
                    <a:pt x="4027" y="639"/>
                  </a:lnTo>
                  <a:lnTo>
                    <a:pt x="3937" y="524"/>
                  </a:lnTo>
                  <a:lnTo>
                    <a:pt x="1803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4" name="Google Shape;644;p60"/>
            <p:cNvSpPr/>
            <p:nvPr/>
          </p:nvSpPr>
          <p:spPr>
            <a:xfrm>
              <a:off x="3892750" y="2170050"/>
              <a:ext cx="202275" cy="148900"/>
            </a:xfrm>
            <a:custGeom>
              <a:rect b="b" l="l" r="r" t="t"/>
              <a:pathLst>
                <a:path extrusionOk="0" h="5956" w="8091">
                  <a:moveTo>
                    <a:pt x="3643" y="0"/>
                  </a:moveTo>
                  <a:lnTo>
                    <a:pt x="3413" y="179"/>
                  </a:lnTo>
                  <a:lnTo>
                    <a:pt x="2671" y="473"/>
                  </a:lnTo>
                  <a:lnTo>
                    <a:pt x="2186" y="856"/>
                  </a:lnTo>
                  <a:lnTo>
                    <a:pt x="1726" y="946"/>
                  </a:lnTo>
                  <a:lnTo>
                    <a:pt x="678" y="1253"/>
                  </a:lnTo>
                  <a:lnTo>
                    <a:pt x="179" y="1598"/>
                  </a:lnTo>
                  <a:lnTo>
                    <a:pt x="0" y="1623"/>
                  </a:lnTo>
                  <a:lnTo>
                    <a:pt x="0" y="1764"/>
                  </a:lnTo>
                  <a:lnTo>
                    <a:pt x="102" y="2198"/>
                  </a:lnTo>
                  <a:lnTo>
                    <a:pt x="588" y="2569"/>
                  </a:lnTo>
                  <a:lnTo>
                    <a:pt x="690" y="2978"/>
                  </a:lnTo>
                  <a:lnTo>
                    <a:pt x="1061" y="3221"/>
                  </a:lnTo>
                  <a:lnTo>
                    <a:pt x="946" y="3451"/>
                  </a:lnTo>
                  <a:lnTo>
                    <a:pt x="1163" y="3694"/>
                  </a:lnTo>
                  <a:lnTo>
                    <a:pt x="1163" y="4128"/>
                  </a:lnTo>
                  <a:lnTo>
                    <a:pt x="1355" y="4435"/>
                  </a:lnTo>
                  <a:lnTo>
                    <a:pt x="2198" y="4435"/>
                  </a:lnTo>
                  <a:lnTo>
                    <a:pt x="2198" y="4665"/>
                  </a:lnTo>
                  <a:lnTo>
                    <a:pt x="2505" y="4946"/>
                  </a:lnTo>
                  <a:lnTo>
                    <a:pt x="2774" y="4627"/>
                  </a:lnTo>
                  <a:lnTo>
                    <a:pt x="3183" y="4908"/>
                  </a:lnTo>
                  <a:lnTo>
                    <a:pt x="3080" y="5138"/>
                  </a:lnTo>
                  <a:lnTo>
                    <a:pt x="3553" y="5291"/>
                  </a:lnTo>
                  <a:lnTo>
                    <a:pt x="3566" y="5278"/>
                  </a:lnTo>
                  <a:lnTo>
                    <a:pt x="3886" y="5483"/>
                  </a:lnTo>
                  <a:lnTo>
                    <a:pt x="4397" y="5675"/>
                  </a:lnTo>
                  <a:lnTo>
                    <a:pt x="4486" y="5470"/>
                  </a:lnTo>
                  <a:lnTo>
                    <a:pt x="4767" y="5470"/>
                  </a:lnTo>
                  <a:lnTo>
                    <a:pt x="4985" y="5739"/>
                  </a:lnTo>
                  <a:lnTo>
                    <a:pt x="5227" y="5598"/>
                  </a:lnTo>
                  <a:lnTo>
                    <a:pt x="5636" y="5751"/>
                  </a:lnTo>
                  <a:lnTo>
                    <a:pt x="5764" y="5815"/>
                  </a:lnTo>
                  <a:lnTo>
                    <a:pt x="6033" y="5777"/>
                  </a:lnTo>
                  <a:lnTo>
                    <a:pt x="6250" y="5956"/>
                  </a:lnTo>
                  <a:lnTo>
                    <a:pt x="6263" y="5956"/>
                  </a:lnTo>
                  <a:lnTo>
                    <a:pt x="6301" y="5918"/>
                  </a:lnTo>
                  <a:lnTo>
                    <a:pt x="6672" y="5304"/>
                  </a:lnTo>
                  <a:lnTo>
                    <a:pt x="7081" y="4639"/>
                  </a:lnTo>
                  <a:lnTo>
                    <a:pt x="7963" y="4639"/>
                  </a:lnTo>
                  <a:lnTo>
                    <a:pt x="8065" y="4192"/>
                  </a:lnTo>
                  <a:lnTo>
                    <a:pt x="7835" y="3937"/>
                  </a:lnTo>
                  <a:lnTo>
                    <a:pt x="7963" y="3579"/>
                  </a:lnTo>
                  <a:lnTo>
                    <a:pt x="7809" y="2876"/>
                  </a:lnTo>
                  <a:lnTo>
                    <a:pt x="7630" y="2876"/>
                  </a:lnTo>
                  <a:lnTo>
                    <a:pt x="7630" y="2569"/>
                  </a:lnTo>
                  <a:lnTo>
                    <a:pt x="8090" y="2339"/>
                  </a:lnTo>
                  <a:lnTo>
                    <a:pt x="8090" y="1968"/>
                  </a:lnTo>
                  <a:lnTo>
                    <a:pt x="7809" y="1547"/>
                  </a:lnTo>
                  <a:lnTo>
                    <a:pt x="7758" y="1201"/>
                  </a:lnTo>
                  <a:lnTo>
                    <a:pt x="7809" y="1189"/>
                  </a:lnTo>
                  <a:lnTo>
                    <a:pt x="7643" y="665"/>
                  </a:lnTo>
                  <a:lnTo>
                    <a:pt x="7247" y="639"/>
                  </a:lnTo>
                  <a:lnTo>
                    <a:pt x="6288" y="652"/>
                  </a:lnTo>
                  <a:lnTo>
                    <a:pt x="6276" y="652"/>
                  </a:lnTo>
                  <a:lnTo>
                    <a:pt x="5406" y="332"/>
                  </a:lnTo>
                  <a:lnTo>
                    <a:pt x="5394" y="422"/>
                  </a:lnTo>
                  <a:lnTo>
                    <a:pt x="5023" y="550"/>
                  </a:lnTo>
                  <a:lnTo>
                    <a:pt x="4461" y="703"/>
                  </a:lnTo>
                  <a:lnTo>
                    <a:pt x="4013" y="601"/>
                  </a:lnTo>
                  <a:lnTo>
                    <a:pt x="3860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5" name="Google Shape;645;p60"/>
            <p:cNvSpPr/>
            <p:nvPr/>
          </p:nvSpPr>
          <p:spPr>
            <a:xfrm>
              <a:off x="4156350" y="2341950"/>
              <a:ext cx="57850" cy="72550"/>
            </a:xfrm>
            <a:custGeom>
              <a:rect b="b" l="l" r="r" t="t"/>
              <a:pathLst>
                <a:path extrusionOk="0" h="2902" w="2314">
                  <a:moveTo>
                    <a:pt x="435" y="0"/>
                  </a:moveTo>
                  <a:lnTo>
                    <a:pt x="77" y="51"/>
                  </a:lnTo>
                  <a:lnTo>
                    <a:pt x="0" y="217"/>
                  </a:lnTo>
                  <a:lnTo>
                    <a:pt x="77" y="473"/>
                  </a:lnTo>
                  <a:lnTo>
                    <a:pt x="639" y="1125"/>
                  </a:lnTo>
                  <a:lnTo>
                    <a:pt x="639" y="1291"/>
                  </a:lnTo>
                  <a:lnTo>
                    <a:pt x="805" y="1355"/>
                  </a:lnTo>
                  <a:lnTo>
                    <a:pt x="805" y="1483"/>
                  </a:lnTo>
                  <a:lnTo>
                    <a:pt x="1087" y="1546"/>
                  </a:lnTo>
                  <a:lnTo>
                    <a:pt x="1087" y="2147"/>
                  </a:lnTo>
                  <a:lnTo>
                    <a:pt x="984" y="2479"/>
                  </a:lnTo>
                  <a:lnTo>
                    <a:pt x="1035" y="2901"/>
                  </a:lnTo>
                  <a:lnTo>
                    <a:pt x="1432" y="2607"/>
                  </a:lnTo>
                  <a:lnTo>
                    <a:pt x="1611" y="2134"/>
                  </a:lnTo>
                  <a:lnTo>
                    <a:pt x="1611" y="1777"/>
                  </a:lnTo>
                  <a:lnTo>
                    <a:pt x="2314" y="1610"/>
                  </a:lnTo>
                  <a:lnTo>
                    <a:pt x="1994" y="1342"/>
                  </a:lnTo>
                  <a:lnTo>
                    <a:pt x="1738" y="1061"/>
                  </a:lnTo>
                  <a:lnTo>
                    <a:pt x="1751" y="716"/>
                  </a:lnTo>
                  <a:lnTo>
                    <a:pt x="1675" y="511"/>
                  </a:lnTo>
                  <a:lnTo>
                    <a:pt x="1508" y="294"/>
                  </a:lnTo>
                  <a:lnTo>
                    <a:pt x="1304" y="409"/>
                  </a:lnTo>
                  <a:lnTo>
                    <a:pt x="1125" y="230"/>
                  </a:lnTo>
                  <a:lnTo>
                    <a:pt x="946" y="345"/>
                  </a:lnTo>
                  <a:lnTo>
                    <a:pt x="435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6" name="Google Shape;646;p60"/>
            <p:cNvSpPr/>
            <p:nvPr/>
          </p:nvSpPr>
          <p:spPr>
            <a:xfrm>
              <a:off x="4044525" y="2130100"/>
              <a:ext cx="102575" cy="68725"/>
            </a:xfrm>
            <a:custGeom>
              <a:rect b="b" l="l" r="r" t="t"/>
              <a:pathLst>
                <a:path extrusionOk="0" h="2749" w="4103">
                  <a:moveTo>
                    <a:pt x="767" y="1"/>
                  </a:moveTo>
                  <a:lnTo>
                    <a:pt x="64" y="231"/>
                  </a:lnTo>
                  <a:lnTo>
                    <a:pt x="115" y="435"/>
                  </a:lnTo>
                  <a:lnTo>
                    <a:pt x="0" y="908"/>
                  </a:lnTo>
                  <a:lnTo>
                    <a:pt x="0" y="1036"/>
                  </a:lnTo>
                  <a:lnTo>
                    <a:pt x="294" y="1138"/>
                  </a:lnTo>
                  <a:lnTo>
                    <a:pt x="550" y="1458"/>
                  </a:lnTo>
                  <a:lnTo>
                    <a:pt x="1368" y="1458"/>
                  </a:lnTo>
                  <a:lnTo>
                    <a:pt x="1227" y="2173"/>
                  </a:lnTo>
                  <a:lnTo>
                    <a:pt x="1623" y="2186"/>
                  </a:lnTo>
                  <a:lnTo>
                    <a:pt x="1802" y="2748"/>
                  </a:lnTo>
                  <a:lnTo>
                    <a:pt x="2697" y="2659"/>
                  </a:lnTo>
                  <a:lnTo>
                    <a:pt x="3527" y="2531"/>
                  </a:lnTo>
                  <a:lnTo>
                    <a:pt x="3464" y="2467"/>
                  </a:lnTo>
                  <a:lnTo>
                    <a:pt x="3464" y="1726"/>
                  </a:lnTo>
                  <a:lnTo>
                    <a:pt x="4090" y="1368"/>
                  </a:lnTo>
                  <a:lnTo>
                    <a:pt x="4064" y="1176"/>
                  </a:lnTo>
                  <a:lnTo>
                    <a:pt x="4103" y="870"/>
                  </a:lnTo>
                  <a:lnTo>
                    <a:pt x="3259" y="256"/>
                  </a:lnTo>
                  <a:lnTo>
                    <a:pt x="2914" y="256"/>
                  </a:lnTo>
                  <a:lnTo>
                    <a:pt x="2914" y="1"/>
                  </a:lnTo>
                  <a:lnTo>
                    <a:pt x="2786" y="1"/>
                  </a:lnTo>
                  <a:lnTo>
                    <a:pt x="2633" y="179"/>
                  </a:lnTo>
                  <a:lnTo>
                    <a:pt x="2339" y="179"/>
                  </a:lnTo>
                  <a:lnTo>
                    <a:pt x="767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7" name="Google Shape;647;p60"/>
            <p:cNvSpPr/>
            <p:nvPr/>
          </p:nvSpPr>
          <p:spPr>
            <a:xfrm>
              <a:off x="4136850" y="2615125"/>
              <a:ext cx="3850" cy="4825"/>
            </a:xfrm>
            <a:custGeom>
              <a:rect b="b" l="l" r="r" t="t"/>
              <a:pathLst>
                <a:path extrusionOk="0" h="193" w="154">
                  <a:moveTo>
                    <a:pt x="90" y="0"/>
                  </a:moveTo>
                  <a:lnTo>
                    <a:pt x="39" y="39"/>
                  </a:lnTo>
                  <a:lnTo>
                    <a:pt x="13" y="64"/>
                  </a:lnTo>
                  <a:lnTo>
                    <a:pt x="1" y="77"/>
                  </a:lnTo>
                  <a:lnTo>
                    <a:pt x="13" y="115"/>
                  </a:lnTo>
                  <a:lnTo>
                    <a:pt x="26" y="141"/>
                  </a:lnTo>
                  <a:lnTo>
                    <a:pt x="39" y="179"/>
                  </a:lnTo>
                  <a:lnTo>
                    <a:pt x="65" y="192"/>
                  </a:lnTo>
                  <a:lnTo>
                    <a:pt x="90" y="179"/>
                  </a:lnTo>
                  <a:lnTo>
                    <a:pt x="116" y="167"/>
                  </a:lnTo>
                  <a:lnTo>
                    <a:pt x="154" y="128"/>
                  </a:lnTo>
                  <a:lnTo>
                    <a:pt x="154" y="90"/>
                  </a:lnTo>
                  <a:lnTo>
                    <a:pt x="154" y="39"/>
                  </a:lnTo>
                  <a:lnTo>
                    <a:pt x="90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8" name="Google Shape;648;p60"/>
            <p:cNvSpPr/>
            <p:nvPr/>
          </p:nvSpPr>
          <p:spPr>
            <a:xfrm>
              <a:off x="4132700" y="2493075"/>
              <a:ext cx="49875" cy="38050"/>
            </a:xfrm>
            <a:custGeom>
              <a:rect b="b" l="l" r="r" t="t"/>
              <a:pathLst>
                <a:path extrusionOk="0" h="1522" w="1995">
                  <a:moveTo>
                    <a:pt x="1176" y="0"/>
                  </a:moveTo>
                  <a:lnTo>
                    <a:pt x="895" y="141"/>
                  </a:lnTo>
                  <a:lnTo>
                    <a:pt x="882" y="141"/>
                  </a:lnTo>
                  <a:lnTo>
                    <a:pt x="435" y="333"/>
                  </a:lnTo>
                  <a:lnTo>
                    <a:pt x="755" y="448"/>
                  </a:lnTo>
                  <a:lnTo>
                    <a:pt x="780" y="460"/>
                  </a:lnTo>
                  <a:lnTo>
                    <a:pt x="780" y="499"/>
                  </a:lnTo>
                  <a:lnTo>
                    <a:pt x="652" y="716"/>
                  </a:lnTo>
                  <a:lnTo>
                    <a:pt x="767" y="818"/>
                  </a:lnTo>
                  <a:lnTo>
                    <a:pt x="780" y="857"/>
                  </a:lnTo>
                  <a:lnTo>
                    <a:pt x="767" y="882"/>
                  </a:lnTo>
                  <a:lnTo>
                    <a:pt x="461" y="1099"/>
                  </a:lnTo>
                  <a:lnTo>
                    <a:pt x="141" y="1355"/>
                  </a:lnTo>
                  <a:lnTo>
                    <a:pt x="141" y="1381"/>
                  </a:lnTo>
                  <a:lnTo>
                    <a:pt x="116" y="1368"/>
                  </a:lnTo>
                  <a:lnTo>
                    <a:pt x="90" y="1393"/>
                  </a:lnTo>
                  <a:lnTo>
                    <a:pt x="52" y="1406"/>
                  </a:lnTo>
                  <a:lnTo>
                    <a:pt x="26" y="1419"/>
                  </a:lnTo>
                  <a:lnTo>
                    <a:pt x="0" y="1432"/>
                  </a:lnTo>
                  <a:lnTo>
                    <a:pt x="0" y="1483"/>
                  </a:lnTo>
                  <a:lnTo>
                    <a:pt x="26" y="1521"/>
                  </a:lnTo>
                  <a:lnTo>
                    <a:pt x="64" y="1521"/>
                  </a:lnTo>
                  <a:lnTo>
                    <a:pt x="103" y="1508"/>
                  </a:lnTo>
                  <a:lnTo>
                    <a:pt x="128" y="1483"/>
                  </a:lnTo>
                  <a:lnTo>
                    <a:pt x="141" y="1457"/>
                  </a:lnTo>
                  <a:lnTo>
                    <a:pt x="167" y="1419"/>
                  </a:lnTo>
                  <a:lnTo>
                    <a:pt x="167" y="1406"/>
                  </a:lnTo>
                  <a:lnTo>
                    <a:pt x="818" y="1381"/>
                  </a:lnTo>
                  <a:lnTo>
                    <a:pt x="818" y="1496"/>
                  </a:lnTo>
                  <a:lnTo>
                    <a:pt x="1368" y="1329"/>
                  </a:lnTo>
                  <a:lnTo>
                    <a:pt x="1457" y="1099"/>
                  </a:lnTo>
                  <a:lnTo>
                    <a:pt x="1713" y="997"/>
                  </a:lnTo>
                  <a:lnTo>
                    <a:pt x="1994" y="997"/>
                  </a:lnTo>
                  <a:lnTo>
                    <a:pt x="1994" y="729"/>
                  </a:lnTo>
                  <a:lnTo>
                    <a:pt x="1828" y="269"/>
                  </a:lnTo>
                  <a:lnTo>
                    <a:pt x="1828" y="77"/>
                  </a:lnTo>
                  <a:lnTo>
                    <a:pt x="1764" y="13"/>
                  </a:lnTo>
                  <a:lnTo>
                    <a:pt x="1547" y="90"/>
                  </a:lnTo>
                  <a:lnTo>
                    <a:pt x="1534" y="90"/>
                  </a:lnTo>
                  <a:lnTo>
                    <a:pt x="1176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9" name="Google Shape;649;p60"/>
            <p:cNvSpPr/>
            <p:nvPr/>
          </p:nvSpPr>
          <p:spPr>
            <a:xfrm>
              <a:off x="4144850" y="2602025"/>
              <a:ext cx="4800" cy="3225"/>
            </a:xfrm>
            <a:custGeom>
              <a:rect b="b" l="l" r="r" t="t"/>
              <a:pathLst>
                <a:path extrusionOk="0" h="129" w="192">
                  <a:moveTo>
                    <a:pt x="128" y="0"/>
                  </a:moveTo>
                  <a:lnTo>
                    <a:pt x="90" y="26"/>
                  </a:lnTo>
                  <a:lnTo>
                    <a:pt x="38" y="52"/>
                  </a:lnTo>
                  <a:lnTo>
                    <a:pt x="0" y="77"/>
                  </a:lnTo>
                  <a:lnTo>
                    <a:pt x="0" y="103"/>
                  </a:lnTo>
                  <a:lnTo>
                    <a:pt x="13" y="115"/>
                  </a:lnTo>
                  <a:lnTo>
                    <a:pt x="38" y="128"/>
                  </a:lnTo>
                  <a:lnTo>
                    <a:pt x="51" y="128"/>
                  </a:lnTo>
                  <a:lnTo>
                    <a:pt x="115" y="115"/>
                  </a:lnTo>
                  <a:lnTo>
                    <a:pt x="154" y="77"/>
                  </a:lnTo>
                  <a:lnTo>
                    <a:pt x="192" y="39"/>
                  </a:lnTo>
                  <a:lnTo>
                    <a:pt x="128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0" name="Google Shape;650;p60"/>
            <p:cNvSpPr/>
            <p:nvPr/>
          </p:nvSpPr>
          <p:spPr>
            <a:xfrm>
              <a:off x="4144850" y="2618650"/>
              <a:ext cx="3850" cy="4800"/>
            </a:xfrm>
            <a:custGeom>
              <a:rect b="b" l="l" r="r" t="t"/>
              <a:pathLst>
                <a:path extrusionOk="0" h="192" w="154">
                  <a:moveTo>
                    <a:pt x="102" y="0"/>
                  </a:moveTo>
                  <a:lnTo>
                    <a:pt x="64" y="51"/>
                  </a:lnTo>
                  <a:lnTo>
                    <a:pt x="38" y="89"/>
                  </a:lnTo>
                  <a:lnTo>
                    <a:pt x="13" y="141"/>
                  </a:lnTo>
                  <a:lnTo>
                    <a:pt x="0" y="166"/>
                  </a:lnTo>
                  <a:lnTo>
                    <a:pt x="26" y="192"/>
                  </a:lnTo>
                  <a:lnTo>
                    <a:pt x="38" y="179"/>
                  </a:lnTo>
                  <a:lnTo>
                    <a:pt x="64" y="166"/>
                  </a:lnTo>
                  <a:lnTo>
                    <a:pt x="115" y="115"/>
                  </a:lnTo>
                  <a:lnTo>
                    <a:pt x="141" y="64"/>
                  </a:lnTo>
                  <a:lnTo>
                    <a:pt x="154" y="26"/>
                  </a:lnTo>
                  <a:lnTo>
                    <a:pt x="154" y="13"/>
                  </a:lnTo>
                  <a:lnTo>
                    <a:pt x="102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1" name="Google Shape;651;p60"/>
            <p:cNvSpPr/>
            <p:nvPr/>
          </p:nvSpPr>
          <p:spPr>
            <a:xfrm>
              <a:off x="4094675" y="1871300"/>
              <a:ext cx="4825" cy="6100"/>
            </a:xfrm>
            <a:custGeom>
              <a:rect b="b" l="l" r="r" t="t"/>
              <a:pathLst>
                <a:path extrusionOk="0" h="244" w="193">
                  <a:moveTo>
                    <a:pt x="26" y="0"/>
                  </a:moveTo>
                  <a:lnTo>
                    <a:pt x="13" y="26"/>
                  </a:lnTo>
                  <a:lnTo>
                    <a:pt x="1" y="51"/>
                  </a:lnTo>
                  <a:lnTo>
                    <a:pt x="13" y="90"/>
                  </a:lnTo>
                  <a:lnTo>
                    <a:pt x="52" y="179"/>
                  </a:lnTo>
                  <a:lnTo>
                    <a:pt x="77" y="218"/>
                  </a:lnTo>
                  <a:lnTo>
                    <a:pt x="116" y="230"/>
                  </a:lnTo>
                  <a:lnTo>
                    <a:pt x="154" y="243"/>
                  </a:lnTo>
                  <a:lnTo>
                    <a:pt x="167" y="230"/>
                  </a:lnTo>
                  <a:lnTo>
                    <a:pt x="192" y="205"/>
                  </a:lnTo>
                  <a:lnTo>
                    <a:pt x="192" y="166"/>
                  </a:lnTo>
                  <a:lnTo>
                    <a:pt x="180" y="77"/>
                  </a:lnTo>
                  <a:lnTo>
                    <a:pt x="167" y="13"/>
                  </a:lnTo>
                  <a:lnTo>
                    <a:pt x="77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2" name="Google Shape;652;p60"/>
            <p:cNvSpPr/>
            <p:nvPr/>
          </p:nvSpPr>
          <p:spPr>
            <a:xfrm>
              <a:off x="4103300" y="2647400"/>
              <a:ext cx="58175" cy="16000"/>
            </a:xfrm>
            <a:custGeom>
              <a:rect b="b" l="l" r="r" t="t"/>
              <a:pathLst>
                <a:path extrusionOk="0" h="640" w="2327">
                  <a:moveTo>
                    <a:pt x="2327" y="0"/>
                  </a:moveTo>
                  <a:lnTo>
                    <a:pt x="2122" y="77"/>
                  </a:lnTo>
                  <a:lnTo>
                    <a:pt x="2084" y="141"/>
                  </a:lnTo>
                  <a:lnTo>
                    <a:pt x="1867" y="218"/>
                  </a:lnTo>
                  <a:lnTo>
                    <a:pt x="1892" y="64"/>
                  </a:lnTo>
                  <a:lnTo>
                    <a:pt x="1867" y="26"/>
                  </a:lnTo>
                  <a:lnTo>
                    <a:pt x="1713" y="141"/>
                  </a:lnTo>
                  <a:lnTo>
                    <a:pt x="972" y="141"/>
                  </a:lnTo>
                  <a:lnTo>
                    <a:pt x="755" y="307"/>
                  </a:lnTo>
                  <a:lnTo>
                    <a:pt x="704" y="230"/>
                  </a:lnTo>
                  <a:lnTo>
                    <a:pt x="550" y="179"/>
                  </a:lnTo>
                  <a:lnTo>
                    <a:pt x="576" y="39"/>
                  </a:lnTo>
                  <a:lnTo>
                    <a:pt x="576" y="39"/>
                  </a:lnTo>
                  <a:lnTo>
                    <a:pt x="359" y="154"/>
                  </a:lnTo>
                  <a:lnTo>
                    <a:pt x="269" y="26"/>
                  </a:lnTo>
                  <a:lnTo>
                    <a:pt x="141" y="39"/>
                  </a:lnTo>
                  <a:lnTo>
                    <a:pt x="218" y="243"/>
                  </a:lnTo>
                  <a:lnTo>
                    <a:pt x="218" y="243"/>
                  </a:lnTo>
                  <a:lnTo>
                    <a:pt x="1" y="218"/>
                  </a:lnTo>
                  <a:lnTo>
                    <a:pt x="13" y="435"/>
                  </a:lnTo>
                  <a:lnTo>
                    <a:pt x="525" y="473"/>
                  </a:lnTo>
                  <a:lnTo>
                    <a:pt x="972" y="435"/>
                  </a:lnTo>
                  <a:lnTo>
                    <a:pt x="1061" y="639"/>
                  </a:lnTo>
                  <a:lnTo>
                    <a:pt x="1164" y="614"/>
                  </a:lnTo>
                  <a:lnTo>
                    <a:pt x="1445" y="563"/>
                  </a:lnTo>
                  <a:lnTo>
                    <a:pt x="1624" y="422"/>
                  </a:lnTo>
                  <a:lnTo>
                    <a:pt x="1867" y="448"/>
                  </a:lnTo>
                  <a:lnTo>
                    <a:pt x="2020" y="333"/>
                  </a:lnTo>
                  <a:lnTo>
                    <a:pt x="2327" y="256"/>
                  </a:lnTo>
                  <a:lnTo>
                    <a:pt x="2327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3" name="Google Shape;653;p60"/>
            <p:cNvSpPr/>
            <p:nvPr/>
          </p:nvSpPr>
          <p:spPr>
            <a:xfrm>
              <a:off x="3766225" y="2382525"/>
              <a:ext cx="226875" cy="265525"/>
            </a:xfrm>
            <a:custGeom>
              <a:rect b="b" l="l" r="r" t="t"/>
              <a:pathLst>
                <a:path extrusionOk="0" h="10621" w="9075">
                  <a:moveTo>
                    <a:pt x="3860" y="0"/>
                  </a:moveTo>
                  <a:lnTo>
                    <a:pt x="3182" y="77"/>
                  </a:lnTo>
                  <a:lnTo>
                    <a:pt x="2978" y="217"/>
                  </a:lnTo>
                  <a:lnTo>
                    <a:pt x="2952" y="230"/>
                  </a:lnTo>
                  <a:lnTo>
                    <a:pt x="2773" y="166"/>
                  </a:lnTo>
                  <a:lnTo>
                    <a:pt x="2620" y="294"/>
                  </a:lnTo>
                  <a:lnTo>
                    <a:pt x="2633" y="409"/>
                  </a:lnTo>
                  <a:lnTo>
                    <a:pt x="2620" y="435"/>
                  </a:lnTo>
                  <a:lnTo>
                    <a:pt x="2569" y="460"/>
                  </a:lnTo>
                  <a:lnTo>
                    <a:pt x="2633" y="601"/>
                  </a:lnTo>
                  <a:lnTo>
                    <a:pt x="2620" y="639"/>
                  </a:lnTo>
                  <a:lnTo>
                    <a:pt x="2403" y="690"/>
                  </a:lnTo>
                  <a:lnTo>
                    <a:pt x="2377" y="869"/>
                  </a:lnTo>
                  <a:lnTo>
                    <a:pt x="2352" y="895"/>
                  </a:lnTo>
                  <a:lnTo>
                    <a:pt x="2058" y="882"/>
                  </a:lnTo>
                  <a:lnTo>
                    <a:pt x="2045" y="882"/>
                  </a:lnTo>
                  <a:lnTo>
                    <a:pt x="1853" y="741"/>
                  </a:lnTo>
                  <a:lnTo>
                    <a:pt x="1815" y="767"/>
                  </a:lnTo>
                  <a:lnTo>
                    <a:pt x="1815" y="984"/>
                  </a:lnTo>
                  <a:lnTo>
                    <a:pt x="1815" y="1010"/>
                  </a:lnTo>
                  <a:lnTo>
                    <a:pt x="1585" y="1291"/>
                  </a:lnTo>
                  <a:lnTo>
                    <a:pt x="1534" y="1291"/>
                  </a:lnTo>
                  <a:lnTo>
                    <a:pt x="1393" y="1125"/>
                  </a:lnTo>
                  <a:lnTo>
                    <a:pt x="1189" y="972"/>
                  </a:lnTo>
                  <a:lnTo>
                    <a:pt x="1176" y="946"/>
                  </a:lnTo>
                  <a:lnTo>
                    <a:pt x="1189" y="818"/>
                  </a:lnTo>
                  <a:lnTo>
                    <a:pt x="1125" y="793"/>
                  </a:lnTo>
                  <a:lnTo>
                    <a:pt x="933" y="1048"/>
                  </a:lnTo>
                  <a:lnTo>
                    <a:pt x="959" y="1176"/>
                  </a:lnTo>
                  <a:lnTo>
                    <a:pt x="946" y="1202"/>
                  </a:lnTo>
                  <a:lnTo>
                    <a:pt x="831" y="1265"/>
                  </a:lnTo>
                  <a:lnTo>
                    <a:pt x="818" y="1265"/>
                  </a:lnTo>
                  <a:lnTo>
                    <a:pt x="435" y="1253"/>
                  </a:lnTo>
                  <a:lnTo>
                    <a:pt x="268" y="1304"/>
                  </a:lnTo>
                  <a:lnTo>
                    <a:pt x="243" y="1304"/>
                  </a:lnTo>
                  <a:lnTo>
                    <a:pt x="141" y="1265"/>
                  </a:lnTo>
                  <a:lnTo>
                    <a:pt x="90" y="1317"/>
                  </a:lnTo>
                  <a:lnTo>
                    <a:pt x="128" y="1432"/>
                  </a:lnTo>
                  <a:lnTo>
                    <a:pt x="281" y="1687"/>
                  </a:lnTo>
                  <a:lnTo>
                    <a:pt x="281" y="1713"/>
                  </a:lnTo>
                  <a:lnTo>
                    <a:pt x="166" y="1981"/>
                  </a:lnTo>
                  <a:lnTo>
                    <a:pt x="153" y="1994"/>
                  </a:lnTo>
                  <a:lnTo>
                    <a:pt x="0" y="2058"/>
                  </a:lnTo>
                  <a:lnTo>
                    <a:pt x="64" y="2211"/>
                  </a:lnTo>
                  <a:lnTo>
                    <a:pt x="243" y="2326"/>
                  </a:lnTo>
                  <a:lnTo>
                    <a:pt x="256" y="2352"/>
                  </a:lnTo>
                  <a:lnTo>
                    <a:pt x="102" y="2620"/>
                  </a:lnTo>
                  <a:lnTo>
                    <a:pt x="217" y="3004"/>
                  </a:lnTo>
                  <a:lnTo>
                    <a:pt x="537" y="3080"/>
                  </a:lnTo>
                  <a:lnTo>
                    <a:pt x="562" y="3106"/>
                  </a:lnTo>
                  <a:lnTo>
                    <a:pt x="537" y="3476"/>
                  </a:lnTo>
                  <a:lnTo>
                    <a:pt x="677" y="3451"/>
                  </a:lnTo>
                  <a:lnTo>
                    <a:pt x="805" y="3425"/>
                  </a:lnTo>
                  <a:lnTo>
                    <a:pt x="869" y="3413"/>
                  </a:lnTo>
                  <a:lnTo>
                    <a:pt x="933" y="3387"/>
                  </a:lnTo>
                  <a:lnTo>
                    <a:pt x="984" y="3349"/>
                  </a:lnTo>
                  <a:lnTo>
                    <a:pt x="1035" y="3298"/>
                  </a:lnTo>
                  <a:lnTo>
                    <a:pt x="1125" y="3183"/>
                  </a:lnTo>
                  <a:lnTo>
                    <a:pt x="1189" y="3068"/>
                  </a:lnTo>
                  <a:lnTo>
                    <a:pt x="1240" y="2978"/>
                  </a:lnTo>
                  <a:lnTo>
                    <a:pt x="1265" y="2952"/>
                  </a:lnTo>
                  <a:lnTo>
                    <a:pt x="1316" y="2927"/>
                  </a:lnTo>
                  <a:lnTo>
                    <a:pt x="1444" y="2901"/>
                  </a:lnTo>
                  <a:lnTo>
                    <a:pt x="1636" y="2901"/>
                  </a:lnTo>
                  <a:lnTo>
                    <a:pt x="1687" y="2927"/>
                  </a:lnTo>
                  <a:lnTo>
                    <a:pt x="1802" y="2991"/>
                  </a:lnTo>
                  <a:lnTo>
                    <a:pt x="1904" y="3029"/>
                  </a:lnTo>
                  <a:lnTo>
                    <a:pt x="2007" y="3106"/>
                  </a:lnTo>
                  <a:lnTo>
                    <a:pt x="2045" y="3144"/>
                  </a:lnTo>
                  <a:lnTo>
                    <a:pt x="2071" y="3170"/>
                  </a:lnTo>
                  <a:lnTo>
                    <a:pt x="2096" y="3183"/>
                  </a:lnTo>
                  <a:lnTo>
                    <a:pt x="2134" y="3195"/>
                  </a:lnTo>
                  <a:lnTo>
                    <a:pt x="2173" y="3195"/>
                  </a:lnTo>
                  <a:lnTo>
                    <a:pt x="2237" y="3183"/>
                  </a:lnTo>
                  <a:lnTo>
                    <a:pt x="2275" y="3195"/>
                  </a:lnTo>
                  <a:lnTo>
                    <a:pt x="2301" y="3208"/>
                  </a:lnTo>
                  <a:lnTo>
                    <a:pt x="2364" y="3259"/>
                  </a:lnTo>
                  <a:lnTo>
                    <a:pt x="2403" y="3310"/>
                  </a:lnTo>
                  <a:lnTo>
                    <a:pt x="2441" y="3374"/>
                  </a:lnTo>
                  <a:lnTo>
                    <a:pt x="2467" y="3438"/>
                  </a:lnTo>
                  <a:lnTo>
                    <a:pt x="2492" y="3515"/>
                  </a:lnTo>
                  <a:lnTo>
                    <a:pt x="2531" y="3655"/>
                  </a:lnTo>
                  <a:lnTo>
                    <a:pt x="2556" y="3758"/>
                  </a:lnTo>
                  <a:lnTo>
                    <a:pt x="2582" y="3847"/>
                  </a:lnTo>
                  <a:lnTo>
                    <a:pt x="2646" y="3962"/>
                  </a:lnTo>
                  <a:lnTo>
                    <a:pt x="2710" y="4077"/>
                  </a:lnTo>
                  <a:lnTo>
                    <a:pt x="2761" y="4192"/>
                  </a:lnTo>
                  <a:lnTo>
                    <a:pt x="2773" y="4256"/>
                  </a:lnTo>
                  <a:lnTo>
                    <a:pt x="2786" y="4320"/>
                  </a:lnTo>
                  <a:lnTo>
                    <a:pt x="2773" y="4384"/>
                  </a:lnTo>
                  <a:lnTo>
                    <a:pt x="2773" y="4409"/>
                  </a:lnTo>
                  <a:lnTo>
                    <a:pt x="2786" y="4435"/>
                  </a:lnTo>
                  <a:lnTo>
                    <a:pt x="2837" y="4435"/>
                  </a:lnTo>
                  <a:lnTo>
                    <a:pt x="2863" y="4422"/>
                  </a:lnTo>
                  <a:lnTo>
                    <a:pt x="2876" y="4422"/>
                  </a:lnTo>
                  <a:lnTo>
                    <a:pt x="2901" y="4435"/>
                  </a:lnTo>
                  <a:lnTo>
                    <a:pt x="2927" y="4448"/>
                  </a:lnTo>
                  <a:lnTo>
                    <a:pt x="2965" y="4486"/>
                  </a:lnTo>
                  <a:lnTo>
                    <a:pt x="3080" y="4563"/>
                  </a:lnTo>
                  <a:lnTo>
                    <a:pt x="3195" y="4652"/>
                  </a:lnTo>
                  <a:lnTo>
                    <a:pt x="3259" y="4691"/>
                  </a:lnTo>
                  <a:lnTo>
                    <a:pt x="3310" y="4729"/>
                  </a:lnTo>
                  <a:lnTo>
                    <a:pt x="3349" y="4767"/>
                  </a:lnTo>
                  <a:lnTo>
                    <a:pt x="3349" y="4780"/>
                  </a:lnTo>
                  <a:lnTo>
                    <a:pt x="3336" y="4793"/>
                  </a:lnTo>
                  <a:lnTo>
                    <a:pt x="3297" y="4818"/>
                  </a:lnTo>
                  <a:lnTo>
                    <a:pt x="3310" y="4895"/>
                  </a:lnTo>
                  <a:lnTo>
                    <a:pt x="3323" y="4946"/>
                  </a:lnTo>
                  <a:lnTo>
                    <a:pt x="3349" y="4959"/>
                  </a:lnTo>
                  <a:lnTo>
                    <a:pt x="3374" y="4972"/>
                  </a:lnTo>
                  <a:lnTo>
                    <a:pt x="3400" y="4985"/>
                  </a:lnTo>
                  <a:lnTo>
                    <a:pt x="3438" y="4985"/>
                  </a:lnTo>
                  <a:lnTo>
                    <a:pt x="3528" y="4972"/>
                  </a:lnTo>
                  <a:lnTo>
                    <a:pt x="3579" y="4985"/>
                  </a:lnTo>
                  <a:lnTo>
                    <a:pt x="3643" y="5010"/>
                  </a:lnTo>
                  <a:lnTo>
                    <a:pt x="3706" y="5061"/>
                  </a:lnTo>
                  <a:lnTo>
                    <a:pt x="3809" y="5138"/>
                  </a:lnTo>
                  <a:lnTo>
                    <a:pt x="3898" y="5227"/>
                  </a:lnTo>
                  <a:lnTo>
                    <a:pt x="3988" y="5330"/>
                  </a:lnTo>
                  <a:lnTo>
                    <a:pt x="4090" y="5432"/>
                  </a:lnTo>
                  <a:lnTo>
                    <a:pt x="4179" y="5521"/>
                  </a:lnTo>
                  <a:lnTo>
                    <a:pt x="4269" y="5636"/>
                  </a:lnTo>
                  <a:lnTo>
                    <a:pt x="4320" y="5739"/>
                  </a:lnTo>
                  <a:lnTo>
                    <a:pt x="4345" y="5790"/>
                  </a:lnTo>
                  <a:lnTo>
                    <a:pt x="4384" y="5828"/>
                  </a:lnTo>
                  <a:lnTo>
                    <a:pt x="4448" y="5854"/>
                  </a:lnTo>
                  <a:lnTo>
                    <a:pt x="4524" y="5879"/>
                  </a:lnTo>
                  <a:lnTo>
                    <a:pt x="4563" y="5905"/>
                  </a:lnTo>
                  <a:lnTo>
                    <a:pt x="4576" y="5930"/>
                  </a:lnTo>
                  <a:lnTo>
                    <a:pt x="4627" y="5994"/>
                  </a:lnTo>
                  <a:lnTo>
                    <a:pt x="4703" y="6135"/>
                  </a:lnTo>
                  <a:lnTo>
                    <a:pt x="4742" y="6173"/>
                  </a:lnTo>
                  <a:lnTo>
                    <a:pt x="4780" y="6186"/>
                  </a:lnTo>
                  <a:lnTo>
                    <a:pt x="4831" y="6186"/>
                  </a:lnTo>
                  <a:lnTo>
                    <a:pt x="4882" y="6173"/>
                  </a:lnTo>
                  <a:lnTo>
                    <a:pt x="4997" y="6122"/>
                  </a:lnTo>
                  <a:lnTo>
                    <a:pt x="5061" y="6097"/>
                  </a:lnTo>
                  <a:lnTo>
                    <a:pt x="5112" y="6084"/>
                  </a:lnTo>
                  <a:lnTo>
                    <a:pt x="5202" y="6097"/>
                  </a:lnTo>
                  <a:lnTo>
                    <a:pt x="5240" y="6109"/>
                  </a:lnTo>
                  <a:lnTo>
                    <a:pt x="5291" y="6160"/>
                  </a:lnTo>
                  <a:lnTo>
                    <a:pt x="5330" y="6212"/>
                  </a:lnTo>
                  <a:lnTo>
                    <a:pt x="5419" y="6288"/>
                  </a:lnTo>
                  <a:lnTo>
                    <a:pt x="5470" y="6314"/>
                  </a:lnTo>
                  <a:lnTo>
                    <a:pt x="5509" y="6365"/>
                  </a:lnTo>
                  <a:lnTo>
                    <a:pt x="5534" y="6416"/>
                  </a:lnTo>
                  <a:lnTo>
                    <a:pt x="5547" y="6467"/>
                  </a:lnTo>
                  <a:lnTo>
                    <a:pt x="5560" y="6493"/>
                  </a:lnTo>
                  <a:lnTo>
                    <a:pt x="5572" y="6505"/>
                  </a:lnTo>
                  <a:lnTo>
                    <a:pt x="5598" y="6518"/>
                  </a:lnTo>
                  <a:lnTo>
                    <a:pt x="5624" y="6518"/>
                  </a:lnTo>
                  <a:lnTo>
                    <a:pt x="5675" y="6493"/>
                  </a:lnTo>
                  <a:lnTo>
                    <a:pt x="5739" y="6480"/>
                  </a:lnTo>
                  <a:lnTo>
                    <a:pt x="5790" y="6467"/>
                  </a:lnTo>
                  <a:lnTo>
                    <a:pt x="5841" y="6467"/>
                  </a:lnTo>
                  <a:lnTo>
                    <a:pt x="5879" y="6493"/>
                  </a:lnTo>
                  <a:lnTo>
                    <a:pt x="5892" y="6518"/>
                  </a:lnTo>
                  <a:lnTo>
                    <a:pt x="5905" y="6544"/>
                  </a:lnTo>
                  <a:lnTo>
                    <a:pt x="5905" y="6569"/>
                  </a:lnTo>
                  <a:lnTo>
                    <a:pt x="5866" y="6621"/>
                  </a:lnTo>
                  <a:lnTo>
                    <a:pt x="5815" y="6659"/>
                  </a:lnTo>
                  <a:lnTo>
                    <a:pt x="5828" y="6697"/>
                  </a:lnTo>
                  <a:lnTo>
                    <a:pt x="5854" y="6710"/>
                  </a:lnTo>
                  <a:lnTo>
                    <a:pt x="5918" y="6710"/>
                  </a:lnTo>
                  <a:lnTo>
                    <a:pt x="6058" y="6684"/>
                  </a:lnTo>
                  <a:lnTo>
                    <a:pt x="6135" y="6672"/>
                  </a:lnTo>
                  <a:lnTo>
                    <a:pt x="6199" y="6672"/>
                  </a:lnTo>
                  <a:lnTo>
                    <a:pt x="6211" y="6710"/>
                  </a:lnTo>
                  <a:lnTo>
                    <a:pt x="6237" y="6761"/>
                  </a:lnTo>
                  <a:lnTo>
                    <a:pt x="6275" y="6838"/>
                  </a:lnTo>
                  <a:lnTo>
                    <a:pt x="6314" y="6889"/>
                  </a:lnTo>
                  <a:lnTo>
                    <a:pt x="6326" y="6927"/>
                  </a:lnTo>
                  <a:lnTo>
                    <a:pt x="6326" y="6966"/>
                  </a:lnTo>
                  <a:lnTo>
                    <a:pt x="6288" y="7017"/>
                  </a:lnTo>
                  <a:lnTo>
                    <a:pt x="6314" y="7042"/>
                  </a:lnTo>
                  <a:lnTo>
                    <a:pt x="6352" y="7055"/>
                  </a:lnTo>
                  <a:lnTo>
                    <a:pt x="6429" y="7055"/>
                  </a:lnTo>
                  <a:lnTo>
                    <a:pt x="6493" y="7081"/>
                  </a:lnTo>
                  <a:lnTo>
                    <a:pt x="6544" y="7119"/>
                  </a:lnTo>
                  <a:lnTo>
                    <a:pt x="6569" y="7183"/>
                  </a:lnTo>
                  <a:lnTo>
                    <a:pt x="6595" y="7234"/>
                  </a:lnTo>
                  <a:lnTo>
                    <a:pt x="6620" y="7260"/>
                  </a:lnTo>
                  <a:lnTo>
                    <a:pt x="6633" y="7272"/>
                  </a:lnTo>
                  <a:lnTo>
                    <a:pt x="6672" y="7272"/>
                  </a:lnTo>
                  <a:lnTo>
                    <a:pt x="6710" y="7260"/>
                  </a:lnTo>
                  <a:lnTo>
                    <a:pt x="6735" y="7234"/>
                  </a:lnTo>
                  <a:lnTo>
                    <a:pt x="6761" y="7208"/>
                  </a:lnTo>
                  <a:lnTo>
                    <a:pt x="6774" y="7196"/>
                  </a:lnTo>
                  <a:lnTo>
                    <a:pt x="6812" y="7183"/>
                  </a:lnTo>
                  <a:lnTo>
                    <a:pt x="6876" y="7183"/>
                  </a:lnTo>
                  <a:lnTo>
                    <a:pt x="6914" y="7196"/>
                  </a:lnTo>
                  <a:lnTo>
                    <a:pt x="6940" y="7208"/>
                  </a:lnTo>
                  <a:lnTo>
                    <a:pt x="6991" y="7260"/>
                  </a:lnTo>
                  <a:lnTo>
                    <a:pt x="7017" y="7311"/>
                  </a:lnTo>
                  <a:lnTo>
                    <a:pt x="7055" y="7375"/>
                  </a:lnTo>
                  <a:lnTo>
                    <a:pt x="7068" y="7438"/>
                  </a:lnTo>
                  <a:lnTo>
                    <a:pt x="7081" y="7553"/>
                  </a:lnTo>
                  <a:lnTo>
                    <a:pt x="7093" y="7605"/>
                  </a:lnTo>
                  <a:lnTo>
                    <a:pt x="7106" y="7630"/>
                  </a:lnTo>
                  <a:lnTo>
                    <a:pt x="7132" y="7656"/>
                  </a:lnTo>
                  <a:lnTo>
                    <a:pt x="7221" y="7720"/>
                  </a:lnTo>
                  <a:lnTo>
                    <a:pt x="7298" y="7796"/>
                  </a:lnTo>
                  <a:lnTo>
                    <a:pt x="7323" y="7847"/>
                  </a:lnTo>
                  <a:lnTo>
                    <a:pt x="7349" y="7886"/>
                  </a:lnTo>
                  <a:lnTo>
                    <a:pt x="7374" y="7988"/>
                  </a:lnTo>
                  <a:lnTo>
                    <a:pt x="7413" y="8078"/>
                  </a:lnTo>
                  <a:lnTo>
                    <a:pt x="7438" y="8129"/>
                  </a:lnTo>
                  <a:lnTo>
                    <a:pt x="7477" y="8167"/>
                  </a:lnTo>
                  <a:lnTo>
                    <a:pt x="7528" y="8244"/>
                  </a:lnTo>
                  <a:lnTo>
                    <a:pt x="7541" y="8282"/>
                  </a:lnTo>
                  <a:lnTo>
                    <a:pt x="7553" y="8320"/>
                  </a:lnTo>
                  <a:lnTo>
                    <a:pt x="7553" y="8371"/>
                  </a:lnTo>
                  <a:lnTo>
                    <a:pt x="7553" y="8397"/>
                  </a:lnTo>
                  <a:lnTo>
                    <a:pt x="7541" y="8423"/>
                  </a:lnTo>
                  <a:lnTo>
                    <a:pt x="7515" y="8435"/>
                  </a:lnTo>
                  <a:lnTo>
                    <a:pt x="7490" y="8448"/>
                  </a:lnTo>
                  <a:lnTo>
                    <a:pt x="7438" y="8461"/>
                  </a:lnTo>
                  <a:lnTo>
                    <a:pt x="7374" y="8512"/>
                  </a:lnTo>
                  <a:lnTo>
                    <a:pt x="7298" y="8576"/>
                  </a:lnTo>
                  <a:lnTo>
                    <a:pt x="7272" y="8614"/>
                  </a:lnTo>
                  <a:lnTo>
                    <a:pt x="7247" y="8665"/>
                  </a:lnTo>
                  <a:lnTo>
                    <a:pt x="7247" y="8691"/>
                  </a:lnTo>
                  <a:lnTo>
                    <a:pt x="7272" y="8729"/>
                  </a:lnTo>
                  <a:lnTo>
                    <a:pt x="7311" y="8755"/>
                  </a:lnTo>
                  <a:lnTo>
                    <a:pt x="7323" y="8768"/>
                  </a:lnTo>
                  <a:lnTo>
                    <a:pt x="7336" y="8793"/>
                  </a:lnTo>
                  <a:lnTo>
                    <a:pt x="7336" y="8832"/>
                  </a:lnTo>
                  <a:lnTo>
                    <a:pt x="7323" y="8857"/>
                  </a:lnTo>
                  <a:lnTo>
                    <a:pt x="7272" y="8921"/>
                  </a:lnTo>
                  <a:lnTo>
                    <a:pt x="7221" y="9010"/>
                  </a:lnTo>
                  <a:lnTo>
                    <a:pt x="7157" y="9113"/>
                  </a:lnTo>
                  <a:lnTo>
                    <a:pt x="7132" y="9087"/>
                  </a:lnTo>
                  <a:lnTo>
                    <a:pt x="7119" y="9074"/>
                  </a:lnTo>
                  <a:lnTo>
                    <a:pt x="7106" y="9036"/>
                  </a:lnTo>
                  <a:lnTo>
                    <a:pt x="7106" y="9010"/>
                  </a:lnTo>
                  <a:lnTo>
                    <a:pt x="7029" y="8998"/>
                  </a:lnTo>
                  <a:lnTo>
                    <a:pt x="6940" y="9010"/>
                  </a:lnTo>
                  <a:lnTo>
                    <a:pt x="6902" y="9010"/>
                  </a:lnTo>
                  <a:lnTo>
                    <a:pt x="6863" y="9036"/>
                  </a:lnTo>
                  <a:lnTo>
                    <a:pt x="6787" y="9087"/>
                  </a:lnTo>
                  <a:lnTo>
                    <a:pt x="6697" y="9151"/>
                  </a:lnTo>
                  <a:lnTo>
                    <a:pt x="6646" y="9189"/>
                  </a:lnTo>
                  <a:lnTo>
                    <a:pt x="6595" y="9202"/>
                  </a:lnTo>
                  <a:lnTo>
                    <a:pt x="6480" y="9202"/>
                  </a:lnTo>
                  <a:lnTo>
                    <a:pt x="6429" y="9189"/>
                  </a:lnTo>
                  <a:lnTo>
                    <a:pt x="6339" y="9189"/>
                  </a:lnTo>
                  <a:lnTo>
                    <a:pt x="6314" y="9215"/>
                  </a:lnTo>
                  <a:lnTo>
                    <a:pt x="6237" y="9241"/>
                  </a:lnTo>
                  <a:lnTo>
                    <a:pt x="6109" y="9292"/>
                  </a:lnTo>
                  <a:lnTo>
                    <a:pt x="5943" y="9356"/>
                  </a:lnTo>
                  <a:lnTo>
                    <a:pt x="5777" y="9419"/>
                  </a:lnTo>
                  <a:lnTo>
                    <a:pt x="5687" y="9432"/>
                  </a:lnTo>
                  <a:lnTo>
                    <a:pt x="5611" y="9432"/>
                  </a:lnTo>
                  <a:lnTo>
                    <a:pt x="5572" y="9407"/>
                  </a:lnTo>
                  <a:lnTo>
                    <a:pt x="5534" y="9368"/>
                  </a:lnTo>
                  <a:lnTo>
                    <a:pt x="5483" y="9279"/>
                  </a:lnTo>
                  <a:lnTo>
                    <a:pt x="5432" y="9241"/>
                  </a:lnTo>
                  <a:lnTo>
                    <a:pt x="5368" y="9228"/>
                  </a:lnTo>
                  <a:lnTo>
                    <a:pt x="5304" y="9215"/>
                  </a:lnTo>
                  <a:lnTo>
                    <a:pt x="5240" y="9177"/>
                  </a:lnTo>
                  <a:lnTo>
                    <a:pt x="5151" y="9126"/>
                  </a:lnTo>
                  <a:lnTo>
                    <a:pt x="5087" y="9100"/>
                  </a:lnTo>
                  <a:lnTo>
                    <a:pt x="5036" y="9100"/>
                  </a:lnTo>
                  <a:lnTo>
                    <a:pt x="5023" y="9113"/>
                  </a:lnTo>
                  <a:lnTo>
                    <a:pt x="5010" y="9138"/>
                  </a:lnTo>
                  <a:lnTo>
                    <a:pt x="5010" y="9177"/>
                  </a:lnTo>
                  <a:lnTo>
                    <a:pt x="5023" y="9279"/>
                  </a:lnTo>
                  <a:lnTo>
                    <a:pt x="4997" y="9279"/>
                  </a:lnTo>
                  <a:lnTo>
                    <a:pt x="4959" y="9292"/>
                  </a:lnTo>
                  <a:lnTo>
                    <a:pt x="4933" y="9304"/>
                  </a:lnTo>
                  <a:lnTo>
                    <a:pt x="4908" y="9304"/>
                  </a:lnTo>
                  <a:lnTo>
                    <a:pt x="4857" y="9292"/>
                  </a:lnTo>
                  <a:lnTo>
                    <a:pt x="4831" y="9253"/>
                  </a:lnTo>
                  <a:lnTo>
                    <a:pt x="4793" y="9228"/>
                  </a:lnTo>
                  <a:lnTo>
                    <a:pt x="4665" y="9228"/>
                  </a:lnTo>
                  <a:lnTo>
                    <a:pt x="4665" y="9304"/>
                  </a:lnTo>
                  <a:lnTo>
                    <a:pt x="4652" y="9343"/>
                  </a:lnTo>
                  <a:lnTo>
                    <a:pt x="4627" y="9381"/>
                  </a:lnTo>
                  <a:lnTo>
                    <a:pt x="4601" y="9419"/>
                  </a:lnTo>
                  <a:lnTo>
                    <a:pt x="4588" y="9432"/>
                  </a:lnTo>
                  <a:lnTo>
                    <a:pt x="4588" y="9458"/>
                  </a:lnTo>
                  <a:lnTo>
                    <a:pt x="4588" y="9522"/>
                  </a:lnTo>
                  <a:lnTo>
                    <a:pt x="4601" y="9586"/>
                  </a:lnTo>
                  <a:lnTo>
                    <a:pt x="4614" y="9688"/>
                  </a:lnTo>
                  <a:lnTo>
                    <a:pt x="4627" y="9726"/>
                  </a:lnTo>
                  <a:lnTo>
                    <a:pt x="4639" y="9752"/>
                  </a:lnTo>
                  <a:lnTo>
                    <a:pt x="4665" y="9765"/>
                  </a:lnTo>
                  <a:lnTo>
                    <a:pt x="4703" y="9765"/>
                  </a:lnTo>
                  <a:lnTo>
                    <a:pt x="4767" y="9790"/>
                  </a:lnTo>
                  <a:lnTo>
                    <a:pt x="4831" y="9816"/>
                  </a:lnTo>
                  <a:lnTo>
                    <a:pt x="4857" y="9816"/>
                  </a:lnTo>
                  <a:lnTo>
                    <a:pt x="4895" y="9803"/>
                  </a:lnTo>
                  <a:lnTo>
                    <a:pt x="4921" y="9790"/>
                  </a:lnTo>
                  <a:lnTo>
                    <a:pt x="4959" y="9777"/>
                  </a:lnTo>
                  <a:lnTo>
                    <a:pt x="4959" y="9854"/>
                  </a:lnTo>
                  <a:lnTo>
                    <a:pt x="4972" y="9892"/>
                  </a:lnTo>
                  <a:lnTo>
                    <a:pt x="4985" y="9905"/>
                  </a:lnTo>
                  <a:lnTo>
                    <a:pt x="5023" y="9918"/>
                  </a:lnTo>
                  <a:lnTo>
                    <a:pt x="5074" y="9905"/>
                  </a:lnTo>
                  <a:lnTo>
                    <a:pt x="5125" y="9892"/>
                  </a:lnTo>
                  <a:lnTo>
                    <a:pt x="5163" y="9892"/>
                  </a:lnTo>
                  <a:lnTo>
                    <a:pt x="5202" y="9905"/>
                  </a:lnTo>
                  <a:lnTo>
                    <a:pt x="5227" y="9931"/>
                  </a:lnTo>
                  <a:lnTo>
                    <a:pt x="5240" y="9956"/>
                  </a:lnTo>
                  <a:lnTo>
                    <a:pt x="5266" y="9982"/>
                  </a:lnTo>
                  <a:lnTo>
                    <a:pt x="5330" y="9995"/>
                  </a:lnTo>
                  <a:lnTo>
                    <a:pt x="5406" y="10007"/>
                  </a:lnTo>
                  <a:lnTo>
                    <a:pt x="5496" y="10020"/>
                  </a:lnTo>
                  <a:lnTo>
                    <a:pt x="5572" y="10058"/>
                  </a:lnTo>
                  <a:lnTo>
                    <a:pt x="5713" y="10174"/>
                  </a:lnTo>
                  <a:lnTo>
                    <a:pt x="5828" y="10225"/>
                  </a:lnTo>
                  <a:lnTo>
                    <a:pt x="5866" y="10237"/>
                  </a:lnTo>
                  <a:lnTo>
                    <a:pt x="5981" y="10237"/>
                  </a:lnTo>
                  <a:lnTo>
                    <a:pt x="6033" y="10225"/>
                  </a:lnTo>
                  <a:lnTo>
                    <a:pt x="6084" y="10225"/>
                  </a:lnTo>
                  <a:lnTo>
                    <a:pt x="6109" y="10250"/>
                  </a:lnTo>
                  <a:lnTo>
                    <a:pt x="6148" y="10301"/>
                  </a:lnTo>
                  <a:lnTo>
                    <a:pt x="6186" y="10391"/>
                  </a:lnTo>
                  <a:lnTo>
                    <a:pt x="6224" y="10480"/>
                  </a:lnTo>
                  <a:lnTo>
                    <a:pt x="6237" y="10493"/>
                  </a:lnTo>
                  <a:lnTo>
                    <a:pt x="6263" y="10506"/>
                  </a:lnTo>
                  <a:lnTo>
                    <a:pt x="6314" y="10519"/>
                  </a:lnTo>
                  <a:lnTo>
                    <a:pt x="6429" y="10493"/>
                  </a:lnTo>
                  <a:lnTo>
                    <a:pt x="6557" y="10493"/>
                  </a:lnTo>
                  <a:lnTo>
                    <a:pt x="6608" y="10506"/>
                  </a:lnTo>
                  <a:lnTo>
                    <a:pt x="6659" y="10544"/>
                  </a:lnTo>
                  <a:lnTo>
                    <a:pt x="6684" y="10582"/>
                  </a:lnTo>
                  <a:lnTo>
                    <a:pt x="6723" y="10621"/>
                  </a:lnTo>
                  <a:lnTo>
                    <a:pt x="6787" y="10621"/>
                  </a:lnTo>
                  <a:lnTo>
                    <a:pt x="6812" y="10595"/>
                  </a:lnTo>
                  <a:lnTo>
                    <a:pt x="6825" y="10557"/>
                  </a:lnTo>
                  <a:lnTo>
                    <a:pt x="6825" y="10519"/>
                  </a:lnTo>
                  <a:lnTo>
                    <a:pt x="6825" y="10493"/>
                  </a:lnTo>
                  <a:lnTo>
                    <a:pt x="6863" y="10455"/>
                  </a:lnTo>
                  <a:lnTo>
                    <a:pt x="6902" y="10429"/>
                  </a:lnTo>
                  <a:lnTo>
                    <a:pt x="6940" y="10404"/>
                  </a:lnTo>
                  <a:lnTo>
                    <a:pt x="6953" y="10378"/>
                  </a:lnTo>
                  <a:lnTo>
                    <a:pt x="6966" y="10314"/>
                  </a:lnTo>
                  <a:lnTo>
                    <a:pt x="6953" y="10289"/>
                  </a:lnTo>
                  <a:lnTo>
                    <a:pt x="6953" y="10250"/>
                  </a:lnTo>
                  <a:lnTo>
                    <a:pt x="6940" y="10225"/>
                  </a:lnTo>
                  <a:lnTo>
                    <a:pt x="6914" y="10212"/>
                  </a:lnTo>
                  <a:lnTo>
                    <a:pt x="6902" y="10199"/>
                  </a:lnTo>
                  <a:lnTo>
                    <a:pt x="6889" y="10186"/>
                  </a:lnTo>
                  <a:lnTo>
                    <a:pt x="6876" y="10161"/>
                  </a:lnTo>
                  <a:lnTo>
                    <a:pt x="6889" y="10148"/>
                  </a:lnTo>
                  <a:lnTo>
                    <a:pt x="6902" y="10135"/>
                  </a:lnTo>
                  <a:lnTo>
                    <a:pt x="6902" y="10110"/>
                  </a:lnTo>
                  <a:lnTo>
                    <a:pt x="6902" y="10071"/>
                  </a:lnTo>
                  <a:lnTo>
                    <a:pt x="6889" y="10033"/>
                  </a:lnTo>
                  <a:lnTo>
                    <a:pt x="6876" y="9995"/>
                  </a:lnTo>
                  <a:lnTo>
                    <a:pt x="6863" y="9969"/>
                  </a:lnTo>
                  <a:lnTo>
                    <a:pt x="6838" y="9943"/>
                  </a:lnTo>
                  <a:lnTo>
                    <a:pt x="6799" y="9931"/>
                  </a:lnTo>
                  <a:lnTo>
                    <a:pt x="6761" y="9931"/>
                  </a:lnTo>
                  <a:lnTo>
                    <a:pt x="6735" y="9918"/>
                  </a:lnTo>
                  <a:lnTo>
                    <a:pt x="6710" y="9892"/>
                  </a:lnTo>
                  <a:lnTo>
                    <a:pt x="6710" y="9867"/>
                  </a:lnTo>
                  <a:lnTo>
                    <a:pt x="6710" y="9816"/>
                  </a:lnTo>
                  <a:lnTo>
                    <a:pt x="6735" y="9752"/>
                  </a:lnTo>
                  <a:lnTo>
                    <a:pt x="6761" y="9701"/>
                  </a:lnTo>
                  <a:lnTo>
                    <a:pt x="6889" y="9458"/>
                  </a:lnTo>
                  <a:lnTo>
                    <a:pt x="6991" y="9253"/>
                  </a:lnTo>
                  <a:lnTo>
                    <a:pt x="7017" y="9164"/>
                  </a:lnTo>
                  <a:lnTo>
                    <a:pt x="7055" y="9138"/>
                  </a:lnTo>
                  <a:lnTo>
                    <a:pt x="7068" y="9126"/>
                  </a:lnTo>
                  <a:lnTo>
                    <a:pt x="7093" y="9126"/>
                  </a:lnTo>
                  <a:lnTo>
                    <a:pt x="7119" y="9138"/>
                  </a:lnTo>
                  <a:lnTo>
                    <a:pt x="7144" y="9164"/>
                  </a:lnTo>
                  <a:lnTo>
                    <a:pt x="7170" y="9215"/>
                  </a:lnTo>
                  <a:lnTo>
                    <a:pt x="7208" y="9317"/>
                  </a:lnTo>
                  <a:lnTo>
                    <a:pt x="7221" y="9356"/>
                  </a:lnTo>
                  <a:lnTo>
                    <a:pt x="7247" y="9368"/>
                  </a:lnTo>
                  <a:lnTo>
                    <a:pt x="7298" y="9368"/>
                  </a:lnTo>
                  <a:lnTo>
                    <a:pt x="7438" y="9356"/>
                  </a:lnTo>
                  <a:lnTo>
                    <a:pt x="7579" y="9343"/>
                  </a:lnTo>
                  <a:lnTo>
                    <a:pt x="7566" y="9241"/>
                  </a:lnTo>
                  <a:lnTo>
                    <a:pt x="7579" y="9126"/>
                  </a:lnTo>
                  <a:lnTo>
                    <a:pt x="7617" y="9036"/>
                  </a:lnTo>
                  <a:lnTo>
                    <a:pt x="7681" y="8947"/>
                  </a:lnTo>
                  <a:lnTo>
                    <a:pt x="7745" y="8895"/>
                  </a:lnTo>
                  <a:lnTo>
                    <a:pt x="7822" y="8857"/>
                  </a:lnTo>
                  <a:lnTo>
                    <a:pt x="7860" y="8832"/>
                  </a:lnTo>
                  <a:lnTo>
                    <a:pt x="7873" y="8819"/>
                  </a:lnTo>
                  <a:lnTo>
                    <a:pt x="7886" y="8780"/>
                  </a:lnTo>
                  <a:lnTo>
                    <a:pt x="7886" y="8742"/>
                  </a:lnTo>
                  <a:lnTo>
                    <a:pt x="7873" y="8627"/>
                  </a:lnTo>
                  <a:lnTo>
                    <a:pt x="7847" y="8525"/>
                  </a:lnTo>
                  <a:lnTo>
                    <a:pt x="7822" y="8435"/>
                  </a:lnTo>
                  <a:lnTo>
                    <a:pt x="7822" y="8346"/>
                  </a:lnTo>
                  <a:lnTo>
                    <a:pt x="7835" y="8308"/>
                  </a:lnTo>
                  <a:lnTo>
                    <a:pt x="7860" y="8269"/>
                  </a:lnTo>
                  <a:lnTo>
                    <a:pt x="7899" y="8231"/>
                  </a:lnTo>
                  <a:lnTo>
                    <a:pt x="7937" y="8205"/>
                  </a:lnTo>
                  <a:lnTo>
                    <a:pt x="8001" y="8180"/>
                  </a:lnTo>
                  <a:lnTo>
                    <a:pt x="8026" y="8167"/>
                  </a:lnTo>
                  <a:lnTo>
                    <a:pt x="8077" y="8167"/>
                  </a:lnTo>
                  <a:lnTo>
                    <a:pt x="8090" y="8180"/>
                  </a:lnTo>
                  <a:lnTo>
                    <a:pt x="8103" y="8218"/>
                  </a:lnTo>
                  <a:lnTo>
                    <a:pt x="8141" y="8218"/>
                  </a:lnTo>
                  <a:lnTo>
                    <a:pt x="8205" y="8193"/>
                  </a:lnTo>
                  <a:lnTo>
                    <a:pt x="8256" y="8141"/>
                  </a:lnTo>
                  <a:lnTo>
                    <a:pt x="8282" y="8116"/>
                  </a:lnTo>
                  <a:lnTo>
                    <a:pt x="8282" y="8090"/>
                  </a:lnTo>
                  <a:lnTo>
                    <a:pt x="8282" y="8052"/>
                  </a:lnTo>
                  <a:lnTo>
                    <a:pt x="8269" y="7975"/>
                  </a:lnTo>
                  <a:lnTo>
                    <a:pt x="8218" y="7835"/>
                  </a:lnTo>
                  <a:lnTo>
                    <a:pt x="8205" y="7784"/>
                  </a:lnTo>
                  <a:lnTo>
                    <a:pt x="8167" y="7732"/>
                  </a:lnTo>
                  <a:lnTo>
                    <a:pt x="8090" y="7656"/>
                  </a:lnTo>
                  <a:lnTo>
                    <a:pt x="8039" y="7630"/>
                  </a:lnTo>
                  <a:lnTo>
                    <a:pt x="7988" y="7605"/>
                  </a:lnTo>
                  <a:lnTo>
                    <a:pt x="7873" y="7579"/>
                  </a:lnTo>
                  <a:lnTo>
                    <a:pt x="7809" y="7566"/>
                  </a:lnTo>
                  <a:lnTo>
                    <a:pt x="7758" y="7553"/>
                  </a:lnTo>
                  <a:lnTo>
                    <a:pt x="7720" y="7528"/>
                  </a:lnTo>
                  <a:lnTo>
                    <a:pt x="7681" y="7477"/>
                  </a:lnTo>
                  <a:lnTo>
                    <a:pt x="7643" y="7387"/>
                  </a:lnTo>
                  <a:lnTo>
                    <a:pt x="7630" y="7298"/>
                  </a:lnTo>
                  <a:lnTo>
                    <a:pt x="7630" y="7234"/>
                  </a:lnTo>
                  <a:lnTo>
                    <a:pt x="7656" y="7196"/>
                  </a:lnTo>
                  <a:lnTo>
                    <a:pt x="7694" y="7132"/>
                  </a:lnTo>
                  <a:lnTo>
                    <a:pt x="7720" y="7068"/>
                  </a:lnTo>
                  <a:lnTo>
                    <a:pt x="7745" y="7029"/>
                  </a:lnTo>
                  <a:lnTo>
                    <a:pt x="7771" y="6991"/>
                  </a:lnTo>
                  <a:lnTo>
                    <a:pt x="7783" y="6953"/>
                  </a:lnTo>
                  <a:lnTo>
                    <a:pt x="7796" y="6914"/>
                  </a:lnTo>
                  <a:lnTo>
                    <a:pt x="7847" y="6799"/>
                  </a:lnTo>
                  <a:lnTo>
                    <a:pt x="7886" y="6697"/>
                  </a:lnTo>
                  <a:lnTo>
                    <a:pt x="7924" y="6659"/>
                  </a:lnTo>
                  <a:lnTo>
                    <a:pt x="7950" y="6633"/>
                  </a:lnTo>
                  <a:lnTo>
                    <a:pt x="8001" y="6621"/>
                  </a:lnTo>
                  <a:lnTo>
                    <a:pt x="8065" y="6608"/>
                  </a:lnTo>
                  <a:lnTo>
                    <a:pt x="8103" y="6633"/>
                  </a:lnTo>
                  <a:lnTo>
                    <a:pt x="8129" y="6646"/>
                  </a:lnTo>
                  <a:lnTo>
                    <a:pt x="8141" y="6659"/>
                  </a:lnTo>
                  <a:lnTo>
                    <a:pt x="8180" y="6748"/>
                  </a:lnTo>
                  <a:lnTo>
                    <a:pt x="8218" y="6774"/>
                  </a:lnTo>
                  <a:lnTo>
                    <a:pt x="8256" y="6799"/>
                  </a:lnTo>
                  <a:lnTo>
                    <a:pt x="8346" y="6787"/>
                  </a:lnTo>
                  <a:lnTo>
                    <a:pt x="8435" y="6787"/>
                  </a:lnTo>
                  <a:lnTo>
                    <a:pt x="8589" y="6774"/>
                  </a:lnTo>
                  <a:lnTo>
                    <a:pt x="8653" y="6787"/>
                  </a:lnTo>
                  <a:lnTo>
                    <a:pt x="8716" y="6812"/>
                  </a:lnTo>
                  <a:lnTo>
                    <a:pt x="8755" y="6863"/>
                  </a:lnTo>
                  <a:lnTo>
                    <a:pt x="8793" y="6914"/>
                  </a:lnTo>
                  <a:lnTo>
                    <a:pt x="8831" y="7017"/>
                  </a:lnTo>
                  <a:lnTo>
                    <a:pt x="8857" y="7119"/>
                  </a:lnTo>
                  <a:lnTo>
                    <a:pt x="8883" y="7170"/>
                  </a:lnTo>
                  <a:lnTo>
                    <a:pt x="8921" y="7196"/>
                  </a:lnTo>
                  <a:lnTo>
                    <a:pt x="8959" y="7221"/>
                  </a:lnTo>
                  <a:lnTo>
                    <a:pt x="9023" y="7208"/>
                  </a:lnTo>
                  <a:lnTo>
                    <a:pt x="9049" y="7208"/>
                  </a:lnTo>
                  <a:lnTo>
                    <a:pt x="9062" y="7196"/>
                  </a:lnTo>
                  <a:lnTo>
                    <a:pt x="9074" y="7157"/>
                  </a:lnTo>
                  <a:lnTo>
                    <a:pt x="9074" y="7081"/>
                  </a:lnTo>
                  <a:lnTo>
                    <a:pt x="9074" y="7017"/>
                  </a:lnTo>
                  <a:lnTo>
                    <a:pt x="9062" y="6927"/>
                  </a:lnTo>
                  <a:lnTo>
                    <a:pt x="9074" y="6838"/>
                  </a:lnTo>
                  <a:lnTo>
                    <a:pt x="9074" y="6799"/>
                  </a:lnTo>
                  <a:lnTo>
                    <a:pt x="9062" y="6761"/>
                  </a:lnTo>
                  <a:lnTo>
                    <a:pt x="9023" y="6697"/>
                  </a:lnTo>
                  <a:lnTo>
                    <a:pt x="8959" y="6646"/>
                  </a:lnTo>
                  <a:lnTo>
                    <a:pt x="8895" y="6595"/>
                  </a:lnTo>
                  <a:lnTo>
                    <a:pt x="8716" y="6454"/>
                  </a:lnTo>
                  <a:lnTo>
                    <a:pt x="8538" y="6314"/>
                  </a:lnTo>
                  <a:lnTo>
                    <a:pt x="8461" y="6275"/>
                  </a:lnTo>
                  <a:lnTo>
                    <a:pt x="8371" y="6237"/>
                  </a:lnTo>
                  <a:lnTo>
                    <a:pt x="8282" y="6199"/>
                  </a:lnTo>
                  <a:lnTo>
                    <a:pt x="8192" y="6160"/>
                  </a:lnTo>
                  <a:lnTo>
                    <a:pt x="7988" y="6058"/>
                  </a:lnTo>
                  <a:lnTo>
                    <a:pt x="7899" y="6020"/>
                  </a:lnTo>
                  <a:lnTo>
                    <a:pt x="7796" y="5981"/>
                  </a:lnTo>
                  <a:lnTo>
                    <a:pt x="7656" y="5943"/>
                  </a:lnTo>
                  <a:lnTo>
                    <a:pt x="7592" y="5918"/>
                  </a:lnTo>
                  <a:lnTo>
                    <a:pt x="7528" y="5892"/>
                  </a:lnTo>
                  <a:lnTo>
                    <a:pt x="7272" y="5777"/>
                  </a:lnTo>
                  <a:lnTo>
                    <a:pt x="7183" y="5739"/>
                  </a:lnTo>
                  <a:lnTo>
                    <a:pt x="7068" y="5688"/>
                  </a:lnTo>
                  <a:lnTo>
                    <a:pt x="7029" y="5649"/>
                  </a:lnTo>
                  <a:lnTo>
                    <a:pt x="6991" y="5611"/>
                  </a:lnTo>
                  <a:lnTo>
                    <a:pt x="6991" y="5573"/>
                  </a:lnTo>
                  <a:lnTo>
                    <a:pt x="7017" y="5521"/>
                  </a:lnTo>
                  <a:lnTo>
                    <a:pt x="7055" y="5496"/>
                  </a:lnTo>
                  <a:lnTo>
                    <a:pt x="7093" y="5457"/>
                  </a:lnTo>
                  <a:lnTo>
                    <a:pt x="7132" y="5432"/>
                  </a:lnTo>
                  <a:lnTo>
                    <a:pt x="7144" y="5381"/>
                  </a:lnTo>
                  <a:lnTo>
                    <a:pt x="7144" y="5342"/>
                  </a:lnTo>
                  <a:lnTo>
                    <a:pt x="7132" y="5291"/>
                  </a:lnTo>
                  <a:lnTo>
                    <a:pt x="7106" y="5266"/>
                  </a:lnTo>
                  <a:lnTo>
                    <a:pt x="7068" y="5240"/>
                  </a:lnTo>
                  <a:lnTo>
                    <a:pt x="7004" y="5240"/>
                  </a:lnTo>
                  <a:lnTo>
                    <a:pt x="6940" y="5253"/>
                  </a:lnTo>
                  <a:lnTo>
                    <a:pt x="6825" y="5279"/>
                  </a:lnTo>
                  <a:lnTo>
                    <a:pt x="6723" y="5279"/>
                  </a:lnTo>
                  <a:lnTo>
                    <a:pt x="6608" y="5266"/>
                  </a:lnTo>
                  <a:lnTo>
                    <a:pt x="6518" y="5266"/>
                  </a:lnTo>
                  <a:lnTo>
                    <a:pt x="6442" y="5253"/>
                  </a:lnTo>
                  <a:lnTo>
                    <a:pt x="6352" y="5227"/>
                  </a:lnTo>
                  <a:lnTo>
                    <a:pt x="6263" y="5202"/>
                  </a:lnTo>
                  <a:lnTo>
                    <a:pt x="6173" y="5164"/>
                  </a:lnTo>
                  <a:lnTo>
                    <a:pt x="6071" y="5112"/>
                  </a:lnTo>
                  <a:lnTo>
                    <a:pt x="5994" y="5061"/>
                  </a:lnTo>
                  <a:lnTo>
                    <a:pt x="5969" y="5049"/>
                  </a:lnTo>
                  <a:lnTo>
                    <a:pt x="5918" y="5036"/>
                  </a:lnTo>
                  <a:lnTo>
                    <a:pt x="5866" y="5023"/>
                  </a:lnTo>
                  <a:lnTo>
                    <a:pt x="5815" y="4997"/>
                  </a:lnTo>
                  <a:lnTo>
                    <a:pt x="5726" y="4946"/>
                  </a:lnTo>
                  <a:lnTo>
                    <a:pt x="5649" y="4882"/>
                  </a:lnTo>
                  <a:lnTo>
                    <a:pt x="5560" y="4818"/>
                  </a:lnTo>
                  <a:lnTo>
                    <a:pt x="5457" y="4742"/>
                  </a:lnTo>
                  <a:lnTo>
                    <a:pt x="5368" y="4640"/>
                  </a:lnTo>
                  <a:lnTo>
                    <a:pt x="5355" y="4601"/>
                  </a:lnTo>
                  <a:lnTo>
                    <a:pt x="5330" y="4550"/>
                  </a:lnTo>
                  <a:lnTo>
                    <a:pt x="5304" y="4448"/>
                  </a:lnTo>
                  <a:lnTo>
                    <a:pt x="5266" y="4320"/>
                  </a:lnTo>
                  <a:lnTo>
                    <a:pt x="5227" y="4192"/>
                  </a:lnTo>
                  <a:lnTo>
                    <a:pt x="5202" y="4116"/>
                  </a:lnTo>
                  <a:lnTo>
                    <a:pt x="5163" y="4026"/>
                  </a:lnTo>
                  <a:lnTo>
                    <a:pt x="5074" y="3873"/>
                  </a:lnTo>
                  <a:lnTo>
                    <a:pt x="5061" y="3822"/>
                  </a:lnTo>
                  <a:lnTo>
                    <a:pt x="5048" y="3783"/>
                  </a:lnTo>
                  <a:lnTo>
                    <a:pt x="5023" y="3707"/>
                  </a:lnTo>
                  <a:lnTo>
                    <a:pt x="5010" y="3681"/>
                  </a:lnTo>
                  <a:lnTo>
                    <a:pt x="4972" y="3668"/>
                  </a:lnTo>
                  <a:lnTo>
                    <a:pt x="4857" y="3668"/>
                  </a:lnTo>
                  <a:lnTo>
                    <a:pt x="4818" y="3655"/>
                  </a:lnTo>
                  <a:lnTo>
                    <a:pt x="4780" y="3630"/>
                  </a:lnTo>
                  <a:lnTo>
                    <a:pt x="4754" y="3592"/>
                  </a:lnTo>
                  <a:lnTo>
                    <a:pt x="4678" y="3528"/>
                  </a:lnTo>
                  <a:lnTo>
                    <a:pt x="4358" y="3272"/>
                  </a:lnTo>
                  <a:lnTo>
                    <a:pt x="4230" y="3170"/>
                  </a:lnTo>
                  <a:lnTo>
                    <a:pt x="4103" y="3055"/>
                  </a:lnTo>
                  <a:lnTo>
                    <a:pt x="4064" y="2991"/>
                  </a:lnTo>
                  <a:lnTo>
                    <a:pt x="4052" y="2927"/>
                  </a:lnTo>
                  <a:lnTo>
                    <a:pt x="4039" y="2786"/>
                  </a:lnTo>
                  <a:lnTo>
                    <a:pt x="4013" y="2684"/>
                  </a:lnTo>
                  <a:lnTo>
                    <a:pt x="3988" y="2569"/>
                  </a:lnTo>
                  <a:lnTo>
                    <a:pt x="3975" y="2531"/>
                  </a:lnTo>
                  <a:lnTo>
                    <a:pt x="3962" y="2480"/>
                  </a:lnTo>
                  <a:lnTo>
                    <a:pt x="3962" y="2454"/>
                  </a:lnTo>
                  <a:lnTo>
                    <a:pt x="3975" y="2441"/>
                  </a:lnTo>
                  <a:lnTo>
                    <a:pt x="4026" y="2416"/>
                  </a:lnTo>
                  <a:lnTo>
                    <a:pt x="4064" y="2403"/>
                  </a:lnTo>
                  <a:lnTo>
                    <a:pt x="4103" y="2365"/>
                  </a:lnTo>
                  <a:lnTo>
                    <a:pt x="4115" y="2326"/>
                  </a:lnTo>
                  <a:lnTo>
                    <a:pt x="4115" y="2275"/>
                  </a:lnTo>
                  <a:lnTo>
                    <a:pt x="4103" y="2224"/>
                  </a:lnTo>
                  <a:lnTo>
                    <a:pt x="4090" y="2173"/>
                  </a:lnTo>
                  <a:lnTo>
                    <a:pt x="4077" y="2135"/>
                  </a:lnTo>
                  <a:lnTo>
                    <a:pt x="4026" y="2109"/>
                  </a:lnTo>
                  <a:lnTo>
                    <a:pt x="3962" y="2071"/>
                  </a:lnTo>
                  <a:lnTo>
                    <a:pt x="3911" y="2032"/>
                  </a:lnTo>
                  <a:lnTo>
                    <a:pt x="3873" y="1968"/>
                  </a:lnTo>
                  <a:lnTo>
                    <a:pt x="3834" y="1904"/>
                  </a:lnTo>
                  <a:lnTo>
                    <a:pt x="3821" y="1866"/>
                  </a:lnTo>
                  <a:lnTo>
                    <a:pt x="3834" y="1853"/>
                  </a:lnTo>
                  <a:lnTo>
                    <a:pt x="3885" y="1815"/>
                  </a:lnTo>
                  <a:lnTo>
                    <a:pt x="3949" y="1751"/>
                  </a:lnTo>
                  <a:lnTo>
                    <a:pt x="4013" y="1700"/>
                  </a:lnTo>
                  <a:lnTo>
                    <a:pt x="4077" y="1674"/>
                  </a:lnTo>
                  <a:lnTo>
                    <a:pt x="4103" y="1674"/>
                  </a:lnTo>
                  <a:lnTo>
                    <a:pt x="4103" y="1687"/>
                  </a:lnTo>
                  <a:lnTo>
                    <a:pt x="4103" y="1713"/>
                  </a:lnTo>
                  <a:lnTo>
                    <a:pt x="4103" y="1738"/>
                  </a:lnTo>
                  <a:lnTo>
                    <a:pt x="4103" y="1764"/>
                  </a:lnTo>
                  <a:lnTo>
                    <a:pt x="4128" y="1777"/>
                  </a:lnTo>
                  <a:lnTo>
                    <a:pt x="4167" y="1777"/>
                  </a:lnTo>
                  <a:lnTo>
                    <a:pt x="4192" y="1764"/>
                  </a:lnTo>
                  <a:lnTo>
                    <a:pt x="4230" y="1738"/>
                  </a:lnTo>
                  <a:lnTo>
                    <a:pt x="4269" y="1700"/>
                  </a:lnTo>
                  <a:lnTo>
                    <a:pt x="4307" y="1687"/>
                  </a:lnTo>
                  <a:lnTo>
                    <a:pt x="4371" y="1662"/>
                  </a:lnTo>
                  <a:lnTo>
                    <a:pt x="4448" y="1649"/>
                  </a:lnTo>
                  <a:lnTo>
                    <a:pt x="4588" y="1623"/>
                  </a:lnTo>
                  <a:lnTo>
                    <a:pt x="4601" y="1572"/>
                  </a:lnTo>
                  <a:lnTo>
                    <a:pt x="4576" y="1559"/>
                  </a:lnTo>
                  <a:lnTo>
                    <a:pt x="4563" y="1559"/>
                  </a:lnTo>
                  <a:lnTo>
                    <a:pt x="4537" y="1547"/>
                  </a:lnTo>
                  <a:lnTo>
                    <a:pt x="4524" y="1534"/>
                  </a:lnTo>
                  <a:lnTo>
                    <a:pt x="4537" y="1508"/>
                  </a:lnTo>
                  <a:lnTo>
                    <a:pt x="4550" y="1470"/>
                  </a:lnTo>
                  <a:lnTo>
                    <a:pt x="4601" y="1432"/>
                  </a:lnTo>
                  <a:lnTo>
                    <a:pt x="4639" y="1419"/>
                  </a:lnTo>
                  <a:lnTo>
                    <a:pt x="4691" y="1419"/>
                  </a:lnTo>
                  <a:lnTo>
                    <a:pt x="4793" y="1444"/>
                  </a:lnTo>
                  <a:lnTo>
                    <a:pt x="4857" y="1432"/>
                  </a:lnTo>
                  <a:lnTo>
                    <a:pt x="4921" y="1432"/>
                  </a:lnTo>
                  <a:lnTo>
                    <a:pt x="4972" y="1444"/>
                  </a:lnTo>
                  <a:lnTo>
                    <a:pt x="5036" y="1470"/>
                  </a:lnTo>
                  <a:lnTo>
                    <a:pt x="5036" y="1559"/>
                  </a:lnTo>
                  <a:lnTo>
                    <a:pt x="5100" y="1547"/>
                  </a:lnTo>
                  <a:lnTo>
                    <a:pt x="5112" y="1444"/>
                  </a:lnTo>
                  <a:lnTo>
                    <a:pt x="4946" y="1253"/>
                  </a:lnTo>
                  <a:lnTo>
                    <a:pt x="4946" y="1240"/>
                  </a:lnTo>
                  <a:lnTo>
                    <a:pt x="4882" y="844"/>
                  </a:lnTo>
                  <a:lnTo>
                    <a:pt x="4895" y="818"/>
                  </a:lnTo>
                  <a:lnTo>
                    <a:pt x="5036" y="729"/>
                  </a:lnTo>
                  <a:lnTo>
                    <a:pt x="4882" y="601"/>
                  </a:lnTo>
                  <a:lnTo>
                    <a:pt x="4563" y="563"/>
                  </a:lnTo>
                  <a:lnTo>
                    <a:pt x="4550" y="563"/>
                  </a:lnTo>
                  <a:lnTo>
                    <a:pt x="4384" y="460"/>
                  </a:lnTo>
                  <a:lnTo>
                    <a:pt x="4115" y="486"/>
                  </a:lnTo>
                  <a:lnTo>
                    <a:pt x="4103" y="473"/>
                  </a:lnTo>
                  <a:lnTo>
                    <a:pt x="3924" y="332"/>
                  </a:lnTo>
                  <a:lnTo>
                    <a:pt x="3911" y="320"/>
                  </a:lnTo>
                  <a:lnTo>
                    <a:pt x="3860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4" name="Google Shape;654;p60"/>
            <p:cNvSpPr/>
            <p:nvPr/>
          </p:nvSpPr>
          <p:spPr>
            <a:xfrm>
              <a:off x="3702625" y="2547075"/>
              <a:ext cx="13125" cy="8650"/>
            </a:xfrm>
            <a:custGeom>
              <a:rect b="b" l="l" r="r" t="t"/>
              <a:pathLst>
                <a:path extrusionOk="0" h="346" w="525">
                  <a:moveTo>
                    <a:pt x="90" y="0"/>
                  </a:moveTo>
                  <a:lnTo>
                    <a:pt x="52" y="13"/>
                  </a:lnTo>
                  <a:lnTo>
                    <a:pt x="26" y="39"/>
                  </a:lnTo>
                  <a:lnTo>
                    <a:pt x="13" y="64"/>
                  </a:lnTo>
                  <a:lnTo>
                    <a:pt x="13" y="90"/>
                  </a:lnTo>
                  <a:lnTo>
                    <a:pt x="1" y="141"/>
                  </a:lnTo>
                  <a:lnTo>
                    <a:pt x="1" y="205"/>
                  </a:lnTo>
                  <a:lnTo>
                    <a:pt x="39" y="217"/>
                  </a:lnTo>
                  <a:lnTo>
                    <a:pt x="65" y="230"/>
                  </a:lnTo>
                  <a:lnTo>
                    <a:pt x="141" y="230"/>
                  </a:lnTo>
                  <a:lnTo>
                    <a:pt x="205" y="217"/>
                  </a:lnTo>
                  <a:lnTo>
                    <a:pt x="282" y="230"/>
                  </a:lnTo>
                  <a:lnTo>
                    <a:pt x="346" y="256"/>
                  </a:lnTo>
                  <a:lnTo>
                    <a:pt x="397" y="307"/>
                  </a:lnTo>
                  <a:lnTo>
                    <a:pt x="461" y="345"/>
                  </a:lnTo>
                  <a:lnTo>
                    <a:pt x="525" y="345"/>
                  </a:lnTo>
                  <a:lnTo>
                    <a:pt x="499" y="90"/>
                  </a:lnTo>
                  <a:lnTo>
                    <a:pt x="397" y="26"/>
                  </a:lnTo>
                  <a:lnTo>
                    <a:pt x="244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5" name="Google Shape;655;p60"/>
            <p:cNvSpPr/>
            <p:nvPr/>
          </p:nvSpPr>
          <p:spPr>
            <a:xfrm>
              <a:off x="3858550" y="1742525"/>
              <a:ext cx="244450" cy="424975"/>
            </a:xfrm>
            <a:custGeom>
              <a:rect b="b" l="l" r="r" t="t"/>
              <a:pathLst>
                <a:path extrusionOk="0" h="16999" w="9778">
                  <a:moveTo>
                    <a:pt x="1560" y="12270"/>
                  </a:moveTo>
                  <a:lnTo>
                    <a:pt x="2071" y="12385"/>
                  </a:lnTo>
                  <a:lnTo>
                    <a:pt x="2148" y="12717"/>
                  </a:lnTo>
                  <a:lnTo>
                    <a:pt x="1739" y="13037"/>
                  </a:lnTo>
                  <a:lnTo>
                    <a:pt x="1445" y="13229"/>
                  </a:lnTo>
                  <a:lnTo>
                    <a:pt x="1215" y="13229"/>
                  </a:lnTo>
                  <a:lnTo>
                    <a:pt x="1074" y="13331"/>
                  </a:lnTo>
                  <a:lnTo>
                    <a:pt x="972" y="13395"/>
                  </a:lnTo>
                  <a:lnTo>
                    <a:pt x="921" y="13420"/>
                  </a:lnTo>
                  <a:lnTo>
                    <a:pt x="883" y="13420"/>
                  </a:lnTo>
                  <a:lnTo>
                    <a:pt x="870" y="13408"/>
                  </a:lnTo>
                  <a:lnTo>
                    <a:pt x="870" y="13382"/>
                  </a:lnTo>
                  <a:lnTo>
                    <a:pt x="895" y="13331"/>
                  </a:lnTo>
                  <a:lnTo>
                    <a:pt x="1049" y="13037"/>
                  </a:lnTo>
                  <a:lnTo>
                    <a:pt x="921" y="12922"/>
                  </a:lnTo>
                  <a:lnTo>
                    <a:pt x="1074" y="12615"/>
                  </a:lnTo>
                  <a:lnTo>
                    <a:pt x="1381" y="12615"/>
                  </a:lnTo>
                  <a:lnTo>
                    <a:pt x="1560" y="12270"/>
                  </a:lnTo>
                  <a:close/>
                  <a:moveTo>
                    <a:pt x="2595" y="12717"/>
                  </a:moveTo>
                  <a:lnTo>
                    <a:pt x="2697" y="12845"/>
                  </a:lnTo>
                  <a:lnTo>
                    <a:pt x="2595" y="13075"/>
                  </a:lnTo>
                  <a:lnTo>
                    <a:pt x="2506" y="13241"/>
                  </a:lnTo>
                  <a:lnTo>
                    <a:pt x="2480" y="13305"/>
                  </a:lnTo>
                  <a:lnTo>
                    <a:pt x="2455" y="13331"/>
                  </a:lnTo>
                  <a:lnTo>
                    <a:pt x="2429" y="13369"/>
                  </a:lnTo>
                  <a:lnTo>
                    <a:pt x="2378" y="13433"/>
                  </a:lnTo>
                  <a:lnTo>
                    <a:pt x="2288" y="13650"/>
                  </a:lnTo>
                  <a:lnTo>
                    <a:pt x="2148" y="13944"/>
                  </a:lnTo>
                  <a:lnTo>
                    <a:pt x="2071" y="13944"/>
                  </a:lnTo>
                  <a:lnTo>
                    <a:pt x="2071" y="13599"/>
                  </a:lnTo>
                  <a:lnTo>
                    <a:pt x="2595" y="12717"/>
                  </a:lnTo>
                  <a:close/>
                  <a:moveTo>
                    <a:pt x="7260" y="1"/>
                  </a:moveTo>
                  <a:lnTo>
                    <a:pt x="7196" y="26"/>
                  </a:lnTo>
                  <a:lnTo>
                    <a:pt x="7247" y="205"/>
                  </a:lnTo>
                  <a:lnTo>
                    <a:pt x="7337" y="346"/>
                  </a:lnTo>
                  <a:lnTo>
                    <a:pt x="7350" y="359"/>
                  </a:lnTo>
                  <a:lnTo>
                    <a:pt x="7119" y="985"/>
                  </a:lnTo>
                  <a:lnTo>
                    <a:pt x="7068" y="998"/>
                  </a:lnTo>
                  <a:lnTo>
                    <a:pt x="5893" y="819"/>
                  </a:lnTo>
                  <a:lnTo>
                    <a:pt x="5624" y="1445"/>
                  </a:lnTo>
                  <a:lnTo>
                    <a:pt x="5560" y="1470"/>
                  </a:lnTo>
                  <a:lnTo>
                    <a:pt x="5266" y="1355"/>
                  </a:lnTo>
                  <a:lnTo>
                    <a:pt x="4704" y="1828"/>
                  </a:lnTo>
                  <a:lnTo>
                    <a:pt x="4538" y="2148"/>
                  </a:lnTo>
                  <a:lnTo>
                    <a:pt x="4627" y="2467"/>
                  </a:lnTo>
                  <a:lnTo>
                    <a:pt x="4614" y="2493"/>
                  </a:lnTo>
                  <a:lnTo>
                    <a:pt x="3950" y="3119"/>
                  </a:lnTo>
                  <a:lnTo>
                    <a:pt x="3950" y="3451"/>
                  </a:lnTo>
                  <a:lnTo>
                    <a:pt x="3924" y="3490"/>
                  </a:lnTo>
                  <a:lnTo>
                    <a:pt x="3349" y="3630"/>
                  </a:lnTo>
                  <a:lnTo>
                    <a:pt x="3196" y="4781"/>
                  </a:lnTo>
                  <a:lnTo>
                    <a:pt x="3196" y="4793"/>
                  </a:lnTo>
                  <a:lnTo>
                    <a:pt x="2774" y="5458"/>
                  </a:lnTo>
                  <a:lnTo>
                    <a:pt x="2966" y="6161"/>
                  </a:lnTo>
                  <a:lnTo>
                    <a:pt x="2940" y="6199"/>
                  </a:lnTo>
                  <a:lnTo>
                    <a:pt x="2710" y="6314"/>
                  </a:lnTo>
                  <a:lnTo>
                    <a:pt x="2685" y="6327"/>
                  </a:lnTo>
                  <a:lnTo>
                    <a:pt x="2071" y="6365"/>
                  </a:lnTo>
                  <a:lnTo>
                    <a:pt x="1292" y="7247"/>
                  </a:lnTo>
                  <a:lnTo>
                    <a:pt x="1317" y="8231"/>
                  </a:lnTo>
                  <a:lnTo>
                    <a:pt x="1394" y="8449"/>
                  </a:lnTo>
                  <a:lnTo>
                    <a:pt x="1394" y="8461"/>
                  </a:lnTo>
                  <a:lnTo>
                    <a:pt x="1228" y="8858"/>
                  </a:lnTo>
                  <a:lnTo>
                    <a:pt x="1304" y="9088"/>
                  </a:lnTo>
                  <a:lnTo>
                    <a:pt x="1585" y="9254"/>
                  </a:lnTo>
                  <a:lnTo>
                    <a:pt x="1598" y="9279"/>
                  </a:lnTo>
                  <a:lnTo>
                    <a:pt x="1675" y="9676"/>
                  </a:lnTo>
                  <a:lnTo>
                    <a:pt x="1649" y="9701"/>
                  </a:lnTo>
                  <a:lnTo>
                    <a:pt x="1304" y="9829"/>
                  </a:lnTo>
                  <a:lnTo>
                    <a:pt x="1381" y="10212"/>
                  </a:lnTo>
                  <a:lnTo>
                    <a:pt x="1509" y="10442"/>
                  </a:lnTo>
                  <a:lnTo>
                    <a:pt x="1509" y="10468"/>
                  </a:lnTo>
                  <a:lnTo>
                    <a:pt x="1240" y="11171"/>
                  </a:lnTo>
                  <a:lnTo>
                    <a:pt x="1228" y="11184"/>
                  </a:lnTo>
                  <a:lnTo>
                    <a:pt x="819" y="11465"/>
                  </a:lnTo>
                  <a:lnTo>
                    <a:pt x="576" y="12155"/>
                  </a:lnTo>
                  <a:lnTo>
                    <a:pt x="589" y="12411"/>
                  </a:lnTo>
                  <a:lnTo>
                    <a:pt x="537" y="12436"/>
                  </a:lnTo>
                  <a:lnTo>
                    <a:pt x="52" y="12360"/>
                  </a:lnTo>
                  <a:lnTo>
                    <a:pt x="39" y="12372"/>
                  </a:lnTo>
                  <a:lnTo>
                    <a:pt x="26" y="12411"/>
                  </a:lnTo>
                  <a:lnTo>
                    <a:pt x="26" y="12462"/>
                  </a:lnTo>
                  <a:lnTo>
                    <a:pt x="39" y="12551"/>
                  </a:lnTo>
                  <a:lnTo>
                    <a:pt x="65" y="12679"/>
                  </a:lnTo>
                  <a:lnTo>
                    <a:pt x="77" y="12743"/>
                  </a:lnTo>
                  <a:lnTo>
                    <a:pt x="52" y="12807"/>
                  </a:lnTo>
                  <a:lnTo>
                    <a:pt x="26" y="12832"/>
                  </a:lnTo>
                  <a:lnTo>
                    <a:pt x="1" y="12858"/>
                  </a:lnTo>
                  <a:lnTo>
                    <a:pt x="1" y="12896"/>
                  </a:lnTo>
                  <a:lnTo>
                    <a:pt x="1" y="12935"/>
                  </a:lnTo>
                  <a:lnTo>
                    <a:pt x="13" y="13011"/>
                  </a:lnTo>
                  <a:lnTo>
                    <a:pt x="1" y="13075"/>
                  </a:lnTo>
                  <a:lnTo>
                    <a:pt x="13" y="13152"/>
                  </a:lnTo>
                  <a:lnTo>
                    <a:pt x="26" y="13177"/>
                  </a:lnTo>
                  <a:lnTo>
                    <a:pt x="52" y="13190"/>
                  </a:lnTo>
                  <a:lnTo>
                    <a:pt x="103" y="13203"/>
                  </a:lnTo>
                  <a:lnTo>
                    <a:pt x="167" y="13203"/>
                  </a:lnTo>
                  <a:lnTo>
                    <a:pt x="231" y="13190"/>
                  </a:lnTo>
                  <a:lnTo>
                    <a:pt x="269" y="13177"/>
                  </a:lnTo>
                  <a:lnTo>
                    <a:pt x="307" y="13152"/>
                  </a:lnTo>
                  <a:lnTo>
                    <a:pt x="359" y="13126"/>
                  </a:lnTo>
                  <a:lnTo>
                    <a:pt x="397" y="13139"/>
                  </a:lnTo>
                  <a:lnTo>
                    <a:pt x="499" y="13177"/>
                  </a:lnTo>
                  <a:lnTo>
                    <a:pt x="550" y="13190"/>
                  </a:lnTo>
                  <a:lnTo>
                    <a:pt x="563" y="13203"/>
                  </a:lnTo>
                  <a:lnTo>
                    <a:pt x="563" y="13229"/>
                  </a:lnTo>
                  <a:lnTo>
                    <a:pt x="550" y="13267"/>
                  </a:lnTo>
                  <a:lnTo>
                    <a:pt x="550" y="13292"/>
                  </a:lnTo>
                  <a:lnTo>
                    <a:pt x="525" y="13318"/>
                  </a:lnTo>
                  <a:lnTo>
                    <a:pt x="512" y="13331"/>
                  </a:lnTo>
                  <a:lnTo>
                    <a:pt x="359" y="13331"/>
                  </a:lnTo>
                  <a:lnTo>
                    <a:pt x="307" y="13356"/>
                  </a:lnTo>
                  <a:lnTo>
                    <a:pt x="269" y="13382"/>
                  </a:lnTo>
                  <a:lnTo>
                    <a:pt x="231" y="13433"/>
                  </a:lnTo>
                  <a:lnTo>
                    <a:pt x="205" y="13471"/>
                  </a:lnTo>
                  <a:lnTo>
                    <a:pt x="192" y="13484"/>
                  </a:lnTo>
                  <a:lnTo>
                    <a:pt x="205" y="13510"/>
                  </a:lnTo>
                  <a:lnTo>
                    <a:pt x="231" y="13523"/>
                  </a:lnTo>
                  <a:lnTo>
                    <a:pt x="269" y="13510"/>
                  </a:lnTo>
                  <a:lnTo>
                    <a:pt x="320" y="13497"/>
                  </a:lnTo>
                  <a:lnTo>
                    <a:pt x="410" y="13446"/>
                  </a:lnTo>
                  <a:lnTo>
                    <a:pt x="461" y="13420"/>
                  </a:lnTo>
                  <a:lnTo>
                    <a:pt x="525" y="13420"/>
                  </a:lnTo>
                  <a:lnTo>
                    <a:pt x="537" y="13459"/>
                  </a:lnTo>
                  <a:lnTo>
                    <a:pt x="550" y="13510"/>
                  </a:lnTo>
                  <a:lnTo>
                    <a:pt x="550" y="13599"/>
                  </a:lnTo>
                  <a:lnTo>
                    <a:pt x="537" y="13650"/>
                  </a:lnTo>
                  <a:lnTo>
                    <a:pt x="512" y="13689"/>
                  </a:lnTo>
                  <a:lnTo>
                    <a:pt x="486" y="13727"/>
                  </a:lnTo>
                  <a:lnTo>
                    <a:pt x="461" y="13778"/>
                  </a:lnTo>
                  <a:lnTo>
                    <a:pt x="448" y="13868"/>
                  </a:lnTo>
                  <a:lnTo>
                    <a:pt x="461" y="13957"/>
                  </a:lnTo>
                  <a:lnTo>
                    <a:pt x="474" y="14187"/>
                  </a:lnTo>
                  <a:lnTo>
                    <a:pt x="474" y="14404"/>
                  </a:lnTo>
                  <a:lnTo>
                    <a:pt x="486" y="14507"/>
                  </a:lnTo>
                  <a:lnTo>
                    <a:pt x="512" y="14558"/>
                  </a:lnTo>
                  <a:lnTo>
                    <a:pt x="537" y="14596"/>
                  </a:lnTo>
                  <a:lnTo>
                    <a:pt x="563" y="14647"/>
                  </a:lnTo>
                  <a:lnTo>
                    <a:pt x="601" y="14686"/>
                  </a:lnTo>
                  <a:lnTo>
                    <a:pt x="652" y="14724"/>
                  </a:lnTo>
                  <a:lnTo>
                    <a:pt x="665" y="14737"/>
                  </a:lnTo>
                  <a:lnTo>
                    <a:pt x="678" y="14762"/>
                  </a:lnTo>
                  <a:lnTo>
                    <a:pt x="704" y="14839"/>
                  </a:lnTo>
                  <a:lnTo>
                    <a:pt x="716" y="14877"/>
                  </a:lnTo>
                  <a:lnTo>
                    <a:pt x="729" y="14916"/>
                  </a:lnTo>
                  <a:lnTo>
                    <a:pt x="793" y="14992"/>
                  </a:lnTo>
                  <a:lnTo>
                    <a:pt x="857" y="15056"/>
                  </a:lnTo>
                  <a:lnTo>
                    <a:pt x="921" y="15133"/>
                  </a:lnTo>
                  <a:lnTo>
                    <a:pt x="934" y="15171"/>
                  </a:lnTo>
                  <a:lnTo>
                    <a:pt x="946" y="15222"/>
                  </a:lnTo>
                  <a:lnTo>
                    <a:pt x="959" y="15261"/>
                  </a:lnTo>
                  <a:lnTo>
                    <a:pt x="998" y="15273"/>
                  </a:lnTo>
                  <a:lnTo>
                    <a:pt x="1074" y="15299"/>
                  </a:lnTo>
                  <a:lnTo>
                    <a:pt x="1151" y="15312"/>
                  </a:lnTo>
                  <a:lnTo>
                    <a:pt x="1164" y="15465"/>
                  </a:lnTo>
                  <a:lnTo>
                    <a:pt x="1164" y="15504"/>
                  </a:lnTo>
                  <a:lnTo>
                    <a:pt x="1164" y="15516"/>
                  </a:lnTo>
                  <a:lnTo>
                    <a:pt x="1151" y="15529"/>
                  </a:lnTo>
                  <a:lnTo>
                    <a:pt x="1100" y="15542"/>
                  </a:lnTo>
                  <a:lnTo>
                    <a:pt x="1023" y="15542"/>
                  </a:lnTo>
                  <a:lnTo>
                    <a:pt x="998" y="15555"/>
                  </a:lnTo>
                  <a:lnTo>
                    <a:pt x="985" y="15580"/>
                  </a:lnTo>
                  <a:lnTo>
                    <a:pt x="972" y="15606"/>
                  </a:lnTo>
                  <a:lnTo>
                    <a:pt x="985" y="15619"/>
                  </a:lnTo>
                  <a:lnTo>
                    <a:pt x="1036" y="15631"/>
                  </a:lnTo>
                  <a:lnTo>
                    <a:pt x="1049" y="15657"/>
                  </a:lnTo>
                  <a:lnTo>
                    <a:pt x="1061" y="15670"/>
                  </a:lnTo>
                  <a:lnTo>
                    <a:pt x="1061" y="15721"/>
                  </a:lnTo>
                  <a:lnTo>
                    <a:pt x="1061" y="15746"/>
                  </a:lnTo>
                  <a:lnTo>
                    <a:pt x="1061" y="15797"/>
                  </a:lnTo>
                  <a:lnTo>
                    <a:pt x="1049" y="15836"/>
                  </a:lnTo>
                  <a:lnTo>
                    <a:pt x="1023" y="15861"/>
                  </a:lnTo>
                  <a:lnTo>
                    <a:pt x="998" y="15861"/>
                  </a:lnTo>
                  <a:lnTo>
                    <a:pt x="972" y="15810"/>
                  </a:lnTo>
                  <a:lnTo>
                    <a:pt x="921" y="15772"/>
                  </a:lnTo>
                  <a:lnTo>
                    <a:pt x="883" y="15746"/>
                  </a:lnTo>
                  <a:lnTo>
                    <a:pt x="844" y="15734"/>
                  </a:lnTo>
                  <a:lnTo>
                    <a:pt x="742" y="15746"/>
                  </a:lnTo>
                  <a:lnTo>
                    <a:pt x="742" y="15772"/>
                  </a:lnTo>
                  <a:lnTo>
                    <a:pt x="742" y="15797"/>
                  </a:lnTo>
                  <a:lnTo>
                    <a:pt x="768" y="15836"/>
                  </a:lnTo>
                  <a:lnTo>
                    <a:pt x="780" y="15861"/>
                  </a:lnTo>
                  <a:lnTo>
                    <a:pt x="806" y="15874"/>
                  </a:lnTo>
                  <a:lnTo>
                    <a:pt x="844" y="15887"/>
                  </a:lnTo>
                  <a:lnTo>
                    <a:pt x="870" y="15900"/>
                  </a:lnTo>
                  <a:lnTo>
                    <a:pt x="908" y="15938"/>
                  </a:lnTo>
                  <a:lnTo>
                    <a:pt x="934" y="15964"/>
                  </a:lnTo>
                  <a:lnTo>
                    <a:pt x="998" y="16066"/>
                  </a:lnTo>
                  <a:lnTo>
                    <a:pt x="1036" y="16155"/>
                  </a:lnTo>
                  <a:lnTo>
                    <a:pt x="1049" y="16258"/>
                  </a:lnTo>
                  <a:lnTo>
                    <a:pt x="1061" y="16373"/>
                  </a:lnTo>
                  <a:lnTo>
                    <a:pt x="1061" y="16437"/>
                  </a:lnTo>
                  <a:lnTo>
                    <a:pt x="1074" y="16488"/>
                  </a:lnTo>
                  <a:lnTo>
                    <a:pt x="1087" y="16513"/>
                  </a:lnTo>
                  <a:lnTo>
                    <a:pt x="1125" y="16526"/>
                  </a:lnTo>
                  <a:lnTo>
                    <a:pt x="1151" y="16539"/>
                  </a:lnTo>
                  <a:lnTo>
                    <a:pt x="1164" y="16552"/>
                  </a:lnTo>
                  <a:lnTo>
                    <a:pt x="1176" y="16564"/>
                  </a:lnTo>
                  <a:lnTo>
                    <a:pt x="1176" y="16590"/>
                  </a:lnTo>
                  <a:lnTo>
                    <a:pt x="1176" y="16641"/>
                  </a:lnTo>
                  <a:lnTo>
                    <a:pt x="1176" y="16705"/>
                  </a:lnTo>
                  <a:lnTo>
                    <a:pt x="1164" y="16743"/>
                  </a:lnTo>
                  <a:lnTo>
                    <a:pt x="1151" y="16769"/>
                  </a:lnTo>
                  <a:lnTo>
                    <a:pt x="1125" y="16794"/>
                  </a:lnTo>
                  <a:lnTo>
                    <a:pt x="1100" y="16833"/>
                  </a:lnTo>
                  <a:lnTo>
                    <a:pt x="1087" y="16871"/>
                  </a:lnTo>
                  <a:lnTo>
                    <a:pt x="1100" y="16909"/>
                  </a:lnTo>
                  <a:lnTo>
                    <a:pt x="1125" y="16935"/>
                  </a:lnTo>
                  <a:lnTo>
                    <a:pt x="1151" y="16961"/>
                  </a:lnTo>
                  <a:lnTo>
                    <a:pt x="1240" y="16986"/>
                  </a:lnTo>
                  <a:lnTo>
                    <a:pt x="1355" y="16999"/>
                  </a:lnTo>
                  <a:lnTo>
                    <a:pt x="1483" y="16999"/>
                  </a:lnTo>
                  <a:lnTo>
                    <a:pt x="1598" y="16986"/>
                  </a:lnTo>
                  <a:lnTo>
                    <a:pt x="1790" y="16948"/>
                  </a:lnTo>
                  <a:lnTo>
                    <a:pt x="1918" y="16922"/>
                  </a:lnTo>
                  <a:lnTo>
                    <a:pt x="2007" y="16922"/>
                  </a:lnTo>
                  <a:lnTo>
                    <a:pt x="2199" y="16961"/>
                  </a:lnTo>
                  <a:lnTo>
                    <a:pt x="2288" y="16973"/>
                  </a:lnTo>
                  <a:lnTo>
                    <a:pt x="2391" y="16973"/>
                  </a:lnTo>
                  <a:lnTo>
                    <a:pt x="2582" y="16948"/>
                  </a:lnTo>
                  <a:lnTo>
                    <a:pt x="2595" y="16884"/>
                  </a:lnTo>
                  <a:lnTo>
                    <a:pt x="2595" y="16820"/>
                  </a:lnTo>
                  <a:lnTo>
                    <a:pt x="2582" y="16756"/>
                  </a:lnTo>
                  <a:lnTo>
                    <a:pt x="2544" y="16692"/>
                  </a:lnTo>
                  <a:lnTo>
                    <a:pt x="2480" y="16577"/>
                  </a:lnTo>
                  <a:lnTo>
                    <a:pt x="2455" y="16526"/>
                  </a:lnTo>
                  <a:lnTo>
                    <a:pt x="2429" y="16488"/>
                  </a:lnTo>
                  <a:lnTo>
                    <a:pt x="2416" y="16437"/>
                  </a:lnTo>
                  <a:lnTo>
                    <a:pt x="2429" y="16373"/>
                  </a:lnTo>
                  <a:lnTo>
                    <a:pt x="2442" y="16321"/>
                  </a:lnTo>
                  <a:lnTo>
                    <a:pt x="2480" y="16258"/>
                  </a:lnTo>
                  <a:lnTo>
                    <a:pt x="2544" y="16181"/>
                  </a:lnTo>
                  <a:lnTo>
                    <a:pt x="2595" y="16143"/>
                  </a:lnTo>
                  <a:lnTo>
                    <a:pt x="2659" y="16104"/>
                  </a:lnTo>
                  <a:lnTo>
                    <a:pt x="2710" y="16079"/>
                  </a:lnTo>
                  <a:lnTo>
                    <a:pt x="2774" y="16066"/>
                  </a:lnTo>
                  <a:lnTo>
                    <a:pt x="2838" y="16079"/>
                  </a:lnTo>
                  <a:lnTo>
                    <a:pt x="2889" y="16117"/>
                  </a:lnTo>
                  <a:lnTo>
                    <a:pt x="2876" y="16015"/>
                  </a:lnTo>
                  <a:lnTo>
                    <a:pt x="2876" y="15964"/>
                  </a:lnTo>
                  <a:lnTo>
                    <a:pt x="2876" y="15913"/>
                  </a:lnTo>
                  <a:lnTo>
                    <a:pt x="2940" y="15900"/>
                  </a:lnTo>
                  <a:lnTo>
                    <a:pt x="3004" y="15900"/>
                  </a:lnTo>
                  <a:lnTo>
                    <a:pt x="3145" y="15913"/>
                  </a:lnTo>
                  <a:lnTo>
                    <a:pt x="3285" y="15951"/>
                  </a:lnTo>
                  <a:lnTo>
                    <a:pt x="3426" y="15989"/>
                  </a:lnTo>
                  <a:lnTo>
                    <a:pt x="3566" y="16028"/>
                  </a:lnTo>
                  <a:lnTo>
                    <a:pt x="3707" y="16066"/>
                  </a:lnTo>
                  <a:lnTo>
                    <a:pt x="3835" y="16079"/>
                  </a:lnTo>
                  <a:lnTo>
                    <a:pt x="3963" y="16079"/>
                  </a:lnTo>
                  <a:lnTo>
                    <a:pt x="3975" y="16040"/>
                  </a:lnTo>
                  <a:lnTo>
                    <a:pt x="3988" y="16002"/>
                  </a:lnTo>
                  <a:lnTo>
                    <a:pt x="4039" y="15925"/>
                  </a:lnTo>
                  <a:lnTo>
                    <a:pt x="4103" y="15836"/>
                  </a:lnTo>
                  <a:lnTo>
                    <a:pt x="4129" y="15785"/>
                  </a:lnTo>
                  <a:lnTo>
                    <a:pt x="4142" y="15746"/>
                  </a:lnTo>
                  <a:lnTo>
                    <a:pt x="4167" y="15670"/>
                  </a:lnTo>
                  <a:lnTo>
                    <a:pt x="4193" y="15593"/>
                  </a:lnTo>
                  <a:lnTo>
                    <a:pt x="4231" y="15529"/>
                  </a:lnTo>
                  <a:lnTo>
                    <a:pt x="4282" y="15452"/>
                  </a:lnTo>
                  <a:lnTo>
                    <a:pt x="4333" y="15388"/>
                  </a:lnTo>
                  <a:lnTo>
                    <a:pt x="4359" y="15312"/>
                  </a:lnTo>
                  <a:lnTo>
                    <a:pt x="4384" y="15261"/>
                  </a:lnTo>
                  <a:lnTo>
                    <a:pt x="4384" y="15197"/>
                  </a:lnTo>
                  <a:lnTo>
                    <a:pt x="4384" y="15056"/>
                  </a:lnTo>
                  <a:lnTo>
                    <a:pt x="4384" y="14903"/>
                  </a:lnTo>
                  <a:lnTo>
                    <a:pt x="4397" y="14864"/>
                  </a:lnTo>
                  <a:lnTo>
                    <a:pt x="4410" y="14826"/>
                  </a:lnTo>
                  <a:lnTo>
                    <a:pt x="4423" y="14788"/>
                  </a:lnTo>
                  <a:lnTo>
                    <a:pt x="4448" y="14762"/>
                  </a:lnTo>
                  <a:lnTo>
                    <a:pt x="4602" y="14660"/>
                  </a:lnTo>
                  <a:lnTo>
                    <a:pt x="4640" y="14609"/>
                  </a:lnTo>
                  <a:lnTo>
                    <a:pt x="4678" y="14571"/>
                  </a:lnTo>
                  <a:lnTo>
                    <a:pt x="4691" y="14519"/>
                  </a:lnTo>
                  <a:lnTo>
                    <a:pt x="4704" y="14468"/>
                  </a:lnTo>
                  <a:lnTo>
                    <a:pt x="4691" y="14366"/>
                  </a:lnTo>
                  <a:lnTo>
                    <a:pt x="4678" y="14251"/>
                  </a:lnTo>
                  <a:lnTo>
                    <a:pt x="4666" y="14110"/>
                  </a:lnTo>
                  <a:lnTo>
                    <a:pt x="4640" y="13970"/>
                  </a:lnTo>
                  <a:lnTo>
                    <a:pt x="4614" y="13893"/>
                  </a:lnTo>
                  <a:lnTo>
                    <a:pt x="4589" y="13816"/>
                  </a:lnTo>
                  <a:lnTo>
                    <a:pt x="4563" y="13740"/>
                  </a:lnTo>
                  <a:lnTo>
                    <a:pt x="4563" y="13701"/>
                  </a:lnTo>
                  <a:lnTo>
                    <a:pt x="4563" y="13663"/>
                  </a:lnTo>
                  <a:lnTo>
                    <a:pt x="4653" y="13663"/>
                  </a:lnTo>
                  <a:lnTo>
                    <a:pt x="4730" y="13676"/>
                  </a:lnTo>
                  <a:lnTo>
                    <a:pt x="4781" y="13727"/>
                  </a:lnTo>
                  <a:lnTo>
                    <a:pt x="4832" y="13765"/>
                  </a:lnTo>
                  <a:lnTo>
                    <a:pt x="4857" y="13727"/>
                  </a:lnTo>
                  <a:lnTo>
                    <a:pt x="4896" y="13676"/>
                  </a:lnTo>
                  <a:lnTo>
                    <a:pt x="4921" y="13638"/>
                  </a:lnTo>
                  <a:lnTo>
                    <a:pt x="4921" y="13586"/>
                  </a:lnTo>
                  <a:lnTo>
                    <a:pt x="4845" y="13586"/>
                  </a:lnTo>
                  <a:lnTo>
                    <a:pt x="4806" y="13574"/>
                  </a:lnTo>
                  <a:lnTo>
                    <a:pt x="4781" y="13561"/>
                  </a:lnTo>
                  <a:lnTo>
                    <a:pt x="4742" y="13459"/>
                  </a:lnTo>
                  <a:lnTo>
                    <a:pt x="4755" y="13446"/>
                  </a:lnTo>
                  <a:lnTo>
                    <a:pt x="4793" y="13433"/>
                  </a:lnTo>
                  <a:lnTo>
                    <a:pt x="4857" y="13408"/>
                  </a:lnTo>
                  <a:lnTo>
                    <a:pt x="4896" y="13395"/>
                  </a:lnTo>
                  <a:lnTo>
                    <a:pt x="4908" y="13369"/>
                  </a:lnTo>
                  <a:lnTo>
                    <a:pt x="4896" y="13356"/>
                  </a:lnTo>
                  <a:lnTo>
                    <a:pt x="4870" y="13318"/>
                  </a:lnTo>
                  <a:lnTo>
                    <a:pt x="4832" y="13305"/>
                  </a:lnTo>
                  <a:lnTo>
                    <a:pt x="4793" y="13305"/>
                  </a:lnTo>
                  <a:lnTo>
                    <a:pt x="4691" y="13292"/>
                  </a:lnTo>
                  <a:lnTo>
                    <a:pt x="4640" y="13292"/>
                  </a:lnTo>
                  <a:lnTo>
                    <a:pt x="4602" y="13267"/>
                  </a:lnTo>
                  <a:lnTo>
                    <a:pt x="4589" y="13254"/>
                  </a:lnTo>
                  <a:lnTo>
                    <a:pt x="4602" y="13229"/>
                  </a:lnTo>
                  <a:lnTo>
                    <a:pt x="4627" y="13203"/>
                  </a:lnTo>
                  <a:lnTo>
                    <a:pt x="4653" y="13190"/>
                  </a:lnTo>
                  <a:lnTo>
                    <a:pt x="4742" y="13177"/>
                  </a:lnTo>
                  <a:lnTo>
                    <a:pt x="4832" y="13177"/>
                  </a:lnTo>
                  <a:lnTo>
                    <a:pt x="4870" y="13165"/>
                  </a:lnTo>
                  <a:lnTo>
                    <a:pt x="4908" y="13152"/>
                  </a:lnTo>
                  <a:lnTo>
                    <a:pt x="4934" y="13139"/>
                  </a:lnTo>
                  <a:lnTo>
                    <a:pt x="4947" y="13114"/>
                  </a:lnTo>
                  <a:lnTo>
                    <a:pt x="4947" y="13088"/>
                  </a:lnTo>
                  <a:lnTo>
                    <a:pt x="4934" y="13062"/>
                  </a:lnTo>
                  <a:lnTo>
                    <a:pt x="4896" y="13024"/>
                  </a:lnTo>
                  <a:lnTo>
                    <a:pt x="4832" y="13011"/>
                  </a:lnTo>
                  <a:lnTo>
                    <a:pt x="4653" y="12986"/>
                  </a:lnTo>
                  <a:lnTo>
                    <a:pt x="4576" y="12973"/>
                  </a:lnTo>
                  <a:lnTo>
                    <a:pt x="4538" y="12947"/>
                  </a:lnTo>
                  <a:lnTo>
                    <a:pt x="4538" y="12922"/>
                  </a:lnTo>
                  <a:lnTo>
                    <a:pt x="4538" y="12896"/>
                  </a:lnTo>
                  <a:lnTo>
                    <a:pt x="4563" y="12884"/>
                  </a:lnTo>
                  <a:lnTo>
                    <a:pt x="4653" y="12871"/>
                  </a:lnTo>
                  <a:lnTo>
                    <a:pt x="4742" y="12858"/>
                  </a:lnTo>
                  <a:lnTo>
                    <a:pt x="4819" y="12858"/>
                  </a:lnTo>
                  <a:lnTo>
                    <a:pt x="4908" y="12820"/>
                  </a:lnTo>
                  <a:lnTo>
                    <a:pt x="4998" y="12768"/>
                  </a:lnTo>
                  <a:lnTo>
                    <a:pt x="5087" y="12717"/>
                  </a:lnTo>
                  <a:lnTo>
                    <a:pt x="5164" y="12666"/>
                  </a:lnTo>
                  <a:lnTo>
                    <a:pt x="5241" y="12641"/>
                  </a:lnTo>
                  <a:lnTo>
                    <a:pt x="5317" y="12602"/>
                  </a:lnTo>
                  <a:lnTo>
                    <a:pt x="5343" y="12577"/>
                  </a:lnTo>
                  <a:lnTo>
                    <a:pt x="5356" y="12564"/>
                  </a:lnTo>
                  <a:lnTo>
                    <a:pt x="5381" y="12500"/>
                  </a:lnTo>
                  <a:lnTo>
                    <a:pt x="5394" y="12462"/>
                  </a:lnTo>
                  <a:lnTo>
                    <a:pt x="5445" y="12423"/>
                  </a:lnTo>
                  <a:lnTo>
                    <a:pt x="5496" y="12385"/>
                  </a:lnTo>
                  <a:lnTo>
                    <a:pt x="5560" y="12385"/>
                  </a:lnTo>
                  <a:lnTo>
                    <a:pt x="5573" y="12462"/>
                  </a:lnTo>
                  <a:lnTo>
                    <a:pt x="5586" y="12500"/>
                  </a:lnTo>
                  <a:lnTo>
                    <a:pt x="5624" y="12538"/>
                  </a:lnTo>
                  <a:lnTo>
                    <a:pt x="5663" y="12577"/>
                  </a:lnTo>
                  <a:lnTo>
                    <a:pt x="5701" y="12590"/>
                  </a:lnTo>
                  <a:lnTo>
                    <a:pt x="5752" y="12602"/>
                  </a:lnTo>
                  <a:lnTo>
                    <a:pt x="5816" y="12602"/>
                  </a:lnTo>
                  <a:lnTo>
                    <a:pt x="5829" y="12526"/>
                  </a:lnTo>
                  <a:lnTo>
                    <a:pt x="5854" y="12449"/>
                  </a:lnTo>
                  <a:lnTo>
                    <a:pt x="5893" y="12372"/>
                  </a:lnTo>
                  <a:lnTo>
                    <a:pt x="5956" y="12308"/>
                  </a:lnTo>
                  <a:lnTo>
                    <a:pt x="6020" y="12270"/>
                  </a:lnTo>
                  <a:lnTo>
                    <a:pt x="6071" y="12244"/>
                  </a:lnTo>
                  <a:lnTo>
                    <a:pt x="6084" y="12219"/>
                  </a:lnTo>
                  <a:lnTo>
                    <a:pt x="6084" y="12206"/>
                  </a:lnTo>
                  <a:lnTo>
                    <a:pt x="6084" y="12193"/>
                  </a:lnTo>
                  <a:lnTo>
                    <a:pt x="6046" y="12155"/>
                  </a:lnTo>
                  <a:lnTo>
                    <a:pt x="5956" y="12117"/>
                  </a:lnTo>
                  <a:lnTo>
                    <a:pt x="6135" y="12066"/>
                  </a:lnTo>
                  <a:lnTo>
                    <a:pt x="6225" y="12040"/>
                  </a:lnTo>
                  <a:lnTo>
                    <a:pt x="6276" y="12027"/>
                  </a:lnTo>
                  <a:lnTo>
                    <a:pt x="6276" y="12002"/>
                  </a:lnTo>
                  <a:lnTo>
                    <a:pt x="6263" y="11989"/>
                  </a:lnTo>
                  <a:lnTo>
                    <a:pt x="6199" y="11976"/>
                  </a:lnTo>
                  <a:lnTo>
                    <a:pt x="6071" y="11976"/>
                  </a:lnTo>
                  <a:lnTo>
                    <a:pt x="6046" y="11963"/>
                  </a:lnTo>
                  <a:lnTo>
                    <a:pt x="6020" y="11951"/>
                  </a:lnTo>
                  <a:lnTo>
                    <a:pt x="5995" y="11899"/>
                  </a:lnTo>
                  <a:lnTo>
                    <a:pt x="5995" y="11874"/>
                  </a:lnTo>
                  <a:lnTo>
                    <a:pt x="5995" y="11861"/>
                  </a:lnTo>
                  <a:lnTo>
                    <a:pt x="6059" y="11823"/>
                  </a:lnTo>
                  <a:lnTo>
                    <a:pt x="6225" y="11772"/>
                  </a:lnTo>
                  <a:lnTo>
                    <a:pt x="6391" y="11720"/>
                  </a:lnTo>
                  <a:lnTo>
                    <a:pt x="6455" y="11695"/>
                  </a:lnTo>
                  <a:lnTo>
                    <a:pt x="6532" y="11657"/>
                  </a:lnTo>
                  <a:lnTo>
                    <a:pt x="6583" y="11618"/>
                  </a:lnTo>
                  <a:lnTo>
                    <a:pt x="6608" y="11567"/>
                  </a:lnTo>
                  <a:lnTo>
                    <a:pt x="6621" y="11529"/>
                  </a:lnTo>
                  <a:lnTo>
                    <a:pt x="6595" y="11516"/>
                  </a:lnTo>
                  <a:lnTo>
                    <a:pt x="6570" y="11503"/>
                  </a:lnTo>
                  <a:lnTo>
                    <a:pt x="6544" y="11503"/>
                  </a:lnTo>
                  <a:lnTo>
                    <a:pt x="6480" y="11490"/>
                  </a:lnTo>
                  <a:lnTo>
                    <a:pt x="6455" y="11478"/>
                  </a:lnTo>
                  <a:lnTo>
                    <a:pt x="6429" y="11452"/>
                  </a:lnTo>
                  <a:lnTo>
                    <a:pt x="6429" y="11427"/>
                  </a:lnTo>
                  <a:lnTo>
                    <a:pt x="6442" y="11401"/>
                  </a:lnTo>
                  <a:lnTo>
                    <a:pt x="6506" y="11363"/>
                  </a:lnTo>
                  <a:lnTo>
                    <a:pt x="6570" y="11324"/>
                  </a:lnTo>
                  <a:lnTo>
                    <a:pt x="6595" y="11299"/>
                  </a:lnTo>
                  <a:lnTo>
                    <a:pt x="6621" y="11286"/>
                  </a:lnTo>
                  <a:lnTo>
                    <a:pt x="6647" y="11235"/>
                  </a:lnTo>
                  <a:lnTo>
                    <a:pt x="6647" y="11209"/>
                  </a:lnTo>
                  <a:lnTo>
                    <a:pt x="6647" y="11184"/>
                  </a:lnTo>
                  <a:lnTo>
                    <a:pt x="6621" y="11158"/>
                  </a:lnTo>
                  <a:lnTo>
                    <a:pt x="6595" y="11145"/>
                  </a:lnTo>
                  <a:lnTo>
                    <a:pt x="6404" y="11145"/>
                  </a:lnTo>
                  <a:lnTo>
                    <a:pt x="6365" y="11133"/>
                  </a:lnTo>
                  <a:lnTo>
                    <a:pt x="6327" y="11107"/>
                  </a:lnTo>
                  <a:lnTo>
                    <a:pt x="6276" y="11069"/>
                  </a:lnTo>
                  <a:lnTo>
                    <a:pt x="6250" y="11030"/>
                  </a:lnTo>
                  <a:lnTo>
                    <a:pt x="6289" y="11005"/>
                  </a:lnTo>
                  <a:lnTo>
                    <a:pt x="6340" y="10992"/>
                  </a:lnTo>
                  <a:lnTo>
                    <a:pt x="6417" y="10979"/>
                  </a:lnTo>
                  <a:lnTo>
                    <a:pt x="6468" y="10966"/>
                  </a:lnTo>
                  <a:lnTo>
                    <a:pt x="6493" y="10954"/>
                  </a:lnTo>
                  <a:lnTo>
                    <a:pt x="6493" y="10928"/>
                  </a:lnTo>
                  <a:lnTo>
                    <a:pt x="6493" y="10903"/>
                  </a:lnTo>
                  <a:lnTo>
                    <a:pt x="6480" y="10890"/>
                  </a:lnTo>
                  <a:lnTo>
                    <a:pt x="6417" y="10851"/>
                  </a:lnTo>
                  <a:lnTo>
                    <a:pt x="6340" y="10826"/>
                  </a:lnTo>
                  <a:lnTo>
                    <a:pt x="6276" y="10826"/>
                  </a:lnTo>
                  <a:lnTo>
                    <a:pt x="6199" y="10813"/>
                  </a:lnTo>
                  <a:lnTo>
                    <a:pt x="6161" y="10787"/>
                  </a:lnTo>
                  <a:lnTo>
                    <a:pt x="6135" y="10749"/>
                  </a:lnTo>
                  <a:lnTo>
                    <a:pt x="6110" y="10698"/>
                  </a:lnTo>
                  <a:lnTo>
                    <a:pt x="6084" y="10672"/>
                  </a:lnTo>
                  <a:lnTo>
                    <a:pt x="6071" y="10660"/>
                  </a:lnTo>
                  <a:lnTo>
                    <a:pt x="6033" y="10647"/>
                  </a:lnTo>
                  <a:lnTo>
                    <a:pt x="5995" y="10647"/>
                  </a:lnTo>
                  <a:lnTo>
                    <a:pt x="5969" y="10660"/>
                  </a:lnTo>
                  <a:lnTo>
                    <a:pt x="5944" y="10698"/>
                  </a:lnTo>
                  <a:lnTo>
                    <a:pt x="5905" y="10749"/>
                  </a:lnTo>
                  <a:lnTo>
                    <a:pt x="5867" y="10762"/>
                  </a:lnTo>
                  <a:lnTo>
                    <a:pt x="5841" y="10775"/>
                  </a:lnTo>
                  <a:lnTo>
                    <a:pt x="5790" y="10762"/>
                  </a:lnTo>
                  <a:lnTo>
                    <a:pt x="5765" y="10736"/>
                  </a:lnTo>
                  <a:lnTo>
                    <a:pt x="5714" y="10672"/>
                  </a:lnTo>
                  <a:lnTo>
                    <a:pt x="5637" y="10596"/>
                  </a:lnTo>
                  <a:lnTo>
                    <a:pt x="5586" y="10532"/>
                  </a:lnTo>
                  <a:lnTo>
                    <a:pt x="5560" y="10506"/>
                  </a:lnTo>
                  <a:lnTo>
                    <a:pt x="5535" y="10481"/>
                  </a:lnTo>
                  <a:lnTo>
                    <a:pt x="5484" y="10532"/>
                  </a:lnTo>
                  <a:lnTo>
                    <a:pt x="5458" y="10583"/>
                  </a:lnTo>
                  <a:lnTo>
                    <a:pt x="5458" y="10634"/>
                  </a:lnTo>
                  <a:lnTo>
                    <a:pt x="5458" y="10685"/>
                  </a:lnTo>
                  <a:lnTo>
                    <a:pt x="5458" y="10749"/>
                  </a:lnTo>
                  <a:lnTo>
                    <a:pt x="5445" y="10775"/>
                  </a:lnTo>
                  <a:lnTo>
                    <a:pt x="5420" y="10800"/>
                  </a:lnTo>
                  <a:lnTo>
                    <a:pt x="5330" y="10826"/>
                  </a:lnTo>
                  <a:lnTo>
                    <a:pt x="5228" y="10864"/>
                  </a:lnTo>
                  <a:lnTo>
                    <a:pt x="5113" y="10915"/>
                  </a:lnTo>
                  <a:lnTo>
                    <a:pt x="5049" y="10941"/>
                  </a:lnTo>
                  <a:lnTo>
                    <a:pt x="4985" y="10966"/>
                  </a:lnTo>
                  <a:lnTo>
                    <a:pt x="4934" y="10979"/>
                  </a:lnTo>
                  <a:lnTo>
                    <a:pt x="4921" y="10979"/>
                  </a:lnTo>
                  <a:lnTo>
                    <a:pt x="4908" y="10966"/>
                  </a:lnTo>
                  <a:lnTo>
                    <a:pt x="4896" y="10941"/>
                  </a:lnTo>
                  <a:lnTo>
                    <a:pt x="4896" y="10928"/>
                  </a:lnTo>
                  <a:lnTo>
                    <a:pt x="4921" y="10915"/>
                  </a:lnTo>
                  <a:lnTo>
                    <a:pt x="4998" y="10890"/>
                  </a:lnTo>
                  <a:lnTo>
                    <a:pt x="5075" y="10864"/>
                  </a:lnTo>
                  <a:lnTo>
                    <a:pt x="5164" y="10813"/>
                  </a:lnTo>
                  <a:lnTo>
                    <a:pt x="5254" y="10762"/>
                  </a:lnTo>
                  <a:lnTo>
                    <a:pt x="5279" y="10736"/>
                  </a:lnTo>
                  <a:lnTo>
                    <a:pt x="5292" y="10724"/>
                  </a:lnTo>
                  <a:lnTo>
                    <a:pt x="5305" y="10672"/>
                  </a:lnTo>
                  <a:lnTo>
                    <a:pt x="5292" y="10621"/>
                  </a:lnTo>
                  <a:lnTo>
                    <a:pt x="5292" y="10570"/>
                  </a:lnTo>
                  <a:lnTo>
                    <a:pt x="5292" y="10519"/>
                  </a:lnTo>
                  <a:lnTo>
                    <a:pt x="5305" y="10494"/>
                  </a:lnTo>
                  <a:lnTo>
                    <a:pt x="5330" y="10468"/>
                  </a:lnTo>
                  <a:lnTo>
                    <a:pt x="5343" y="10455"/>
                  </a:lnTo>
                  <a:lnTo>
                    <a:pt x="5356" y="10430"/>
                  </a:lnTo>
                  <a:lnTo>
                    <a:pt x="5356" y="10404"/>
                  </a:lnTo>
                  <a:lnTo>
                    <a:pt x="5343" y="10391"/>
                  </a:lnTo>
                  <a:lnTo>
                    <a:pt x="5292" y="10353"/>
                  </a:lnTo>
                  <a:lnTo>
                    <a:pt x="5202" y="10276"/>
                  </a:lnTo>
                  <a:lnTo>
                    <a:pt x="5113" y="10187"/>
                  </a:lnTo>
                  <a:lnTo>
                    <a:pt x="5087" y="10148"/>
                  </a:lnTo>
                  <a:lnTo>
                    <a:pt x="5075" y="10123"/>
                  </a:lnTo>
                  <a:lnTo>
                    <a:pt x="5049" y="10046"/>
                  </a:lnTo>
                  <a:lnTo>
                    <a:pt x="5049" y="9880"/>
                  </a:lnTo>
                  <a:lnTo>
                    <a:pt x="4998" y="9880"/>
                  </a:lnTo>
                  <a:lnTo>
                    <a:pt x="4960" y="9867"/>
                  </a:lnTo>
                  <a:lnTo>
                    <a:pt x="4947" y="9842"/>
                  </a:lnTo>
                  <a:lnTo>
                    <a:pt x="4947" y="9803"/>
                  </a:lnTo>
                  <a:lnTo>
                    <a:pt x="4960" y="9765"/>
                  </a:lnTo>
                  <a:lnTo>
                    <a:pt x="4985" y="9752"/>
                  </a:lnTo>
                  <a:lnTo>
                    <a:pt x="5023" y="9752"/>
                  </a:lnTo>
                  <a:lnTo>
                    <a:pt x="5075" y="9739"/>
                  </a:lnTo>
                  <a:lnTo>
                    <a:pt x="5126" y="9727"/>
                  </a:lnTo>
                  <a:lnTo>
                    <a:pt x="5138" y="9701"/>
                  </a:lnTo>
                  <a:lnTo>
                    <a:pt x="5151" y="9663"/>
                  </a:lnTo>
                  <a:lnTo>
                    <a:pt x="5138" y="9637"/>
                  </a:lnTo>
                  <a:lnTo>
                    <a:pt x="5087" y="9573"/>
                  </a:lnTo>
                  <a:lnTo>
                    <a:pt x="5075" y="9535"/>
                  </a:lnTo>
                  <a:lnTo>
                    <a:pt x="5062" y="9509"/>
                  </a:lnTo>
                  <a:lnTo>
                    <a:pt x="5062" y="9420"/>
                  </a:lnTo>
                  <a:lnTo>
                    <a:pt x="5062" y="9331"/>
                  </a:lnTo>
                  <a:lnTo>
                    <a:pt x="5049" y="9267"/>
                  </a:lnTo>
                  <a:lnTo>
                    <a:pt x="5049" y="9228"/>
                  </a:lnTo>
                  <a:lnTo>
                    <a:pt x="5062" y="9190"/>
                  </a:lnTo>
                  <a:lnTo>
                    <a:pt x="5100" y="9164"/>
                  </a:lnTo>
                  <a:lnTo>
                    <a:pt x="5151" y="9152"/>
                  </a:lnTo>
                  <a:lnTo>
                    <a:pt x="5215" y="9152"/>
                  </a:lnTo>
                  <a:lnTo>
                    <a:pt x="5266" y="9164"/>
                  </a:lnTo>
                  <a:lnTo>
                    <a:pt x="5330" y="9190"/>
                  </a:lnTo>
                  <a:lnTo>
                    <a:pt x="5356" y="9203"/>
                  </a:lnTo>
                  <a:lnTo>
                    <a:pt x="5420" y="9203"/>
                  </a:lnTo>
                  <a:lnTo>
                    <a:pt x="5407" y="9152"/>
                  </a:lnTo>
                  <a:lnTo>
                    <a:pt x="5394" y="9113"/>
                  </a:lnTo>
                  <a:lnTo>
                    <a:pt x="5317" y="9037"/>
                  </a:lnTo>
                  <a:lnTo>
                    <a:pt x="5292" y="8998"/>
                  </a:lnTo>
                  <a:lnTo>
                    <a:pt x="5279" y="8960"/>
                  </a:lnTo>
                  <a:lnTo>
                    <a:pt x="5279" y="8934"/>
                  </a:lnTo>
                  <a:lnTo>
                    <a:pt x="5305" y="8883"/>
                  </a:lnTo>
                  <a:lnTo>
                    <a:pt x="5330" y="8794"/>
                  </a:lnTo>
                  <a:lnTo>
                    <a:pt x="5343" y="8755"/>
                  </a:lnTo>
                  <a:lnTo>
                    <a:pt x="5369" y="8704"/>
                  </a:lnTo>
                  <a:lnTo>
                    <a:pt x="5394" y="8691"/>
                  </a:lnTo>
                  <a:lnTo>
                    <a:pt x="5407" y="8691"/>
                  </a:lnTo>
                  <a:lnTo>
                    <a:pt x="5407" y="8679"/>
                  </a:lnTo>
                  <a:lnTo>
                    <a:pt x="5407" y="8653"/>
                  </a:lnTo>
                  <a:lnTo>
                    <a:pt x="5369" y="8602"/>
                  </a:lnTo>
                  <a:lnTo>
                    <a:pt x="5317" y="8551"/>
                  </a:lnTo>
                  <a:lnTo>
                    <a:pt x="5369" y="8525"/>
                  </a:lnTo>
                  <a:lnTo>
                    <a:pt x="5407" y="8513"/>
                  </a:lnTo>
                  <a:lnTo>
                    <a:pt x="5317" y="8449"/>
                  </a:lnTo>
                  <a:lnTo>
                    <a:pt x="5228" y="8398"/>
                  </a:lnTo>
                  <a:lnTo>
                    <a:pt x="5202" y="8359"/>
                  </a:lnTo>
                  <a:lnTo>
                    <a:pt x="5177" y="8321"/>
                  </a:lnTo>
                  <a:lnTo>
                    <a:pt x="5164" y="8282"/>
                  </a:lnTo>
                  <a:lnTo>
                    <a:pt x="5164" y="8231"/>
                  </a:lnTo>
                  <a:lnTo>
                    <a:pt x="5177" y="8167"/>
                  </a:lnTo>
                  <a:lnTo>
                    <a:pt x="5202" y="8142"/>
                  </a:lnTo>
                  <a:lnTo>
                    <a:pt x="5228" y="8129"/>
                  </a:lnTo>
                  <a:lnTo>
                    <a:pt x="5266" y="8129"/>
                  </a:lnTo>
                  <a:lnTo>
                    <a:pt x="5279" y="8142"/>
                  </a:lnTo>
                  <a:lnTo>
                    <a:pt x="5317" y="8180"/>
                  </a:lnTo>
                  <a:lnTo>
                    <a:pt x="5369" y="8206"/>
                  </a:lnTo>
                  <a:lnTo>
                    <a:pt x="5445" y="8231"/>
                  </a:lnTo>
                  <a:lnTo>
                    <a:pt x="5522" y="8244"/>
                  </a:lnTo>
                  <a:lnTo>
                    <a:pt x="5560" y="8244"/>
                  </a:lnTo>
                  <a:lnTo>
                    <a:pt x="5599" y="8231"/>
                  </a:lnTo>
                  <a:lnTo>
                    <a:pt x="5624" y="8219"/>
                  </a:lnTo>
                  <a:lnTo>
                    <a:pt x="5637" y="8206"/>
                  </a:lnTo>
                  <a:lnTo>
                    <a:pt x="5637" y="8193"/>
                  </a:lnTo>
                  <a:lnTo>
                    <a:pt x="5637" y="8167"/>
                  </a:lnTo>
                  <a:lnTo>
                    <a:pt x="5599" y="8129"/>
                  </a:lnTo>
                  <a:lnTo>
                    <a:pt x="5573" y="8091"/>
                  </a:lnTo>
                  <a:lnTo>
                    <a:pt x="5573" y="8078"/>
                  </a:lnTo>
                  <a:lnTo>
                    <a:pt x="5586" y="8052"/>
                  </a:lnTo>
                  <a:lnTo>
                    <a:pt x="5599" y="8040"/>
                  </a:lnTo>
                  <a:lnTo>
                    <a:pt x="5611" y="8027"/>
                  </a:lnTo>
                  <a:lnTo>
                    <a:pt x="5611" y="7976"/>
                  </a:lnTo>
                  <a:lnTo>
                    <a:pt x="5599" y="7925"/>
                  </a:lnTo>
                  <a:lnTo>
                    <a:pt x="5599" y="7874"/>
                  </a:lnTo>
                  <a:lnTo>
                    <a:pt x="5586" y="7822"/>
                  </a:lnTo>
                  <a:lnTo>
                    <a:pt x="5560" y="7784"/>
                  </a:lnTo>
                  <a:lnTo>
                    <a:pt x="5522" y="7733"/>
                  </a:lnTo>
                  <a:lnTo>
                    <a:pt x="5458" y="7643"/>
                  </a:lnTo>
                  <a:lnTo>
                    <a:pt x="5445" y="7592"/>
                  </a:lnTo>
                  <a:lnTo>
                    <a:pt x="5432" y="7554"/>
                  </a:lnTo>
                  <a:lnTo>
                    <a:pt x="5547" y="7541"/>
                  </a:lnTo>
                  <a:lnTo>
                    <a:pt x="5650" y="7567"/>
                  </a:lnTo>
                  <a:lnTo>
                    <a:pt x="5752" y="7605"/>
                  </a:lnTo>
                  <a:lnTo>
                    <a:pt x="5841" y="7656"/>
                  </a:lnTo>
                  <a:lnTo>
                    <a:pt x="5905" y="7695"/>
                  </a:lnTo>
                  <a:lnTo>
                    <a:pt x="5956" y="7720"/>
                  </a:lnTo>
                  <a:lnTo>
                    <a:pt x="6110" y="7720"/>
                  </a:lnTo>
                  <a:lnTo>
                    <a:pt x="6148" y="7707"/>
                  </a:lnTo>
                  <a:lnTo>
                    <a:pt x="6174" y="7695"/>
                  </a:lnTo>
                  <a:lnTo>
                    <a:pt x="6199" y="7682"/>
                  </a:lnTo>
                  <a:lnTo>
                    <a:pt x="6199" y="7656"/>
                  </a:lnTo>
                  <a:lnTo>
                    <a:pt x="6199" y="7605"/>
                  </a:lnTo>
                  <a:lnTo>
                    <a:pt x="6174" y="7541"/>
                  </a:lnTo>
                  <a:lnTo>
                    <a:pt x="6148" y="7490"/>
                  </a:lnTo>
                  <a:lnTo>
                    <a:pt x="6123" y="7426"/>
                  </a:lnTo>
                  <a:lnTo>
                    <a:pt x="6123" y="7413"/>
                  </a:lnTo>
                  <a:lnTo>
                    <a:pt x="6135" y="7388"/>
                  </a:lnTo>
                  <a:lnTo>
                    <a:pt x="6148" y="7362"/>
                  </a:lnTo>
                  <a:lnTo>
                    <a:pt x="6174" y="7350"/>
                  </a:lnTo>
                  <a:lnTo>
                    <a:pt x="6250" y="7337"/>
                  </a:lnTo>
                  <a:lnTo>
                    <a:pt x="6327" y="7350"/>
                  </a:lnTo>
                  <a:lnTo>
                    <a:pt x="6391" y="7337"/>
                  </a:lnTo>
                  <a:lnTo>
                    <a:pt x="6429" y="7324"/>
                  </a:lnTo>
                  <a:lnTo>
                    <a:pt x="6468" y="7311"/>
                  </a:lnTo>
                  <a:lnTo>
                    <a:pt x="6544" y="7234"/>
                  </a:lnTo>
                  <a:lnTo>
                    <a:pt x="6621" y="7158"/>
                  </a:lnTo>
                  <a:lnTo>
                    <a:pt x="6749" y="6992"/>
                  </a:lnTo>
                  <a:lnTo>
                    <a:pt x="6774" y="6953"/>
                  </a:lnTo>
                  <a:lnTo>
                    <a:pt x="6774" y="6902"/>
                  </a:lnTo>
                  <a:lnTo>
                    <a:pt x="6774" y="6864"/>
                  </a:lnTo>
                  <a:lnTo>
                    <a:pt x="6800" y="6826"/>
                  </a:lnTo>
                  <a:lnTo>
                    <a:pt x="6838" y="6800"/>
                  </a:lnTo>
                  <a:lnTo>
                    <a:pt x="6864" y="6800"/>
                  </a:lnTo>
                  <a:lnTo>
                    <a:pt x="6889" y="6813"/>
                  </a:lnTo>
                  <a:lnTo>
                    <a:pt x="6915" y="6838"/>
                  </a:lnTo>
                  <a:lnTo>
                    <a:pt x="6941" y="6889"/>
                  </a:lnTo>
                  <a:lnTo>
                    <a:pt x="6953" y="6915"/>
                  </a:lnTo>
                  <a:lnTo>
                    <a:pt x="6966" y="6928"/>
                  </a:lnTo>
                  <a:lnTo>
                    <a:pt x="6992" y="6941"/>
                  </a:lnTo>
                  <a:lnTo>
                    <a:pt x="7030" y="6941"/>
                  </a:lnTo>
                  <a:lnTo>
                    <a:pt x="7081" y="6915"/>
                  </a:lnTo>
                  <a:lnTo>
                    <a:pt x="7132" y="6877"/>
                  </a:lnTo>
                  <a:lnTo>
                    <a:pt x="7183" y="6826"/>
                  </a:lnTo>
                  <a:lnTo>
                    <a:pt x="7260" y="6698"/>
                  </a:lnTo>
                  <a:lnTo>
                    <a:pt x="7324" y="6621"/>
                  </a:lnTo>
                  <a:lnTo>
                    <a:pt x="7452" y="6532"/>
                  </a:lnTo>
                  <a:lnTo>
                    <a:pt x="7528" y="6493"/>
                  </a:lnTo>
                  <a:lnTo>
                    <a:pt x="7618" y="6468"/>
                  </a:lnTo>
                  <a:lnTo>
                    <a:pt x="7746" y="6442"/>
                  </a:lnTo>
                  <a:lnTo>
                    <a:pt x="7797" y="6429"/>
                  </a:lnTo>
                  <a:lnTo>
                    <a:pt x="7822" y="6417"/>
                  </a:lnTo>
                  <a:lnTo>
                    <a:pt x="7848" y="6391"/>
                  </a:lnTo>
                  <a:lnTo>
                    <a:pt x="7861" y="6353"/>
                  </a:lnTo>
                  <a:lnTo>
                    <a:pt x="7874" y="6314"/>
                  </a:lnTo>
                  <a:lnTo>
                    <a:pt x="7848" y="6225"/>
                  </a:lnTo>
                  <a:lnTo>
                    <a:pt x="7835" y="6148"/>
                  </a:lnTo>
                  <a:lnTo>
                    <a:pt x="7822" y="6097"/>
                  </a:lnTo>
                  <a:lnTo>
                    <a:pt x="7835" y="6059"/>
                  </a:lnTo>
                  <a:lnTo>
                    <a:pt x="7874" y="6008"/>
                  </a:lnTo>
                  <a:lnTo>
                    <a:pt x="7950" y="5944"/>
                  </a:lnTo>
                  <a:lnTo>
                    <a:pt x="8104" y="5829"/>
                  </a:lnTo>
                  <a:lnTo>
                    <a:pt x="8244" y="5726"/>
                  </a:lnTo>
                  <a:lnTo>
                    <a:pt x="8270" y="5701"/>
                  </a:lnTo>
                  <a:lnTo>
                    <a:pt x="8295" y="5662"/>
                  </a:lnTo>
                  <a:lnTo>
                    <a:pt x="8308" y="5637"/>
                  </a:lnTo>
                  <a:lnTo>
                    <a:pt x="8295" y="5599"/>
                  </a:lnTo>
                  <a:lnTo>
                    <a:pt x="8270" y="5586"/>
                  </a:lnTo>
                  <a:lnTo>
                    <a:pt x="8231" y="5560"/>
                  </a:lnTo>
                  <a:lnTo>
                    <a:pt x="8168" y="5522"/>
                  </a:lnTo>
                  <a:lnTo>
                    <a:pt x="8001" y="5420"/>
                  </a:lnTo>
                  <a:lnTo>
                    <a:pt x="7886" y="5356"/>
                  </a:lnTo>
                  <a:lnTo>
                    <a:pt x="7874" y="5343"/>
                  </a:lnTo>
                  <a:lnTo>
                    <a:pt x="7861" y="5330"/>
                  </a:lnTo>
                  <a:lnTo>
                    <a:pt x="7874" y="5317"/>
                  </a:lnTo>
                  <a:lnTo>
                    <a:pt x="7899" y="5305"/>
                  </a:lnTo>
                  <a:lnTo>
                    <a:pt x="8014" y="5279"/>
                  </a:lnTo>
                  <a:lnTo>
                    <a:pt x="8040" y="5266"/>
                  </a:lnTo>
                  <a:lnTo>
                    <a:pt x="8052" y="5254"/>
                  </a:lnTo>
                  <a:lnTo>
                    <a:pt x="8052" y="5228"/>
                  </a:lnTo>
                  <a:lnTo>
                    <a:pt x="8040" y="5202"/>
                  </a:lnTo>
                  <a:lnTo>
                    <a:pt x="8014" y="5177"/>
                  </a:lnTo>
                  <a:lnTo>
                    <a:pt x="7989" y="5164"/>
                  </a:lnTo>
                  <a:lnTo>
                    <a:pt x="7937" y="5138"/>
                  </a:lnTo>
                  <a:lnTo>
                    <a:pt x="7912" y="5126"/>
                  </a:lnTo>
                  <a:lnTo>
                    <a:pt x="7899" y="5113"/>
                  </a:lnTo>
                  <a:lnTo>
                    <a:pt x="7886" y="5087"/>
                  </a:lnTo>
                  <a:lnTo>
                    <a:pt x="7886" y="5049"/>
                  </a:lnTo>
                  <a:lnTo>
                    <a:pt x="7912" y="4998"/>
                  </a:lnTo>
                  <a:lnTo>
                    <a:pt x="7963" y="4947"/>
                  </a:lnTo>
                  <a:lnTo>
                    <a:pt x="8078" y="4857"/>
                  </a:lnTo>
                  <a:lnTo>
                    <a:pt x="8129" y="4806"/>
                  </a:lnTo>
                  <a:lnTo>
                    <a:pt x="8168" y="4755"/>
                  </a:lnTo>
                  <a:lnTo>
                    <a:pt x="8180" y="4704"/>
                  </a:lnTo>
                  <a:lnTo>
                    <a:pt x="8180" y="4678"/>
                  </a:lnTo>
                  <a:lnTo>
                    <a:pt x="8168" y="4640"/>
                  </a:lnTo>
                  <a:lnTo>
                    <a:pt x="8155" y="4627"/>
                  </a:lnTo>
                  <a:lnTo>
                    <a:pt x="8129" y="4602"/>
                  </a:lnTo>
                  <a:lnTo>
                    <a:pt x="8065" y="4563"/>
                  </a:lnTo>
                  <a:lnTo>
                    <a:pt x="8014" y="4538"/>
                  </a:lnTo>
                  <a:lnTo>
                    <a:pt x="7989" y="4512"/>
                  </a:lnTo>
                  <a:lnTo>
                    <a:pt x="7976" y="4499"/>
                  </a:lnTo>
                  <a:lnTo>
                    <a:pt x="7963" y="4474"/>
                  </a:lnTo>
                  <a:lnTo>
                    <a:pt x="7976" y="4448"/>
                  </a:lnTo>
                  <a:lnTo>
                    <a:pt x="8027" y="4423"/>
                  </a:lnTo>
                  <a:lnTo>
                    <a:pt x="8091" y="4397"/>
                  </a:lnTo>
                  <a:lnTo>
                    <a:pt x="8142" y="4384"/>
                  </a:lnTo>
                  <a:lnTo>
                    <a:pt x="8295" y="4359"/>
                  </a:lnTo>
                  <a:lnTo>
                    <a:pt x="8346" y="4333"/>
                  </a:lnTo>
                  <a:lnTo>
                    <a:pt x="8385" y="4282"/>
                  </a:lnTo>
                  <a:lnTo>
                    <a:pt x="8410" y="4231"/>
                  </a:lnTo>
                  <a:lnTo>
                    <a:pt x="8423" y="4154"/>
                  </a:lnTo>
                  <a:lnTo>
                    <a:pt x="8410" y="4090"/>
                  </a:lnTo>
                  <a:lnTo>
                    <a:pt x="8385" y="4039"/>
                  </a:lnTo>
                  <a:lnTo>
                    <a:pt x="8346" y="4001"/>
                  </a:lnTo>
                  <a:lnTo>
                    <a:pt x="8283" y="3975"/>
                  </a:lnTo>
                  <a:lnTo>
                    <a:pt x="8168" y="3924"/>
                  </a:lnTo>
                  <a:lnTo>
                    <a:pt x="8091" y="3899"/>
                  </a:lnTo>
                  <a:lnTo>
                    <a:pt x="8078" y="3873"/>
                  </a:lnTo>
                  <a:lnTo>
                    <a:pt x="8078" y="3860"/>
                  </a:lnTo>
                  <a:lnTo>
                    <a:pt x="8091" y="3848"/>
                  </a:lnTo>
                  <a:lnTo>
                    <a:pt x="8116" y="3835"/>
                  </a:lnTo>
                  <a:lnTo>
                    <a:pt x="8155" y="3835"/>
                  </a:lnTo>
                  <a:lnTo>
                    <a:pt x="8231" y="3848"/>
                  </a:lnTo>
                  <a:lnTo>
                    <a:pt x="8308" y="3886"/>
                  </a:lnTo>
                  <a:lnTo>
                    <a:pt x="8423" y="3950"/>
                  </a:lnTo>
                  <a:lnTo>
                    <a:pt x="8487" y="3963"/>
                  </a:lnTo>
                  <a:lnTo>
                    <a:pt x="8538" y="3975"/>
                  </a:lnTo>
                  <a:lnTo>
                    <a:pt x="8589" y="3975"/>
                  </a:lnTo>
                  <a:lnTo>
                    <a:pt x="8628" y="3950"/>
                  </a:lnTo>
                  <a:lnTo>
                    <a:pt x="8576" y="3912"/>
                  </a:lnTo>
                  <a:lnTo>
                    <a:pt x="8513" y="3886"/>
                  </a:lnTo>
                  <a:lnTo>
                    <a:pt x="8487" y="3860"/>
                  </a:lnTo>
                  <a:lnTo>
                    <a:pt x="8474" y="3848"/>
                  </a:lnTo>
                  <a:lnTo>
                    <a:pt x="8474" y="3822"/>
                  </a:lnTo>
                  <a:lnTo>
                    <a:pt x="8487" y="3784"/>
                  </a:lnTo>
                  <a:lnTo>
                    <a:pt x="8513" y="3758"/>
                  </a:lnTo>
                  <a:lnTo>
                    <a:pt x="8551" y="3745"/>
                  </a:lnTo>
                  <a:lnTo>
                    <a:pt x="8602" y="3745"/>
                  </a:lnTo>
                  <a:lnTo>
                    <a:pt x="8640" y="3758"/>
                  </a:lnTo>
                  <a:lnTo>
                    <a:pt x="8666" y="3784"/>
                  </a:lnTo>
                  <a:lnTo>
                    <a:pt x="8666" y="3809"/>
                  </a:lnTo>
                  <a:lnTo>
                    <a:pt x="8730" y="3797"/>
                  </a:lnTo>
                  <a:lnTo>
                    <a:pt x="8781" y="3758"/>
                  </a:lnTo>
                  <a:lnTo>
                    <a:pt x="8832" y="3733"/>
                  </a:lnTo>
                  <a:lnTo>
                    <a:pt x="8883" y="3707"/>
                  </a:lnTo>
                  <a:lnTo>
                    <a:pt x="8883" y="3720"/>
                  </a:lnTo>
                  <a:lnTo>
                    <a:pt x="8922" y="3745"/>
                  </a:lnTo>
                  <a:lnTo>
                    <a:pt x="8985" y="3784"/>
                  </a:lnTo>
                  <a:lnTo>
                    <a:pt x="9203" y="3784"/>
                  </a:lnTo>
                  <a:lnTo>
                    <a:pt x="9254" y="3771"/>
                  </a:lnTo>
                  <a:lnTo>
                    <a:pt x="9305" y="3745"/>
                  </a:lnTo>
                  <a:lnTo>
                    <a:pt x="9394" y="3707"/>
                  </a:lnTo>
                  <a:lnTo>
                    <a:pt x="9484" y="3694"/>
                  </a:lnTo>
                  <a:lnTo>
                    <a:pt x="9561" y="3681"/>
                  </a:lnTo>
                  <a:lnTo>
                    <a:pt x="9740" y="3681"/>
                  </a:lnTo>
                  <a:lnTo>
                    <a:pt x="9778" y="3426"/>
                  </a:lnTo>
                  <a:lnTo>
                    <a:pt x="9522" y="2927"/>
                  </a:lnTo>
                  <a:lnTo>
                    <a:pt x="9573" y="2621"/>
                  </a:lnTo>
                  <a:lnTo>
                    <a:pt x="9548" y="2378"/>
                  </a:lnTo>
                  <a:lnTo>
                    <a:pt x="9254" y="2148"/>
                  </a:lnTo>
                  <a:lnTo>
                    <a:pt x="9292" y="1752"/>
                  </a:lnTo>
                  <a:lnTo>
                    <a:pt x="9139" y="1688"/>
                  </a:lnTo>
                  <a:lnTo>
                    <a:pt x="9011" y="1074"/>
                  </a:lnTo>
                  <a:lnTo>
                    <a:pt x="8717" y="1125"/>
                  </a:lnTo>
                  <a:lnTo>
                    <a:pt x="8219" y="627"/>
                  </a:lnTo>
                  <a:lnTo>
                    <a:pt x="7733" y="461"/>
                  </a:lnTo>
                  <a:lnTo>
                    <a:pt x="7260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6" name="Google Shape;656;p60"/>
            <p:cNvSpPr/>
            <p:nvPr/>
          </p:nvSpPr>
          <p:spPr>
            <a:xfrm>
              <a:off x="3886025" y="2392425"/>
              <a:ext cx="107400" cy="91725"/>
            </a:xfrm>
            <a:custGeom>
              <a:rect b="b" l="l" r="r" t="t"/>
              <a:pathLst>
                <a:path extrusionOk="0" h="3669" w="4296">
                  <a:moveTo>
                    <a:pt x="2020" y="0"/>
                  </a:moveTo>
                  <a:lnTo>
                    <a:pt x="2007" y="243"/>
                  </a:lnTo>
                  <a:lnTo>
                    <a:pt x="1995" y="256"/>
                  </a:lnTo>
                  <a:lnTo>
                    <a:pt x="1828" y="384"/>
                  </a:lnTo>
                  <a:lnTo>
                    <a:pt x="1816" y="384"/>
                  </a:lnTo>
                  <a:lnTo>
                    <a:pt x="1598" y="460"/>
                  </a:lnTo>
                  <a:lnTo>
                    <a:pt x="1509" y="550"/>
                  </a:lnTo>
                  <a:lnTo>
                    <a:pt x="1675" y="793"/>
                  </a:lnTo>
                  <a:lnTo>
                    <a:pt x="1675" y="818"/>
                  </a:lnTo>
                  <a:lnTo>
                    <a:pt x="1573" y="959"/>
                  </a:lnTo>
                  <a:lnTo>
                    <a:pt x="1560" y="972"/>
                  </a:lnTo>
                  <a:lnTo>
                    <a:pt x="1343" y="1087"/>
                  </a:lnTo>
                  <a:lnTo>
                    <a:pt x="1343" y="1304"/>
                  </a:lnTo>
                  <a:lnTo>
                    <a:pt x="1330" y="1330"/>
                  </a:lnTo>
                  <a:lnTo>
                    <a:pt x="1177" y="1368"/>
                  </a:lnTo>
                  <a:lnTo>
                    <a:pt x="1151" y="1368"/>
                  </a:lnTo>
                  <a:lnTo>
                    <a:pt x="806" y="1202"/>
                  </a:lnTo>
                  <a:lnTo>
                    <a:pt x="742" y="1330"/>
                  </a:lnTo>
                  <a:lnTo>
                    <a:pt x="729" y="1342"/>
                  </a:lnTo>
                  <a:lnTo>
                    <a:pt x="563" y="1393"/>
                  </a:lnTo>
                  <a:lnTo>
                    <a:pt x="550" y="1406"/>
                  </a:lnTo>
                  <a:lnTo>
                    <a:pt x="52" y="1330"/>
                  </a:lnTo>
                  <a:lnTo>
                    <a:pt x="26" y="1355"/>
                  </a:lnTo>
                  <a:lnTo>
                    <a:pt x="1" y="1393"/>
                  </a:lnTo>
                  <a:lnTo>
                    <a:pt x="14" y="1432"/>
                  </a:lnTo>
                  <a:lnTo>
                    <a:pt x="26" y="1457"/>
                  </a:lnTo>
                  <a:lnTo>
                    <a:pt x="65" y="1508"/>
                  </a:lnTo>
                  <a:lnTo>
                    <a:pt x="103" y="1598"/>
                  </a:lnTo>
                  <a:lnTo>
                    <a:pt x="141" y="1675"/>
                  </a:lnTo>
                  <a:lnTo>
                    <a:pt x="269" y="1943"/>
                  </a:lnTo>
                  <a:lnTo>
                    <a:pt x="308" y="2045"/>
                  </a:lnTo>
                  <a:lnTo>
                    <a:pt x="320" y="2058"/>
                  </a:lnTo>
                  <a:lnTo>
                    <a:pt x="333" y="2084"/>
                  </a:lnTo>
                  <a:lnTo>
                    <a:pt x="359" y="2084"/>
                  </a:lnTo>
                  <a:lnTo>
                    <a:pt x="384" y="2071"/>
                  </a:lnTo>
                  <a:lnTo>
                    <a:pt x="423" y="2045"/>
                  </a:lnTo>
                  <a:lnTo>
                    <a:pt x="448" y="2007"/>
                  </a:lnTo>
                  <a:lnTo>
                    <a:pt x="474" y="1969"/>
                  </a:lnTo>
                  <a:lnTo>
                    <a:pt x="486" y="1917"/>
                  </a:lnTo>
                  <a:lnTo>
                    <a:pt x="499" y="1866"/>
                  </a:lnTo>
                  <a:lnTo>
                    <a:pt x="525" y="1802"/>
                  </a:lnTo>
                  <a:lnTo>
                    <a:pt x="576" y="1700"/>
                  </a:lnTo>
                  <a:lnTo>
                    <a:pt x="627" y="1598"/>
                  </a:lnTo>
                  <a:lnTo>
                    <a:pt x="653" y="1560"/>
                  </a:lnTo>
                  <a:lnTo>
                    <a:pt x="691" y="1521"/>
                  </a:lnTo>
                  <a:lnTo>
                    <a:pt x="780" y="1508"/>
                  </a:lnTo>
                  <a:lnTo>
                    <a:pt x="870" y="1521"/>
                  </a:lnTo>
                  <a:lnTo>
                    <a:pt x="959" y="1560"/>
                  </a:lnTo>
                  <a:lnTo>
                    <a:pt x="985" y="1585"/>
                  </a:lnTo>
                  <a:lnTo>
                    <a:pt x="1010" y="1624"/>
                  </a:lnTo>
                  <a:lnTo>
                    <a:pt x="1036" y="1662"/>
                  </a:lnTo>
                  <a:lnTo>
                    <a:pt x="1049" y="1713"/>
                  </a:lnTo>
                  <a:lnTo>
                    <a:pt x="1074" y="1815"/>
                  </a:lnTo>
                  <a:lnTo>
                    <a:pt x="1087" y="2032"/>
                  </a:lnTo>
                  <a:lnTo>
                    <a:pt x="1087" y="2071"/>
                  </a:lnTo>
                  <a:lnTo>
                    <a:pt x="1113" y="2122"/>
                  </a:lnTo>
                  <a:lnTo>
                    <a:pt x="1138" y="2148"/>
                  </a:lnTo>
                  <a:lnTo>
                    <a:pt x="1177" y="2186"/>
                  </a:lnTo>
                  <a:lnTo>
                    <a:pt x="1356" y="2314"/>
                  </a:lnTo>
                  <a:lnTo>
                    <a:pt x="1483" y="2390"/>
                  </a:lnTo>
                  <a:lnTo>
                    <a:pt x="1560" y="2441"/>
                  </a:lnTo>
                  <a:lnTo>
                    <a:pt x="1586" y="2467"/>
                  </a:lnTo>
                  <a:lnTo>
                    <a:pt x="1586" y="2493"/>
                  </a:lnTo>
                  <a:lnTo>
                    <a:pt x="1496" y="2505"/>
                  </a:lnTo>
                  <a:lnTo>
                    <a:pt x="1458" y="2518"/>
                  </a:lnTo>
                  <a:lnTo>
                    <a:pt x="1407" y="2544"/>
                  </a:lnTo>
                  <a:lnTo>
                    <a:pt x="1381" y="2556"/>
                  </a:lnTo>
                  <a:lnTo>
                    <a:pt x="1381" y="2595"/>
                  </a:lnTo>
                  <a:lnTo>
                    <a:pt x="1381" y="2633"/>
                  </a:lnTo>
                  <a:lnTo>
                    <a:pt x="1394" y="2659"/>
                  </a:lnTo>
                  <a:lnTo>
                    <a:pt x="1432" y="2710"/>
                  </a:lnTo>
                  <a:lnTo>
                    <a:pt x="1483" y="2735"/>
                  </a:lnTo>
                  <a:lnTo>
                    <a:pt x="1586" y="2787"/>
                  </a:lnTo>
                  <a:lnTo>
                    <a:pt x="1701" y="2850"/>
                  </a:lnTo>
                  <a:lnTo>
                    <a:pt x="1752" y="2889"/>
                  </a:lnTo>
                  <a:lnTo>
                    <a:pt x="1803" y="2927"/>
                  </a:lnTo>
                  <a:lnTo>
                    <a:pt x="1880" y="3004"/>
                  </a:lnTo>
                  <a:lnTo>
                    <a:pt x="1918" y="3042"/>
                  </a:lnTo>
                  <a:lnTo>
                    <a:pt x="1931" y="3080"/>
                  </a:lnTo>
                  <a:lnTo>
                    <a:pt x="1943" y="3132"/>
                  </a:lnTo>
                  <a:lnTo>
                    <a:pt x="1956" y="3183"/>
                  </a:lnTo>
                  <a:lnTo>
                    <a:pt x="1969" y="3221"/>
                  </a:lnTo>
                  <a:lnTo>
                    <a:pt x="1982" y="3272"/>
                  </a:lnTo>
                  <a:lnTo>
                    <a:pt x="2007" y="3311"/>
                  </a:lnTo>
                  <a:lnTo>
                    <a:pt x="2033" y="3323"/>
                  </a:lnTo>
                  <a:lnTo>
                    <a:pt x="2071" y="3323"/>
                  </a:lnTo>
                  <a:lnTo>
                    <a:pt x="2110" y="3311"/>
                  </a:lnTo>
                  <a:lnTo>
                    <a:pt x="2161" y="3285"/>
                  </a:lnTo>
                  <a:lnTo>
                    <a:pt x="2225" y="3272"/>
                  </a:lnTo>
                  <a:lnTo>
                    <a:pt x="2301" y="3247"/>
                  </a:lnTo>
                  <a:lnTo>
                    <a:pt x="2365" y="3221"/>
                  </a:lnTo>
                  <a:lnTo>
                    <a:pt x="2429" y="3208"/>
                  </a:lnTo>
                  <a:lnTo>
                    <a:pt x="2455" y="3221"/>
                  </a:lnTo>
                  <a:lnTo>
                    <a:pt x="2480" y="3234"/>
                  </a:lnTo>
                  <a:lnTo>
                    <a:pt x="2519" y="3259"/>
                  </a:lnTo>
                  <a:lnTo>
                    <a:pt x="2570" y="3285"/>
                  </a:lnTo>
                  <a:lnTo>
                    <a:pt x="2634" y="3285"/>
                  </a:lnTo>
                  <a:lnTo>
                    <a:pt x="2710" y="3311"/>
                  </a:lnTo>
                  <a:lnTo>
                    <a:pt x="2787" y="3336"/>
                  </a:lnTo>
                  <a:lnTo>
                    <a:pt x="2838" y="3374"/>
                  </a:lnTo>
                  <a:lnTo>
                    <a:pt x="2876" y="3413"/>
                  </a:lnTo>
                  <a:lnTo>
                    <a:pt x="2940" y="3438"/>
                  </a:lnTo>
                  <a:lnTo>
                    <a:pt x="2991" y="3477"/>
                  </a:lnTo>
                  <a:lnTo>
                    <a:pt x="3055" y="3541"/>
                  </a:lnTo>
                  <a:lnTo>
                    <a:pt x="3119" y="3604"/>
                  </a:lnTo>
                  <a:lnTo>
                    <a:pt x="3170" y="3643"/>
                  </a:lnTo>
                  <a:lnTo>
                    <a:pt x="3234" y="3668"/>
                  </a:lnTo>
                  <a:lnTo>
                    <a:pt x="3285" y="3668"/>
                  </a:lnTo>
                  <a:lnTo>
                    <a:pt x="3337" y="3592"/>
                  </a:lnTo>
                  <a:lnTo>
                    <a:pt x="3043" y="3311"/>
                  </a:lnTo>
                  <a:lnTo>
                    <a:pt x="3043" y="3298"/>
                  </a:lnTo>
                  <a:lnTo>
                    <a:pt x="3017" y="3196"/>
                  </a:lnTo>
                  <a:lnTo>
                    <a:pt x="2889" y="3170"/>
                  </a:lnTo>
                  <a:lnTo>
                    <a:pt x="2506" y="2876"/>
                  </a:lnTo>
                  <a:lnTo>
                    <a:pt x="2429" y="2748"/>
                  </a:lnTo>
                  <a:lnTo>
                    <a:pt x="2020" y="2365"/>
                  </a:lnTo>
                  <a:lnTo>
                    <a:pt x="2007" y="2352"/>
                  </a:lnTo>
                  <a:lnTo>
                    <a:pt x="1982" y="2186"/>
                  </a:lnTo>
                  <a:lnTo>
                    <a:pt x="1726" y="1930"/>
                  </a:lnTo>
                  <a:lnTo>
                    <a:pt x="1726" y="1917"/>
                  </a:lnTo>
                  <a:lnTo>
                    <a:pt x="1675" y="1700"/>
                  </a:lnTo>
                  <a:lnTo>
                    <a:pt x="1675" y="1687"/>
                  </a:lnTo>
                  <a:lnTo>
                    <a:pt x="1777" y="1445"/>
                  </a:lnTo>
                  <a:lnTo>
                    <a:pt x="1816" y="1432"/>
                  </a:lnTo>
                  <a:lnTo>
                    <a:pt x="2097" y="1598"/>
                  </a:lnTo>
                  <a:lnTo>
                    <a:pt x="2455" y="1330"/>
                  </a:lnTo>
                  <a:lnTo>
                    <a:pt x="2480" y="1330"/>
                  </a:lnTo>
                  <a:lnTo>
                    <a:pt x="3119" y="1393"/>
                  </a:lnTo>
                  <a:lnTo>
                    <a:pt x="3337" y="1342"/>
                  </a:lnTo>
                  <a:lnTo>
                    <a:pt x="3579" y="1381"/>
                  </a:lnTo>
                  <a:lnTo>
                    <a:pt x="3912" y="1266"/>
                  </a:lnTo>
                  <a:lnTo>
                    <a:pt x="3937" y="1278"/>
                  </a:lnTo>
                  <a:lnTo>
                    <a:pt x="4052" y="1496"/>
                  </a:lnTo>
                  <a:lnTo>
                    <a:pt x="4155" y="1521"/>
                  </a:lnTo>
                  <a:lnTo>
                    <a:pt x="4295" y="1496"/>
                  </a:lnTo>
                  <a:lnTo>
                    <a:pt x="4257" y="1202"/>
                  </a:lnTo>
                  <a:lnTo>
                    <a:pt x="4142" y="1125"/>
                  </a:lnTo>
                  <a:lnTo>
                    <a:pt x="4129" y="1112"/>
                  </a:lnTo>
                  <a:lnTo>
                    <a:pt x="4039" y="959"/>
                  </a:lnTo>
                  <a:lnTo>
                    <a:pt x="3873" y="844"/>
                  </a:lnTo>
                  <a:lnTo>
                    <a:pt x="3861" y="831"/>
                  </a:lnTo>
                  <a:lnTo>
                    <a:pt x="3784" y="588"/>
                  </a:lnTo>
                  <a:lnTo>
                    <a:pt x="3579" y="691"/>
                  </a:lnTo>
                  <a:lnTo>
                    <a:pt x="3567" y="703"/>
                  </a:lnTo>
                  <a:lnTo>
                    <a:pt x="3068" y="767"/>
                  </a:lnTo>
                  <a:lnTo>
                    <a:pt x="3055" y="767"/>
                  </a:lnTo>
                  <a:lnTo>
                    <a:pt x="2404" y="409"/>
                  </a:lnTo>
                  <a:lnTo>
                    <a:pt x="2391" y="397"/>
                  </a:lnTo>
                  <a:lnTo>
                    <a:pt x="2327" y="218"/>
                  </a:lnTo>
                  <a:lnTo>
                    <a:pt x="2020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7" name="Google Shape;657;p60"/>
            <p:cNvSpPr/>
            <p:nvPr/>
          </p:nvSpPr>
          <p:spPr>
            <a:xfrm>
              <a:off x="3750550" y="2364625"/>
              <a:ext cx="80225" cy="49225"/>
            </a:xfrm>
            <a:custGeom>
              <a:rect b="b" l="l" r="r" t="t"/>
              <a:pathLst>
                <a:path extrusionOk="0" h="1969" w="3209">
                  <a:moveTo>
                    <a:pt x="2071" y="0"/>
                  </a:moveTo>
                  <a:lnTo>
                    <a:pt x="1956" y="39"/>
                  </a:lnTo>
                  <a:lnTo>
                    <a:pt x="1931" y="294"/>
                  </a:lnTo>
                  <a:lnTo>
                    <a:pt x="1905" y="320"/>
                  </a:lnTo>
                  <a:lnTo>
                    <a:pt x="1624" y="243"/>
                  </a:lnTo>
                  <a:lnTo>
                    <a:pt x="1471" y="307"/>
                  </a:lnTo>
                  <a:lnTo>
                    <a:pt x="1445" y="307"/>
                  </a:lnTo>
                  <a:lnTo>
                    <a:pt x="1343" y="282"/>
                  </a:lnTo>
                  <a:lnTo>
                    <a:pt x="1177" y="384"/>
                  </a:lnTo>
                  <a:lnTo>
                    <a:pt x="1151" y="384"/>
                  </a:lnTo>
                  <a:lnTo>
                    <a:pt x="1010" y="307"/>
                  </a:lnTo>
                  <a:lnTo>
                    <a:pt x="832" y="333"/>
                  </a:lnTo>
                  <a:lnTo>
                    <a:pt x="780" y="461"/>
                  </a:lnTo>
                  <a:lnTo>
                    <a:pt x="844" y="563"/>
                  </a:lnTo>
                  <a:lnTo>
                    <a:pt x="844" y="588"/>
                  </a:lnTo>
                  <a:lnTo>
                    <a:pt x="793" y="703"/>
                  </a:lnTo>
                  <a:lnTo>
                    <a:pt x="780" y="716"/>
                  </a:lnTo>
                  <a:lnTo>
                    <a:pt x="563" y="793"/>
                  </a:lnTo>
                  <a:lnTo>
                    <a:pt x="295" y="1112"/>
                  </a:lnTo>
                  <a:lnTo>
                    <a:pt x="167" y="1330"/>
                  </a:lnTo>
                  <a:lnTo>
                    <a:pt x="1" y="1547"/>
                  </a:lnTo>
                  <a:lnTo>
                    <a:pt x="65" y="1675"/>
                  </a:lnTo>
                  <a:lnTo>
                    <a:pt x="256" y="1624"/>
                  </a:lnTo>
                  <a:lnTo>
                    <a:pt x="333" y="1432"/>
                  </a:lnTo>
                  <a:lnTo>
                    <a:pt x="359" y="1419"/>
                  </a:lnTo>
                  <a:lnTo>
                    <a:pt x="538" y="1406"/>
                  </a:lnTo>
                  <a:lnTo>
                    <a:pt x="550" y="1406"/>
                  </a:lnTo>
                  <a:lnTo>
                    <a:pt x="665" y="1483"/>
                  </a:lnTo>
                  <a:lnTo>
                    <a:pt x="678" y="1509"/>
                  </a:lnTo>
                  <a:lnTo>
                    <a:pt x="780" y="1930"/>
                  </a:lnTo>
                  <a:lnTo>
                    <a:pt x="883" y="1969"/>
                  </a:lnTo>
                  <a:lnTo>
                    <a:pt x="1049" y="1918"/>
                  </a:lnTo>
                  <a:lnTo>
                    <a:pt x="1062" y="1918"/>
                  </a:lnTo>
                  <a:lnTo>
                    <a:pt x="1432" y="1930"/>
                  </a:lnTo>
                  <a:lnTo>
                    <a:pt x="1534" y="1879"/>
                  </a:lnTo>
                  <a:lnTo>
                    <a:pt x="1509" y="1764"/>
                  </a:lnTo>
                  <a:lnTo>
                    <a:pt x="1509" y="1751"/>
                  </a:lnTo>
                  <a:lnTo>
                    <a:pt x="1713" y="1470"/>
                  </a:lnTo>
                  <a:lnTo>
                    <a:pt x="1752" y="1457"/>
                  </a:lnTo>
                  <a:lnTo>
                    <a:pt x="1854" y="1483"/>
                  </a:lnTo>
                  <a:lnTo>
                    <a:pt x="1867" y="1521"/>
                  </a:lnTo>
                  <a:lnTo>
                    <a:pt x="1854" y="1662"/>
                  </a:lnTo>
                  <a:lnTo>
                    <a:pt x="2058" y="1803"/>
                  </a:lnTo>
                  <a:lnTo>
                    <a:pt x="2186" y="1943"/>
                  </a:lnTo>
                  <a:lnTo>
                    <a:pt x="2391" y="1700"/>
                  </a:lnTo>
                  <a:lnTo>
                    <a:pt x="2391" y="1457"/>
                  </a:lnTo>
                  <a:lnTo>
                    <a:pt x="2404" y="1445"/>
                  </a:lnTo>
                  <a:lnTo>
                    <a:pt x="2467" y="1406"/>
                  </a:lnTo>
                  <a:lnTo>
                    <a:pt x="2506" y="1406"/>
                  </a:lnTo>
                  <a:lnTo>
                    <a:pt x="2698" y="1547"/>
                  </a:lnTo>
                  <a:lnTo>
                    <a:pt x="2953" y="1560"/>
                  </a:lnTo>
                  <a:lnTo>
                    <a:pt x="2979" y="1381"/>
                  </a:lnTo>
                  <a:lnTo>
                    <a:pt x="2991" y="1355"/>
                  </a:lnTo>
                  <a:lnTo>
                    <a:pt x="3196" y="1304"/>
                  </a:lnTo>
                  <a:lnTo>
                    <a:pt x="3132" y="1176"/>
                  </a:lnTo>
                  <a:lnTo>
                    <a:pt x="3145" y="1151"/>
                  </a:lnTo>
                  <a:lnTo>
                    <a:pt x="3209" y="1112"/>
                  </a:lnTo>
                  <a:lnTo>
                    <a:pt x="3196" y="1023"/>
                  </a:lnTo>
                  <a:lnTo>
                    <a:pt x="2953" y="1010"/>
                  </a:lnTo>
                  <a:lnTo>
                    <a:pt x="2928" y="997"/>
                  </a:lnTo>
                  <a:lnTo>
                    <a:pt x="2851" y="882"/>
                  </a:lnTo>
                  <a:lnTo>
                    <a:pt x="2608" y="908"/>
                  </a:lnTo>
                  <a:lnTo>
                    <a:pt x="2582" y="882"/>
                  </a:lnTo>
                  <a:lnTo>
                    <a:pt x="2544" y="639"/>
                  </a:lnTo>
                  <a:lnTo>
                    <a:pt x="2557" y="627"/>
                  </a:lnTo>
                  <a:lnTo>
                    <a:pt x="2646" y="550"/>
                  </a:lnTo>
                  <a:lnTo>
                    <a:pt x="2710" y="486"/>
                  </a:lnTo>
                  <a:lnTo>
                    <a:pt x="2659" y="346"/>
                  </a:lnTo>
                  <a:lnTo>
                    <a:pt x="2659" y="333"/>
                  </a:lnTo>
                  <a:lnTo>
                    <a:pt x="2646" y="333"/>
                  </a:lnTo>
                  <a:lnTo>
                    <a:pt x="2659" y="243"/>
                  </a:lnTo>
                  <a:lnTo>
                    <a:pt x="2071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8" name="Google Shape;658;p60"/>
            <p:cNvSpPr/>
            <p:nvPr/>
          </p:nvSpPr>
          <p:spPr>
            <a:xfrm>
              <a:off x="3846725" y="2146400"/>
              <a:ext cx="28475" cy="35475"/>
            </a:xfrm>
            <a:custGeom>
              <a:rect b="b" l="l" r="r" t="t"/>
              <a:pathLst>
                <a:path extrusionOk="0" h="1419" w="1139">
                  <a:moveTo>
                    <a:pt x="410" y="0"/>
                  </a:moveTo>
                  <a:lnTo>
                    <a:pt x="384" y="13"/>
                  </a:lnTo>
                  <a:lnTo>
                    <a:pt x="359" y="13"/>
                  </a:lnTo>
                  <a:lnTo>
                    <a:pt x="346" y="26"/>
                  </a:lnTo>
                  <a:lnTo>
                    <a:pt x="333" y="77"/>
                  </a:lnTo>
                  <a:lnTo>
                    <a:pt x="346" y="103"/>
                  </a:lnTo>
                  <a:lnTo>
                    <a:pt x="346" y="115"/>
                  </a:lnTo>
                  <a:lnTo>
                    <a:pt x="359" y="128"/>
                  </a:lnTo>
                  <a:lnTo>
                    <a:pt x="397" y="141"/>
                  </a:lnTo>
                  <a:lnTo>
                    <a:pt x="384" y="192"/>
                  </a:lnTo>
                  <a:lnTo>
                    <a:pt x="359" y="230"/>
                  </a:lnTo>
                  <a:lnTo>
                    <a:pt x="320" y="243"/>
                  </a:lnTo>
                  <a:lnTo>
                    <a:pt x="269" y="230"/>
                  </a:lnTo>
                  <a:lnTo>
                    <a:pt x="167" y="205"/>
                  </a:lnTo>
                  <a:lnTo>
                    <a:pt x="116" y="192"/>
                  </a:lnTo>
                  <a:lnTo>
                    <a:pt x="77" y="192"/>
                  </a:lnTo>
                  <a:lnTo>
                    <a:pt x="52" y="205"/>
                  </a:lnTo>
                  <a:lnTo>
                    <a:pt x="39" y="243"/>
                  </a:lnTo>
                  <a:lnTo>
                    <a:pt x="26" y="320"/>
                  </a:lnTo>
                  <a:lnTo>
                    <a:pt x="26" y="358"/>
                  </a:lnTo>
                  <a:lnTo>
                    <a:pt x="39" y="371"/>
                  </a:lnTo>
                  <a:lnTo>
                    <a:pt x="103" y="397"/>
                  </a:lnTo>
                  <a:lnTo>
                    <a:pt x="103" y="473"/>
                  </a:lnTo>
                  <a:lnTo>
                    <a:pt x="77" y="537"/>
                  </a:lnTo>
                  <a:lnTo>
                    <a:pt x="52" y="575"/>
                  </a:lnTo>
                  <a:lnTo>
                    <a:pt x="26" y="614"/>
                  </a:lnTo>
                  <a:lnTo>
                    <a:pt x="1" y="652"/>
                  </a:lnTo>
                  <a:lnTo>
                    <a:pt x="1" y="690"/>
                  </a:lnTo>
                  <a:lnTo>
                    <a:pt x="14" y="754"/>
                  </a:lnTo>
                  <a:lnTo>
                    <a:pt x="26" y="806"/>
                  </a:lnTo>
                  <a:lnTo>
                    <a:pt x="65" y="908"/>
                  </a:lnTo>
                  <a:lnTo>
                    <a:pt x="103" y="946"/>
                  </a:lnTo>
                  <a:lnTo>
                    <a:pt x="129" y="959"/>
                  </a:lnTo>
                  <a:lnTo>
                    <a:pt x="180" y="972"/>
                  </a:lnTo>
                  <a:lnTo>
                    <a:pt x="231" y="984"/>
                  </a:lnTo>
                  <a:lnTo>
                    <a:pt x="269" y="997"/>
                  </a:lnTo>
                  <a:lnTo>
                    <a:pt x="282" y="1023"/>
                  </a:lnTo>
                  <a:lnTo>
                    <a:pt x="295" y="1036"/>
                  </a:lnTo>
                  <a:lnTo>
                    <a:pt x="295" y="1074"/>
                  </a:lnTo>
                  <a:lnTo>
                    <a:pt x="282" y="1112"/>
                  </a:lnTo>
                  <a:lnTo>
                    <a:pt x="269" y="1202"/>
                  </a:lnTo>
                  <a:lnTo>
                    <a:pt x="269" y="1240"/>
                  </a:lnTo>
                  <a:lnTo>
                    <a:pt x="282" y="1278"/>
                  </a:lnTo>
                  <a:lnTo>
                    <a:pt x="295" y="1304"/>
                  </a:lnTo>
                  <a:lnTo>
                    <a:pt x="333" y="1330"/>
                  </a:lnTo>
                  <a:lnTo>
                    <a:pt x="461" y="1381"/>
                  </a:lnTo>
                  <a:lnTo>
                    <a:pt x="589" y="1419"/>
                  </a:lnTo>
                  <a:lnTo>
                    <a:pt x="601" y="1368"/>
                  </a:lnTo>
                  <a:lnTo>
                    <a:pt x="589" y="1317"/>
                  </a:lnTo>
                  <a:lnTo>
                    <a:pt x="589" y="1253"/>
                  </a:lnTo>
                  <a:lnTo>
                    <a:pt x="576" y="1202"/>
                  </a:lnTo>
                  <a:lnTo>
                    <a:pt x="589" y="1151"/>
                  </a:lnTo>
                  <a:lnTo>
                    <a:pt x="601" y="1138"/>
                  </a:lnTo>
                  <a:lnTo>
                    <a:pt x="895" y="1138"/>
                  </a:lnTo>
                  <a:lnTo>
                    <a:pt x="908" y="1125"/>
                  </a:lnTo>
                  <a:lnTo>
                    <a:pt x="921" y="1112"/>
                  </a:lnTo>
                  <a:lnTo>
                    <a:pt x="934" y="1087"/>
                  </a:lnTo>
                  <a:lnTo>
                    <a:pt x="921" y="1048"/>
                  </a:lnTo>
                  <a:lnTo>
                    <a:pt x="921" y="1010"/>
                  </a:lnTo>
                  <a:lnTo>
                    <a:pt x="908" y="984"/>
                  </a:lnTo>
                  <a:lnTo>
                    <a:pt x="870" y="959"/>
                  </a:lnTo>
                  <a:lnTo>
                    <a:pt x="832" y="921"/>
                  </a:lnTo>
                  <a:lnTo>
                    <a:pt x="819" y="895"/>
                  </a:lnTo>
                  <a:lnTo>
                    <a:pt x="819" y="857"/>
                  </a:lnTo>
                  <a:lnTo>
                    <a:pt x="832" y="793"/>
                  </a:lnTo>
                  <a:lnTo>
                    <a:pt x="857" y="742"/>
                  </a:lnTo>
                  <a:lnTo>
                    <a:pt x="883" y="703"/>
                  </a:lnTo>
                  <a:lnTo>
                    <a:pt x="934" y="665"/>
                  </a:lnTo>
                  <a:lnTo>
                    <a:pt x="1036" y="627"/>
                  </a:lnTo>
                  <a:lnTo>
                    <a:pt x="1062" y="588"/>
                  </a:lnTo>
                  <a:lnTo>
                    <a:pt x="1087" y="537"/>
                  </a:lnTo>
                  <a:lnTo>
                    <a:pt x="1113" y="448"/>
                  </a:lnTo>
                  <a:lnTo>
                    <a:pt x="1138" y="333"/>
                  </a:lnTo>
                  <a:lnTo>
                    <a:pt x="1138" y="269"/>
                  </a:lnTo>
                  <a:lnTo>
                    <a:pt x="1138" y="218"/>
                  </a:lnTo>
                  <a:lnTo>
                    <a:pt x="1125" y="166"/>
                  </a:lnTo>
                  <a:lnTo>
                    <a:pt x="1100" y="128"/>
                  </a:lnTo>
                  <a:lnTo>
                    <a:pt x="985" y="0"/>
                  </a:lnTo>
                  <a:lnTo>
                    <a:pt x="819" y="64"/>
                  </a:lnTo>
                  <a:lnTo>
                    <a:pt x="793" y="90"/>
                  </a:lnTo>
                  <a:lnTo>
                    <a:pt x="780" y="103"/>
                  </a:lnTo>
                  <a:lnTo>
                    <a:pt x="780" y="128"/>
                  </a:lnTo>
                  <a:lnTo>
                    <a:pt x="780" y="166"/>
                  </a:lnTo>
                  <a:lnTo>
                    <a:pt x="793" y="218"/>
                  </a:lnTo>
                  <a:lnTo>
                    <a:pt x="768" y="269"/>
                  </a:lnTo>
                  <a:lnTo>
                    <a:pt x="742" y="307"/>
                  </a:lnTo>
                  <a:lnTo>
                    <a:pt x="704" y="345"/>
                  </a:lnTo>
                  <a:lnTo>
                    <a:pt x="640" y="384"/>
                  </a:lnTo>
                  <a:lnTo>
                    <a:pt x="576" y="397"/>
                  </a:lnTo>
                  <a:lnTo>
                    <a:pt x="550" y="384"/>
                  </a:lnTo>
                  <a:lnTo>
                    <a:pt x="538" y="371"/>
                  </a:lnTo>
                  <a:lnTo>
                    <a:pt x="525" y="345"/>
                  </a:lnTo>
                  <a:lnTo>
                    <a:pt x="525" y="307"/>
                  </a:lnTo>
                  <a:lnTo>
                    <a:pt x="550" y="243"/>
                  </a:lnTo>
                  <a:lnTo>
                    <a:pt x="576" y="192"/>
                  </a:lnTo>
                  <a:lnTo>
                    <a:pt x="614" y="154"/>
                  </a:lnTo>
                  <a:lnTo>
                    <a:pt x="627" y="103"/>
                  </a:lnTo>
                  <a:lnTo>
                    <a:pt x="576" y="77"/>
                  </a:lnTo>
                  <a:lnTo>
                    <a:pt x="512" y="39"/>
                  </a:lnTo>
                  <a:lnTo>
                    <a:pt x="435" y="13"/>
                  </a:lnTo>
                  <a:lnTo>
                    <a:pt x="410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9" name="Google Shape;659;p60"/>
            <p:cNvSpPr/>
            <p:nvPr/>
          </p:nvSpPr>
          <p:spPr>
            <a:xfrm>
              <a:off x="3789850" y="2090150"/>
              <a:ext cx="56275" cy="93650"/>
            </a:xfrm>
            <a:custGeom>
              <a:rect b="b" l="l" r="r" t="t"/>
              <a:pathLst>
                <a:path extrusionOk="0" h="3746" w="2251">
                  <a:moveTo>
                    <a:pt x="2020" y="1"/>
                  </a:moveTo>
                  <a:lnTo>
                    <a:pt x="1943" y="14"/>
                  </a:lnTo>
                  <a:lnTo>
                    <a:pt x="1880" y="27"/>
                  </a:lnTo>
                  <a:lnTo>
                    <a:pt x="1777" y="103"/>
                  </a:lnTo>
                  <a:lnTo>
                    <a:pt x="1701" y="142"/>
                  </a:lnTo>
                  <a:lnTo>
                    <a:pt x="1624" y="154"/>
                  </a:lnTo>
                  <a:lnTo>
                    <a:pt x="1547" y="167"/>
                  </a:lnTo>
                  <a:lnTo>
                    <a:pt x="1483" y="205"/>
                  </a:lnTo>
                  <a:lnTo>
                    <a:pt x="1445" y="231"/>
                  </a:lnTo>
                  <a:lnTo>
                    <a:pt x="1419" y="257"/>
                  </a:lnTo>
                  <a:lnTo>
                    <a:pt x="1407" y="295"/>
                  </a:lnTo>
                  <a:lnTo>
                    <a:pt x="1394" y="320"/>
                  </a:lnTo>
                  <a:lnTo>
                    <a:pt x="1381" y="410"/>
                  </a:lnTo>
                  <a:lnTo>
                    <a:pt x="1381" y="487"/>
                  </a:lnTo>
                  <a:lnTo>
                    <a:pt x="1356" y="551"/>
                  </a:lnTo>
                  <a:lnTo>
                    <a:pt x="1330" y="614"/>
                  </a:lnTo>
                  <a:lnTo>
                    <a:pt x="1292" y="678"/>
                  </a:lnTo>
                  <a:lnTo>
                    <a:pt x="1253" y="729"/>
                  </a:lnTo>
                  <a:lnTo>
                    <a:pt x="1177" y="781"/>
                  </a:lnTo>
                  <a:lnTo>
                    <a:pt x="1100" y="819"/>
                  </a:lnTo>
                  <a:lnTo>
                    <a:pt x="1010" y="832"/>
                  </a:lnTo>
                  <a:lnTo>
                    <a:pt x="908" y="844"/>
                  </a:lnTo>
                  <a:lnTo>
                    <a:pt x="729" y="844"/>
                  </a:lnTo>
                  <a:lnTo>
                    <a:pt x="640" y="857"/>
                  </a:lnTo>
                  <a:lnTo>
                    <a:pt x="550" y="883"/>
                  </a:lnTo>
                  <a:lnTo>
                    <a:pt x="474" y="934"/>
                  </a:lnTo>
                  <a:lnTo>
                    <a:pt x="397" y="998"/>
                  </a:lnTo>
                  <a:lnTo>
                    <a:pt x="346" y="1075"/>
                  </a:lnTo>
                  <a:lnTo>
                    <a:pt x="308" y="1151"/>
                  </a:lnTo>
                  <a:lnTo>
                    <a:pt x="295" y="1190"/>
                  </a:lnTo>
                  <a:lnTo>
                    <a:pt x="308" y="1228"/>
                  </a:lnTo>
                  <a:lnTo>
                    <a:pt x="308" y="1253"/>
                  </a:lnTo>
                  <a:lnTo>
                    <a:pt x="320" y="1279"/>
                  </a:lnTo>
                  <a:lnTo>
                    <a:pt x="371" y="1330"/>
                  </a:lnTo>
                  <a:lnTo>
                    <a:pt x="423" y="1381"/>
                  </a:lnTo>
                  <a:lnTo>
                    <a:pt x="448" y="1432"/>
                  </a:lnTo>
                  <a:lnTo>
                    <a:pt x="474" y="1458"/>
                  </a:lnTo>
                  <a:lnTo>
                    <a:pt x="474" y="1483"/>
                  </a:lnTo>
                  <a:lnTo>
                    <a:pt x="461" y="1509"/>
                  </a:lnTo>
                  <a:lnTo>
                    <a:pt x="397" y="1535"/>
                  </a:lnTo>
                  <a:lnTo>
                    <a:pt x="320" y="1560"/>
                  </a:lnTo>
                  <a:lnTo>
                    <a:pt x="282" y="1573"/>
                  </a:lnTo>
                  <a:lnTo>
                    <a:pt x="256" y="1586"/>
                  </a:lnTo>
                  <a:lnTo>
                    <a:pt x="244" y="1611"/>
                  </a:lnTo>
                  <a:lnTo>
                    <a:pt x="231" y="1637"/>
                  </a:lnTo>
                  <a:lnTo>
                    <a:pt x="231" y="1688"/>
                  </a:lnTo>
                  <a:lnTo>
                    <a:pt x="218" y="1726"/>
                  </a:lnTo>
                  <a:lnTo>
                    <a:pt x="205" y="1752"/>
                  </a:lnTo>
                  <a:lnTo>
                    <a:pt x="154" y="1803"/>
                  </a:lnTo>
                  <a:lnTo>
                    <a:pt x="103" y="1841"/>
                  </a:lnTo>
                  <a:lnTo>
                    <a:pt x="78" y="1867"/>
                  </a:lnTo>
                  <a:lnTo>
                    <a:pt x="65" y="1892"/>
                  </a:lnTo>
                  <a:lnTo>
                    <a:pt x="52" y="1918"/>
                  </a:lnTo>
                  <a:lnTo>
                    <a:pt x="52" y="1969"/>
                  </a:lnTo>
                  <a:lnTo>
                    <a:pt x="65" y="2135"/>
                  </a:lnTo>
                  <a:lnTo>
                    <a:pt x="65" y="2225"/>
                  </a:lnTo>
                  <a:lnTo>
                    <a:pt x="52" y="2314"/>
                  </a:lnTo>
                  <a:lnTo>
                    <a:pt x="14" y="2506"/>
                  </a:lnTo>
                  <a:lnTo>
                    <a:pt x="14" y="2595"/>
                  </a:lnTo>
                  <a:lnTo>
                    <a:pt x="1" y="2685"/>
                  </a:lnTo>
                  <a:lnTo>
                    <a:pt x="14" y="2723"/>
                  </a:lnTo>
                  <a:lnTo>
                    <a:pt x="26" y="2749"/>
                  </a:lnTo>
                  <a:lnTo>
                    <a:pt x="39" y="2774"/>
                  </a:lnTo>
                  <a:lnTo>
                    <a:pt x="65" y="2787"/>
                  </a:lnTo>
                  <a:lnTo>
                    <a:pt x="129" y="2800"/>
                  </a:lnTo>
                  <a:lnTo>
                    <a:pt x="193" y="2813"/>
                  </a:lnTo>
                  <a:lnTo>
                    <a:pt x="256" y="2838"/>
                  </a:lnTo>
                  <a:lnTo>
                    <a:pt x="295" y="2877"/>
                  </a:lnTo>
                  <a:lnTo>
                    <a:pt x="333" y="2915"/>
                  </a:lnTo>
                  <a:lnTo>
                    <a:pt x="346" y="2966"/>
                  </a:lnTo>
                  <a:lnTo>
                    <a:pt x="359" y="3043"/>
                  </a:lnTo>
                  <a:lnTo>
                    <a:pt x="359" y="3132"/>
                  </a:lnTo>
                  <a:lnTo>
                    <a:pt x="384" y="3426"/>
                  </a:lnTo>
                  <a:lnTo>
                    <a:pt x="384" y="3439"/>
                  </a:lnTo>
                  <a:lnTo>
                    <a:pt x="602" y="3452"/>
                  </a:lnTo>
                  <a:lnTo>
                    <a:pt x="627" y="3452"/>
                  </a:lnTo>
                  <a:lnTo>
                    <a:pt x="934" y="3746"/>
                  </a:lnTo>
                  <a:lnTo>
                    <a:pt x="1062" y="3682"/>
                  </a:lnTo>
                  <a:lnTo>
                    <a:pt x="1074" y="3682"/>
                  </a:lnTo>
                  <a:lnTo>
                    <a:pt x="1177" y="3695"/>
                  </a:lnTo>
                  <a:lnTo>
                    <a:pt x="1177" y="3669"/>
                  </a:lnTo>
                  <a:lnTo>
                    <a:pt x="1189" y="3656"/>
                  </a:lnTo>
                  <a:lnTo>
                    <a:pt x="1215" y="3631"/>
                  </a:lnTo>
                  <a:lnTo>
                    <a:pt x="1279" y="3580"/>
                  </a:lnTo>
                  <a:lnTo>
                    <a:pt x="1356" y="3516"/>
                  </a:lnTo>
                  <a:lnTo>
                    <a:pt x="1381" y="3490"/>
                  </a:lnTo>
                  <a:lnTo>
                    <a:pt x="1394" y="3477"/>
                  </a:lnTo>
                  <a:lnTo>
                    <a:pt x="1368" y="3464"/>
                  </a:lnTo>
                  <a:lnTo>
                    <a:pt x="1330" y="3464"/>
                  </a:lnTo>
                  <a:lnTo>
                    <a:pt x="1228" y="3477"/>
                  </a:lnTo>
                  <a:lnTo>
                    <a:pt x="1126" y="3490"/>
                  </a:lnTo>
                  <a:lnTo>
                    <a:pt x="1062" y="3490"/>
                  </a:lnTo>
                  <a:lnTo>
                    <a:pt x="1023" y="3464"/>
                  </a:lnTo>
                  <a:lnTo>
                    <a:pt x="998" y="3426"/>
                  </a:lnTo>
                  <a:lnTo>
                    <a:pt x="972" y="3401"/>
                  </a:lnTo>
                  <a:lnTo>
                    <a:pt x="972" y="3349"/>
                  </a:lnTo>
                  <a:lnTo>
                    <a:pt x="985" y="3311"/>
                  </a:lnTo>
                  <a:lnTo>
                    <a:pt x="1010" y="3286"/>
                  </a:lnTo>
                  <a:lnTo>
                    <a:pt x="1074" y="3260"/>
                  </a:lnTo>
                  <a:lnTo>
                    <a:pt x="1113" y="3234"/>
                  </a:lnTo>
                  <a:lnTo>
                    <a:pt x="1138" y="3196"/>
                  </a:lnTo>
                  <a:lnTo>
                    <a:pt x="1151" y="3171"/>
                  </a:lnTo>
                  <a:lnTo>
                    <a:pt x="1151" y="3132"/>
                  </a:lnTo>
                  <a:lnTo>
                    <a:pt x="1151" y="3056"/>
                  </a:lnTo>
                  <a:lnTo>
                    <a:pt x="1138" y="2966"/>
                  </a:lnTo>
                  <a:lnTo>
                    <a:pt x="1151" y="2902"/>
                  </a:lnTo>
                  <a:lnTo>
                    <a:pt x="1164" y="2851"/>
                  </a:lnTo>
                  <a:lnTo>
                    <a:pt x="1177" y="2787"/>
                  </a:lnTo>
                  <a:lnTo>
                    <a:pt x="1189" y="2723"/>
                  </a:lnTo>
                  <a:lnTo>
                    <a:pt x="1202" y="2710"/>
                  </a:lnTo>
                  <a:lnTo>
                    <a:pt x="1215" y="2685"/>
                  </a:lnTo>
                  <a:lnTo>
                    <a:pt x="1215" y="2634"/>
                  </a:lnTo>
                  <a:lnTo>
                    <a:pt x="1215" y="2583"/>
                  </a:lnTo>
                  <a:lnTo>
                    <a:pt x="1215" y="2557"/>
                  </a:lnTo>
                  <a:lnTo>
                    <a:pt x="1228" y="2544"/>
                  </a:lnTo>
                  <a:lnTo>
                    <a:pt x="1253" y="2532"/>
                  </a:lnTo>
                  <a:lnTo>
                    <a:pt x="1279" y="2532"/>
                  </a:lnTo>
                  <a:lnTo>
                    <a:pt x="1317" y="2544"/>
                  </a:lnTo>
                  <a:lnTo>
                    <a:pt x="1368" y="2557"/>
                  </a:lnTo>
                  <a:lnTo>
                    <a:pt x="1407" y="2557"/>
                  </a:lnTo>
                  <a:lnTo>
                    <a:pt x="1419" y="2506"/>
                  </a:lnTo>
                  <a:lnTo>
                    <a:pt x="1432" y="2468"/>
                  </a:lnTo>
                  <a:lnTo>
                    <a:pt x="1471" y="2455"/>
                  </a:lnTo>
                  <a:lnTo>
                    <a:pt x="1522" y="2429"/>
                  </a:lnTo>
                  <a:lnTo>
                    <a:pt x="1573" y="2416"/>
                  </a:lnTo>
                  <a:lnTo>
                    <a:pt x="1598" y="2404"/>
                  </a:lnTo>
                  <a:lnTo>
                    <a:pt x="1624" y="2378"/>
                  </a:lnTo>
                  <a:lnTo>
                    <a:pt x="1624" y="2327"/>
                  </a:lnTo>
                  <a:lnTo>
                    <a:pt x="1624" y="2212"/>
                  </a:lnTo>
                  <a:lnTo>
                    <a:pt x="1624" y="2084"/>
                  </a:lnTo>
                  <a:lnTo>
                    <a:pt x="1637" y="2033"/>
                  </a:lnTo>
                  <a:lnTo>
                    <a:pt x="1650" y="1982"/>
                  </a:lnTo>
                  <a:lnTo>
                    <a:pt x="1688" y="1956"/>
                  </a:lnTo>
                  <a:lnTo>
                    <a:pt x="1752" y="1944"/>
                  </a:lnTo>
                  <a:lnTo>
                    <a:pt x="1752" y="2059"/>
                  </a:lnTo>
                  <a:lnTo>
                    <a:pt x="1765" y="2110"/>
                  </a:lnTo>
                  <a:lnTo>
                    <a:pt x="1777" y="2135"/>
                  </a:lnTo>
                  <a:lnTo>
                    <a:pt x="1803" y="2148"/>
                  </a:lnTo>
                  <a:lnTo>
                    <a:pt x="1854" y="2148"/>
                  </a:lnTo>
                  <a:lnTo>
                    <a:pt x="1905" y="2110"/>
                  </a:lnTo>
                  <a:lnTo>
                    <a:pt x="1956" y="2071"/>
                  </a:lnTo>
                  <a:lnTo>
                    <a:pt x="1995" y="2033"/>
                  </a:lnTo>
                  <a:lnTo>
                    <a:pt x="2007" y="2110"/>
                  </a:lnTo>
                  <a:lnTo>
                    <a:pt x="2020" y="2135"/>
                  </a:lnTo>
                  <a:lnTo>
                    <a:pt x="2046" y="2135"/>
                  </a:lnTo>
                  <a:lnTo>
                    <a:pt x="2059" y="2123"/>
                  </a:lnTo>
                  <a:lnTo>
                    <a:pt x="2059" y="2084"/>
                  </a:lnTo>
                  <a:lnTo>
                    <a:pt x="2071" y="2059"/>
                  </a:lnTo>
                  <a:lnTo>
                    <a:pt x="2084" y="2046"/>
                  </a:lnTo>
                  <a:lnTo>
                    <a:pt x="2097" y="2033"/>
                  </a:lnTo>
                  <a:lnTo>
                    <a:pt x="2148" y="2020"/>
                  </a:lnTo>
                  <a:lnTo>
                    <a:pt x="2161" y="2008"/>
                  </a:lnTo>
                  <a:lnTo>
                    <a:pt x="2186" y="1982"/>
                  </a:lnTo>
                  <a:lnTo>
                    <a:pt x="2212" y="1931"/>
                  </a:lnTo>
                  <a:lnTo>
                    <a:pt x="2225" y="1880"/>
                  </a:lnTo>
                  <a:lnTo>
                    <a:pt x="2225" y="1816"/>
                  </a:lnTo>
                  <a:lnTo>
                    <a:pt x="2237" y="1765"/>
                  </a:lnTo>
                  <a:lnTo>
                    <a:pt x="2250" y="1688"/>
                  </a:lnTo>
                  <a:lnTo>
                    <a:pt x="2250" y="1662"/>
                  </a:lnTo>
                  <a:lnTo>
                    <a:pt x="2225" y="1650"/>
                  </a:lnTo>
                  <a:lnTo>
                    <a:pt x="2174" y="1611"/>
                  </a:lnTo>
                  <a:lnTo>
                    <a:pt x="2097" y="1586"/>
                  </a:lnTo>
                  <a:lnTo>
                    <a:pt x="2020" y="1560"/>
                  </a:lnTo>
                  <a:lnTo>
                    <a:pt x="1816" y="1560"/>
                  </a:lnTo>
                  <a:lnTo>
                    <a:pt x="1777" y="1547"/>
                  </a:lnTo>
                  <a:lnTo>
                    <a:pt x="1752" y="1522"/>
                  </a:lnTo>
                  <a:lnTo>
                    <a:pt x="1739" y="1496"/>
                  </a:lnTo>
                  <a:lnTo>
                    <a:pt x="1739" y="1471"/>
                  </a:lnTo>
                  <a:lnTo>
                    <a:pt x="1726" y="1394"/>
                  </a:lnTo>
                  <a:lnTo>
                    <a:pt x="1726" y="1317"/>
                  </a:lnTo>
                  <a:lnTo>
                    <a:pt x="1713" y="1190"/>
                  </a:lnTo>
                  <a:lnTo>
                    <a:pt x="1713" y="1113"/>
                  </a:lnTo>
                  <a:lnTo>
                    <a:pt x="1726" y="1049"/>
                  </a:lnTo>
                  <a:lnTo>
                    <a:pt x="1765" y="985"/>
                  </a:lnTo>
                  <a:lnTo>
                    <a:pt x="1816" y="934"/>
                  </a:lnTo>
                  <a:lnTo>
                    <a:pt x="1918" y="832"/>
                  </a:lnTo>
                  <a:lnTo>
                    <a:pt x="1956" y="781"/>
                  </a:lnTo>
                  <a:lnTo>
                    <a:pt x="1969" y="729"/>
                  </a:lnTo>
                  <a:lnTo>
                    <a:pt x="1969" y="666"/>
                  </a:lnTo>
                  <a:lnTo>
                    <a:pt x="1969" y="602"/>
                  </a:lnTo>
                  <a:lnTo>
                    <a:pt x="1943" y="448"/>
                  </a:lnTo>
                  <a:lnTo>
                    <a:pt x="1931" y="295"/>
                  </a:lnTo>
                  <a:lnTo>
                    <a:pt x="1918" y="205"/>
                  </a:lnTo>
                  <a:lnTo>
                    <a:pt x="1931" y="167"/>
                  </a:lnTo>
                  <a:lnTo>
                    <a:pt x="1956" y="129"/>
                  </a:lnTo>
                  <a:lnTo>
                    <a:pt x="2007" y="78"/>
                  </a:lnTo>
                  <a:lnTo>
                    <a:pt x="2020" y="52"/>
                  </a:lnTo>
                  <a:lnTo>
                    <a:pt x="2020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0" name="Google Shape;660;p60"/>
            <p:cNvSpPr/>
            <p:nvPr/>
          </p:nvSpPr>
          <p:spPr>
            <a:xfrm>
              <a:off x="3757575" y="2180900"/>
              <a:ext cx="162350" cy="197800"/>
            </a:xfrm>
            <a:custGeom>
              <a:rect b="b" l="l" r="r" t="t"/>
              <a:pathLst>
                <a:path extrusionOk="0" h="7912" w="6494">
                  <a:moveTo>
                    <a:pt x="1765" y="1"/>
                  </a:moveTo>
                  <a:lnTo>
                    <a:pt x="1790" y="167"/>
                  </a:lnTo>
                  <a:lnTo>
                    <a:pt x="1816" y="256"/>
                  </a:lnTo>
                  <a:lnTo>
                    <a:pt x="1841" y="320"/>
                  </a:lnTo>
                  <a:lnTo>
                    <a:pt x="1893" y="397"/>
                  </a:lnTo>
                  <a:lnTo>
                    <a:pt x="1905" y="422"/>
                  </a:lnTo>
                  <a:lnTo>
                    <a:pt x="1931" y="461"/>
                  </a:lnTo>
                  <a:lnTo>
                    <a:pt x="1931" y="525"/>
                  </a:lnTo>
                  <a:lnTo>
                    <a:pt x="1931" y="550"/>
                  </a:lnTo>
                  <a:lnTo>
                    <a:pt x="1905" y="576"/>
                  </a:lnTo>
                  <a:lnTo>
                    <a:pt x="1854" y="589"/>
                  </a:lnTo>
                  <a:lnTo>
                    <a:pt x="1816" y="601"/>
                  </a:lnTo>
                  <a:lnTo>
                    <a:pt x="1790" y="614"/>
                  </a:lnTo>
                  <a:lnTo>
                    <a:pt x="1765" y="640"/>
                  </a:lnTo>
                  <a:lnTo>
                    <a:pt x="1739" y="678"/>
                  </a:lnTo>
                  <a:lnTo>
                    <a:pt x="1739" y="742"/>
                  </a:lnTo>
                  <a:lnTo>
                    <a:pt x="1752" y="767"/>
                  </a:lnTo>
                  <a:lnTo>
                    <a:pt x="1777" y="780"/>
                  </a:lnTo>
                  <a:lnTo>
                    <a:pt x="1816" y="780"/>
                  </a:lnTo>
                  <a:lnTo>
                    <a:pt x="1841" y="767"/>
                  </a:lnTo>
                  <a:lnTo>
                    <a:pt x="1867" y="767"/>
                  </a:lnTo>
                  <a:lnTo>
                    <a:pt x="1893" y="780"/>
                  </a:lnTo>
                  <a:lnTo>
                    <a:pt x="1905" y="819"/>
                  </a:lnTo>
                  <a:lnTo>
                    <a:pt x="1931" y="895"/>
                  </a:lnTo>
                  <a:lnTo>
                    <a:pt x="1944" y="985"/>
                  </a:lnTo>
                  <a:lnTo>
                    <a:pt x="1956" y="1023"/>
                  </a:lnTo>
                  <a:lnTo>
                    <a:pt x="1982" y="1049"/>
                  </a:lnTo>
                  <a:lnTo>
                    <a:pt x="2033" y="1061"/>
                  </a:lnTo>
                  <a:lnTo>
                    <a:pt x="2097" y="1087"/>
                  </a:lnTo>
                  <a:lnTo>
                    <a:pt x="2238" y="1113"/>
                  </a:lnTo>
                  <a:lnTo>
                    <a:pt x="2289" y="1138"/>
                  </a:lnTo>
                  <a:lnTo>
                    <a:pt x="2340" y="1164"/>
                  </a:lnTo>
                  <a:lnTo>
                    <a:pt x="2378" y="1215"/>
                  </a:lnTo>
                  <a:lnTo>
                    <a:pt x="2391" y="1279"/>
                  </a:lnTo>
                  <a:lnTo>
                    <a:pt x="2391" y="1317"/>
                  </a:lnTo>
                  <a:lnTo>
                    <a:pt x="2378" y="1343"/>
                  </a:lnTo>
                  <a:lnTo>
                    <a:pt x="2365" y="1355"/>
                  </a:lnTo>
                  <a:lnTo>
                    <a:pt x="2340" y="1355"/>
                  </a:lnTo>
                  <a:lnTo>
                    <a:pt x="2263" y="1343"/>
                  </a:lnTo>
                  <a:lnTo>
                    <a:pt x="2186" y="1304"/>
                  </a:lnTo>
                  <a:lnTo>
                    <a:pt x="2033" y="1202"/>
                  </a:lnTo>
                  <a:lnTo>
                    <a:pt x="1969" y="1151"/>
                  </a:lnTo>
                  <a:lnTo>
                    <a:pt x="1931" y="1138"/>
                  </a:lnTo>
                  <a:lnTo>
                    <a:pt x="1816" y="1125"/>
                  </a:lnTo>
                  <a:lnTo>
                    <a:pt x="1739" y="1125"/>
                  </a:lnTo>
                  <a:lnTo>
                    <a:pt x="1701" y="1138"/>
                  </a:lnTo>
                  <a:lnTo>
                    <a:pt x="1688" y="1151"/>
                  </a:lnTo>
                  <a:lnTo>
                    <a:pt x="1688" y="1176"/>
                  </a:lnTo>
                  <a:lnTo>
                    <a:pt x="1688" y="1253"/>
                  </a:lnTo>
                  <a:lnTo>
                    <a:pt x="1701" y="1368"/>
                  </a:lnTo>
                  <a:lnTo>
                    <a:pt x="1739" y="1483"/>
                  </a:lnTo>
                  <a:lnTo>
                    <a:pt x="1777" y="1624"/>
                  </a:lnTo>
                  <a:lnTo>
                    <a:pt x="1777" y="1688"/>
                  </a:lnTo>
                  <a:lnTo>
                    <a:pt x="1765" y="1739"/>
                  </a:lnTo>
                  <a:lnTo>
                    <a:pt x="1752" y="1764"/>
                  </a:lnTo>
                  <a:lnTo>
                    <a:pt x="1739" y="1777"/>
                  </a:lnTo>
                  <a:lnTo>
                    <a:pt x="1714" y="1790"/>
                  </a:lnTo>
                  <a:lnTo>
                    <a:pt x="1675" y="1790"/>
                  </a:lnTo>
                  <a:lnTo>
                    <a:pt x="1650" y="1713"/>
                  </a:lnTo>
                  <a:lnTo>
                    <a:pt x="1637" y="1624"/>
                  </a:lnTo>
                  <a:lnTo>
                    <a:pt x="1611" y="1534"/>
                  </a:lnTo>
                  <a:lnTo>
                    <a:pt x="1599" y="1458"/>
                  </a:lnTo>
                  <a:lnTo>
                    <a:pt x="1573" y="1483"/>
                  </a:lnTo>
                  <a:lnTo>
                    <a:pt x="1560" y="1522"/>
                  </a:lnTo>
                  <a:lnTo>
                    <a:pt x="1547" y="1611"/>
                  </a:lnTo>
                  <a:lnTo>
                    <a:pt x="1535" y="1649"/>
                  </a:lnTo>
                  <a:lnTo>
                    <a:pt x="1509" y="1662"/>
                  </a:lnTo>
                  <a:lnTo>
                    <a:pt x="1471" y="1675"/>
                  </a:lnTo>
                  <a:lnTo>
                    <a:pt x="1420" y="1649"/>
                  </a:lnTo>
                  <a:lnTo>
                    <a:pt x="1381" y="1624"/>
                  </a:lnTo>
                  <a:lnTo>
                    <a:pt x="1369" y="1585"/>
                  </a:lnTo>
                  <a:lnTo>
                    <a:pt x="1381" y="1547"/>
                  </a:lnTo>
                  <a:lnTo>
                    <a:pt x="1407" y="1509"/>
                  </a:lnTo>
                  <a:lnTo>
                    <a:pt x="1458" y="1432"/>
                  </a:lnTo>
                  <a:lnTo>
                    <a:pt x="1471" y="1394"/>
                  </a:lnTo>
                  <a:lnTo>
                    <a:pt x="1471" y="1355"/>
                  </a:lnTo>
                  <a:lnTo>
                    <a:pt x="1445" y="1317"/>
                  </a:lnTo>
                  <a:lnTo>
                    <a:pt x="1407" y="1279"/>
                  </a:lnTo>
                  <a:lnTo>
                    <a:pt x="1356" y="1266"/>
                  </a:lnTo>
                  <a:lnTo>
                    <a:pt x="1292" y="1253"/>
                  </a:lnTo>
                  <a:lnTo>
                    <a:pt x="1151" y="1266"/>
                  </a:lnTo>
                  <a:lnTo>
                    <a:pt x="1049" y="1279"/>
                  </a:lnTo>
                  <a:lnTo>
                    <a:pt x="960" y="1304"/>
                  </a:lnTo>
                  <a:lnTo>
                    <a:pt x="883" y="1317"/>
                  </a:lnTo>
                  <a:lnTo>
                    <a:pt x="857" y="1343"/>
                  </a:lnTo>
                  <a:lnTo>
                    <a:pt x="845" y="1368"/>
                  </a:lnTo>
                  <a:lnTo>
                    <a:pt x="806" y="1458"/>
                  </a:lnTo>
                  <a:lnTo>
                    <a:pt x="793" y="1522"/>
                  </a:lnTo>
                  <a:lnTo>
                    <a:pt x="793" y="1585"/>
                  </a:lnTo>
                  <a:lnTo>
                    <a:pt x="806" y="1624"/>
                  </a:lnTo>
                  <a:lnTo>
                    <a:pt x="819" y="1637"/>
                  </a:lnTo>
                  <a:lnTo>
                    <a:pt x="845" y="1637"/>
                  </a:lnTo>
                  <a:lnTo>
                    <a:pt x="870" y="1649"/>
                  </a:lnTo>
                  <a:lnTo>
                    <a:pt x="896" y="1675"/>
                  </a:lnTo>
                  <a:lnTo>
                    <a:pt x="908" y="1700"/>
                  </a:lnTo>
                  <a:lnTo>
                    <a:pt x="908" y="1752"/>
                  </a:lnTo>
                  <a:lnTo>
                    <a:pt x="883" y="1803"/>
                  </a:lnTo>
                  <a:lnTo>
                    <a:pt x="857" y="1828"/>
                  </a:lnTo>
                  <a:lnTo>
                    <a:pt x="832" y="1841"/>
                  </a:lnTo>
                  <a:lnTo>
                    <a:pt x="870" y="1918"/>
                  </a:lnTo>
                  <a:lnTo>
                    <a:pt x="870" y="1943"/>
                  </a:lnTo>
                  <a:lnTo>
                    <a:pt x="832" y="2237"/>
                  </a:lnTo>
                  <a:lnTo>
                    <a:pt x="819" y="2250"/>
                  </a:lnTo>
                  <a:lnTo>
                    <a:pt x="640" y="2403"/>
                  </a:lnTo>
                  <a:lnTo>
                    <a:pt x="691" y="2480"/>
                  </a:lnTo>
                  <a:lnTo>
                    <a:pt x="768" y="2621"/>
                  </a:lnTo>
                  <a:lnTo>
                    <a:pt x="768" y="2646"/>
                  </a:lnTo>
                  <a:lnTo>
                    <a:pt x="602" y="2876"/>
                  </a:lnTo>
                  <a:lnTo>
                    <a:pt x="627" y="3068"/>
                  </a:lnTo>
                  <a:lnTo>
                    <a:pt x="614" y="3094"/>
                  </a:lnTo>
                  <a:lnTo>
                    <a:pt x="142" y="3247"/>
                  </a:lnTo>
                  <a:lnTo>
                    <a:pt x="39" y="3336"/>
                  </a:lnTo>
                  <a:lnTo>
                    <a:pt x="167" y="3503"/>
                  </a:lnTo>
                  <a:lnTo>
                    <a:pt x="180" y="3515"/>
                  </a:lnTo>
                  <a:lnTo>
                    <a:pt x="154" y="3681"/>
                  </a:lnTo>
                  <a:lnTo>
                    <a:pt x="1" y="4205"/>
                  </a:lnTo>
                  <a:lnTo>
                    <a:pt x="180" y="4435"/>
                  </a:lnTo>
                  <a:lnTo>
                    <a:pt x="180" y="4448"/>
                  </a:lnTo>
                  <a:lnTo>
                    <a:pt x="154" y="4742"/>
                  </a:lnTo>
                  <a:lnTo>
                    <a:pt x="154" y="4768"/>
                  </a:lnTo>
                  <a:lnTo>
                    <a:pt x="65" y="4844"/>
                  </a:lnTo>
                  <a:lnTo>
                    <a:pt x="103" y="5075"/>
                  </a:lnTo>
                  <a:lnTo>
                    <a:pt x="295" y="5266"/>
                  </a:lnTo>
                  <a:lnTo>
                    <a:pt x="295" y="5279"/>
                  </a:lnTo>
                  <a:lnTo>
                    <a:pt x="308" y="5420"/>
                  </a:lnTo>
                  <a:lnTo>
                    <a:pt x="257" y="5547"/>
                  </a:lnTo>
                  <a:lnTo>
                    <a:pt x="384" y="5688"/>
                  </a:lnTo>
                  <a:lnTo>
                    <a:pt x="704" y="5790"/>
                  </a:lnTo>
                  <a:lnTo>
                    <a:pt x="1036" y="5931"/>
                  </a:lnTo>
                  <a:lnTo>
                    <a:pt x="1458" y="6020"/>
                  </a:lnTo>
                  <a:lnTo>
                    <a:pt x="1484" y="6033"/>
                  </a:lnTo>
                  <a:lnTo>
                    <a:pt x="1547" y="6174"/>
                  </a:lnTo>
                  <a:lnTo>
                    <a:pt x="1535" y="6199"/>
                  </a:lnTo>
                  <a:lnTo>
                    <a:pt x="1215" y="6647"/>
                  </a:lnTo>
                  <a:lnTo>
                    <a:pt x="1049" y="7196"/>
                  </a:lnTo>
                  <a:lnTo>
                    <a:pt x="1075" y="7592"/>
                  </a:lnTo>
                  <a:lnTo>
                    <a:pt x="1177" y="7605"/>
                  </a:lnTo>
                  <a:lnTo>
                    <a:pt x="1330" y="7541"/>
                  </a:lnTo>
                  <a:lnTo>
                    <a:pt x="1343" y="7541"/>
                  </a:lnTo>
                  <a:lnTo>
                    <a:pt x="1599" y="7605"/>
                  </a:lnTo>
                  <a:lnTo>
                    <a:pt x="1624" y="7362"/>
                  </a:lnTo>
                  <a:lnTo>
                    <a:pt x="1650" y="7337"/>
                  </a:lnTo>
                  <a:lnTo>
                    <a:pt x="1790" y="7298"/>
                  </a:lnTo>
                  <a:lnTo>
                    <a:pt x="1803" y="7298"/>
                  </a:lnTo>
                  <a:lnTo>
                    <a:pt x="2429" y="7554"/>
                  </a:lnTo>
                  <a:lnTo>
                    <a:pt x="2442" y="7580"/>
                  </a:lnTo>
                  <a:lnTo>
                    <a:pt x="2429" y="7656"/>
                  </a:lnTo>
                  <a:lnTo>
                    <a:pt x="2532" y="7643"/>
                  </a:lnTo>
                  <a:lnTo>
                    <a:pt x="2544" y="7656"/>
                  </a:lnTo>
                  <a:lnTo>
                    <a:pt x="2953" y="7912"/>
                  </a:lnTo>
                  <a:lnTo>
                    <a:pt x="3004" y="7835"/>
                  </a:lnTo>
                  <a:lnTo>
                    <a:pt x="2979" y="7643"/>
                  </a:lnTo>
                  <a:lnTo>
                    <a:pt x="3004" y="7618"/>
                  </a:lnTo>
                  <a:lnTo>
                    <a:pt x="3196" y="7643"/>
                  </a:lnTo>
                  <a:lnTo>
                    <a:pt x="3209" y="7643"/>
                  </a:lnTo>
                  <a:lnTo>
                    <a:pt x="3362" y="7758"/>
                  </a:lnTo>
                  <a:lnTo>
                    <a:pt x="3758" y="7669"/>
                  </a:lnTo>
                  <a:lnTo>
                    <a:pt x="4001" y="7643"/>
                  </a:lnTo>
                  <a:lnTo>
                    <a:pt x="4167" y="7426"/>
                  </a:lnTo>
                  <a:lnTo>
                    <a:pt x="4193" y="7413"/>
                  </a:lnTo>
                  <a:lnTo>
                    <a:pt x="4436" y="7464"/>
                  </a:lnTo>
                  <a:lnTo>
                    <a:pt x="4449" y="7464"/>
                  </a:lnTo>
                  <a:lnTo>
                    <a:pt x="4640" y="7580"/>
                  </a:lnTo>
                  <a:lnTo>
                    <a:pt x="4717" y="7528"/>
                  </a:lnTo>
                  <a:lnTo>
                    <a:pt x="4538" y="7132"/>
                  </a:lnTo>
                  <a:lnTo>
                    <a:pt x="4513" y="6953"/>
                  </a:lnTo>
                  <a:lnTo>
                    <a:pt x="4538" y="6928"/>
                  </a:lnTo>
                  <a:lnTo>
                    <a:pt x="4781" y="6902"/>
                  </a:lnTo>
                  <a:lnTo>
                    <a:pt x="4960" y="6749"/>
                  </a:lnTo>
                  <a:lnTo>
                    <a:pt x="4985" y="6595"/>
                  </a:lnTo>
                  <a:lnTo>
                    <a:pt x="5011" y="6583"/>
                  </a:lnTo>
                  <a:lnTo>
                    <a:pt x="5203" y="6544"/>
                  </a:lnTo>
                  <a:lnTo>
                    <a:pt x="5228" y="6314"/>
                  </a:lnTo>
                  <a:lnTo>
                    <a:pt x="4717" y="5484"/>
                  </a:lnTo>
                  <a:lnTo>
                    <a:pt x="4423" y="5049"/>
                  </a:lnTo>
                  <a:lnTo>
                    <a:pt x="4423" y="4755"/>
                  </a:lnTo>
                  <a:lnTo>
                    <a:pt x="4167" y="4755"/>
                  </a:lnTo>
                  <a:lnTo>
                    <a:pt x="4014" y="4538"/>
                  </a:lnTo>
                  <a:lnTo>
                    <a:pt x="4334" y="4448"/>
                  </a:lnTo>
                  <a:lnTo>
                    <a:pt x="4436" y="4269"/>
                  </a:lnTo>
                  <a:lnTo>
                    <a:pt x="5037" y="4205"/>
                  </a:lnTo>
                  <a:lnTo>
                    <a:pt x="6059" y="3707"/>
                  </a:lnTo>
                  <a:lnTo>
                    <a:pt x="6302" y="3835"/>
                  </a:lnTo>
                  <a:lnTo>
                    <a:pt x="6494" y="3694"/>
                  </a:lnTo>
                  <a:lnTo>
                    <a:pt x="6494" y="3285"/>
                  </a:lnTo>
                  <a:lnTo>
                    <a:pt x="6264" y="3042"/>
                  </a:lnTo>
                  <a:lnTo>
                    <a:pt x="6366" y="2812"/>
                  </a:lnTo>
                  <a:lnTo>
                    <a:pt x="6033" y="2595"/>
                  </a:lnTo>
                  <a:lnTo>
                    <a:pt x="5931" y="2173"/>
                  </a:lnTo>
                  <a:lnTo>
                    <a:pt x="5446" y="1815"/>
                  </a:lnTo>
                  <a:lnTo>
                    <a:pt x="5331" y="1330"/>
                  </a:lnTo>
                  <a:lnTo>
                    <a:pt x="5331" y="1202"/>
                  </a:lnTo>
                  <a:lnTo>
                    <a:pt x="5164" y="1228"/>
                  </a:lnTo>
                  <a:lnTo>
                    <a:pt x="5062" y="1202"/>
                  </a:lnTo>
                  <a:lnTo>
                    <a:pt x="4998" y="1176"/>
                  </a:lnTo>
                  <a:lnTo>
                    <a:pt x="4947" y="1151"/>
                  </a:lnTo>
                  <a:lnTo>
                    <a:pt x="4922" y="1125"/>
                  </a:lnTo>
                  <a:lnTo>
                    <a:pt x="4909" y="1100"/>
                  </a:lnTo>
                  <a:lnTo>
                    <a:pt x="4883" y="1010"/>
                  </a:lnTo>
                  <a:lnTo>
                    <a:pt x="4870" y="921"/>
                  </a:lnTo>
                  <a:lnTo>
                    <a:pt x="4845" y="870"/>
                  </a:lnTo>
                  <a:lnTo>
                    <a:pt x="4832" y="844"/>
                  </a:lnTo>
                  <a:lnTo>
                    <a:pt x="4819" y="831"/>
                  </a:lnTo>
                  <a:lnTo>
                    <a:pt x="4743" y="831"/>
                  </a:lnTo>
                  <a:lnTo>
                    <a:pt x="4704" y="844"/>
                  </a:lnTo>
                  <a:lnTo>
                    <a:pt x="4666" y="844"/>
                  </a:lnTo>
                  <a:lnTo>
                    <a:pt x="4589" y="806"/>
                  </a:lnTo>
                  <a:lnTo>
                    <a:pt x="4513" y="755"/>
                  </a:lnTo>
                  <a:lnTo>
                    <a:pt x="4461" y="704"/>
                  </a:lnTo>
                  <a:lnTo>
                    <a:pt x="4423" y="665"/>
                  </a:lnTo>
                  <a:lnTo>
                    <a:pt x="4398" y="652"/>
                  </a:lnTo>
                  <a:lnTo>
                    <a:pt x="4372" y="652"/>
                  </a:lnTo>
                  <a:lnTo>
                    <a:pt x="4346" y="665"/>
                  </a:lnTo>
                  <a:lnTo>
                    <a:pt x="4308" y="678"/>
                  </a:lnTo>
                  <a:lnTo>
                    <a:pt x="4193" y="742"/>
                  </a:lnTo>
                  <a:lnTo>
                    <a:pt x="4129" y="767"/>
                  </a:lnTo>
                  <a:lnTo>
                    <a:pt x="4078" y="780"/>
                  </a:lnTo>
                  <a:lnTo>
                    <a:pt x="4052" y="767"/>
                  </a:lnTo>
                  <a:lnTo>
                    <a:pt x="4027" y="755"/>
                  </a:lnTo>
                  <a:lnTo>
                    <a:pt x="4014" y="729"/>
                  </a:lnTo>
                  <a:lnTo>
                    <a:pt x="4014" y="704"/>
                  </a:lnTo>
                  <a:lnTo>
                    <a:pt x="4014" y="678"/>
                  </a:lnTo>
                  <a:lnTo>
                    <a:pt x="4027" y="665"/>
                  </a:lnTo>
                  <a:lnTo>
                    <a:pt x="4078" y="640"/>
                  </a:lnTo>
                  <a:lnTo>
                    <a:pt x="4167" y="640"/>
                  </a:lnTo>
                  <a:lnTo>
                    <a:pt x="4193" y="627"/>
                  </a:lnTo>
                  <a:lnTo>
                    <a:pt x="4206" y="601"/>
                  </a:lnTo>
                  <a:lnTo>
                    <a:pt x="4206" y="576"/>
                  </a:lnTo>
                  <a:lnTo>
                    <a:pt x="4193" y="537"/>
                  </a:lnTo>
                  <a:lnTo>
                    <a:pt x="4180" y="525"/>
                  </a:lnTo>
                  <a:lnTo>
                    <a:pt x="4142" y="512"/>
                  </a:lnTo>
                  <a:lnTo>
                    <a:pt x="4078" y="525"/>
                  </a:lnTo>
                  <a:lnTo>
                    <a:pt x="3989" y="550"/>
                  </a:lnTo>
                  <a:lnTo>
                    <a:pt x="3950" y="589"/>
                  </a:lnTo>
                  <a:lnTo>
                    <a:pt x="3925" y="627"/>
                  </a:lnTo>
                  <a:lnTo>
                    <a:pt x="3886" y="704"/>
                  </a:lnTo>
                  <a:lnTo>
                    <a:pt x="3874" y="767"/>
                  </a:lnTo>
                  <a:lnTo>
                    <a:pt x="3848" y="819"/>
                  </a:lnTo>
                  <a:lnTo>
                    <a:pt x="3835" y="844"/>
                  </a:lnTo>
                  <a:lnTo>
                    <a:pt x="3810" y="857"/>
                  </a:lnTo>
                  <a:lnTo>
                    <a:pt x="3733" y="870"/>
                  </a:lnTo>
                  <a:lnTo>
                    <a:pt x="3618" y="870"/>
                  </a:lnTo>
                  <a:lnTo>
                    <a:pt x="3567" y="882"/>
                  </a:lnTo>
                  <a:lnTo>
                    <a:pt x="3516" y="908"/>
                  </a:lnTo>
                  <a:lnTo>
                    <a:pt x="3477" y="959"/>
                  </a:lnTo>
                  <a:lnTo>
                    <a:pt x="3452" y="1010"/>
                  </a:lnTo>
                  <a:lnTo>
                    <a:pt x="3439" y="1036"/>
                  </a:lnTo>
                  <a:lnTo>
                    <a:pt x="3413" y="1049"/>
                  </a:lnTo>
                  <a:lnTo>
                    <a:pt x="3388" y="1061"/>
                  </a:lnTo>
                  <a:lnTo>
                    <a:pt x="3337" y="1061"/>
                  </a:lnTo>
                  <a:lnTo>
                    <a:pt x="3132" y="1049"/>
                  </a:lnTo>
                  <a:lnTo>
                    <a:pt x="3094" y="1049"/>
                  </a:lnTo>
                  <a:lnTo>
                    <a:pt x="3068" y="1036"/>
                  </a:lnTo>
                  <a:lnTo>
                    <a:pt x="3056" y="1023"/>
                  </a:lnTo>
                  <a:lnTo>
                    <a:pt x="3030" y="998"/>
                  </a:lnTo>
                  <a:lnTo>
                    <a:pt x="3017" y="959"/>
                  </a:lnTo>
                  <a:lnTo>
                    <a:pt x="3030" y="934"/>
                  </a:lnTo>
                  <a:lnTo>
                    <a:pt x="3043" y="908"/>
                  </a:lnTo>
                  <a:lnTo>
                    <a:pt x="3068" y="908"/>
                  </a:lnTo>
                  <a:lnTo>
                    <a:pt x="3145" y="895"/>
                  </a:lnTo>
                  <a:lnTo>
                    <a:pt x="3222" y="895"/>
                  </a:lnTo>
                  <a:lnTo>
                    <a:pt x="3222" y="831"/>
                  </a:lnTo>
                  <a:lnTo>
                    <a:pt x="3209" y="767"/>
                  </a:lnTo>
                  <a:lnTo>
                    <a:pt x="3209" y="729"/>
                  </a:lnTo>
                  <a:lnTo>
                    <a:pt x="3209" y="704"/>
                  </a:lnTo>
                  <a:lnTo>
                    <a:pt x="3234" y="704"/>
                  </a:lnTo>
                  <a:lnTo>
                    <a:pt x="3273" y="691"/>
                  </a:lnTo>
                  <a:lnTo>
                    <a:pt x="3324" y="678"/>
                  </a:lnTo>
                  <a:lnTo>
                    <a:pt x="3362" y="678"/>
                  </a:lnTo>
                  <a:lnTo>
                    <a:pt x="3388" y="665"/>
                  </a:lnTo>
                  <a:lnTo>
                    <a:pt x="3388" y="640"/>
                  </a:lnTo>
                  <a:lnTo>
                    <a:pt x="3388" y="601"/>
                  </a:lnTo>
                  <a:lnTo>
                    <a:pt x="3375" y="537"/>
                  </a:lnTo>
                  <a:lnTo>
                    <a:pt x="3350" y="512"/>
                  </a:lnTo>
                  <a:lnTo>
                    <a:pt x="3324" y="486"/>
                  </a:lnTo>
                  <a:lnTo>
                    <a:pt x="3273" y="486"/>
                  </a:lnTo>
                  <a:lnTo>
                    <a:pt x="3209" y="499"/>
                  </a:lnTo>
                  <a:lnTo>
                    <a:pt x="3145" y="537"/>
                  </a:lnTo>
                  <a:lnTo>
                    <a:pt x="3056" y="627"/>
                  </a:lnTo>
                  <a:lnTo>
                    <a:pt x="3004" y="665"/>
                  </a:lnTo>
                  <a:lnTo>
                    <a:pt x="2953" y="665"/>
                  </a:lnTo>
                  <a:lnTo>
                    <a:pt x="2928" y="652"/>
                  </a:lnTo>
                  <a:lnTo>
                    <a:pt x="2915" y="627"/>
                  </a:lnTo>
                  <a:lnTo>
                    <a:pt x="2889" y="601"/>
                  </a:lnTo>
                  <a:lnTo>
                    <a:pt x="2864" y="589"/>
                  </a:lnTo>
                  <a:lnTo>
                    <a:pt x="2800" y="589"/>
                  </a:lnTo>
                  <a:lnTo>
                    <a:pt x="2762" y="601"/>
                  </a:lnTo>
                  <a:lnTo>
                    <a:pt x="2723" y="601"/>
                  </a:lnTo>
                  <a:lnTo>
                    <a:pt x="2698" y="589"/>
                  </a:lnTo>
                  <a:lnTo>
                    <a:pt x="2685" y="576"/>
                  </a:lnTo>
                  <a:lnTo>
                    <a:pt x="2647" y="550"/>
                  </a:lnTo>
                  <a:lnTo>
                    <a:pt x="2595" y="550"/>
                  </a:lnTo>
                  <a:lnTo>
                    <a:pt x="2532" y="563"/>
                  </a:lnTo>
                  <a:lnTo>
                    <a:pt x="2493" y="537"/>
                  </a:lnTo>
                  <a:lnTo>
                    <a:pt x="2480" y="525"/>
                  </a:lnTo>
                  <a:lnTo>
                    <a:pt x="2480" y="512"/>
                  </a:lnTo>
                  <a:lnTo>
                    <a:pt x="2506" y="486"/>
                  </a:lnTo>
                  <a:lnTo>
                    <a:pt x="2544" y="435"/>
                  </a:lnTo>
                  <a:lnTo>
                    <a:pt x="2570" y="422"/>
                  </a:lnTo>
                  <a:lnTo>
                    <a:pt x="2583" y="397"/>
                  </a:lnTo>
                  <a:lnTo>
                    <a:pt x="2570" y="346"/>
                  </a:lnTo>
                  <a:lnTo>
                    <a:pt x="2544" y="307"/>
                  </a:lnTo>
                  <a:lnTo>
                    <a:pt x="2493" y="231"/>
                  </a:lnTo>
                  <a:lnTo>
                    <a:pt x="2455" y="167"/>
                  </a:lnTo>
                  <a:lnTo>
                    <a:pt x="2340" y="154"/>
                  </a:lnTo>
                  <a:lnTo>
                    <a:pt x="2238" y="231"/>
                  </a:lnTo>
                  <a:lnTo>
                    <a:pt x="2199" y="218"/>
                  </a:lnTo>
                  <a:lnTo>
                    <a:pt x="1931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1" name="Google Shape;661;p60"/>
            <p:cNvSpPr/>
            <p:nvPr/>
          </p:nvSpPr>
          <p:spPr>
            <a:xfrm>
              <a:off x="3968475" y="2105500"/>
              <a:ext cx="18875" cy="37075"/>
            </a:xfrm>
            <a:custGeom>
              <a:rect b="b" l="l" r="r" t="t"/>
              <a:pathLst>
                <a:path extrusionOk="0" h="1483" w="755">
                  <a:moveTo>
                    <a:pt x="652" y="0"/>
                  </a:moveTo>
                  <a:lnTo>
                    <a:pt x="639" y="13"/>
                  </a:lnTo>
                  <a:lnTo>
                    <a:pt x="614" y="64"/>
                  </a:lnTo>
                  <a:lnTo>
                    <a:pt x="563" y="192"/>
                  </a:lnTo>
                  <a:lnTo>
                    <a:pt x="524" y="282"/>
                  </a:lnTo>
                  <a:lnTo>
                    <a:pt x="473" y="371"/>
                  </a:lnTo>
                  <a:lnTo>
                    <a:pt x="371" y="537"/>
                  </a:lnTo>
                  <a:lnTo>
                    <a:pt x="307" y="601"/>
                  </a:lnTo>
                  <a:lnTo>
                    <a:pt x="243" y="678"/>
                  </a:lnTo>
                  <a:lnTo>
                    <a:pt x="179" y="754"/>
                  </a:lnTo>
                  <a:lnTo>
                    <a:pt x="141" y="831"/>
                  </a:lnTo>
                  <a:lnTo>
                    <a:pt x="115" y="895"/>
                  </a:lnTo>
                  <a:lnTo>
                    <a:pt x="90" y="972"/>
                  </a:lnTo>
                  <a:lnTo>
                    <a:pt x="64" y="1138"/>
                  </a:lnTo>
                  <a:lnTo>
                    <a:pt x="51" y="1215"/>
                  </a:lnTo>
                  <a:lnTo>
                    <a:pt x="39" y="1304"/>
                  </a:lnTo>
                  <a:lnTo>
                    <a:pt x="13" y="1381"/>
                  </a:lnTo>
                  <a:lnTo>
                    <a:pt x="0" y="1419"/>
                  </a:lnTo>
                  <a:lnTo>
                    <a:pt x="13" y="1457"/>
                  </a:lnTo>
                  <a:lnTo>
                    <a:pt x="26" y="1483"/>
                  </a:lnTo>
                  <a:lnTo>
                    <a:pt x="39" y="1483"/>
                  </a:lnTo>
                  <a:lnTo>
                    <a:pt x="77" y="1470"/>
                  </a:lnTo>
                  <a:lnTo>
                    <a:pt x="102" y="1432"/>
                  </a:lnTo>
                  <a:lnTo>
                    <a:pt x="102" y="1394"/>
                  </a:lnTo>
                  <a:lnTo>
                    <a:pt x="128" y="1278"/>
                  </a:lnTo>
                  <a:lnTo>
                    <a:pt x="179" y="1189"/>
                  </a:lnTo>
                  <a:lnTo>
                    <a:pt x="269" y="997"/>
                  </a:lnTo>
                  <a:lnTo>
                    <a:pt x="358" y="806"/>
                  </a:lnTo>
                  <a:lnTo>
                    <a:pt x="422" y="716"/>
                  </a:lnTo>
                  <a:lnTo>
                    <a:pt x="473" y="639"/>
                  </a:lnTo>
                  <a:lnTo>
                    <a:pt x="601" y="486"/>
                  </a:lnTo>
                  <a:lnTo>
                    <a:pt x="665" y="371"/>
                  </a:lnTo>
                  <a:lnTo>
                    <a:pt x="716" y="256"/>
                  </a:lnTo>
                  <a:lnTo>
                    <a:pt x="741" y="167"/>
                  </a:lnTo>
                  <a:lnTo>
                    <a:pt x="754" y="64"/>
                  </a:lnTo>
                  <a:lnTo>
                    <a:pt x="729" y="26"/>
                  </a:lnTo>
                  <a:lnTo>
                    <a:pt x="729" y="13"/>
                  </a:lnTo>
                  <a:lnTo>
                    <a:pt x="716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2" name="Google Shape;662;p60"/>
            <p:cNvSpPr/>
            <p:nvPr/>
          </p:nvSpPr>
          <p:spPr>
            <a:xfrm>
              <a:off x="3649600" y="2566550"/>
              <a:ext cx="9925" cy="9925"/>
            </a:xfrm>
            <a:custGeom>
              <a:rect b="b" l="l" r="r" t="t"/>
              <a:pathLst>
                <a:path extrusionOk="0" h="397" w="397">
                  <a:moveTo>
                    <a:pt x="217" y="1"/>
                  </a:moveTo>
                  <a:lnTo>
                    <a:pt x="179" y="26"/>
                  </a:lnTo>
                  <a:lnTo>
                    <a:pt x="128" y="77"/>
                  </a:lnTo>
                  <a:lnTo>
                    <a:pt x="51" y="129"/>
                  </a:lnTo>
                  <a:lnTo>
                    <a:pt x="0" y="180"/>
                  </a:lnTo>
                  <a:lnTo>
                    <a:pt x="0" y="205"/>
                  </a:lnTo>
                  <a:lnTo>
                    <a:pt x="13" y="256"/>
                  </a:lnTo>
                  <a:lnTo>
                    <a:pt x="38" y="308"/>
                  </a:lnTo>
                  <a:lnTo>
                    <a:pt x="90" y="333"/>
                  </a:lnTo>
                  <a:lnTo>
                    <a:pt x="217" y="397"/>
                  </a:lnTo>
                  <a:lnTo>
                    <a:pt x="307" y="256"/>
                  </a:lnTo>
                  <a:lnTo>
                    <a:pt x="358" y="192"/>
                  </a:lnTo>
                  <a:lnTo>
                    <a:pt x="396" y="116"/>
                  </a:lnTo>
                  <a:lnTo>
                    <a:pt x="332" y="14"/>
                  </a:lnTo>
                  <a:lnTo>
                    <a:pt x="281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3" name="Google Shape;663;p60"/>
            <p:cNvSpPr/>
            <p:nvPr/>
          </p:nvSpPr>
          <p:spPr>
            <a:xfrm>
              <a:off x="3787300" y="2525650"/>
              <a:ext cx="32625" cy="60425"/>
            </a:xfrm>
            <a:custGeom>
              <a:rect b="b" l="l" r="r" t="t"/>
              <a:pathLst>
                <a:path extrusionOk="0" h="2417" w="1305">
                  <a:moveTo>
                    <a:pt x="819" y="1"/>
                  </a:moveTo>
                  <a:lnTo>
                    <a:pt x="780" y="52"/>
                  </a:lnTo>
                  <a:lnTo>
                    <a:pt x="755" y="103"/>
                  </a:lnTo>
                  <a:lnTo>
                    <a:pt x="716" y="154"/>
                  </a:lnTo>
                  <a:lnTo>
                    <a:pt x="691" y="193"/>
                  </a:lnTo>
                  <a:lnTo>
                    <a:pt x="640" y="218"/>
                  </a:lnTo>
                  <a:lnTo>
                    <a:pt x="601" y="231"/>
                  </a:lnTo>
                  <a:lnTo>
                    <a:pt x="512" y="269"/>
                  </a:lnTo>
                  <a:lnTo>
                    <a:pt x="410" y="320"/>
                  </a:lnTo>
                  <a:lnTo>
                    <a:pt x="346" y="346"/>
                  </a:lnTo>
                  <a:lnTo>
                    <a:pt x="282" y="372"/>
                  </a:lnTo>
                  <a:lnTo>
                    <a:pt x="231" y="384"/>
                  </a:lnTo>
                  <a:lnTo>
                    <a:pt x="167" y="372"/>
                  </a:lnTo>
                  <a:lnTo>
                    <a:pt x="116" y="346"/>
                  </a:lnTo>
                  <a:lnTo>
                    <a:pt x="52" y="295"/>
                  </a:lnTo>
                  <a:lnTo>
                    <a:pt x="26" y="320"/>
                  </a:lnTo>
                  <a:lnTo>
                    <a:pt x="13" y="346"/>
                  </a:lnTo>
                  <a:lnTo>
                    <a:pt x="1" y="384"/>
                  </a:lnTo>
                  <a:lnTo>
                    <a:pt x="1" y="423"/>
                  </a:lnTo>
                  <a:lnTo>
                    <a:pt x="1" y="499"/>
                  </a:lnTo>
                  <a:lnTo>
                    <a:pt x="13" y="563"/>
                  </a:lnTo>
                  <a:lnTo>
                    <a:pt x="26" y="614"/>
                  </a:lnTo>
                  <a:lnTo>
                    <a:pt x="26" y="627"/>
                  </a:lnTo>
                  <a:lnTo>
                    <a:pt x="90" y="665"/>
                  </a:lnTo>
                  <a:lnTo>
                    <a:pt x="154" y="704"/>
                  </a:lnTo>
                  <a:lnTo>
                    <a:pt x="180" y="729"/>
                  </a:lnTo>
                  <a:lnTo>
                    <a:pt x="192" y="768"/>
                  </a:lnTo>
                  <a:lnTo>
                    <a:pt x="192" y="806"/>
                  </a:lnTo>
                  <a:lnTo>
                    <a:pt x="192" y="832"/>
                  </a:lnTo>
                  <a:lnTo>
                    <a:pt x="192" y="857"/>
                  </a:lnTo>
                  <a:lnTo>
                    <a:pt x="205" y="896"/>
                  </a:lnTo>
                  <a:lnTo>
                    <a:pt x="256" y="972"/>
                  </a:lnTo>
                  <a:lnTo>
                    <a:pt x="282" y="1011"/>
                  </a:lnTo>
                  <a:lnTo>
                    <a:pt x="282" y="1062"/>
                  </a:lnTo>
                  <a:lnTo>
                    <a:pt x="256" y="1126"/>
                  </a:lnTo>
                  <a:lnTo>
                    <a:pt x="231" y="1241"/>
                  </a:lnTo>
                  <a:lnTo>
                    <a:pt x="218" y="1279"/>
                  </a:lnTo>
                  <a:lnTo>
                    <a:pt x="231" y="1317"/>
                  </a:lnTo>
                  <a:lnTo>
                    <a:pt x="231" y="1330"/>
                  </a:lnTo>
                  <a:lnTo>
                    <a:pt x="256" y="1343"/>
                  </a:lnTo>
                  <a:lnTo>
                    <a:pt x="295" y="1343"/>
                  </a:lnTo>
                  <a:lnTo>
                    <a:pt x="333" y="1535"/>
                  </a:lnTo>
                  <a:lnTo>
                    <a:pt x="295" y="1547"/>
                  </a:lnTo>
                  <a:lnTo>
                    <a:pt x="269" y="1573"/>
                  </a:lnTo>
                  <a:lnTo>
                    <a:pt x="243" y="1611"/>
                  </a:lnTo>
                  <a:lnTo>
                    <a:pt x="243" y="1675"/>
                  </a:lnTo>
                  <a:lnTo>
                    <a:pt x="231" y="1790"/>
                  </a:lnTo>
                  <a:lnTo>
                    <a:pt x="231" y="1880"/>
                  </a:lnTo>
                  <a:lnTo>
                    <a:pt x="231" y="1931"/>
                  </a:lnTo>
                  <a:lnTo>
                    <a:pt x="231" y="1982"/>
                  </a:lnTo>
                  <a:lnTo>
                    <a:pt x="231" y="2033"/>
                  </a:lnTo>
                  <a:lnTo>
                    <a:pt x="231" y="2084"/>
                  </a:lnTo>
                  <a:lnTo>
                    <a:pt x="218" y="2122"/>
                  </a:lnTo>
                  <a:lnTo>
                    <a:pt x="192" y="2148"/>
                  </a:lnTo>
                  <a:lnTo>
                    <a:pt x="192" y="2186"/>
                  </a:lnTo>
                  <a:lnTo>
                    <a:pt x="192" y="2237"/>
                  </a:lnTo>
                  <a:lnTo>
                    <a:pt x="243" y="2237"/>
                  </a:lnTo>
                  <a:lnTo>
                    <a:pt x="295" y="2225"/>
                  </a:lnTo>
                  <a:lnTo>
                    <a:pt x="346" y="2212"/>
                  </a:lnTo>
                  <a:lnTo>
                    <a:pt x="371" y="2225"/>
                  </a:lnTo>
                  <a:lnTo>
                    <a:pt x="397" y="2237"/>
                  </a:lnTo>
                  <a:lnTo>
                    <a:pt x="410" y="2263"/>
                  </a:lnTo>
                  <a:lnTo>
                    <a:pt x="422" y="2314"/>
                  </a:lnTo>
                  <a:lnTo>
                    <a:pt x="435" y="2416"/>
                  </a:lnTo>
                  <a:lnTo>
                    <a:pt x="499" y="2404"/>
                  </a:lnTo>
                  <a:lnTo>
                    <a:pt x="691" y="2404"/>
                  </a:lnTo>
                  <a:lnTo>
                    <a:pt x="742" y="2391"/>
                  </a:lnTo>
                  <a:lnTo>
                    <a:pt x="780" y="2365"/>
                  </a:lnTo>
                  <a:lnTo>
                    <a:pt x="793" y="2314"/>
                  </a:lnTo>
                  <a:lnTo>
                    <a:pt x="793" y="2237"/>
                  </a:lnTo>
                  <a:lnTo>
                    <a:pt x="780" y="2148"/>
                  </a:lnTo>
                  <a:lnTo>
                    <a:pt x="793" y="2046"/>
                  </a:lnTo>
                  <a:lnTo>
                    <a:pt x="806" y="1995"/>
                  </a:lnTo>
                  <a:lnTo>
                    <a:pt x="819" y="1969"/>
                  </a:lnTo>
                  <a:lnTo>
                    <a:pt x="857" y="1944"/>
                  </a:lnTo>
                  <a:lnTo>
                    <a:pt x="895" y="1931"/>
                  </a:lnTo>
                  <a:lnTo>
                    <a:pt x="934" y="2007"/>
                  </a:lnTo>
                  <a:lnTo>
                    <a:pt x="997" y="2084"/>
                  </a:lnTo>
                  <a:lnTo>
                    <a:pt x="1036" y="2110"/>
                  </a:lnTo>
                  <a:lnTo>
                    <a:pt x="1061" y="2135"/>
                  </a:lnTo>
                  <a:lnTo>
                    <a:pt x="1112" y="2148"/>
                  </a:lnTo>
                  <a:lnTo>
                    <a:pt x="1151" y="2148"/>
                  </a:lnTo>
                  <a:lnTo>
                    <a:pt x="1138" y="2033"/>
                  </a:lnTo>
                  <a:lnTo>
                    <a:pt x="1151" y="1918"/>
                  </a:lnTo>
                  <a:lnTo>
                    <a:pt x="1176" y="1701"/>
                  </a:lnTo>
                  <a:lnTo>
                    <a:pt x="1189" y="1471"/>
                  </a:lnTo>
                  <a:lnTo>
                    <a:pt x="1189" y="1368"/>
                  </a:lnTo>
                  <a:lnTo>
                    <a:pt x="1189" y="1253"/>
                  </a:lnTo>
                  <a:lnTo>
                    <a:pt x="1164" y="1138"/>
                  </a:lnTo>
                  <a:lnTo>
                    <a:pt x="1164" y="1087"/>
                  </a:lnTo>
                  <a:lnTo>
                    <a:pt x="1189" y="1023"/>
                  </a:lnTo>
                  <a:lnTo>
                    <a:pt x="1215" y="972"/>
                  </a:lnTo>
                  <a:lnTo>
                    <a:pt x="1253" y="934"/>
                  </a:lnTo>
                  <a:lnTo>
                    <a:pt x="1291" y="883"/>
                  </a:lnTo>
                  <a:lnTo>
                    <a:pt x="1304" y="832"/>
                  </a:lnTo>
                  <a:lnTo>
                    <a:pt x="1304" y="793"/>
                  </a:lnTo>
                  <a:lnTo>
                    <a:pt x="1304" y="768"/>
                  </a:lnTo>
                  <a:lnTo>
                    <a:pt x="1279" y="704"/>
                  </a:lnTo>
                  <a:lnTo>
                    <a:pt x="1240" y="665"/>
                  </a:lnTo>
                  <a:lnTo>
                    <a:pt x="1228" y="614"/>
                  </a:lnTo>
                  <a:lnTo>
                    <a:pt x="1228" y="589"/>
                  </a:lnTo>
                  <a:lnTo>
                    <a:pt x="1240" y="563"/>
                  </a:lnTo>
                  <a:lnTo>
                    <a:pt x="1266" y="512"/>
                  </a:lnTo>
                  <a:lnTo>
                    <a:pt x="1291" y="474"/>
                  </a:lnTo>
                  <a:lnTo>
                    <a:pt x="1291" y="448"/>
                  </a:lnTo>
                  <a:lnTo>
                    <a:pt x="1291" y="423"/>
                  </a:lnTo>
                  <a:lnTo>
                    <a:pt x="1151" y="423"/>
                  </a:lnTo>
                  <a:lnTo>
                    <a:pt x="1125" y="410"/>
                  </a:lnTo>
                  <a:lnTo>
                    <a:pt x="1112" y="384"/>
                  </a:lnTo>
                  <a:lnTo>
                    <a:pt x="1112" y="359"/>
                  </a:lnTo>
                  <a:lnTo>
                    <a:pt x="1112" y="346"/>
                  </a:lnTo>
                  <a:lnTo>
                    <a:pt x="1138" y="320"/>
                  </a:lnTo>
                  <a:lnTo>
                    <a:pt x="1164" y="308"/>
                  </a:lnTo>
                  <a:lnTo>
                    <a:pt x="1176" y="295"/>
                  </a:lnTo>
                  <a:lnTo>
                    <a:pt x="1189" y="282"/>
                  </a:lnTo>
                  <a:lnTo>
                    <a:pt x="1189" y="256"/>
                  </a:lnTo>
                  <a:lnTo>
                    <a:pt x="1176" y="231"/>
                  </a:lnTo>
                  <a:lnTo>
                    <a:pt x="1138" y="244"/>
                  </a:lnTo>
                  <a:lnTo>
                    <a:pt x="1100" y="231"/>
                  </a:lnTo>
                  <a:lnTo>
                    <a:pt x="1074" y="205"/>
                  </a:lnTo>
                  <a:lnTo>
                    <a:pt x="1036" y="180"/>
                  </a:lnTo>
                  <a:lnTo>
                    <a:pt x="1010" y="141"/>
                  </a:lnTo>
                  <a:lnTo>
                    <a:pt x="985" y="103"/>
                  </a:lnTo>
                  <a:lnTo>
                    <a:pt x="921" y="39"/>
                  </a:lnTo>
                  <a:lnTo>
                    <a:pt x="819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4" name="Google Shape;664;p60"/>
            <p:cNvSpPr/>
            <p:nvPr/>
          </p:nvSpPr>
          <p:spPr>
            <a:xfrm>
              <a:off x="3803600" y="2706825"/>
              <a:ext cx="301325" cy="286000"/>
            </a:xfrm>
            <a:custGeom>
              <a:rect b="b" l="l" r="r" t="t"/>
              <a:pathLst>
                <a:path extrusionOk="0" h="11440" w="12053">
                  <a:moveTo>
                    <a:pt x="1981" y="0"/>
                  </a:moveTo>
                  <a:lnTo>
                    <a:pt x="1943" y="256"/>
                  </a:lnTo>
                  <a:lnTo>
                    <a:pt x="2045" y="627"/>
                  </a:lnTo>
                  <a:lnTo>
                    <a:pt x="2045" y="665"/>
                  </a:lnTo>
                  <a:lnTo>
                    <a:pt x="2020" y="691"/>
                  </a:lnTo>
                  <a:lnTo>
                    <a:pt x="997" y="1125"/>
                  </a:lnTo>
                  <a:lnTo>
                    <a:pt x="985" y="2045"/>
                  </a:lnTo>
                  <a:lnTo>
                    <a:pt x="985" y="2058"/>
                  </a:lnTo>
                  <a:lnTo>
                    <a:pt x="972" y="2084"/>
                  </a:lnTo>
                  <a:lnTo>
                    <a:pt x="588" y="2416"/>
                  </a:lnTo>
                  <a:lnTo>
                    <a:pt x="576" y="2429"/>
                  </a:lnTo>
                  <a:lnTo>
                    <a:pt x="371" y="2505"/>
                  </a:lnTo>
                  <a:lnTo>
                    <a:pt x="486" y="2710"/>
                  </a:lnTo>
                  <a:lnTo>
                    <a:pt x="499" y="2736"/>
                  </a:lnTo>
                  <a:lnTo>
                    <a:pt x="397" y="3694"/>
                  </a:lnTo>
                  <a:lnTo>
                    <a:pt x="767" y="4269"/>
                  </a:lnTo>
                  <a:lnTo>
                    <a:pt x="767" y="4295"/>
                  </a:lnTo>
                  <a:lnTo>
                    <a:pt x="767" y="4474"/>
                  </a:lnTo>
                  <a:lnTo>
                    <a:pt x="754" y="4499"/>
                  </a:lnTo>
                  <a:lnTo>
                    <a:pt x="614" y="4742"/>
                  </a:lnTo>
                  <a:lnTo>
                    <a:pt x="537" y="5202"/>
                  </a:lnTo>
                  <a:lnTo>
                    <a:pt x="524" y="5228"/>
                  </a:lnTo>
                  <a:lnTo>
                    <a:pt x="0" y="5765"/>
                  </a:lnTo>
                  <a:lnTo>
                    <a:pt x="793" y="6595"/>
                  </a:lnTo>
                  <a:lnTo>
                    <a:pt x="806" y="6621"/>
                  </a:lnTo>
                  <a:lnTo>
                    <a:pt x="806" y="6646"/>
                  </a:lnTo>
                  <a:lnTo>
                    <a:pt x="716" y="7004"/>
                  </a:lnTo>
                  <a:lnTo>
                    <a:pt x="1048" y="7298"/>
                  </a:lnTo>
                  <a:lnTo>
                    <a:pt x="1445" y="7324"/>
                  </a:lnTo>
                  <a:lnTo>
                    <a:pt x="1483" y="7337"/>
                  </a:lnTo>
                  <a:lnTo>
                    <a:pt x="1496" y="7362"/>
                  </a:lnTo>
                  <a:lnTo>
                    <a:pt x="1547" y="7554"/>
                  </a:lnTo>
                  <a:lnTo>
                    <a:pt x="1841" y="7733"/>
                  </a:lnTo>
                  <a:lnTo>
                    <a:pt x="1854" y="7745"/>
                  </a:lnTo>
                  <a:lnTo>
                    <a:pt x="1854" y="7758"/>
                  </a:lnTo>
                  <a:lnTo>
                    <a:pt x="1943" y="8142"/>
                  </a:lnTo>
                  <a:lnTo>
                    <a:pt x="2454" y="8244"/>
                  </a:lnTo>
                  <a:lnTo>
                    <a:pt x="2467" y="8257"/>
                  </a:lnTo>
                  <a:lnTo>
                    <a:pt x="3413" y="8640"/>
                  </a:lnTo>
                  <a:lnTo>
                    <a:pt x="5036" y="8180"/>
                  </a:lnTo>
                  <a:lnTo>
                    <a:pt x="5074" y="8180"/>
                  </a:lnTo>
                  <a:lnTo>
                    <a:pt x="11311" y="11439"/>
                  </a:lnTo>
                  <a:lnTo>
                    <a:pt x="11324" y="11196"/>
                  </a:lnTo>
                  <a:lnTo>
                    <a:pt x="11337" y="11171"/>
                  </a:lnTo>
                  <a:lnTo>
                    <a:pt x="11375" y="11145"/>
                  </a:lnTo>
                  <a:lnTo>
                    <a:pt x="12053" y="11094"/>
                  </a:lnTo>
                  <a:lnTo>
                    <a:pt x="11695" y="2902"/>
                  </a:lnTo>
                  <a:lnTo>
                    <a:pt x="11605" y="2493"/>
                  </a:lnTo>
                  <a:lnTo>
                    <a:pt x="11605" y="2467"/>
                  </a:lnTo>
                  <a:lnTo>
                    <a:pt x="11810" y="1879"/>
                  </a:lnTo>
                  <a:lnTo>
                    <a:pt x="11669" y="1521"/>
                  </a:lnTo>
                  <a:lnTo>
                    <a:pt x="11669" y="1509"/>
                  </a:lnTo>
                  <a:lnTo>
                    <a:pt x="11618" y="1163"/>
                  </a:lnTo>
                  <a:lnTo>
                    <a:pt x="11618" y="1151"/>
                  </a:lnTo>
                  <a:lnTo>
                    <a:pt x="11669" y="959"/>
                  </a:lnTo>
                  <a:lnTo>
                    <a:pt x="11094" y="959"/>
                  </a:lnTo>
                  <a:lnTo>
                    <a:pt x="11005" y="780"/>
                  </a:lnTo>
                  <a:lnTo>
                    <a:pt x="10417" y="703"/>
                  </a:lnTo>
                  <a:lnTo>
                    <a:pt x="10391" y="563"/>
                  </a:lnTo>
                  <a:lnTo>
                    <a:pt x="10033" y="307"/>
                  </a:lnTo>
                  <a:lnTo>
                    <a:pt x="9471" y="256"/>
                  </a:lnTo>
                  <a:lnTo>
                    <a:pt x="9317" y="243"/>
                  </a:lnTo>
                  <a:lnTo>
                    <a:pt x="9241" y="333"/>
                  </a:lnTo>
                  <a:lnTo>
                    <a:pt x="8551" y="461"/>
                  </a:lnTo>
                  <a:lnTo>
                    <a:pt x="8308" y="678"/>
                  </a:lnTo>
                  <a:lnTo>
                    <a:pt x="8142" y="716"/>
                  </a:lnTo>
                  <a:lnTo>
                    <a:pt x="8142" y="844"/>
                  </a:lnTo>
                  <a:lnTo>
                    <a:pt x="8039" y="1253"/>
                  </a:lnTo>
                  <a:lnTo>
                    <a:pt x="8244" y="1636"/>
                  </a:lnTo>
                  <a:lnTo>
                    <a:pt x="8180" y="1918"/>
                  </a:lnTo>
                  <a:lnTo>
                    <a:pt x="7707" y="2416"/>
                  </a:lnTo>
                  <a:lnTo>
                    <a:pt x="7515" y="2442"/>
                  </a:lnTo>
                  <a:lnTo>
                    <a:pt x="6723" y="1905"/>
                  </a:lnTo>
                  <a:lnTo>
                    <a:pt x="6084" y="1675"/>
                  </a:lnTo>
                  <a:lnTo>
                    <a:pt x="5074" y="1509"/>
                  </a:lnTo>
                  <a:lnTo>
                    <a:pt x="4768" y="1023"/>
                  </a:lnTo>
                  <a:lnTo>
                    <a:pt x="4704" y="703"/>
                  </a:lnTo>
                  <a:lnTo>
                    <a:pt x="4307" y="691"/>
                  </a:lnTo>
                  <a:lnTo>
                    <a:pt x="4090" y="563"/>
                  </a:lnTo>
                  <a:lnTo>
                    <a:pt x="3988" y="576"/>
                  </a:lnTo>
                  <a:lnTo>
                    <a:pt x="3668" y="358"/>
                  </a:lnTo>
                  <a:lnTo>
                    <a:pt x="3298" y="218"/>
                  </a:lnTo>
                  <a:lnTo>
                    <a:pt x="3119" y="307"/>
                  </a:lnTo>
                  <a:lnTo>
                    <a:pt x="2876" y="333"/>
                  </a:lnTo>
                  <a:lnTo>
                    <a:pt x="2582" y="346"/>
                  </a:lnTo>
                  <a:lnTo>
                    <a:pt x="2480" y="154"/>
                  </a:lnTo>
                  <a:lnTo>
                    <a:pt x="1981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5" name="Google Shape;665;p60"/>
            <p:cNvSpPr/>
            <p:nvPr/>
          </p:nvSpPr>
          <p:spPr>
            <a:xfrm>
              <a:off x="3779950" y="2616075"/>
              <a:ext cx="71925" cy="150850"/>
            </a:xfrm>
            <a:custGeom>
              <a:rect b="b" l="l" r="r" t="t"/>
              <a:pathLst>
                <a:path extrusionOk="0" h="6034" w="2877">
                  <a:moveTo>
                    <a:pt x="1752" y="1"/>
                  </a:moveTo>
                  <a:lnTo>
                    <a:pt x="1688" y="90"/>
                  </a:lnTo>
                  <a:lnTo>
                    <a:pt x="1215" y="141"/>
                  </a:lnTo>
                  <a:lnTo>
                    <a:pt x="959" y="320"/>
                  </a:lnTo>
                  <a:lnTo>
                    <a:pt x="959" y="346"/>
                  </a:lnTo>
                  <a:lnTo>
                    <a:pt x="959" y="371"/>
                  </a:lnTo>
                  <a:lnTo>
                    <a:pt x="946" y="397"/>
                  </a:lnTo>
                  <a:lnTo>
                    <a:pt x="767" y="601"/>
                  </a:lnTo>
                  <a:lnTo>
                    <a:pt x="780" y="883"/>
                  </a:lnTo>
                  <a:lnTo>
                    <a:pt x="844" y="1330"/>
                  </a:lnTo>
                  <a:lnTo>
                    <a:pt x="844" y="1356"/>
                  </a:lnTo>
                  <a:lnTo>
                    <a:pt x="691" y="1637"/>
                  </a:lnTo>
                  <a:lnTo>
                    <a:pt x="678" y="2071"/>
                  </a:lnTo>
                  <a:lnTo>
                    <a:pt x="678" y="2097"/>
                  </a:lnTo>
                  <a:lnTo>
                    <a:pt x="652" y="2110"/>
                  </a:lnTo>
                  <a:lnTo>
                    <a:pt x="384" y="2263"/>
                  </a:lnTo>
                  <a:lnTo>
                    <a:pt x="1" y="2979"/>
                  </a:lnTo>
                  <a:lnTo>
                    <a:pt x="167" y="3439"/>
                  </a:lnTo>
                  <a:lnTo>
                    <a:pt x="601" y="3630"/>
                  </a:lnTo>
                  <a:lnTo>
                    <a:pt x="627" y="3656"/>
                  </a:lnTo>
                  <a:lnTo>
                    <a:pt x="640" y="3682"/>
                  </a:lnTo>
                  <a:lnTo>
                    <a:pt x="627" y="4052"/>
                  </a:lnTo>
                  <a:lnTo>
                    <a:pt x="1061" y="4448"/>
                  </a:lnTo>
                  <a:lnTo>
                    <a:pt x="1087" y="4487"/>
                  </a:lnTo>
                  <a:lnTo>
                    <a:pt x="1291" y="6033"/>
                  </a:lnTo>
                  <a:lnTo>
                    <a:pt x="1470" y="5957"/>
                  </a:lnTo>
                  <a:lnTo>
                    <a:pt x="1815" y="5650"/>
                  </a:lnTo>
                  <a:lnTo>
                    <a:pt x="1828" y="4717"/>
                  </a:lnTo>
                  <a:lnTo>
                    <a:pt x="1841" y="4691"/>
                  </a:lnTo>
                  <a:lnTo>
                    <a:pt x="1867" y="4666"/>
                  </a:lnTo>
                  <a:lnTo>
                    <a:pt x="2876" y="4231"/>
                  </a:lnTo>
                  <a:lnTo>
                    <a:pt x="2774" y="3899"/>
                  </a:lnTo>
                  <a:lnTo>
                    <a:pt x="2774" y="3886"/>
                  </a:lnTo>
                  <a:lnTo>
                    <a:pt x="2825" y="3567"/>
                  </a:lnTo>
                  <a:lnTo>
                    <a:pt x="2455" y="3145"/>
                  </a:lnTo>
                  <a:lnTo>
                    <a:pt x="2403" y="3273"/>
                  </a:lnTo>
                  <a:lnTo>
                    <a:pt x="2224" y="3362"/>
                  </a:lnTo>
                  <a:lnTo>
                    <a:pt x="2224" y="3362"/>
                  </a:lnTo>
                  <a:lnTo>
                    <a:pt x="2250" y="3081"/>
                  </a:lnTo>
                  <a:lnTo>
                    <a:pt x="1994" y="3043"/>
                  </a:lnTo>
                  <a:lnTo>
                    <a:pt x="1931" y="2761"/>
                  </a:lnTo>
                  <a:lnTo>
                    <a:pt x="1994" y="2455"/>
                  </a:lnTo>
                  <a:lnTo>
                    <a:pt x="2391" y="2404"/>
                  </a:lnTo>
                  <a:lnTo>
                    <a:pt x="2442" y="2058"/>
                  </a:lnTo>
                  <a:lnTo>
                    <a:pt x="2736" y="1867"/>
                  </a:lnTo>
                  <a:lnTo>
                    <a:pt x="2723" y="1547"/>
                  </a:lnTo>
                  <a:lnTo>
                    <a:pt x="2301" y="1304"/>
                  </a:lnTo>
                  <a:lnTo>
                    <a:pt x="2339" y="972"/>
                  </a:lnTo>
                  <a:lnTo>
                    <a:pt x="2825" y="563"/>
                  </a:lnTo>
                  <a:lnTo>
                    <a:pt x="2685" y="269"/>
                  </a:lnTo>
                  <a:lnTo>
                    <a:pt x="2339" y="423"/>
                  </a:lnTo>
                  <a:lnTo>
                    <a:pt x="2097" y="141"/>
                  </a:lnTo>
                  <a:lnTo>
                    <a:pt x="1905" y="77"/>
                  </a:lnTo>
                  <a:lnTo>
                    <a:pt x="1752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6" name="Google Shape;666;p60"/>
            <p:cNvSpPr/>
            <p:nvPr/>
          </p:nvSpPr>
          <p:spPr>
            <a:xfrm>
              <a:off x="3874200" y="2188900"/>
              <a:ext cx="7375" cy="7375"/>
            </a:xfrm>
            <a:custGeom>
              <a:rect b="b" l="l" r="r" t="t"/>
              <a:pathLst>
                <a:path extrusionOk="0" h="295" w="295">
                  <a:moveTo>
                    <a:pt x="52" y="0"/>
                  </a:moveTo>
                  <a:lnTo>
                    <a:pt x="14" y="64"/>
                  </a:lnTo>
                  <a:lnTo>
                    <a:pt x="1" y="90"/>
                  </a:lnTo>
                  <a:lnTo>
                    <a:pt x="14" y="128"/>
                  </a:lnTo>
                  <a:lnTo>
                    <a:pt x="52" y="205"/>
                  </a:lnTo>
                  <a:lnTo>
                    <a:pt x="90" y="269"/>
                  </a:lnTo>
                  <a:lnTo>
                    <a:pt x="116" y="281"/>
                  </a:lnTo>
                  <a:lnTo>
                    <a:pt x="154" y="294"/>
                  </a:lnTo>
                  <a:lnTo>
                    <a:pt x="218" y="281"/>
                  </a:lnTo>
                  <a:lnTo>
                    <a:pt x="269" y="256"/>
                  </a:lnTo>
                  <a:lnTo>
                    <a:pt x="295" y="230"/>
                  </a:lnTo>
                  <a:lnTo>
                    <a:pt x="295" y="205"/>
                  </a:lnTo>
                  <a:lnTo>
                    <a:pt x="282" y="154"/>
                  </a:lnTo>
                  <a:lnTo>
                    <a:pt x="231" y="128"/>
                  </a:lnTo>
                  <a:lnTo>
                    <a:pt x="167" y="77"/>
                  </a:lnTo>
                  <a:lnTo>
                    <a:pt x="116" y="38"/>
                  </a:lnTo>
                  <a:lnTo>
                    <a:pt x="52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7" name="Google Shape;667;p60"/>
            <p:cNvSpPr/>
            <p:nvPr/>
          </p:nvSpPr>
          <p:spPr>
            <a:xfrm>
              <a:off x="4263375" y="2642600"/>
              <a:ext cx="41250" cy="20800"/>
            </a:xfrm>
            <a:custGeom>
              <a:rect b="b" l="l" r="r" t="t"/>
              <a:pathLst>
                <a:path extrusionOk="0" h="832" w="1650">
                  <a:moveTo>
                    <a:pt x="1649" y="1"/>
                  </a:moveTo>
                  <a:lnTo>
                    <a:pt x="1317" y="179"/>
                  </a:lnTo>
                  <a:lnTo>
                    <a:pt x="832" y="256"/>
                  </a:lnTo>
                  <a:lnTo>
                    <a:pt x="410" y="231"/>
                  </a:lnTo>
                  <a:lnTo>
                    <a:pt x="410" y="410"/>
                  </a:lnTo>
                  <a:lnTo>
                    <a:pt x="1" y="614"/>
                  </a:lnTo>
                  <a:lnTo>
                    <a:pt x="116" y="831"/>
                  </a:lnTo>
                  <a:lnTo>
                    <a:pt x="1228" y="831"/>
                  </a:lnTo>
                  <a:lnTo>
                    <a:pt x="1330" y="588"/>
                  </a:lnTo>
                  <a:lnTo>
                    <a:pt x="1228" y="358"/>
                  </a:lnTo>
                  <a:lnTo>
                    <a:pt x="1649" y="141"/>
                  </a:lnTo>
                  <a:lnTo>
                    <a:pt x="1649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8" name="Google Shape;668;p60"/>
            <p:cNvSpPr/>
            <p:nvPr/>
          </p:nvSpPr>
          <p:spPr>
            <a:xfrm>
              <a:off x="3985400" y="2465600"/>
              <a:ext cx="35175" cy="41225"/>
            </a:xfrm>
            <a:custGeom>
              <a:rect b="b" l="l" r="r" t="t"/>
              <a:pathLst>
                <a:path extrusionOk="0" h="1649" w="1407">
                  <a:moveTo>
                    <a:pt x="435" y="0"/>
                  </a:moveTo>
                  <a:lnTo>
                    <a:pt x="282" y="38"/>
                  </a:lnTo>
                  <a:lnTo>
                    <a:pt x="358" y="141"/>
                  </a:lnTo>
                  <a:lnTo>
                    <a:pt x="358" y="153"/>
                  </a:lnTo>
                  <a:lnTo>
                    <a:pt x="346" y="256"/>
                  </a:lnTo>
                  <a:lnTo>
                    <a:pt x="320" y="281"/>
                  </a:lnTo>
                  <a:lnTo>
                    <a:pt x="154" y="269"/>
                  </a:lnTo>
                  <a:lnTo>
                    <a:pt x="128" y="575"/>
                  </a:lnTo>
                  <a:lnTo>
                    <a:pt x="116" y="601"/>
                  </a:lnTo>
                  <a:lnTo>
                    <a:pt x="26" y="614"/>
                  </a:lnTo>
                  <a:lnTo>
                    <a:pt x="77" y="856"/>
                  </a:lnTo>
                  <a:lnTo>
                    <a:pt x="141" y="959"/>
                  </a:lnTo>
                  <a:lnTo>
                    <a:pt x="141" y="984"/>
                  </a:lnTo>
                  <a:lnTo>
                    <a:pt x="1" y="1202"/>
                  </a:lnTo>
                  <a:lnTo>
                    <a:pt x="64" y="1240"/>
                  </a:lnTo>
                  <a:lnTo>
                    <a:pt x="90" y="1265"/>
                  </a:lnTo>
                  <a:lnTo>
                    <a:pt x="128" y="1278"/>
                  </a:lnTo>
                  <a:lnTo>
                    <a:pt x="141" y="1278"/>
                  </a:lnTo>
                  <a:lnTo>
                    <a:pt x="154" y="1253"/>
                  </a:lnTo>
                  <a:lnTo>
                    <a:pt x="167" y="1214"/>
                  </a:lnTo>
                  <a:lnTo>
                    <a:pt x="167" y="1189"/>
                  </a:lnTo>
                  <a:lnTo>
                    <a:pt x="192" y="1163"/>
                  </a:lnTo>
                  <a:lnTo>
                    <a:pt x="231" y="1138"/>
                  </a:lnTo>
                  <a:lnTo>
                    <a:pt x="256" y="1138"/>
                  </a:lnTo>
                  <a:lnTo>
                    <a:pt x="282" y="1150"/>
                  </a:lnTo>
                  <a:lnTo>
                    <a:pt x="282" y="1176"/>
                  </a:lnTo>
                  <a:lnTo>
                    <a:pt x="269" y="1202"/>
                  </a:lnTo>
                  <a:lnTo>
                    <a:pt x="243" y="1253"/>
                  </a:lnTo>
                  <a:lnTo>
                    <a:pt x="243" y="1291"/>
                  </a:lnTo>
                  <a:lnTo>
                    <a:pt x="269" y="1329"/>
                  </a:lnTo>
                  <a:lnTo>
                    <a:pt x="295" y="1342"/>
                  </a:lnTo>
                  <a:lnTo>
                    <a:pt x="333" y="1368"/>
                  </a:lnTo>
                  <a:lnTo>
                    <a:pt x="397" y="1380"/>
                  </a:lnTo>
                  <a:lnTo>
                    <a:pt x="461" y="1406"/>
                  </a:lnTo>
                  <a:lnTo>
                    <a:pt x="486" y="1432"/>
                  </a:lnTo>
                  <a:lnTo>
                    <a:pt x="512" y="1432"/>
                  </a:lnTo>
                  <a:lnTo>
                    <a:pt x="550" y="1444"/>
                  </a:lnTo>
                  <a:lnTo>
                    <a:pt x="589" y="1483"/>
                  </a:lnTo>
                  <a:lnTo>
                    <a:pt x="614" y="1534"/>
                  </a:lnTo>
                  <a:lnTo>
                    <a:pt x="704" y="1623"/>
                  </a:lnTo>
                  <a:lnTo>
                    <a:pt x="729" y="1649"/>
                  </a:lnTo>
                  <a:lnTo>
                    <a:pt x="767" y="1649"/>
                  </a:lnTo>
                  <a:lnTo>
                    <a:pt x="742" y="1406"/>
                  </a:lnTo>
                  <a:lnTo>
                    <a:pt x="678" y="1368"/>
                  </a:lnTo>
                  <a:lnTo>
                    <a:pt x="665" y="1329"/>
                  </a:lnTo>
                  <a:lnTo>
                    <a:pt x="908" y="895"/>
                  </a:lnTo>
                  <a:lnTo>
                    <a:pt x="946" y="882"/>
                  </a:lnTo>
                  <a:lnTo>
                    <a:pt x="1138" y="946"/>
                  </a:lnTo>
                  <a:lnTo>
                    <a:pt x="1215" y="895"/>
                  </a:lnTo>
                  <a:lnTo>
                    <a:pt x="1215" y="818"/>
                  </a:lnTo>
                  <a:lnTo>
                    <a:pt x="1164" y="818"/>
                  </a:lnTo>
                  <a:lnTo>
                    <a:pt x="1138" y="793"/>
                  </a:lnTo>
                  <a:lnTo>
                    <a:pt x="1113" y="703"/>
                  </a:lnTo>
                  <a:lnTo>
                    <a:pt x="1138" y="665"/>
                  </a:lnTo>
                  <a:lnTo>
                    <a:pt x="1291" y="639"/>
                  </a:lnTo>
                  <a:lnTo>
                    <a:pt x="1406" y="575"/>
                  </a:lnTo>
                  <a:lnTo>
                    <a:pt x="755" y="256"/>
                  </a:lnTo>
                  <a:lnTo>
                    <a:pt x="729" y="243"/>
                  </a:lnTo>
                  <a:lnTo>
                    <a:pt x="691" y="115"/>
                  </a:lnTo>
                  <a:lnTo>
                    <a:pt x="499" y="38"/>
                  </a:lnTo>
                  <a:lnTo>
                    <a:pt x="486" y="26"/>
                  </a:lnTo>
                  <a:lnTo>
                    <a:pt x="435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9" name="Google Shape;669;p60"/>
            <p:cNvSpPr/>
            <p:nvPr/>
          </p:nvSpPr>
          <p:spPr>
            <a:xfrm>
              <a:off x="3929175" y="2425325"/>
              <a:ext cx="71600" cy="65850"/>
            </a:xfrm>
            <a:custGeom>
              <a:rect b="b" l="l" r="r" t="t"/>
              <a:pathLst>
                <a:path extrusionOk="0" h="2634" w="2864">
                  <a:moveTo>
                    <a:pt x="2173" y="1"/>
                  </a:moveTo>
                  <a:lnTo>
                    <a:pt x="1866" y="116"/>
                  </a:lnTo>
                  <a:lnTo>
                    <a:pt x="1853" y="116"/>
                  </a:lnTo>
                  <a:lnTo>
                    <a:pt x="1611" y="77"/>
                  </a:lnTo>
                  <a:lnTo>
                    <a:pt x="1393" y="129"/>
                  </a:lnTo>
                  <a:lnTo>
                    <a:pt x="754" y="65"/>
                  </a:lnTo>
                  <a:lnTo>
                    <a:pt x="396" y="333"/>
                  </a:lnTo>
                  <a:lnTo>
                    <a:pt x="358" y="333"/>
                  </a:lnTo>
                  <a:lnTo>
                    <a:pt x="90" y="180"/>
                  </a:lnTo>
                  <a:lnTo>
                    <a:pt x="0" y="384"/>
                  </a:lnTo>
                  <a:lnTo>
                    <a:pt x="51" y="589"/>
                  </a:lnTo>
                  <a:lnTo>
                    <a:pt x="294" y="844"/>
                  </a:lnTo>
                  <a:lnTo>
                    <a:pt x="307" y="857"/>
                  </a:lnTo>
                  <a:lnTo>
                    <a:pt x="332" y="1023"/>
                  </a:lnTo>
                  <a:lnTo>
                    <a:pt x="741" y="1394"/>
                  </a:lnTo>
                  <a:lnTo>
                    <a:pt x="741" y="1407"/>
                  </a:lnTo>
                  <a:lnTo>
                    <a:pt x="818" y="1534"/>
                  </a:lnTo>
                  <a:lnTo>
                    <a:pt x="1189" y="1803"/>
                  </a:lnTo>
                  <a:lnTo>
                    <a:pt x="1329" y="1841"/>
                  </a:lnTo>
                  <a:lnTo>
                    <a:pt x="1342" y="1854"/>
                  </a:lnTo>
                  <a:lnTo>
                    <a:pt x="1368" y="1969"/>
                  </a:lnTo>
                  <a:lnTo>
                    <a:pt x="1662" y="2250"/>
                  </a:lnTo>
                  <a:lnTo>
                    <a:pt x="1662" y="2276"/>
                  </a:lnTo>
                  <a:lnTo>
                    <a:pt x="1611" y="2365"/>
                  </a:lnTo>
                  <a:lnTo>
                    <a:pt x="1636" y="2416"/>
                  </a:lnTo>
                  <a:lnTo>
                    <a:pt x="1649" y="2429"/>
                  </a:lnTo>
                  <a:lnTo>
                    <a:pt x="1738" y="2340"/>
                  </a:lnTo>
                  <a:lnTo>
                    <a:pt x="1764" y="2327"/>
                  </a:lnTo>
                  <a:lnTo>
                    <a:pt x="2083" y="2429"/>
                  </a:lnTo>
                  <a:lnTo>
                    <a:pt x="2096" y="2442"/>
                  </a:lnTo>
                  <a:lnTo>
                    <a:pt x="2173" y="2582"/>
                  </a:lnTo>
                  <a:lnTo>
                    <a:pt x="2301" y="2634"/>
                  </a:lnTo>
                  <a:lnTo>
                    <a:pt x="2339" y="2582"/>
                  </a:lnTo>
                  <a:lnTo>
                    <a:pt x="2275" y="2480"/>
                  </a:lnTo>
                  <a:lnTo>
                    <a:pt x="2211" y="2212"/>
                  </a:lnTo>
                  <a:lnTo>
                    <a:pt x="2237" y="2186"/>
                  </a:lnTo>
                  <a:lnTo>
                    <a:pt x="2326" y="2161"/>
                  </a:lnTo>
                  <a:lnTo>
                    <a:pt x="2352" y="1841"/>
                  </a:lnTo>
                  <a:lnTo>
                    <a:pt x="2390" y="1816"/>
                  </a:lnTo>
                  <a:lnTo>
                    <a:pt x="2544" y="1841"/>
                  </a:lnTo>
                  <a:lnTo>
                    <a:pt x="2556" y="1777"/>
                  </a:lnTo>
                  <a:lnTo>
                    <a:pt x="2467" y="1649"/>
                  </a:lnTo>
                  <a:lnTo>
                    <a:pt x="2480" y="1611"/>
                  </a:lnTo>
                  <a:lnTo>
                    <a:pt x="2671" y="1560"/>
                  </a:lnTo>
                  <a:lnTo>
                    <a:pt x="2697" y="1560"/>
                  </a:lnTo>
                  <a:lnTo>
                    <a:pt x="2748" y="1586"/>
                  </a:lnTo>
                  <a:lnTo>
                    <a:pt x="2838" y="1534"/>
                  </a:lnTo>
                  <a:lnTo>
                    <a:pt x="2863" y="1394"/>
                  </a:lnTo>
                  <a:lnTo>
                    <a:pt x="2722" y="1330"/>
                  </a:lnTo>
                  <a:lnTo>
                    <a:pt x="2710" y="1304"/>
                  </a:lnTo>
                  <a:lnTo>
                    <a:pt x="2697" y="1228"/>
                  </a:lnTo>
                  <a:lnTo>
                    <a:pt x="2722" y="1202"/>
                  </a:lnTo>
                  <a:lnTo>
                    <a:pt x="2812" y="1177"/>
                  </a:lnTo>
                  <a:lnTo>
                    <a:pt x="2812" y="1062"/>
                  </a:lnTo>
                  <a:lnTo>
                    <a:pt x="2633" y="947"/>
                  </a:lnTo>
                  <a:lnTo>
                    <a:pt x="2633" y="934"/>
                  </a:lnTo>
                  <a:lnTo>
                    <a:pt x="2480" y="704"/>
                  </a:lnTo>
                  <a:lnTo>
                    <a:pt x="2480" y="678"/>
                  </a:lnTo>
                  <a:lnTo>
                    <a:pt x="2582" y="333"/>
                  </a:lnTo>
                  <a:lnTo>
                    <a:pt x="2569" y="231"/>
                  </a:lnTo>
                  <a:lnTo>
                    <a:pt x="2429" y="256"/>
                  </a:lnTo>
                  <a:lnTo>
                    <a:pt x="2416" y="256"/>
                  </a:lnTo>
                  <a:lnTo>
                    <a:pt x="2301" y="231"/>
                  </a:lnTo>
                  <a:lnTo>
                    <a:pt x="2275" y="218"/>
                  </a:lnTo>
                  <a:lnTo>
                    <a:pt x="2173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0" name="Google Shape;670;p60"/>
            <p:cNvSpPr/>
            <p:nvPr/>
          </p:nvSpPr>
          <p:spPr>
            <a:xfrm>
              <a:off x="3827250" y="2494025"/>
              <a:ext cx="8000" cy="3550"/>
            </a:xfrm>
            <a:custGeom>
              <a:rect b="b" l="l" r="r" t="t"/>
              <a:pathLst>
                <a:path extrusionOk="0" h="142" w="320">
                  <a:moveTo>
                    <a:pt x="64" y="1"/>
                  </a:moveTo>
                  <a:lnTo>
                    <a:pt x="26" y="26"/>
                  </a:lnTo>
                  <a:lnTo>
                    <a:pt x="13" y="39"/>
                  </a:lnTo>
                  <a:lnTo>
                    <a:pt x="0" y="65"/>
                  </a:lnTo>
                  <a:lnTo>
                    <a:pt x="13" y="77"/>
                  </a:lnTo>
                  <a:lnTo>
                    <a:pt x="39" y="90"/>
                  </a:lnTo>
                  <a:lnTo>
                    <a:pt x="77" y="116"/>
                  </a:lnTo>
                  <a:lnTo>
                    <a:pt x="154" y="128"/>
                  </a:lnTo>
                  <a:lnTo>
                    <a:pt x="243" y="141"/>
                  </a:lnTo>
                  <a:lnTo>
                    <a:pt x="281" y="141"/>
                  </a:lnTo>
                  <a:lnTo>
                    <a:pt x="320" y="128"/>
                  </a:lnTo>
                  <a:lnTo>
                    <a:pt x="320" y="116"/>
                  </a:lnTo>
                  <a:lnTo>
                    <a:pt x="307" y="77"/>
                  </a:lnTo>
                  <a:lnTo>
                    <a:pt x="256" y="13"/>
                  </a:lnTo>
                  <a:lnTo>
                    <a:pt x="154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1" name="Google Shape;671;p60"/>
            <p:cNvSpPr/>
            <p:nvPr/>
          </p:nvSpPr>
          <p:spPr>
            <a:xfrm>
              <a:off x="3795600" y="2479975"/>
              <a:ext cx="18575" cy="41875"/>
            </a:xfrm>
            <a:custGeom>
              <a:rect b="b" l="l" r="r" t="t"/>
              <a:pathLst>
                <a:path extrusionOk="0" h="1675" w="743">
                  <a:moveTo>
                    <a:pt x="678" y="0"/>
                  </a:moveTo>
                  <a:lnTo>
                    <a:pt x="602" y="39"/>
                  </a:lnTo>
                  <a:lnTo>
                    <a:pt x="589" y="64"/>
                  </a:lnTo>
                  <a:lnTo>
                    <a:pt x="576" y="77"/>
                  </a:lnTo>
                  <a:lnTo>
                    <a:pt x="563" y="128"/>
                  </a:lnTo>
                  <a:lnTo>
                    <a:pt x="538" y="205"/>
                  </a:lnTo>
                  <a:lnTo>
                    <a:pt x="525" y="230"/>
                  </a:lnTo>
                  <a:lnTo>
                    <a:pt x="499" y="256"/>
                  </a:lnTo>
                  <a:lnTo>
                    <a:pt x="435" y="281"/>
                  </a:lnTo>
                  <a:lnTo>
                    <a:pt x="359" y="294"/>
                  </a:lnTo>
                  <a:lnTo>
                    <a:pt x="282" y="307"/>
                  </a:lnTo>
                  <a:lnTo>
                    <a:pt x="218" y="333"/>
                  </a:lnTo>
                  <a:lnTo>
                    <a:pt x="180" y="371"/>
                  </a:lnTo>
                  <a:lnTo>
                    <a:pt x="141" y="422"/>
                  </a:lnTo>
                  <a:lnTo>
                    <a:pt x="103" y="486"/>
                  </a:lnTo>
                  <a:lnTo>
                    <a:pt x="65" y="537"/>
                  </a:lnTo>
                  <a:lnTo>
                    <a:pt x="39" y="601"/>
                  </a:lnTo>
                  <a:lnTo>
                    <a:pt x="26" y="627"/>
                  </a:lnTo>
                  <a:lnTo>
                    <a:pt x="39" y="652"/>
                  </a:lnTo>
                  <a:lnTo>
                    <a:pt x="52" y="678"/>
                  </a:lnTo>
                  <a:lnTo>
                    <a:pt x="90" y="690"/>
                  </a:lnTo>
                  <a:lnTo>
                    <a:pt x="90" y="729"/>
                  </a:lnTo>
                  <a:lnTo>
                    <a:pt x="65" y="754"/>
                  </a:lnTo>
                  <a:lnTo>
                    <a:pt x="39" y="767"/>
                  </a:lnTo>
                  <a:lnTo>
                    <a:pt x="1" y="767"/>
                  </a:lnTo>
                  <a:lnTo>
                    <a:pt x="14" y="818"/>
                  </a:lnTo>
                  <a:lnTo>
                    <a:pt x="26" y="869"/>
                  </a:lnTo>
                  <a:lnTo>
                    <a:pt x="52" y="908"/>
                  </a:lnTo>
                  <a:lnTo>
                    <a:pt x="78" y="946"/>
                  </a:lnTo>
                  <a:lnTo>
                    <a:pt x="129" y="946"/>
                  </a:lnTo>
                  <a:lnTo>
                    <a:pt x="154" y="959"/>
                  </a:lnTo>
                  <a:lnTo>
                    <a:pt x="154" y="1010"/>
                  </a:lnTo>
                  <a:lnTo>
                    <a:pt x="116" y="1023"/>
                  </a:lnTo>
                  <a:lnTo>
                    <a:pt x="65" y="1061"/>
                  </a:lnTo>
                  <a:lnTo>
                    <a:pt x="26" y="1112"/>
                  </a:lnTo>
                  <a:lnTo>
                    <a:pt x="14" y="1163"/>
                  </a:lnTo>
                  <a:lnTo>
                    <a:pt x="26" y="1176"/>
                  </a:lnTo>
                  <a:lnTo>
                    <a:pt x="39" y="1202"/>
                  </a:lnTo>
                  <a:lnTo>
                    <a:pt x="78" y="1266"/>
                  </a:lnTo>
                  <a:lnTo>
                    <a:pt x="90" y="1291"/>
                  </a:lnTo>
                  <a:lnTo>
                    <a:pt x="90" y="1317"/>
                  </a:lnTo>
                  <a:lnTo>
                    <a:pt x="78" y="1342"/>
                  </a:lnTo>
                  <a:lnTo>
                    <a:pt x="39" y="1355"/>
                  </a:lnTo>
                  <a:lnTo>
                    <a:pt x="52" y="1381"/>
                  </a:lnTo>
                  <a:lnTo>
                    <a:pt x="65" y="1406"/>
                  </a:lnTo>
                  <a:lnTo>
                    <a:pt x="78" y="1419"/>
                  </a:lnTo>
                  <a:lnTo>
                    <a:pt x="103" y="1419"/>
                  </a:lnTo>
                  <a:lnTo>
                    <a:pt x="205" y="1406"/>
                  </a:lnTo>
                  <a:lnTo>
                    <a:pt x="205" y="1432"/>
                  </a:lnTo>
                  <a:lnTo>
                    <a:pt x="218" y="1470"/>
                  </a:lnTo>
                  <a:lnTo>
                    <a:pt x="282" y="1508"/>
                  </a:lnTo>
                  <a:lnTo>
                    <a:pt x="397" y="1598"/>
                  </a:lnTo>
                  <a:lnTo>
                    <a:pt x="461" y="1649"/>
                  </a:lnTo>
                  <a:lnTo>
                    <a:pt x="525" y="1675"/>
                  </a:lnTo>
                  <a:lnTo>
                    <a:pt x="538" y="1675"/>
                  </a:lnTo>
                  <a:lnTo>
                    <a:pt x="550" y="1649"/>
                  </a:lnTo>
                  <a:lnTo>
                    <a:pt x="563" y="1623"/>
                  </a:lnTo>
                  <a:lnTo>
                    <a:pt x="550" y="1572"/>
                  </a:lnTo>
                  <a:lnTo>
                    <a:pt x="550" y="1432"/>
                  </a:lnTo>
                  <a:lnTo>
                    <a:pt x="563" y="1278"/>
                  </a:lnTo>
                  <a:lnTo>
                    <a:pt x="602" y="1138"/>
                  </a:lnTo>
                  <a:lnTo>
                    <a:pt x="627" y="1074"/>
                  </a:lnTo>
                  <a:lnTo>
                    <a:pt x="665" y="1010"/>
                  </a:lnTo>
                  <a:lnTo>
                    <a:pt x="704" y="946"/>
                  </a:lnTo>
                  <a:lnTo>
                    <a:pt x="717" y="895"/>
                  </a:lnTo>
                  <a:lnTo>
                    <a:pt x="729" y="844"/>
                  </a:lnTo>
                  <a:lnTo>
                    <a:pt x="742" y="780"/>
                  </a:lnTo>
                  <a:lnTo>
                    <a:pt x="729" y="665"/>
                  </a:lnTo>
                  <a:lnTo>
                    <a:pt x="704" y="537"/>
                  </a:lnTo>
                  <a:lnTo>
                    <a:pt x="678" y="422"/>
                  </a:lnTo>
                  <a:lnTo>
                    <a:pt x="653" y="281"/>
                  </a:lnTo>
                  <a:lnTo>
                    <a:pt x="653" y="205"/>
                  </a:lnTo>
                  <a:lnTo>
                    <a:pt x="653" y="141"/>
                  </a:lnTo>
                  <a:lnTo>
                    <a:pt x="678" y="90"/>
                  </a:lnTo>
                  <a:lnTo>
                    <a:pt x="717" y="51"/>
                  </a:lnTo>
                  <a:lnTo>
                    <a:pt x="678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2" name="Google Shape;672;p60"/>
            <p:cNvSpPr/>
            <p:nvPr/>
          </p:nvSpPr>
          <p:spPr>
            <a:xfrm>
              <a:off x="4316100" y="2665925"/>
              <a:ext cx="31350" cy="39650"/>
            </a:xfrm>
            <a:custGeom>
              <a:rect b="b" l="l" r="r" t="t"/>
              <a:pathLst>
                <a:path extrusionOk="0" h="1586" w="1254">
                  <a:moveTo>
                    <a:pt x="1010" y="1"/>
                  </a:moveTo>
                  <a:lnTo>
                    <a:pt x="665" y="64"/>
                  </a:lnTo>
                  <a:lnTo>
                    <a:pt x="652" y="154"/>
                  </a:lnTo>
                  <a:lnTo>
                    <a:pt x="410" y="716"/>
                  </a:lnTo>
                  <a:lnTo>
                    <a:pt x="128" y="1125"/>
                  </a:lnTo>
                  <a:lnTo>
                    <a:pt x="1" y="1585"/>
                  </a:lnTo>
                  <a:lnTo>
                    <a:pt x="473" y="1496"/>
                  </a:lnTo>
                  <a:lnTo>
                    <a:pt x="550" y="1176"/>
                  </a:lnTo>
                  <a:lnTo>
                    <a:pt x="563" y="1164"/>
                  </a:lnTo>
                  <a:lnTo>
                    <a:pt x="870" y="716"/>
                  </a:lnTo>
                  <a:lnTo>
                    <a:pt x="882" y="703"/>
                  </a:lnTo>
                  <a:lnTo>
                    <a:pt x="1253" y="410"/>
                  </a:lnTo>
                  <a:lnTo>
                    <a:pt x="1112" y="103"/>
                  </a:lnTo>
                  <a:lnTo>
                    <a:pt x="1010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3" name="Google Shape;673;p60"/>
            <p:cNvSpPr/>
            <p:nvPr/>
          </p:nvSpPr>
          <p:spPr>
            <a:xfrm>
              <a:off x="4330475" y="2607125"/>
              <a:ext cx="130400" cy="108025"/>
            </a:xfrm>
            <a:custGeom>
              <a:rect b="b" l="l" r="r" t="t"/>
              <a:pathLst>
                <a:path extrusionOk="0" h="4321" w="5216">
                  <a:moveTo>
                    <a:pt x="5151" y="1"/>
                  </a:moveTo>
                  <a:lnTo>
                    <a:pt x="4563" y="167"/>
                  </a:lnTo>
                  <a:lnTo>
                    <a:pt x="3975" y="167"/>
                  </a:lnTo>
                  <a:lnTo>
                    <a:pt x="3426" y="423"/>
                  </a:lnTo>
                  <a:lnTo>
                    <a:pt x="3413" y="423"/>
                  </a:lnTo>
                  <a:lnTo>
                    <a:pt x="3004" y="346"/>
                  </a:lnTo>
                  <a:lnTo>
                    <a:pt x="2582" y="525"/>
                  </a:lnTo>
                  <a:lnTo>
                    <a:pt x="2557" y="512"/>
                  </a:lnTo>
                  <a:lnTo>
                    <a:pt x="1994" y="231"/>
                  </a:lnTo>
                  <a:lnTo>
                    <a:pt x="1432" y="576"/>
                  </a:lnTo>
                  <a:lnTo>
                    <a:pt x="1407" y="576"/>
                  </a:lnTo>
                  <a:lnTo>
                    <a:pt x="716" y="372"/>
                  </a:lnTo>
                  <a:lnTo>
                    <a:pt x="653" y="512"/>
                  </a:lnTo>
                  <a:lnTo>
                    <a:pt x="729" y="819"/>
                  </a:lnTo>
                  <a:lnTo>
                    <a:pt x="729" y="844"/>
                  </a:lnTo>
                  <a:lnTo>
                    <a:pt x="716" y="857"/>
                  </a:lnTo>
                  <a:lnTo>
                    <a:pt x="474" y="1023"/>
                  </a:lnTo>
                  <a:lnTo>
                    <a:pt x="52" y="1356"/>
                  </a:lnTo>
                  <a:lnTo>
                    <a:pt x="90" y="1560"/>
                  </a:lnTo>
                  <a:lnTo>
                    <a:pt x="180" y="1701"/>
                  </a:lnTo>
                  <a:lnTo>
                    <a:pt x="90" y="2340"/>
                  </a:lnTo>
                  <a:lnTo>
                    <a:pt x="448" y="2276"/>
                  </a:lnTo>
                  <a:lnTo>
                    <a:pt x="461" y="2276"/>
                  </a:lnTo>
                  <a:lnTo>
                    <a:pt x="474" y="2289"/>
                  </a:lnTo>
                  <a:lnTo>
                    <a:pt x="589" y="2404"/>
                  </a:lnTo>
                  <a:lnTo>
                    <a:pt x="601" y="2416"/>
                  </a:lnTo>
                  <a:lnTo>
                    <a:pt x="755" y="2762"/>
                  </a:lnTo>
                  <a:lnTo>
                    <a:pt x="755" y="2787"/>
                  </a:lnTo>
                  <a:lnTo>
                    <a:pt x="742" y="2800"/>
                  </a:lnTo>
                  <a:lnTo>
                    <a:pt x="359" y="3107"/>
                  </a:lnTo>
                  <a:lnTo>
                    <a:pt x="52" y="3541"/>
                  </a:lnTo>
                  <a:lnTo>
                    <a:pt x="129" y="3912"/>
                  </a:lnTo>
                  <a:lnTo>
                    <a:pt x="129" y="3937"/>
                  </a:lnTo>
                  <a:lnTo>
                    <a:pt x="103" y="3950"/>
                  </a:lnTo>
                  <a:lnTo>
                    <a:pt x="1" y="4014"/>
                  </a:lnTo>
                  <a:lnTo>
                    <a:pt x="461" y="4270"/>
                  </a:lnTo>
                  <a:lnTo>
                    <a:pt x="704" y="4321"/>
                  </a:lnTo>
                  <a:lnTo>
                    <a:pt x="1292" y="4116"/>
                  </a:lnTo>
                  <a:lnTo>
                    <a:pt x="2442" y="3324"/>
                  </a:lnTo>
                  <a:lnTo>
                    <a:pt x="2442" y="3311"/>
                  </a:lnTo>
                  <a:lnTo>
                    <a:pt x="4052" y="2634"/>
                  </a:lnTo>
                  <a:lnTo>
                    <a:pt x="4269" y="2340"/>
                  </a:lnTo>
                  <a:lnTo>
                    <a:pt x="4269" y="1829"/>
                  </a:lnTo>
                  <a:lnTo>
                    <a:pt x="4269" y="1816"/>
                  </a:lnTo>
                  <a:lnTo>
                    <a:pt x="4384" y="1407"/>
                  </a:lnTo>
                  <a:lnTo>
                    <a:pt x="4397" y="1394"/>
                  </a:lnTo>
                  <a:lnTo>
                    <a:pt x="4474" y="1279"/>
                  </a:lnTo>
                  <a:lnTo>
                    <a:pt x="4269" y="908"/>
                  </a:lnTo>
                  <a:lnTo>
                    <a:pt x="4269" y="883"/>
                  </a:lnTo>
                  <a:lnTo>
                    <a:pt x="4282" y="870"/>
                  </a:lnTo>
                  <a:lnTo>
                    <a:pt x="4653" y="525"/>
                  </a:lnTo>
                  <a:lnTo>
                    <a:pt x="4666" y="512"/>
                  </a:lnTo>
                  <a:lnTo>
                    <a:pt x="4832" y="512"/>
                  </a:lnTo>
                  <a:lnTo>
                    <a:pt x="5177" y="257"/>
                  </a:lnTo>
                  <a:lnTo>
                    <a:pt x="5215" y="90"/>
                  </a:lnTo>
                  <a:lnTo>
                    <a:pt x="5151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4" name="Google Shape;674;p60"/>
            <p:cNvSpPr/>
            <p:nvPr/>
          </p:nvSpPr>
          <p:spPr>
            <a:xfrm>
              <a:off x="4096275" y="2732075"/>
              <a:ext cx="239650" cy="210575"/>
            </a:xfrm>
            <a:custGeom>
              <a:rect b="b" l="l" r="r" t="t"/>
              <a:pathLst>
                <a:path extrusionOk="0" h="8423" w="9586">
                  <a:moveTo>
                    <a:pt x="64" y="0"/>
                  </a:moveTo>
                  <a:lnTo>
                    <a:pt x="26" y="153"/>
                  </a:lnTo>
                  <a:lnTo>
                    <a:pt x="64" y="473"/>
                  </a:lnTo>
                  <a:lnTo>
                    <a:pt x="205" y="856"/>
                  </a:lnTo>
                  <a:lnTo>
                    <a:pt x="205" y="882"/>
                  </a:lnTo>
                  <a:lnTo>
                    <a:pt x="0" y="1483"/>
                  </a:lnTo>
                  <a:lnTo>
                    <a:pt x="103" y="1879"/>
                  </a:lnTo>
                  <a:lnTo>
                    <a:pt x="103" y="1892"/>
                  </a:lnTo>
                  <a:lnTo>
                    <a:pt x="384" y="8423"/>
                  </a:lnTo>
                  <a:lnTo>
                    <a:pt x="9586" y="8180"/>
                  </a:lnTo>
                  <a:lnTo>
                    <a:pt x="9586" y="8039"/>
                  </a:lnTo>
                  <a:lnTo>
                    <a:pt x="9420" y="7962"/>
                  </a:lnTo>
                  <a:lnTo>
                    <a:pt x="9266" y="7630"/>
                  </a:lnTo>
                  <a:lnTo>
                    <a:pt x="8985" y="7477"/>
                  </a:lnTo>
                  <a:lnTo>
                    <a:pt x="8794" y="6914"/>
                  </a:lnTo>
                  <a:lnTo>
                    <a:pt x="8794" y="6659"/>
                  </a:lnTo>
                  <a:lnTo>
                    <a:pt x="8960" y="6557"/>
                  </a:lnTo>
                  <a:lnTo>
                    <a:pt x="9075" y="6442"/>
                  </a:lnTo>
                  <a:lnTo>
                    <a:pt x="8819" y="6045"/>
                  </a:lnTo>
                  <a:lnTo>
                    <a:pt x="8193" y="5215"/>
                  </a:lnTo>
                  <a:lnTo>
                    <a:pt x="8142" y="4895"/>
                  </a:lnTo>
                  <a:lnTo>
                    <a:pt x="8014" y="4806"/>
                  </a:lnTo>
                  <a:lnTo>
                    <a:pt x="7835" y="4473"/>
                  </a:lnTo>
                  <a:lnTo>
                    <a:pt x="7873" y="3681"/>
                  </a:lnTo>
                  <a:lnTo>
                    <a:pt x="7631" y="3246"/>
                  </a:lnTo>
                  <a:lnTo>
                    <a:pt x="7094" y="2607"/>
                  </a:lnTo>
                  <a:lnTo>
                    <a:pt x="6966" y="2313"/>
                  </a:lnTo>
                  <a:lnTo>
                    <a:pt x="6761" y="1892"/>
                  </a:lnTo>
                  <a:lnTo>
                    <a:pt x="6774" y="1572"/>
                  </a:lnTo>
                  <a:lnTo>
                    <a:pt x="6915" y="1700"/>
                  </a:lnTo>
                  <a:lnTo>
                    <a:pt x="7145" y="2288"/>
                  </a:lnTo>
                  <a:lnTo>
                    <a:pt x="7439" y="2595"/>
                  </a:lnTo>
                  <a:lnTo>
                    <a:pt x="7516" y="2863"/>
                  </a:lnTo>
                  <a:lnTo>
                    <a:pt x="7682" y="3080"/>
                  </a:lnTo>
                  <a:lnTo>
                    <a:pt x="8180" y="3489"/>
                  </a:lnTo>
                  <a:lnTo>
                    <a:pt x="8257" y="3502"/>
                  </a:lnTo>
                  <a:lnTo>
                    <a:pt x="8257" y="2774"/>
                  </a:lnTo>
                  <a:lnTo>
                    <a:pt x="8372" y="2301"/>
                  </a:lnTo>
                  <a:lnTo>
                    <a:pt x="8589" y="1981"/>
                  </a:lnTo>
                  <a:lnTo>
                    <a:pt x="8078" y="307"/>
                  </a:lnTo>
                  <a:lnTo>
                    <a:pt x="7618" y="447"/>
                  </a:lnTo>
                  <a:lnTo>
                    <a:pt x="7439" y="486"/>
                  </a:lnTo>
                  <a:lnTo>
                    <a:pt x="7337" y="677"/>
                  </a:lnTo>
                  <a:lnTo>
                    <a:pt x="7055" y="511"/>
                  </a:lnTo>
                  <a:lnTo>
                    <a:pt x="6800" y="588"/>
                  </a:lnTo>
                  <a:lnTo>
                    <a:pt x="6583" y="511"/>
                  </a:lnTo>
                  <a:lnTo>
                    <a:pt x="6276" y="562"/>
                  </a:lnTo>
                  <a:lnTo>
                    <a:pt x="6110" y="358"/>
                  </a:lnTo>
                  <a:lnTo>
                    <a:pt x="6276" y="243"/>
                  </a:lnTo>
                  <a:lnTo>
                    <a:pt x="6071" y="26"/>
                  </a:lnTo>
                  <a:lnTo>
                    <a:pt x="5905" y="141"/>
                  </a:lnTo>
                  <a:lnTo>
                    <a:pt x="4972" y="332"/>
                  </a:lnTo>
                  <a:lnTo>
                    <a:pt x="4512" y="243"/>
                  </a:lnTo>
                  <a:lnTo>
                    <a:pt x="4295" y="358"/>
                  </a:lnTo>
                  <a:lnTo>
                    <a:pt x="4014" y="358"/>
                  </a:lnTo>
                  <a:lnTo>
                    <a:pt x="3873" y="371"/>
                  </a:lnTo>
                  <a:lnTo>
                    <a:pt x="3464" y="499"/>
                  </a:lnTo>
                  <a:lnTo>
                    <a:pt x="3196" y="856"/>
                  </a:lnTo>
                  <a:lnTo>
                    <a:pt x="3042" y="856"/>
                  </a:lnTo>
                  <a:lnTo>
                    <a:pt x="2761" y="677"/>
                  </a:lnTo>
                  <a:lnTo>
                    <a:pt x="2288" y="665"/>
                  </a:lnTo>
                  <a:lnTo>
                    <a:pt x="2097" y="396"/>
                  </a:lnTo>
                  <a:lnTo>
                    <a:pt x="1675" y="384"/>
                  </a:lnTo>
                  <a:lnTo>
                    <a:pt x="1573" y="256"/>
                  </a:lnTo>
                  <a:lnTo>
                    <a:pt x="1061" y="243"/>
                  </a:lnTo>
                  <a:lnTo>
                    <a:pt x="767" y="166"/>
                  </a:lnTo>
                  <a:lnTo>
                    <a:pt x="473" y="307"/>
                  </a:lnTo>
                  <a:lnTo>
                    <a:pt x="269" y="371"/>
                  </a:lnTo>
                  <a:lnTo>
                    <a:pt x="128" y="26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5" name="Google Shape;675;p60"/>
            <p:cNvSpPr/>
            <p:nvPr/>
          </p:nvSpPr>
          <p:spPr>
            <a:xfrm>
              <a:off x="4301725" y="2699475"/>
              <a:ext cx="30050" cy="76700"/>
            </a:xfrm>
            <a:custGeom>
              <a:rect b="b" l="l" r="r" t="t"/>
              <a:pathLst>
                <a:path extrusionOk="0" h="3068" w="1202">
                  <a:moveTo>
                    <a:pt x="1163" y="1"/>
                  </a:moveTo>
                  <a:lnTo>
                    <a:pt x="1112" y="192"/>
                  </a:lnTo>
                  <a:lnTo>
                    <a:pt x="1112" y="205"/>
                  </a:lnTo>
                  <a:lnTo>
                    <a:pt x="1087" y="218"/>
                  </a:lnTo>
                  <a:lnTo>
                    <a:pt x="563" y="320"/>
                  </a:lnTo>
                  <a:lnTo>
                    <a:pt x="473" y="755"/>
                  </a:lnTo>
                  <a:lnTo>
                    <a:pt x="282" y="1087"/>
                  </a:lnTo>
                  <a:lnTo>
                    <a:pt x="320" y="1330"/>
                  </a:lnTo>
                  <a:lnTo>
                    <a:pt x="320" y="1342"/>
                  </a:lnTo>
                  <a:lnTo>
                    <a:pt x="230" y="1598"/>
                  </a:lnTo>
                  <a:lnTo>
                    <a:pt x="218" y="1611"/>
                  </a:lnTo>
                  <a:lnTo>
                    <a:pt x="192" y="1611"/>
                  </a:lnTo>
                  <a:lnTo>
                    <a:pt x="0" y="1573"/>
                  </a:lnTo>
                  <a:lnTo>
                    <a:pt x="499" y="3068"/>
                  </a:lnTo>
                  <a:lnTo>
                    <a:pt x="703" y="2339"/>
                  </a:lnTo>
                  <a:lnTo>
                    <a:pt x="703" y="2327"/>
                  </a:lnTo>
                  <a:lnTo>
                    <a:pt x="997" y="1457"/>
                  </a:lnTo>
                  <a:lnTo>
                    <a:pt x="780" y="1573"/>
                  </a:lnTo>
                  <a:lnTo>
                    <a:pt x="767" y="1585"/>
                  </a:lnTo>
                  <a:lnTo>
                    <a:pt x="448" y="1585"/>
                  </a:lnTo>
                  <a:lnTo>
                    <a:pt x="422" y="1573"/>
                  </a:lnTo>
                  <a:lnTo>
                    <a:pt x="409" y="1534"/>
                  </a:lnTo>
                  <a:lnTo>
                    <a:pt x="486" y="1215"/>
                  </a:lnTo>
                  <a:lnTo>
                    <a:pt x="576" y="831"/>
                  </a:lnTo>
                  <a:lnTo>
                    <a:pt x="576" y="818"/>
                  </a:lnTo>
                  <a:lnTo>
                    <a:pt x="665" y="537"/>
                  </a:lnTo>
                  <a:lnTo>
                    <a:pt x="678" y="525"/>
                  </a:lnTo>
                  <a:lnTo>
                    <a:pt x="959" y="525"/>
                  </a:lnTo>
                  <a:lnTo>
                    <a:pt x="1048" y="627"/>
                  </a:lnTo>
                  <a:lnTo>
                    <a:pt x="1048" y="320"/>
                  </a:lnTo>
                  <a:lnTo>
                    <a:pt x="1048" y="294"/>
                  </a:lnTo>
                  <a:lnTo>
                    <a:pt x="1061" y="282"/>
                  </a:lnTo>
                  <a:lnTo>
                    <a:pt x="1202" y="205"/>
                  </a:lnTo>
                  <a:lnTo>
                    <a:pt x="1163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6" name="Google Shape;676;p60"/>
            <p:cNvSpPr/>
            <p:nvPr/>
          </p:nvSpPr>
          <p:spPr>
            <a:xfrm>
              <a:off x="4169775" y="2623425"/>
              <a:ext cx="9925" cy="15675"/>
            </a:xfrm>
            <a:custGeom>
              <a:rect b="b" l="l" r="r" t="t"/>
              <a:pathLst>
                <a:path extrusionOk="0" h="627" w="397">
                  <a:moveTo>
                    <a:pt x="320" y="1"/>
                  </a:moveTo>
                  <a:lnTo>
                    <a:pt x="281" y="26"/>
                  </a:lnTo>
                  <a:lnTo>
                    <a:pt x="256" y="65"/>
                  </a:lnTo>
                  <a:lnTo>
                    <a:pt x="205" y="129"/>
                  </a:lnTo>
                  <a:lnTo>
                    <a:pt x="141" y="205"/>
                  </a:lnTo>
                  <a:lnTo>
                    <a:pt x="77" y="256"/>
                  </a:lnTo>
                  <a:lnTo>
                    <a:pt x="26" y="295"/>
                  </a:lnTo>
                  <a:lnTo>
                    <a:pt x="0" y="320"/>
                  </a:lnTo>
                  <a:lnTo>
                    <a:pt x="0" y="346"/>
                  </a:lnTo>
                  <a:lnTo>
                    <a:pt x="13" y="371"/>
                  </a:lnTo>
                  <a:lnTo>
                    <a:pt x="26" y="397"/>
                  </a:lnTo>
                  <a:lnTo>
                    <a:pt x="51" y="410"/>
                  </a:lnTo>
                  <a:lnTo>
                    <a:pt x="77" y="422"/>
                  </a:lnTo>
                  <a:lnTo>
                    <a:pt x="77" y="474"/>
                  </a:lnTo>
                  <a:lnTo>
                    <a:pt x="77" y="525"/>
                  </a:lnTo>
                  <a:lnTo>
                    <a:pt x="77" y="576"/>
                  </a:lnTo>
                  <a:lnTo>
                    <a:pt x="77" y="627"/>
                  </a:lnTo>
                  <a:lnTo>
                    <a:pt x="217" y="614"/>
                  </a:lnTo>
                  <a:lnTo>
                    <a:pt x="205" y="525"/>
                  </a:lnTo>
                  <a:lnTo>
                    <a:pt x="205" y="486"/>
                  </a:lnTo>
                  <a:lnTo>
                    <a:pt x="217" y="448"/>
                  </a:lnTo>
                  <a:lnTo>
                    <a:pt x="256" y="422"/>
                  </a:lnTo>
                  <a:lnTo>
                    <a:pt x="294" y="410"/>
                  </a:lnTo>
                  <a:lnTo>
                    <a:pt x="320" y="384"/>
                  </a:lnTo>
                  <a:lnTo>
                    <a:pt x="332" y="371"/>
                  </a:lnTo>
                  <a:lnTo>
                    <a:pt x="345" y="346"/>
                  </a:lnTo>
                  <a:lnTo>
                    <a:pt x="345" y="269"/>
                  </a:lnTo>
                  <a:lnTo>
                    <a:pt x="358" y="218"/>
                  </a:lnTo>
                  <a:lnTo>
                    <a:pt x="371" y="180"/>
                  </a:lnTo>
                  <a:lnTo>
                    <a:pt x="396" y="103"/>
                  </a:lnTo>
                  <a:lnTo>
                    <a:pt x="396" y="26"/>
                  </a:lnTo>
                  <a:lnTo>
                    <a:pt x="320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7" name="Google Shape;677;p60"/>
            <p:cNvSpPr/>
            <p:nvPr/>
          </p:nvSpPr>
          <p:spPr>
            <a:xfrm>
              <a:off x="4153150" y="2602650"/>
              <a:ext cx="5450" cy="4500"/>
            </a:xfrm>
            <a:custGeom>
              <a:rect b="b" l="l" r="r" t="t"/>
              <a:pathLst>
                <a:path extrusionOk="0" h="180" w="218">
                  <a:moveTo>
                    <a:pt x="167" y="1"/>
                  </a:moveTo>
                  <a:lnTo>
                    <a:pt x="115" y="27"/>
                  </a:lnTo>
                  <a:lnTo>
                    <a:pt x="39" y="78"/>
                  </a:lnTo>
                  <a:lnTo>
                    <a:pt x="13" y="103"/>
                  </a:lnTo>
                  <a:lnTo>
                    <a:pt x="0" y="129"/>
                  </a:lnTo>
                  <a:lnTo>
                    <a:pt x="0" y="154"/>
                  </a:lnTo>
                  <a:lnTo>
                    <a:pt x="26" y="167"/>
                  </a:lnTo>
                  <a:lnTo>
                    <a:pt x="64" y="180"/>
                  </a:lnTo>
                  <a:lnTo>
                    <a:pt x="90" y="167"/>
                  </a:lnTo>
                  <a:lnTo>
                    <a:pt x="141" y="142"/>
                  </a:lnTo>
                  <a:lnTo>
                    <a:pt x="192" y="90"/>
                  </a:lnTo>
                  <a:lnTo>
                    <a:pt x="205" y="78"/>
                  </a:lnTo>
                  <a:lnTo>
                    <a:pt x="218" y="52"/>
                  </a:lnTo>
                  <a:lnTo>
                    <a:pt x="167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8" name="Google Shape;678;p60"/>
            <p:cNvSpPr/>
            <p:nvPr/>
          </p:nvSpPr>
          <p:spPr>
            <a:xfrm>
              <a:off x="4315150" y="2693400"/>
              <a:ext cx="85325" cy="89825"/>
            </a:xfrm>
            <a:custGeom>
              <a:rect b="b" l="l" r="r" t="t"/>
              <a:pathLst>
                <a:path extrusionOk="0" h="3593" w="3413">
                  <a:moveTo>
                    <a:pt x="2991" y="1"/>
                  </a:moveTo>
                  <a:lnTo>
                    <a:pt x="1943" y="716"/>
                  </a:lnTo>
                  <a:lnTo>
                    <a:pt x="1930" y="729"/>
                  </a:lnTo>
                  <a:lnTo>
                    <a:pt x="1329" y="934"/>
                  </a:lnTo>
                  <a:lnTo>
                    <a:pt x="1304" y="934"/>
                  </a:lnTo>
                  <a:lnTo>
                    <a:pt x="1061" y="883"/>
                  </a:lnTo>
                  <a:lnTo>
                    <a:pt x="1048" y="883"/>
                  </a:lnTo>
                  <a:lnTo>
                    <a:pt x="575" y="614"/>
                  </a:lnTo>
                  <a:lnTo>
                    <a:pt x="575" y="1534"/>
                  </a:lnTo>
                  <a:lnTo>
                    <a:pt x="575" y="1547"/>
                  </a:lnTo>
                  <a:lnTo>
                    <a:pt x="550" y="1624"/>
                  </a:lnTo>
                  <a:lnTo>
                    <a:pt x="563" y="1637"/>
                  </a:lnTo>
                  <a:lnTo>
                    <a:pt x="550" y="1649"/>
                  </a:lnTo>
                  <a:lnTo>
                    <a:pt x="230" y="2595"/>
                  </a:lnTo>
                  <a:lnTo>
                    <a:pt x="0" y="3413"/>
                  </a:lnTo>
                  <a:lnTo>
                    <a:pt x="703" y="3592"/>
                  </a:lnTo>
                  <a:lnTo>
                    <a:pt x="1176" y="3400"/>
                  </a:lnTo>
                  <a:lnTo>
                    <a:pt x="1585" y="2991"/>
                  </a:lnTo>
                  <a:lnTo>
                    <a:pt x="2058" y="2991"/>
                  </a:lnTo>
                  <a:lnTo>
                    <a:pt x="2403" y="2467"/>
                  </a:lnTo>
                  <a:lnTo>
                    <a:pt x="1994" y="2097"/>
                  </a:lnTo>
                  <a:lnTo>
                    <a:pt x="1764" y="1867"/>
                  </a:lnTo>
                  <a:lnTo>
                    <a:pt x="1751" y="1854"/>
                  </a:lnTo>
                  <a:lnTo>
                    <a:pt x="1674" y="1585"/>
                  </a:lnTo>
                  <a:lnTo>
                    <a:pt x="1674" y="1560"/>
                  </a:lnTo>
                  <a:lnTo>
                    <a:pt x="1700" y="1547"/>
                  </a:lnTo>
                  <a:lnTo>
                    <a:pt x="3310" y="1138"/>
                  </a:lnTo>
                  <a:lnTo>
                    <a:pt x="3413" y="972"/>
                  </a:lnTo>
                  <a:lnTo>
                    <a:pt x="3413" y="934"/>
                  </a:lnTo>
                  <a:lnTo>
                    <a:pt x="3183" y="934"/>
                  </a:lnTo>
                  <a:lnTo>
                    <a:pt x="3170" y="908"/>
                  </a:lnTo>
                  <a:lnTo>
                    <a:pt x="3170" y="819"/>
                  </a:lnTo>
                  <a:lnTo>
                    <a:pt x="3183" y="806"/>
                  </a:lnTo>
                  <a:lnTo>
                    <a:pt x="3234" y="742"/>
                  </a:lnTo>
                  <a:lnTo>
                    <a:pt x="2991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9" name="Google Shape;679;p60"/>
            <p:cNvSpPr/>
            <p:nvPr/>
          </p:nvSpPr>
          <p:spPr>
            <a:xfrm>
              <a:off x="4301075" y="2729200"/>
              <a:ext cx="6750" cy="8650"/>
            </a:xfrm>
            <a:custGeom>
              <a:rect b="b" l="l" r="r" t="t"/>
              <a:pathLst>
                <a:path extrusionOk="0" h="346" w="270">
                  <a:moveTo>
                    <a:pt x="256" y="0"/>
                  </a:moveTo>
                  <a:lnTo>
                    <a:pt x="141" y="192"/>
                  </a:lnTo>
                  <a:lnTo>
                    <a:pt x="1" y="307"/>
                  </a:lnTo>
                  <a:lnTo>
                    <a:pt x="205" y="345"/>
                  </a:lnTo>
                  <a:lnTo>
                    <a:pt x="269" y="141"/>
                  </a:lnTo>
                  <a:lnTo>
                    <a:pt x="256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0" name="Google Shape;680;p60"/>
            <p:cNvSpPr/>
            <p:nvPr/>
          </p:nvSpPr>
          <p:spPr>
            <a:xfrm>
              <a:off x="4313875" y="2714175"/>
              <a:ext cx="14075" cy="23025"/>
            </a:xfrm>
            <a:custGeom>
              <a:rect b="b" l="l" r="r" t="t"/>
              <a:pathLst>
                <a:path extrusionOk="0" h="921" w="563">
                  <a:moveTo>
                    <a:pt x="243" y="0"/>
                  </a:moveTo>
                  <a:lnTo>
                    <a:pt x="153" y="256"/>
                  </a:lnTo>
                  <a:lnTo>
                    <a:pt x="77" y="639"/>
                  </a:lnTo>
                  <a:lnTo>
                    <a:pt x="0" y="921"/>
                  </a:lnTo>
                  <a:lnTo>
                    <a:pt x="269" y="921"/>
                  </a:lnTo>
                  <a:lnTo>
                    <a:pt x="537" y="767"/>
                  </a:lnTo>
                  <a:lnTo>
                    <a:pt x="562" y="703"/>
                  </a:lnTo>
                  <a:lnTo>
                    <a:pt x="562" y="141"/>
                  </a:lnTo>
                  <a:lnTo>
                    <a:pt x="435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1" name="Google Shape;681;p60"/>
            <p:cNvSpPr/>
            <p:nvPr/>
          </p:nvSpPr>
          <p:spPr>
            <a:xfrm>
              <a:off x="3752800" y="2303275"/>
              <a:ext cx="11200" cy="15375"/>
            </a:xfrm>
            <a:custGeom>
              <a:rect b="b" l="l" r="r" t="t"/>
              <a:pathLst>
                <a:path extrusionOk="0" h="615" w="448">
                  <a:moveTo>
                    <a:pt x="218" y="1"/>
                  </a:moveTo>
                  <a:lnTo>
                    <a:pt x="0" y="218"/>
                  </a:lnTo>
                  <a:lnTo>
                    <a:pt x="39" y="448"/>
                  </a:lnTo>
                  <a:lnTo>
                    <a:pt x="128" y="576"/>
                  </a:lnTo>
                  <a:lnTo>
                    <a:pt x="358" y="576"/>
                  </a:lnTo>
                  <a:lnTo>
                    <a:pt x="371" y="589"/>
                  </a:lnTo>
                  <a:lnTo>
                    <a:pt x="396" y="614"/>
                  </a:lnTo>
                  <a:lnTo>
                    <a:pt x="448" y="512"/>
                  </a:lnTo>
                  <a:lnTo>
                    <a:pt x="435" y="397"/>
                  </a:lnTo>
                  <a:lnTo>
                    <a:pt x="243" y="205"/>
                  </a:lnTo>
                  <a:lnTo>
                    <a:pt x="243" y="192"/>
                  </a:lnTo>
                  <a:lnTo>
                    <a:pt x="218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2" name="Google Shape;682;p60"/>
            <p:cNvSpPr/>
            <p:nvPr/>
          </p:nvSpPr>
          <p:spPr>
            <a:xfrm>
              <a:off x="4543275" y="2158225"/>
              <a:ext cx="801050" cy="370025"/>
            </a:xfrm>
            <a:custGeom>
              <a:rect b="b" l="l" r="r" t="t"/>
              <a:pathLst>
                <a:path extrusionOk="0" h="14801" w="32042">
                  <a:moveTo>
                    <a:pt x="870" y="7196"/>
                  </a:moveTo>
                  <a:lnTo>
                    <a:pt x="1061" y="7400"/>
                  </a:lnTo>
                  <a:lnTo>
                    <a:pt x="1343" y="7605"/>
                  </a:lnTo>
                  <a:lnTo>
                    <a:pt x="1023" y="7605"/>
                  </a:lnTo>
                  <a:lnTo>
                    <a:pt x="793" y="7349"/>
                  </a:lnTo>
                  <a:lnTo>
                    <a:pt x="870" y="7196"/>
                  </a:lnTo>
                  <a:close/>
                  <a:moveTo>
                    <a:pt x="29550" y="6250"/>
                  </a:moveTo>
                  <a:lnTo>
                    <a:pt x="29511" y="6378"/>
                  </a:lnTo>
                  <a:lnTo>
                    <a:pt x="29895" y="6672"/>
                  </a:lnTo>
                  <a:lnTo>
                    <a:pt x="29243" y="7017"/>
                  </a:lnTo>
                  <a:lnTo>
                    <a:pt x="29294" y="7592"/>
                  </a:lnTo>
                  <a:lnTo>
                    <a:pt x="29856" y="7784"/>
                  </a:lnTo>
                  <a:lnTo>
                    <a:pt x="29895" y="7822"/>
                  </a:lnTo>
                  <a:lnTo>
                    <a:pt x="29971" y="7886"/>
                  </a:lnTo>
                  <a:lnTo>
                    <a:pt x="30074" y="7988"/>
                  </a:lnTo>
                  <a:lnTo>
                    <a:pt x="29971" y="8078"/>
                  </a:lnTo>
                  <a:lnTo>
                    <a:pt x="29882" y="8167"/>
                  </a:lnTo>
                  <a:lnTo>
                    <a:pt x="29115" y="7835"/>
                  </a:lnTo>
                  <a:lnTo>
                    <a:pt x="29038" y="7796"/>
                  </a:lnTo>
                  <a:lnTo>
                    <a:pt x="28987" y="7771"/>
                  </a:lnTo>
                  <a:lnTo>
                    <a:pt x="28962" y="7745"/>
                  </a:lnTo>
                  <a:lnTo>
                    <a:pt x="28962" y="7732"/>
                  </a:lnTo>
                  <a:lnTo>
                    <a:pt x="28962" y="7720"/>
                  </a:lnTo>
                  <a:lnTo>
                    <a:pt x="29000" y="7694"/>
                  </a:lnTo>
                  <a:lnTo>
                    <a:pt x="29064" y="7681"/>
                  </a:lnTo>
                  <a:lnTo>
                    <a:pt x="29192" y="7592"/>
                  </a:lnTo>
                  <a:lnTo>
                    <a:pt x="29153" y="6978"/>
                  </a:lnTo>
                  <a:lnTo>
                    <a:pt x="29792" y="6646"/>
                  </a:lnTo>
                  <a:lnTo>
                    <a:pt x="29473" y="6403"/>
                  </a:lnTo>
                  <a:lnTo>
                    <a:pt x="29358" y="6403"/>
                  </a:lnTo>
                  <a:lnTo>
                    <a:pt x="29358" y="6339"/>
                  </a:lnTo>
                  <a:lnTo>
                    <a:pt x="29473" y="6250"/>
                  </a:lnTo>
                  <a:close/>
                  <a:moveTo>
                    <a:pt x="27070" y="9164"/>
                  </a:moveTo>
                  <a:lnTo>
                    <a:pt x="27223" y="9202"/>
                  </a:lnTo>
                  <a:lnTo>
                    <a:pt x="27338" y="9202"/>
                  </a:lnTo>
                  <a:lnTo>
                    <a:pt x="27530" y="9241"/>
                  </a:lnTo>
                  <a:lnTo>
                    <a:pt x="27479" y="9381"/>
                  </a:lnTo>
                  <a:lnTo>
                    <a:pt x="27198" y="9458"/>
                  </a:lnTo>
                  <a:lnTo>
                    <a:pt x="27147" y="9432"/>
                  </a:lnTo>
                  <a:lnTo>
                    <a:pt x="27083" y="9356"/>
                  </a:lnTo>
                  <a:lnTo>
                    <a:pt x="26968" y="9253"/>
                  </a:lnTo>
                  <a:lnTo>
                    <a:pt x="27070" y="9164"/>
                  </a:lnTo>
                  <a:close/>
                  <a:moveTo>
                    <a:pt x="25805" y="9049"/>
                  </a:moveTo>
                  <a:lnTo>
                    <a:pt x="25894" y="9202"/>
                  </a:lnTo>
                  <a:lnTo>
                    <a:pt x="25651" y="9598"/>
                  </a:lnTo>
                  <a:lnTo>
                    <a:pt x="25102" y="9496"/>
                  </a:lnTo>
                  <a:lnTo>
                    <a:pt x="24565" y="9496"/>
                  </a:lnTo>
                  <a:lnTo>
                    <a:pt x="24118" y="9368"/>
                  </a:lnTo>
                  <a:lnTo>
                    <a:pt x="23134" y="9407"/>
                  </a:lnTo>
                  <a:lnTo>
                    <a:pt x="22597" y="9394"/>
                  </a:lnTo>
                  <a:lnTo>
                    <a:pt x="22418" y="9867"/>
                  </a:lnTo>
                  <a:lnTo>
                    <a:pt x="21983" y="9867"/>
                  </a:lnTo>
                  <a:lnTo>
                    <a:pt x="21971" y="9892"/>
                  </a:lnTo>
                  <a:lnTo>
                    <a:pt x="21958" y="9918"/>
                  </a:lnTo>
                  <a:lnTo>
                    <a:pt x="21958" y="10033"/>
                  </a:lnTo>
                  <a:lnTo>
                    <a:pt x="21983" y="10186"/>
                  </a:lnTo>
                  <a:lnTo>
                    <a:pt x="21894" y="10276"/>
                  </a:lnTo>
                  <a:lnTo>
                    <a:pt x="21830" y="10698"/>
                  </a:lnTo>
                  <a:lnTo>
                    <a:pt x="21395" y="10059"/>
                  </a:lnTo>
                  <a:lnTo>
                    <a:pt x="21574" y="9982"/>
                  </a:lnTo>
                  <a:lnTo>
                    <a:pt x="21638" y="9816"/>
                  </a:lnTo>
                  <a:lnTo>
                    <a:pt x="21817" y="9713"/>
                  </a:lnTo>
                  <a:lnTo>
                    <a:pt x="21817" y="9496"/>
                  </a:lnTo>
                  <a:lnTo>
                    <a:pt x="22367" y="9164"/>
                  </a:lnTo>
                  <a:lnTo>
                    <a:pt x="22622" y="9049"/>
                  </a:lnTo>
                  <a:lnTo>
                    <a:pt x="23134" y="9202"/>
                  </a:lnTo>
                  <a:lnTo>
                    <a:pt x="23479" y="9049"/>
                  </a:lnTo>
                  <a:lnTo>
                    <a:pt x="23632" y="9164"/>
                  </a:lnTo>
                  <a:lnTo>
                    <a:pt x="24450" y="9343"/>
                  </a:lnTo>
                  <a:lnTo>
                    <a:pt x="24833" y="9202"/>
                  </a:lnTo>
                  <a:lnTo>
                    <a:pt x="25140" y="9343"/>
                  </a:lnTo>
                  <a:lnTo>
                    <a:pt x="25255" y="9343"/>
                  </a:lnTo>
                  <a:lnTo>
                    <a:pt x="25511" y="9100"/>
                  </a:lnTo>
                  <a:lnTo>
                    <a:pt x="25805" y="9049"/>
                  </a:lnTo>
                  <a:close/>
                  <a:moveTo>
                    <a:pt x="6353" y="10289"/>
                  </a:moveTo>
                  <a:lnTo>
                    <a:pt x="6353" y="10570"/>
                  </a:lnTo>
                  <a:lnTo>
                    <a:pt x="6557" y="10646"/>
                  </a:lnTo>
                  <a:lnTo>
                    <a:pt x="6455" y="10761"/>
                  </a:lnTo>
                  <a:lnTo>
                    <a:pt x="6174" y="10761"/>
                  </a:lnTo>
                  <a:lnTo>
                    <a:pt x="5893" y="10915"/>
                  </a:lnTo>
                  <a:lnTo>
                    <a:pt x="5599" y="11362"/>
                  </a:lnTo>
                  <a:lnTo>
                    <a:pt x="5599" y="11273"/>
                  </a:lnTo>
                  <a:lnTo>
                    <a:pt x="5714" y="10953"/>
                  </a:lnTo>
                  <a:lnTo>
                    <a:pt x="6084" y="10646"/>
                  </a:lnTo>
                  <a:lnTo>
                    <a:pt x="6084" y="10404"/>
                  </a:lnTo>
                  <a:lnTo>
                    <a:pt x="6174" y="10352"/>
                  </a:lnTo>
                  <a:lnTo>
                    <a:pt x="6250" y="10314"/>
                  </a:lnTo>
                  <a:lnTo>
                    <a:pt x="6314" y="10289"/>
                  </a:lnTo>
                  <a:close/>
                  <a:moveTo>
                    <a:pt x="17689" y="0"/>
                  </a:moveTo>
                  <a:lnTo>
                    <a:pt x="17459" y="192"/>
                  </a:lnTo>
                  <a:lnTo>
                    <a:pt x="17242" y="192"/>
                  </a:lnTo>
                  <a:lnTo>
                    <a:pt x="17191" y="320"/>
                  </a:lnTo>
                  <a:lnTo>
                    <a:pt x="16411" y="639"/>
                  </a:lnTo>
                  <a:lnTo>
                    <a:pt x="15580" y="741"/>
                  </a:lnTo>
                  <a:lnTo>
                    <a:pt x="14865" y="831"/>
                  </a:lnTo>
                  <a:lnTo>
                    <a:pt x="14660" y="1099"/>
                  </a:lnTo>
                  <a:lnTo>
                    <a:pt x="14174" y="1189"/>
                  </a:lnTo>
                  <a:lnTo>
                    <a:pt x="13650" y="1189"/>
                  </a:lnTo>
                  <a:lnTo>
                    <a:pt x="12884" y="1496"/>
                  </a:lnTo>
                  <a:lnTo>
                    <a:pt x="12372" y="1432"/>
                  </a:lnTo>
                  <a:lnTo>
                    <a:pt x="11605" y="1432"/>
                  </a:lnTo>
                  <a:lnTo>
                    <a:pt x="11388" y="1611"/>
                  </a:lnTo>
                  <a:lnTo>
                    <a:pt x="11388" y="1841"/>
                  </a:lnTo>
                  <a:lnTo>
                    <a:pt x="11797" y="2032"/>
                  </a:lnTo>
                  <a:lnTo>
                    <a:pt x="11682" y="2211"/>
                  </a:lnTo>
                  <a:lnTo>
                    <a:pt x="11976" y="2275"/>
                  </a:lnTo>
                  <a:lnTo>
                    <a:pt x="12257" y="2429"/>
                  </a:lnTo>
                  <a:lnTo>
                    <a:pt x="12257" y="2595"/>
                  </a:lnTo>
                  <a:lnTo>
                    <a:pt x="11618" y="2595"/>
                  </a:lnTo>
                  <a:lnTo>
                    <a:pt x="11529" y="2748"/>
                  </a:lnTo>
                  <a:lnTo>
                    <a:pt x="11299" y="2799"/>
                  </a:lnTo>
                  <a:lnTo>
                    <a:pt x="11235" y="2927"/>
                  </a:lnTo>
                  <a:lnTo>
                    <a:pt x="11388" y="3080"/>
                  </a:lnTo>
                  <a:lnTo>
                    <a:pt x="11439" y="3298"/>
                  </a:lnTo>
                  <a:lnTo>
                    <a:pt x="11196" y="3515"/>
                  </a:lnTo>
                  <a:lnTo>
                    <a:pt x="10647" y="3592"/>
                  </a:lnTo>
                  <a:lnTo>
                    <a:pt x="10634" y="3694"/>
                  </a:lnTo>
                  <a:lnTo>
                    <a:pt x="10954" y="3847"/>
                  </a:lnTo>
                  <a:lnTo>
                    <a:pt x="10992" y="3937"/>
                  </a:lnTo>
                  <a:lnTo>
                    <a:pt x="11260" y="3937"/>
                  </a:lnTo>
                  <a:lnTo>
                    <a:pt x="11503" y="4128"/>
                  </a:lnTo>
                  <a:lnTo>
                    <a:pt x="11823" y="4179"/>
                  </a:lnTo>
                  <a:lnTo>
                    <a:pt x="11874" y="4371"/>
                  </a:lnTo>
                  <a:lnTo>
                    <a:pt x="12078" y="4371"/>
                  </a:lnTo>
                  <a:lnTo>
                    <a:pt x="11823" y="4576"/>
                  </a:lnTo>
                  <a:lnTo>
                    <a:pt x="11695" y="4959"/>
                  </a:lnTo>
                  <a:lnTo>
                    <a:pt x="10698" y="5074"/>
                  </a:lnTo>
                  <a:lnTo>
                    <a:pt x="10698" y="4908"/>
                  </a:lnTo>
                  <a:lnTo>
                    <a:pt x="10596" y="4908"/>
                  </a:lnTo>
                  <a:lnTo>
                    <a:pt x="10481" y="5202"/>
                  </a:lnTo>
                  <a:lnTo>
                    <a:pt x="10276" y="5202"/>
                  </a:lnTo>
                  <a:lnTo>
                    <a:pt x="10148" y="5100"/>
                  </a:lnTo>
                  <a:lnTo>
                    <a:pt x="9522" y="5010"/>
                  </a:lnTo>
                  <a:lnTo>
                    <a:pt x="9394" y="4588"/>
                  </a:lnTo>
                  <a:lnTo>
                    <a:pt x="8858" y="4576"/>
                  </a:lnTo>
                  <a:lnTo>
                    <a:pt x="8858" y="4742"/>
                  </a:lnTo>
                  <a:lnTo>
                    <a:pt x="8385" y="4857"/>
                  </a:lnTo>
                  <a:lnTo>
                    <a:pt x="8385" y="4627"/>
                  </a:lnTo>
                  <a:lnTo>
                    <a:pt x="7822" y="4601"/>
                  </a:lnTo>
                  <a:lnTo>
                    <a:pt x="7209" y="5215"/>
                  </a:lnTo>
                  <a:lnTo>
                    <a:pt x="6634" y="4767"/>
                  </a:lnTo>
                  <a:lnTo>
                    <a:pt x="6340" y="4729"/>
                  </a:lnTo>
                  <a:lnTo>
                    <a:pt x="6186" y="5036"/>
                  </a:lnTo>
                  <a:lnTo>
                    <a:pt x="6033" y="4576"/>
                  </a:lnTo>
                  <a:lnTo>
                    <a:pt x="5790" y="4576"/>
                  </a:lnTo>
                  <a:lnTo>
                    <a:pt x="5471" y="4192"/>
                  </a:lnTo>
                  <a:lnTo>
                    <a:pt x="4653" y="4192"/>
                  </a:lnTo>
                  <a:lnTo>
                    <a:pt x="4461" y="3949"/>
                  </a:lnTo>
                  <a:lnTo>
                    <a:pt x="4014" y="4192"/>
                  </a:lnTo>
                  <a:lnTo>
                    <a:pt x="3272" y="3962"/>
                  </a:lnTo>
                  <a:lnTo>
                    <a:pt x="3247" y="4026"/>
                  </a:lnTo>
                  <a:lnTo>
                    <a:pt x="2531" y="4525"/>
                  </a:lnTo>
                  <a:lnTo>
                    <a:pt x="2058" y="4601"/>
                  </a:lnTo>
                  <a:lnTo>
                    <a:pt x="2058" y="4908"/>
                  </a:lnTo>
                  <a:lnTo>
                    <a:pt x="1739" y="4972"/>
                  </a:lnTo>
                  <a:lnTo>
                    <a:pt x="1547" y="4959"/>
                  </a:lnTo>
                  <a:lnTo>
                    <a:pt x="1790" y="5751"/>
                  </a:lnTo>
                  <a:lnTo>
                    <a:pt x="1445" y="5866"/>
                  </a:lnTo>
                  <a:lnTo>
                    <a:pt x="1164" y="5585"/>
                  </a:lnTo>
                  <a:lnTo>
                    <a:pt x="895" y="5227"/>
                  </a:lnTo>
                  <a:lnTo>
                    <a:pt x="614" y="5317"/>
                  </a:lnTo>
                  <a:lnTo>
                    <a:pt x="499" y="5534"/>
                  </a:lnTo>
                  <a:lnTo>
                    <a:pt x="499" y="5700"/>
                  </a:lnTo>
                  <a:lnTo>
                    <a:pt x="307" y="5828"/>
                  </a:lnTo>
                  <a:lnTo>
                    <a:pt x="180" y="6058"/>
                  </a:lnTo>
                  <a:lnTo>
                    <a:pt x="180" y="6416"/>
                  </a:lnTo>
                  <a:lnTo>
                    <a:pt x="346" y="6672"/>
                  </a:lnTo>
                  <a:lnTo>
                    <a:pt x="180" y="6799"/>
                  </a:lnTo>
                  <a:lnTo>
                    <a:pt x="1" y="6825"/>
                  </a:lnTo>
                  <a:lnTo>
                    <a:pt x="1" y="7260"/>
                  </a:lnTo>
                  <a:lnTo>
                    <a:pt x="346" y="7426"/>
                  </a:lnTo>
                  <a:lnTo>
                    <a:pt x="435" y="7694"/>
                  </a:lnTo>
                  <a:lnTo>
                    <a:pt x="435" y="7860"/>
                  </a:lnTo>
                  <a:lnTo>
                    <a:pt x="627" y="8001"/>
                  </a:lnTo>
                  <a:lnTo>
                    <a:pt x="1164" y="7975"/>
                  </a:lnTo>
                  <a:lnTo>
                    <a:pt x="1547" y="8308"/>
                  </a:lnTo>
                  <a:lnTo>
                    <a:pt x="1841" y="8665"/>
                  </a:lnTo>
                  <a:lnTo>
                    <a:pt x="1841" y="9023"/>
                  </a:lnTo>
                  <a:lnTo>
                    <a:pt x="1547" y="8947"/>
                  </a:lnTo>
                  <a:lnTo>
                    <a:pt x="1547" y="9126"/>
                  </a:lnTo>
                  <a:lnTo>
                    <a:pt x="1815" y="9266"/>
                  </a:lnTo>
                  <a:lnTo>
                    <a:pt x="2186" y="9458"/>
                  </a:lnTo>
                  <a:lnTo>
                    <a:pt x="2544" y="9253"/>
                  </a:lnTo>
                  <a:lnTo>
                    <a:pt x="2876" y="8908"/>
                  </a:lnTo>
                  <a:lnTo>
                    <a:pt x="3196" y="8870"/>
                  </a:lnTo>
                  <a:lnTo>
                    <a:pt x="3515" y="8640"/>
                  </a:lnTo>
                  <a:lnTo>
                    <a:pt x="3937" y="8742"/>
                  </a:lnTo>
                  <a:lnTo>
                    <a:pt x="4397" y="8947"/>
                  </a:lnTo>
                  <a:lnTo>
                    <a:pt x="4691" y="8780"/>
                  </a:lnTo>
                  <a:lnTo>
                    <a:pt x="4960" y="8755"/>
                  </a:lnTo>
                  <a:lnTo>
                    <a:pt x="5075" y="8525"/>
                  </a:lnTo>
                  <a:lnTo>
                    <a:pt x="5100" y="8269"/>
                  </a:lnTo>
                  <a:lnTo>
                    <a:pt x="5535" y="8346"/>
                  </a:lnTo>
                  <a:lnTo>
                    <a:pt x="5356" y="8550"/>
                  </a:lnTo>
                  <a:lnTo>
                    <a:pt x="5087" y="8563"/>
                  </a:lnTo>
                  <a:lnTo>
                    <a:pt x="4998" y="8768"/>
                  </a:lnTo>
                  <a:lnTo>
                    <a:pt x="5126" y="8870"/>
                  </a:lnTo>
                  <a:lnTo>
                    <a:pt x="5151" y="9011"/>
                  </a:lnTo>
                  <a:lnTo>
                    <a:pt x="5100" y="9151"/>
                  </a:lnTo>
                  <a:lnTo>
                    <a:pt x="5241" y="9356"/>
                  </a:lnTo>
                  <a:lnTo>
                    <a:pt x="5138" y="9458"/>
                  </a:lnTo>
                  <a:lnTo>
                    <a:pt x="5164" y="9586"/>
                  </a:lnTo>
                  <a:lnTo>
                    <a:pt x="5177" y="9701"/>
                  </a:lnTo>
                  <a:lnTo>
                    <a:pt x="5049" y="9841"/>
                  </a:lnTo>
                  <a:lnTo>
                    <a:pt x="4806" y="10122"/>
                  </a:lnTo>
                  <a:lnTo>
                    <a:pt x="4806" y="10212"/>
                  </a:lnTo>
                  <a:lnTo>
                    <a:pt x="4998" y="10340"/>
                  </a:lnTo>
                  <a:lnTo>
                    <a:pt x="4755" y="10250"/>
                  </a:lnTo>
                  <a:lnTo>
                    <a:pt x="4563" y="10276"/>
                  </a:lnTo>
                  <a:lnTo>
                    <a:pt x="4257" y="10250"/>
                  </a:lnTo>
                  <a:lnTo>
                    <a:pt x="4090" y="10225"/>
                  </a:lnTo>
                  <a:lnTo>
                    <a:pt x="3758" y="10352"/>
                  </a:lnTo>
                  <a:lnTo>
                    <a:pt x="3694" y="10583"/>
                  </a:lnTo>
                  <a:lnTo>
                    <a:pt x="3477" y="10710"/>
                  </a:lnTo>
                  <a:lnTo>
                    <a:pt x="3387" y="10787"/>
                  </a:lnTo>
                  <a:lnTo>
                    <a:pt x="3643" y="11094"/>
                  </a:lnTo>
                  <a:lnTo>
                    <a:pt x="3451" y="10966"/>
                  </a:lnTo>
                  <a:lnTo>
                    <a:pt x="3196" y="10966"/>
                  </a:lnTo>
                  <a:lnTo>
                    <a:pt x="3094" y="10940"/>
                  </a:lnTo>
                  <a:lnTo>
                    <a:pt x="3017" y="10915"/>
                  </a:lnTo>
                  <a:lnTo>
                    <a:pt x="2979" y="10915"/>
                  </a:lnTo>
                  <a:lnTo>
                    <a:pt x="2966" y="10928"/>
                  </a:lnTo>
                  <a:lnTo>
                    <a:pt x="2953" y="10966"/>
                  </a:lnTo>
                  <a:lnTo>
                    <a:pt x="2915" y="11094"/>
                  </a:lnTo>
                  <a:lnTo>
                    <a:pt x="2876" y="11273"/>
                  </a:lnTo>
                  <a:lnTo>
                    <a:pt x="3055" y="11452"/>
                  </a:lnTo>
                  <a:lnTo>
                    <a:pt x="3221" y="11400"/>
                  </a:lnTo>
                  <a:lnTo>
                    <a:pt x="3413" y="11528"/>
                  </a:lnTo>
                  <a:lnTo>
                    <a:pt x="3400" y="11873"/>
                  </a:lnTo>
                  <a:lnTo>
                    <a:pt x="3528" y="12014"/>
                  </a:lnTo>
                  <a:lnTo>
                    <a:pt x="3784" y="12014"/>
                  </a:lnTo>
                  <a:lnTo>
                    <a:pt x="3784" y="12142"/>
                  </a:lnTo>
                  <a:lnTo>
                    <a:pt x="3784" y="12423"/>
                  </a:lnTo>
                  <a:lnTo>
                    <a:pt x="3924" y="12461"/>
                  </a:lnTo>
                  <a:lnTo>
                    <a:pt x="4142" y="12576"/>
                  </a:lnTo>
                  <a:lnTo>
                    <a:pt x="4154" y="12781"/>
                  </a:lnTo>
                  <a:lnTo>
                    <a:pt x="4666" y="12845"/>
                  </a:lnTo>
                  <a:lnTo>
                    <a:pt x="4793" y="13075"/>
                  </a:lnTo>
                  <a:lnTo>
                    <a:pt x="4499" y="13433"/>
                  </a:lnTo>
                  <a:lnTo>
                    <a:pt x="4589" y="13701"/>
                  </a:lnTo>
                  <a:lnTo>
                    <a:pt x="4602" y="13739"/>
                  </a:lnTo>
                  <a:lnTo>
                    <a:pt x="4960" y="13407"/>
                  </a:lnTo>
                  <a:lnTo>
                    <a:pt x="5484" y="13266"/>
                  </a:lnTo>
                  <a:lnTo>
                    <a:pt x="5496" y="13266"/>
                  </a:lnTo>
                  <a:lnTo>
                    <a:pt x="6059" y="13305"/>
                  </a:lnTo>
                  <a:lnTo>
                    <a:pt x="6698" y="13867"/>
                  </a:lnTo>
                  <a:lnTo>
                    <a:pt x="7030" y="14340"/>
                  </a:lnTo>
                  <a:lnTo>
                    <a:pt x="7298" y="14212"/>
                  </a:lnTo>
                  <a:lnTo>
                    <a:pt x="7298" y="10685"/>
                  </a:lnTo>
                  <a:lnTo>
                    <a:pt x="9407" y="10110"/>
                  </a:lnTo>
                  <a:lnTo>
                    <a:pt x="9663" y="10250"/>
                  </a:lnTo>
                  <a:lnTo>
                    <a:pt x="9727" y="10122"/>
                  </a:lnTo>
                  <a:lnTo>
                    <a:pt x="9765" y="10071"/>
                  </a:lnTo>
                  <a:lnTo>
                    <a:pt x="9791" y="10033"/>
                  </a:lnTo>
                  <a:lnTo>
                    <a:pt x="9842" y="10020"/>
                  </a:lnTo>
                  <a:lnTo>
                    <a:pt x="9931" y="9982"/>
                  </a:lnTo>
                  <a:lnTo>
                    <a:pt x="10008" y="9956"/>
                  </a:lnTo>
                  <a:lnTo>
                    <a:pt x="10059" y="9944"/>
                  </a:lnTo>
                  <a:lnTo>
                    <a:pt x="10276" y="9944"/>
                  </a:lnTo>
                  <a:lnTo>
                    <a:pt x="10238" y="10084"/>
                  </a:lnTo>
                  <a:lnTo>
                    <a:pt x="10110" y="10084"/>
                  </a:lnTo>
                  <a:lnTo>
                    <a:pt x="9982" y="10122"/>
                  </a:lnTo>
                  <a:lnTo>
                    <a:pt x="9880" y="10378"/>
                  </a:lnTo>
                  <a:lnTo>
                    <a:pt x="10340" y="10646"/>
                  </a:lnTo>
                  <a:lnTo>
                    <a:pt x="10340" y="10506"/>
                  </a:lnTo>
                  <a:lnTo>
                    <a:pt x="10238" y="10378"/>
                  </a:lnTo>
                  <a:lnTo>
                    <a:pt x="10238" y="10186"/>
                  </a:lnTo>
                  <a:lnTo>
                    <a:pt x="10340" y="10186"/>
                  </a:lnTo>
                  <a:lnTo>
                    <a:pt x="10455" y="10084"/>
                  </a:lnTo>
                  <a:lnTo>
                    <a:pt x="10634" y="9790"/>
                  </a:lnTo>
                  <a:lnTo>
                    <a:pt x="11222" y="9867"/>
                  </a:lnTo>
                  <a:lnTo>
                    <a:pt x="11427" y="9598"/>
                  </a:lnTo>
                  <a:lnTo>
                    <a:pt x="11414" y="9496"/>
                  </a:lnTo>
                  <a:lnTo>
                    <a:pt x="10864" y="9496"/>
                  </a:lnTo>
                  <a:lnTo>
                    <a:pt x="10826" y="9330"/>
                  </a:lnTo>
                  <a:lnTo>
                    <a:pt x="11043" y="9202"/>
                  </a:lnTo>
                  <a:lnTo>
                    <a:pt x="11324" y="9394"/>
                  </a:lnTo>
                  <a:lnTo>
                    <a:pt x="11720" y="9496"/>
                  </a:lnTo>
                  <a:lnTo>
                    <a:pt x="11720" y="9662"/>
                  </a:lnTo>
                  <a:lnTo>
                    <a:pt x="11452" y="9726"/>
                  </a:lnTo>
                  <a:lnTo>
                    <a:pt x="11401" y="9739"/>
                  </a:lnTo>
                  <a:lnTo>
                    <a:pt x="11196" y="9982"/>
                  </a:lnTo>
                  <a:lnTo>
                    <a:pt x="10647" y="9982"/>
                  </a:lnTo>
                  <a:lnTo>
                    <a:pt x="10621" y="9995"/>
                  </a:lnTo>
                  <a:lnTo>
                    <a:pt x="10621" y="10020"/>
                  </a:lnTo>
                  <a:lnTo>
                    <a:pt x="10621" y="10110"/>
                  </a:lnTo>
                  <a:lnTo>
                    <a:pt x="10634" y="10225"/>
                  </a:lnTo>
                  <a:lnTo>
                    <a:pt x="10826" y="10289"/>
                  </a:lnTo>
                  <a:lnTo>
                    <a:pt x="10826" y="10940"/>
                  </a:lnTo>
                  <a:lnTo>
                    <a:pt x="11414" y="11273"/>
                  </a:lnTo>
                  <a:lnTo>
                    <a:pt x="11810" y="11746"/>
                  </a:lnTo>
                  <a:lnTo>
                    <a:pt x="12181" y="12014"/>
                  </a:lnTo>
                  <a:lnTo>
                    <a:pt x="13305" y="12014"/>
                  </a:lnTo>
                  <a:lnTo>
                    <a:pt x="14034" y="12142"/>
                  </a:lnTo>
                  <a:lnTo>
                    <a:pt x="14341" y="11822"/>
                  </a:lnTo>
                  <a:lnTo>
                    <a:pt x="14711" y="12027"/>
                  </a:lnTo>
                  <a:lnTo>
                    <a:pt x="14992" y="12423"/>
                  </a:lnTo>
                  <a:lnTo>
                    <a:pt x="15146" y="12589"/>
                  </a:lnTo>
                  <a:lnTo>
                    <a:pt x="15452" y="12576"/>
                  </a:lnTo>
                  <a:lnTo>
                    <a:pt x="15452" y="13241"/>
                  </a:lnTo>
                  <a:lnTo>
                    <a:pt x="15274" y="13343"/>
                  </a:lnTo>
                  <a:lnTo>
                    <a:pt x="15337" y="13407"/>
                  </a:lnTo>
                  <a:lnTo>
                    <a:pt x="15670" y="13637"/>
                  </a:lnTo>
                  <a:lnTo>
                    <a:pt x="15746" y="14212"/>
                  </a:lnTo>
                  <a:lnTo>
                    <a:pt x="15976" y="14353"/>
                  </a:lnTo>
                  <a:lnTo>
                    <a:pt x="16935" y="14353"/>
                  </a:lnTo>
                  <a:lnTo>
                    <a:pt x="17127" y="14800"/>
                  </a:lnTo>
                  <a:lnTo>
                    <a:pt x="17382" y="14800"/>
                  </a:lnTo>
                  <a:lnTo>
                    <a:pt x="17472" y="14506"/>
                  </a:lnTo>
                  <a:lnTo>
                    <a:pt x="17983" y="14097"/>
                  </a:lnTo>
                  <a:lnTo>
                    <a:pt x="18520" y="13867"/>
                  </a:lnTo>
                  <a:lnTo>
                    <a:pt x="19261" y="13203"/>
                  </a:lnTo>
                  <a:lnTo>
                    <a:pt x="19453" y="12819"/>
                  </a:lnTo>
                  <a:lnTo>
                    <a:pt x="20552" y="12832"/>
                  </a:lnTo>
                  <a:lnTo>
                    <a:pt x="21165" y="13024"/>
                  </a:lnTo>
                  <a:lnTo>
                    <a:pt x="21165" y="12691"/>
                  </a:lnTo>
                  <a:lnTo>
                    <a:pt x="21830" y="12346"/>
                  </a:lnTo>
                  <a:lnTo>
                    <a:pt x="22328" y="12551"/>
                  </a:lnTo>
                  <a:lnTo>
                    <a:pt x="22763" y="12819"/>
                  </a:lnTo>
                  <a:lnTo>
                    <a:pt x="23108" y="12564"/>
                  </a:lnTo>
                  <a:lnTo>
                    <a:pt x="23415" y="12819"/>
                  </a:lnTo>
                  <a:lnTo>
                    <a:pt x="23722" y="12691"/>
                  </a:lnTo>
                  <a:lnTo>
                    <a:pt x="23734" y="12691"/>
                  </a:lnTo>
                  <a:lnTo>
                    <a:pt x="24757" y="12627"/>
                  </a:lnTo>
                  <a:lnTo>
                    <a:pt x="24770" y="12640"/>
                  </a:lnTo>
                  <a:lnTo>
                    <a:pt x="25664" y="12921"/>
                  </a:lnTo>
                  <a:lnTo>
                    <a:pt x="26022" y="13113"/>
                  </a:lnTo>
                  <a:lnTo>
                    <a:pt x="25984" y="12806"/>
                  </a:lnTo>
                  <a:lnTo>
                    <a:pt x="26444" y="12308"/>
                  </a:lnTo>
                  <a:lnTo>
                    <a:pt x="26444" y="11950"/>
                  </a:lnTo>
                  <a:lnTo>
                    <a:pt x="26201" y="11579"/>
                  </a:lnTo>
                  <a:lnTo>
                    <a:pt x="26163" y="10876"/>
                  </a:lnTo>
                  <a:lnTo>
                    <a:pt x="25856" y="10698"/>
                  </a:lnTo>
                  <a:lnTo>
                    <a:pt x="27160" y="10186"/>
                  </a:lnTo>
                  <a:lnTo>
                    <a:pt x="27479" y="10314"/>
                  </a:lnTo>
                  <a:lnTo>
                    <a:pt x="27722" y="10314"/>
                  </a:lnTo>
                  <a:lnTo>
                    <a:pt x="27952" y="10391"/>
                  </a:lnTo>
                  <a:lnTo>
                    <a:pt x="28080" y="10237"/>
                  </a:lnTo>
                  <a:lnTo>
                    <a:pt x="27939" y="10059"/>
                  </a:lnTo>
                  <a:lnTo>
                    <a:pt x="27901" y="10020"/>
                  </a:lnTo>
                  <a:lnTo>
                    <a:pt x="27914" y="9982"/>
                  </a:lnTo>
                  <a:lnTo>
                    <a:pt x="27658" y="9854"/>
                  </a:lnTo>
                  <a:lnTo>
                    <a:pt x="27696" y="9407"/>
                  </a:lnTo>
                  <a:lnTo>
                    <a:pt x="27875" y="9381"/>
                  </a:lnTo>
                  <a:lnTo>
                    <a:pt x="28029" y="9483"/>
                  </a:lnTo>
                  <a:lnTo>
                    <a:pt x="28348" y="8141"/>
                  </a:lnTo>
                  <a:lnTo>
                    <a:pt x="29268" y="8665"/>
                  </a:lnTo>
                  <a:lnTo>
                    <a:pt x="29626" y="8563"/>
                  </a:lnTo>
                  <a:lnTo>
                    <a:pt x="30074" y="8640"/>
                  </a:lnTo>
                  <a:lnTo>
                    <a:pt x="30444" y="8346"/>
                  </a:lnTo>
                  <a:lnTo>
                    <a:pt x="30393" y="7822"/>
                  </a:lnTo>
                  <a:lnTo>
                    <a:pt x="30444" y="7375"/>
                  </a:lnTo>
                  <a:lnTo>
                    <a:pt x="31160" y="7042"/>
                  </a:lnTo>
                  <a:lnTo>
                    <a:pt x="31275" y="6799"/>
                  </a:lnTo>
                  <a:lnTo>
                    <a:pt x="31160" y="6633"/>
                  </a:lnTo>
                  <a:lnTo>
                    <a:pt x="31556" y="6429"/>
                  </a:lnTo>
                  <a:lnTo>
                    <a:pt x="31927" y="6454"/>
                  </a:lnTo>
                  <a:lnTo>
                    <a:pt x="31991" y="6544"/>
                  </a:lnTo>
                  <a:lnTo>
                    <a:pt x="32042" y="6518"/>
                  </a:lnTo>
                  <a:lnTo>
                    <a:pt x="31735" y="6097"/>
                  </a:lnTo>
                  <a:lnTo>
                    <a:pt x="31569" y="6263"/>
                  </a:lnTo>
                  <a:lnTo>
                    <a:pt x="30968" y="6250"/>
                  </a:lnTo>
                  <a:lnTo>
                    <a:pt x="30700" y="6173"/>
                  </a:lnTo>
                  <a:lnTo>
                    <a:pt x="30355" y="6020"/>
                  </a:lnTo>
                  <a:lnTo>
                    <a:pt x="30304" y="5662"/>
                  </a:lnTo>
                  <a:lnTo>
                    <a:pt x="29792" y="5547"/>
                  </a:lnTo>
                  <a:lnTo>
                    <a:pt x="29792" y="5355"/>
                  </a:lnTo>
                  <a:lnTo>
                    <a:pt x="29511" y="4959"/>
                  </a:lnTo>
                  <a:lnTo>
                    <a:pt x="29000" y="4716"/>
                  </a:lnTo>
                  <a:lnTo>
                    <a:pt x="27901" y="4959"/>
                  </a:lnTo>
                  <a:lnTo>
                    <a:pt x="27390" y="5010"/>
                  </a:lnTo>
                  <a:lnTo>
                    <a:pt x="27313" y="4563"/>
                  </a:lnTo>
                  <a:lnTo>
                    <a:pt x="27019" y="4371"/>
                  </a:lnTo>
                  <a:lnTo>
                    <a:pt x="26725" y="4448"/>
                  </a:lnTo>
                  <a:lnTo>
                    <a:pt x="26725" y="4806"/>
                  </a:lnTo>
                  <a:lnTo>
                    <a:pt x="26380" y="4895"/>
                  </a:lnTo>
                  <a:lnTo>
                    <a:pt x="24833" y="2505"/>
                  </a:lnTo>
                  <a:lnTo>
                    <a:pt x="24680" y="2275"/>
                  </a:lnTo>
                  <a:lnTo>
                    <a:pt x="23658" y="1636"/>
                  </a:lnTo>
                  <a:lnTo>
                    <a:pt x="23581" y="1381"/>
                  </a:lnTo>
                  <a:lnTo>
                    <a:pt x="23785" y="1278"/>
                  </a:lnTo>
                  <a:lnTo>
                    <a:pt x="23696" y="1112"/>
                  </a:lnTo>
                  <a:lnTo>
                    <a:pt x="23376" y="1265"/>
                  </a:lnTo>
                  <a:lnTo>
                    <a:pt x="22750" y="1496"/>
                  </a:lnTo>
                  <a:lnTo>
                    <a:pt x="22648" y="1662"/>
                  </a:lnTo>
                  <a:lnTo>
                    <a:pt x="22022" y="1802"/>
                  </a:lnTo>
                  <a:lnTo>
                    <a:pt x="21958" y="2020"/>
                  </a:lnTo>
                  <a:lnTo>
                    <a:pt x="21434" y="1892"/>
                  </a:lnTo>
                  <a:lnTo>
                    <a:pt x="21242" y="2007"/>
                  </a:lnTo>
                  <a:lnTo>
                    <a:pt x="21025" y="2007"/>
                  </a:lnTo>
                  <a:lnTo>
                    <a:pt x="21101" y="1611"/>
                  </a:lnTo>
                  <a:lnTo>
                    <a:pt x="21268" y="1457"/>
                  </a:lnTo>
                  <a:lnTo>
                    <a:pt x="20961" y="1559"/>
                  </a:lnTo>
                  <a:lnTo>
                    <a:pt x="20654" y="1457"/>
                  </a:lnTo>
                  <a:lnTo>
                    <a:pt x="20488" y="1585"/>
                  </a:lnTo>
                  <a:lnTo>
                    <a:pt x="20143" y="1368"/>
                  </a:lnTo>
                  <a:lnTo>
                    <a:pt x="20143" y="1061"/>
                  </a:lnTo>
                  <a:lnTo>
                    <a:pt x="20130" y="1074"/>
                  </a:lnTo>
                  <a:lnTo>
                    <a:pt x="20130" y="1189"/>
                  </a:lnTo>
                  <a:lnTo>
                    <a:pt x="19734" y="1278"/>
                  </a:lnTo>
                  <a:lnTo>
                    <a:pt x="19414" y="1419"/>
                  </a:lnTo>
                  <a:lnTo>
                    <a:pt x="19172" y="1214"/>
                  </a:lnTo>
                  <a:lnTo>
                    <a:pt x="19312" y="1010"/>
                  </a:lnTo>
                  <a:lnTo>
                    <a:pt x="19389" y="754"/>
                  </a:lnTo>
                  <a:lnTo>
                    <a:pt x="19248" y="575"/>
                  </a:lnTo>
                  <a:lnTo>
                    <a:pt x="18993" y="90"/>
                  </a:lnTo>
                  <a:lnTo>
                    <a:pt x="18788" y="128"/>
                  </a:lnTo>
                  <a:lnTo>
                    <a:pt x="18660" y="281"/>
                  </a:lnTo>
                  <a:lnTo>
                    <a:pt x="18213" y="115"/>
                  </a:lnTo>
                  <a:lnTo>
                    <a:pt x="17689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3" name="Google Shape;683;p60"/>
            <p:cNvSpPr/>
            <p:nvPr/>
          </p:nvSpPr>
          <p:spPr>
            <a:xfrm>
              <a:off x="4035875" y="2239050"/>
              <a:ext cx="375475" cy="203550"/>
            </a:xfrm>
            <a:custGeom>
              <a:rect b="b" l="l" r="r" t="t"/>
              <a:pathLst>
                <a:path extrusionOk="0" h="8142" w="15019">
                  <a:moveTo>
                    <a:pt x="7708" y="1253"/>
                  </a:moveTo>
                  <a:lnTo>
                    <a:pt x="7874" y="1432"/>
                  </a:lnTo>
                  <a:lnTo>
                    <a:pt x="7874" y="1803"/>
                  </a:lnTo>
                  <a:lnTo>
                    <a:pt x="7887" y="1867"/>
                  </a:lnTo>
                  <a:lnTo>
                    <a:pt x="7925" y="1956"/>
                  </a:lnTo>
                  <a:lnTo>
                    <a:pt x="7989" y="2071"/>
                  </a:lnTo>
                  <a:lnTo>
                    <a:pt x="7759" y="2071"/>
                  </a:lnTo>
                  <a:lnTo>
                    <a:pt x="7657" y="1803"/>
                  </a:lnTo>
                  <a:lnTo>
                    <a:pt x="7708" y="1253"/>
                  </a:lnTo>
                  <a:close/>
                  <a:moveTo>
                    <a:pt x="9676" y="3106"/>
                  </a:moveTo>
                  <a:lnTo>
                    <a:pt x="9816" y="3375"/>
                  </a:lnTo>
                  <a:lnTo>
                    <a:pt x="9983" y="3566"/>
                  </a:lnTo>
                  <a:lnTo>
                    <a:pt x="9970" y="3579"/>
                  </a:lnTo>
                  <a:lnTo>
                    <a:pt x="9932" y="3618"/>
                  </a:lnTo>
                  <a:lnTo>
                    <a:pt x="9893" y="3643"/>
                  </a:lnTo>
                  <a:lnTo>
                    <a:pt x="9816" y="3643"/>
                  </a:lnTo>
                  <a:lnTo>
                    <a:pt x="9727" y="3618"/>
                  </a:lnTo>
                  <a:lnTo>
                    <a:pt x="9625" y="3566"/>
                  </a:lnTo>
                  <a:lnTo>
                    <a:pt x="9497" y="3503"/>
                  </a:lnTo>
                  <a:lnTo>
                    <a:pt x="9114" y="3196"/>
                  </a:lnTo>
                  <a:lnTo>
                    <a:pt x="9114" y="3106"/>
                  </a:lnTo>
                  <a:lnTo>
                    <a:pt x="9535" y="3247"/>
                  </a:lnTo>
                  <a:lnTo>
                    <a:pt x="9535" y="3106"/>
                  </a:lnTo>
                  <a:close/>
                  <a:moveTo>
                    <a:pt x="11478" y="4819"/>
                  </a:moveTo>
                  <a:lnTo>
                    <a:pt x="11670" y="5049"/>
                  </a:lnTo>
                  <a:lnTo>
                    <a:pt x="11478" y="5254"/>
                  </a:lnTo>
                  <a:lnTo>
                    <a:pt x="11184" y="5190"/>
                  </a:lnTo>
                  <a:lnTo>
                    <a:pt x="10788" y="5254"/>
                  </a:lnTo>
                  <a:lnTo>
                    <a:pt x="10519" y="5573"/>
                  </a:lnTo>
                  <a:lnTo>
                    <a:pt x="10583" y="5420"/>
                  </a:lnTo>
                  <a:lnTo>
                    <a:pt x="10788" y="5113"/>
                  </a:lnTo>
                  <a:lnTo>
                    <a:pt x="11158" y="5049"/>
                  </a:lnTo>
                  <a:lnTo>
                    <a:pt x="11478" y="5049"/>
                  </a:lnTo>
                  <a:lnTo>
                    <a:pt x="11478" y="4819"/>
                  </a:lnTo>
                  <a:close/>
                  <a:moveTo>
                    <a:pt x="10059" y="1"/>
                  </a:moveTo>
                  <a:lnTo>
                    <a:pt x="9395" y="13"/>
                  </a:lnTo>
                  <a:lnTo>
                    <a:pt x="9037" y="218"/>
                  </a:lnTo>
                  <a:lnTo>
                    <a:pt x="8641" y="410"/>
                  </a:lnTo>
                  <a:lnTo>
                    <a:pt x="8436" y="192"/>
                  </a:lnTo>
                  <a:lnTo>
                    <a:pt x="8423" y="192"/>
                  </a:lnTo>
                  <a:lnTo>
                    <a:pt x="8257" y="282"/>
                  </a:lnTo>
                  <a:lnTo>
                    <a:pt x="7823" y="653"/>
                  </a:lnTo>
                  <a:lnTo>
                    <a:pt x="7784" y="1125"/>
                  </a:lnTo>
                  <a:lnTo>
                    <a:pt x="7618" y="1279"/>
                  </a:lnTo>
                  <a:lnTo>
                    <a:pt x="7516" y="1125"/>
                  </a:lnTo>
                  <a:lnTo>
                    <a:pt x="7158" y="972"/>
                  </a:lnTo>
                  <a:lnTo>
                    <a:pt x="6609" y="908"/>
                  </a:lnTo>
                  <a:lnTo>
                    <a:pt x="6570" y="806"/>
                  </a:lnTo>
                  <a:lnTo>
                    <a:pt x="6212" y="972"/>
                  </a:lnTo>
                  <a:lnTo>
                    <a:pt x="5893" y="934"/>
                  </a:lnTo>
                  <a:lnTo>
                    <a:pt x="5458" y="985"/>
                  </a:lnTo>
                  <a:lnTo>
                    <a:pt x="5394" y="870"/>
                  </a:lnTo>
                  <a:lnTo>
                    <a:pt x="5215" y="908"/>
                  </a:lnTo>
                  <a:lnTo>
                    <a:pt x="4909" y="729"/>
                  </a:lnTo>
                  <a:lnTo>
                    <a:pt x="4487" y="525"/>
                  </a:lnTo>
                  <a:lnTo>
                    <a:pt x="3822" y="448"/>
                  </a:lnTo>
                  <a:lnTo>
                    <a:pt x="2851" y="474"/>
                  </a:lnTo>
                  <a:lnTo>
                    <a:pt x="2813" y="857"/>
                  </a:lnTo>
                  <a:lnTo>
                    <a:pt x="2314" y="857"/>
                  </a:lnTo>
                  <a:lnTo>
                    <a:pt x="2199" y="1164"/>
                  </a:lnTo>
                  <a:lnTo>
                    <a:pt x="2429" y="1407"/>
                  </a:lnTo>
                  <a:lnTo>
                    <a:pt x="2301" y="1956"/>
                  </a:lnTo>
                  <a:lnTo>
                    <a:pt x="1407" y="1956"/>
                  </a:lnTo>
                  <a:lnTo>
                    <a:pt x="1011" y="2582"/>
                  </a:lnTo>
                  <a:lnTo>
                    <a:pt x="640" y="3209"/>
                  </a:lnTo>
                  <a:lnTo>
                    <a:pt x="1" y="3835"/>
                  </a:lnTo>
                  <a:lnTo>
                    <a:pt x="346" y="4039"/>
                  </a:lnTo>
                  <a:lnTo>
                    <a:pt x="781" y="4039"/>
                  </a:lnTo>
                  <a:lnTo>
                    <a:pt x="2940" y="4563"/>
                  </a:lnTo>
                  <a:lnTo>
                    <a:pt x="3030" y="4678"/>
                  </a:lnTo>
                  <a:lnTo>
                    <a:pt x="3324" y="4678"/>
                  </a:lnTo>
                  <a:lnTo>
                    <a:pt x="3388" y="4563"/>
                  </a:lnTo>
                  <a:lnTo>
                    <a:pt x="4142" y="4448"/>
                  </a:lnTo>
                  <a:lnTo>
                    <a:pt x="4257" y="4244"/>
                  </a:lnTo>
                  <a:lnTo>
                    <a:pt x="4755" y="4282"/>
                  </a:lnTo>
                  <a:lnTo>
                    <a:pt x="4845" y="4103"/>
                  </a:lnTo>
                  <a:lnTo>
                    <a:pt x="5267" y="4039"/>
                  </a:lnTo>
                  <a:lnTo>
                    <a:pt x="5765" y="4372"/>
                  </a:lnTo>
                  <a:lnTo>
                    <a:pt x="5957" y="4244"/>
                  </a:lnTo>
                  <a:lnTo>
                    <a:pt x="6136" y="4436"/>
                  </a:lnTo>
                  <a:lnTo>
                    <a:pt x="6353" y="4321"/>
                  </a:lnTo>
                  <a:lnTo>
                    <a:pt x="6557" y="4589"/>
                  </a:lnTo>
                  <a:lnTo>
                    <a:pt x="6647" y="4819"/>
                  </a:lnTo>
                  <a:lnTo>
                    <a:pt x="6634" y="5151"/>
                  </a:lnTo>
                  <a:lnTo>
                    <a:pt x="6877" y="5407"/>
                  </a:lnTo>
                  <a:lnTo>
                    <a:pt x="7286" y="5778"/>
                  </a:lnTo>
                  <a:lnTo>
                    <a:pt x="6506" y="5956"/>
                  </a:lnTo>
                  <a:lnTo>
                    <a:pt x="6506" y="6263"/>
                  </a:lnTo>
                  <a:lnTo>
                    <a:pt x="6315" y="6774"/>
                  </a:lnTo>
                  <a:lnTo>
                    <a:pt x="5880" y="7107"/>
                  </a:lnTo>
                  <a:lnTo>
                    <a:pt x="5931" y="7260"/>
                  </a:lnTo>
                  <a:lnTo>
                    <a:pt x="6941" y="7260"/>
                  </a:lnTo>
                  <a:lnTo>
                    <a:pt x="6941" y="7068"/>
                  </a:lnTo>
                  <a:lnTo>
                    <a:pt x="7005" y="6966"/>
                  </a:lnTo>
                  <a:lnTo>
                    <a:pt x="7005" y="6749"/>
                  </a:lnTo>
                  <a:lnTo>
                    <a:pt x="7388" y="6685"/>
                  </a:lnTo>
                  <a:lnTo>
                    <a:pt x="7682" y="6404"/>
                  </a:lnTo>
                  <a:lnTo>
                    <a:pt x="7797" y="6199"/>
                  </a:lnTo>
                  <a:lnTo>
                    <a:pt x="7797" y="6046"/>
                  </a:lnTo>
                  <a:lnTo>
                    <a:pt x="8078" y="5931"/>
                  </a:lnTo>
                  <a:lnTo>
                    <a:pt x="8283" y="5931"/>
                  </a:lnTo>
                  <a:lnTo>
                    <a:pt x="8602" y="5854"/>
                  </a:lnTo>
                  <a:lnTo>
                    <a:pt x="8871" y="5880"/>
                  </a:lnTo>
                  <a:lnTo>
                    <a:pt x="8794" y="5931"/>
                  </a:lnTo>
                  <a:lnTo>
                    <a:pt x="8666" y="6033"/>
                  </a:lnTo>
                  <a:lnTo>
                    <a:pt x="8807" y="6212"/>
                  </a:lnTo>
                  <a:lnTo>
                    <a:pt x="9037" y="6429"/>
                  </a:lnTo>
                  <a:lnTo>
                    <a:pt x="9369" y="6327"/>
                  </a:lnTo>
                  <a:lnTo>
                    <a:pt x="9740" y="6314"/>
                  </a:lnTo>
                  <a:lnTo>
                    <a:pt x="9816" y="6378"/>
                  </a:lnTo>
                  <a:lnTo>
                    <a:pt x="9995" y="6493"/>
                  </a:lnTo>
                  <a:lnTo>
                    <a:pt x="10098" y="6429"/>
                  </a:lnTo>
                  <a:lnTo>
                    <a:pt x="10072" y="6314"/>
                  </a:lnTo>
                  <a:lnTo>
                    <a:pt x="10238" y="6340"/>
                  </a:lnTo>
                  <a:lnTo>
                    <a:pt x="10251" y="6263"/>
                  </a:lnTo>
                  <a:lnTo>
                    <a:pt x="10340" y="6238"/>
                  </a:lnTo>
                  <a:lnTo>
                    <a:pt x="10379" y="6327"/>
                  </a:lnTo>
                  <a:lnTo>
                    <a:pt x="10507" y="6250"/>
                  </a:lnTo>
                  <a:lnTo>
                    <a:pt x="10673" y="6276"/>
                  </a:lnTo>
                  <a:lnTo>
                    <a:pt x="10724" y="6353"/>
                  </a:lnTo>
                  <a:lnTo>
                    <a:pt x="10583" y="6557"/>
                  </a:lnTo>
                  <a:lnTo>
                    <a:pt x="10315" y="6570"/>
                  </a:lnTo>
                  <a:lnTo>
                    <a:pt x="10302" y="6480"/>
                  </a:lnTo>
                  <a:lnTo>
                    <a:pt x="10149" y="6429"/>
                  </a:lnTo>
                  <a:lnTo>
                    <a:pt x="10098" y="6506"/>
                  </a:lnTo>
                  <a:lnTo>
                    <a:pt x="9995" y="6570"/>
                  </a:lnTo>
                  <a:lnTo>
                    <a:pt x="9829" y="6685"/>
                  </a:lnTo>
                  <a:lnTo>
                    <a:pt x="9638" y="6672"/>
                  </a:lnTo>
                  <a:lnTo>
                    <a:pt x="9408" y="6838"/>
                  </a:lnTo>
                  <a:lnTo>
                    <a:pt x="9126" y="6953"/>
                  </a:lnTo>
                  <a:lnTo>
                    <a:pt x="9126" y="7119"/>
                  </a:lnTo>
                  <a:lnTo>
                    <a:pt x="9356" y="7094"/>
                  </a:lnTo>
                  <a:lnTo>
                    <a:pt x="9497" y="7094"/>
                  </a:lnTo>
                  <a:lnTo>
                    <a:pt x="9612" y="7235"/>
                  </a:lnTo>
                  <a:lnTo>
                    <a:pt x="9791" y="7222"/>
                  </a:lnTo>
                  <a:lnTo>
                    <a:pt x="9970" y="7273"/>
                  </a:lnTo>
                  <a:lnTo>
                    <a:pt x="10085" y="7362"/>
                  </a:lnTo>
                  <a:lnTo>
                    <a:pt x="10098" y="7439"/>
                  </a:lnTo>
                  <a:lnTo>
                    <a:pt x="10021" y="7503"/>
                  </a:lnTo>
                  <a:lnTo>
                    <a:pt x="10059" y="7592"/>
                  </a:lnTo>
                  <a:lnTo>
                    <a:pt x="10059" y="7733"/>
                  </a:lnTo>
                  <a:lnTo>
                    <a:pt x="9932" y="7848"/>
                  </a:lnTo>
                  <a:lnTo>
                    <a:pt x="10021" y="8065"/>
                  </a:lnTo>
                  <a:lnTo>
                    <a:pt x="10366" y="8142"/>
                  </a:lnTo>
                  <a:lnTo>
                    <a:pt x="10443" y="8078"/>
                  </a:lnTo>
                  <a:lnTo>
                    <a:pt x="10507" y="7950"/>
                  </a:lnTo>
                  <a:lnTo>
                    <a:pt x="10634" y="7899"/>
                  </a:lnTo>
                  <a:lnTo>
                    <a:pt x="10864" y="7669"/>
                  </a:lnTo>
                  <a:lnTo>
                    <a:pt x="11197" y="7656"/>
                  </a:lnTo>
                  <a:lnTo>
                    <a:pt x="11235" y="7567"/>
                  </a:lnTo>
                  <a:lnTo>
                    <a:pt x="11376" y="7503"/>
                  </a:lnTo>
                  <a:lnTo>
                    <a:pt x="11491" y="7413"/>
                  </a:lnTo>
                  <a:lnTo>
                    <a:pt x="11708" y="7413"/>
                  </a:lnTo>
                  <a:lnTo>
                    <a:pt x="11874" y="7528"/>
                  </a:lnTo>
                  <a:lnTo>
                    <a:pt x="12143" y="7439"/>
                  </a:lnTo>
                  <a:lnTo>
                    <a:pt x="12194" y="7286"/>
                  </a:lnTo>
                  <a:lnTo>
                    <a:pt x="12398" y="7247"/>
                  </a:lnTo>
                  <a:lnTo>
                    <a:pt x="12500" y="7235"/>
                  </a:lnTo>
                  <a:lnTo>
                    <a:pt x="12500" y="7171"/>
                  </a:lnTo>
                  <a:lnTo>
                    <a:pt x="12449" y="7056"/>
                  </a:lnTo>
                  <a:lnTo>
                    <a:pt x="12334" y="6992"/>
                  </a:lnTo>
                  <a:lnTo>
                    <a:pt x="12028" y="6966"/>
                  </a:lnTo>
                  <a:lnTo>
                    <a:pt x="11989" y="7145"/>
                  </a:lnTo>
                  <a:lnTo>
                    <a:pt x="11593" y="7132"/>
                  </a:lnTo>
                  <a:lnTo>
                    <a:pt x="11261" y="7017"/>
                  </a:lnTo>
                  <a:lnTo>
                    <a:pt x="11235" y="6877"/>
                  </a:lnTo>
                  <a:lnTo>
                    <a:pt x="11197" y="6813"/>
                  </a:lnTo>
                  <a:lnTo>
                    <a:pt x="10916" y="6698"/>
                  </a:lnTo>
                  <a:lnTo>
                    <a:pt x="10967" y="6634"/>
                  </a:lnTo>
                  <a:lnTo>
                    <a:pt x="10749" y="6468"/>
                  </a:lnTo>
                  <a:lnTo>
                    <a:pt x="10864" y="6327"/>
                  </a:lnTo>
                  <a:lnTo>
                    <a:pt x="11120" y="6289"/>
                  </a:lnTo>
                  <a:lnTo>
                    <a:pt x="11312" y="6135"/>
                  </a:lnTo>
                  <a:lnTo>
                    <a:pt x="11389" y="5982"/>
                  </a:lnTo>
                  <a:lnTo>
                    <a:pt x="11478" y="6033"/>
                  </a:lnTo>
                  <a:lnTo>
                    <a:pt x="11644" y="6020"/>
                  </a:lnTo>
                  <a:lnTo>
                    <a:pt x="11849" y="5867"/>
                  </a:lnTo>
                  <a:lnTo>
                    <a:pt x="12079" y="5867"/>
                  </a:lnTo>
                  <a:lnTo>
                    <a:pt x="12206" y="5790"/>
                  </a:lnTo>
                  <a:lnTo>
                    <a:pt x="12603" y="5790"/>
                  </a:lnTo>
                  <a:lnTo>
                    <a:pt x="12692" y="5662"/>
                  </a:lnTo>
                  <a:lnTo>
                    <a:pt x="12845" y="5650"/>
                  </a:lnTo>
                  <a:lnTo>
                    <a:pt x="12999" y="5547"/>
                  </a:lnTo>
                  <a:lnTo>
                    <a:pt x="13178" y="5420"/>
                  </a:lnTo>
                  <a:lnTo>
                    <a:pt x="13382" y="5343"/>
                  </a:lnTo>
                  <a:lnTo>
                    <a:pt x="13600" y="5381"/>
                  </a:lnTo>
                  <a:lnTo>
                    <a:pt x="13715" y="4819"/>
                  </a:lnTo>
                  <a:lnTo>
                    <a:pt x="14047" y="4819"/>
                  </a:lnTo>
                  <a:lnTo>
                    <a:pt x="14405" y="4551"/>
                  </a:lnTo>
                  <a:lnTo>
                    <a:pt x="14865" y="4551"/>
                  </a:lnTo>
                  <a:lnTo>
                    <a:pt x="15005" y="4180"/>
                  </a:lnTo>
                  <a:lnTo>
                    <a:pt x="14788" y="3975"/>
                  </a:lnTo>
                  <a:lnTo>
                    <a:pt x="14763" y="3605"/>
                  </a:lnTo>
                  <a:lnTo>
                    <a:pt x="14942" y="3592"/>
                  </a:lnTo>
                  <a:lnTo>
                    <a:pt x="14827" y="3477"/>
                  </a:lnTo>
                  <a:lnTo>
                    <a:pt x="15018" y="3221"/>
                  </a:lnTo>
                  <a:lnTo>
                    <a:pt x="15018" y="2851"/>
                  </a:lnTo>
                  <a:lnTo>
                    <a:pt x="14788" y="2851"/>
                  </a:lnTo>
                  <a:lnTo>
                    <a:pt x="14290" y="2685"/>
                  </a:lnTo>
                  <a:lnTo>
                    <a:pt x="13753" y="2442"/>
                  </a:lnTo>
                  <a:lnTo>
                    <a:pt x="13382" y="2442"/>
                  </a:lnTo>
                  <a:lnTo>
                    <a:pt x="13242" y="2020"/>
                  </a:lnTo>
                  <a:lnTo>
                    <a:pt x="12833" y="2212"/>
                  </a:lnTo>
                  <a:lnTo>
                    <a:pt x="12373" y="2212"/>
                  </a:lnTo>
                  <a:lnTo>
                    <a:pt x="11951" y="2084"/>
                  </a:lnTo>
                  <a:lnTo>
                    <a:pt x="11580" y="2084"/>
                  </a:lnTo>
                  <a:lnTo>
                    <a:pt x="11286" y="1458"/>
                  </a:lnTo>
                  <a:lnTo>
                    <a:pt x="10954" y="1228"/>
                  </a:lnTo>
                  <a:lnTo>
                    <a:pt x="10583" y="1228"/>
                  </a:lnTo>
                  <a:lnTo>
                    <a:pt x="10340" y="806"/>
                  </a:lnTo>
                  <a:lnTo>
                    <a:pt x="10634" y="665"/>
                  </a:lnTo>
                  <a:lnTo>
                    <a:pt x="10379" y="371"/>
                  </a:lnTo>
                  <a:lnTo>
                    <a:pt x="10059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4" name="Google Shape;684;p60"/>
            <p:cNvSpPr/>
            <p:nvPr/>
          </p:nvSpPr>
          <p:spPr>
            <a:xfrm>
              <a:off x="4417400" y="2459525"/>
              <a:ext cx="130375" cy="58500"/>
            </a:xfrm>
            <a:custGeom>
              <a:rect b="b" l="l" r="r" t="t"/>
              <a:pathLst>
                <a:path extrusionOk="0" h="2340" w="5215">
                  <a:moveTo>
                    <a:pt x="77" y="0"/>
                  </a:moveTo>
                  <a:lnTo>
                    <a:pt x="0" y="103"/>
                  </a:lnTo>
                  <a:lnTo>
                    <a:pt x="64" y="103"/>
                  </a:lnTo>
                  <a:lnTo>
                    <a:pt x="128" y="294"/>
                  </a:lnTo>
                  <a:lnTo>
                    <a:pt x="665" y="486"/>
                  </a:lnTo>
                  <a:lnTo>
                    <a:pt x="805" y="665"/>
                  </a:lnTo>
                  <a:lnTo>
                    <a:pt x="1074" y="690"/>
                  </a:lnTo>
                  <a:lnTo>
                    <a:pt x="1304" y="1572"/>
                  </a:lnTo>
                  <a:lnTo>
                    <a:pt x="1099" y="1815"/>
                  </a:lnTo>
                  <a:lnTo>
                    <a:pt x="1368" y="1879"/>
                  </a:lnTo>
                  <a:lnTo>
                    <a:pt x="1674" y="1879"/>
                  </a:lnTo>
                  <a:lnTo>
                    <a:pt x="1943" y="1969"/>
                  </a:lnTo>
                  <a:lnTo>
                    <a:pt x="2160" y="1879"/>
                  </a:lnTo>
                  <a:lnTo>
                    <a:pt x="2186" y="1879"/>
                  </a:lnTo>
                  <a:lnTo>
                    <a:pt x="2198" y="1892"/>
                  </a:lnTo>
                  <a:lnTo>
                    <a:pt x="2518" y="2186"/>
                  </a:lnTo>
                  <a:lnTo>
                    <a:pt x="2876" y="2186"/>
                  </a:lnTo>
                  <a:lnTo>
                    <a:pt x="3080" y="2339"/>
                  </a:lnTo>
                  <a:lnTo>
                    <a:pt x="3208" y="2250"/>
                  </a:lnTo>
                  <a:lnTo>
                    <a:pt x="4141" y="1930"/>
                  </a:lnTo>
                  <a:lnTo>
                    <a:pt x="4167" y="1930"/>
                  </a:lnTo>
                  <a:lnTo>
                    <a:pt x="4806" y="2237"/>
                  </a:lnTo>
                  <a:lnTo>
                    <a:pt x="5163" y="2314"/>
                  </a:lnTo>
                  <a:lnTo>
                    <a:pt x="5163" y="1802"/>
                  </a:lnTo>
                  <a:lnTo>
                    <a:pt x="5163" y="1790"/>
                  </a:lnTo>
                  <a:lnTo>
                    <a:pt x="5215" y="1700"/>
                  </a:lnTo>
                  <a:lnTo>
                    <a:pt x="4985" y="1470"/>
                  </a:lnTo>
                  <a:lnTo>
                    <a:pt x="4588" y="1419"/>
                  </a:lnTo>
                  <a:lnTo>
                    <a:pt x="4576" y="1419"/>
                  </a:lnTo>
                  <a:lnTo>
                    <a:pt x="4384" y="1317"/>
                  </a:lnTo>
                  <a:lnTo>
                    <a:pt x="4371" y="1304"/>
                  </a:lnTo>
                  <a:lnTo>
                    <a:pt x="4371" y="1278"/>
                  </a:lnTo>
                  <a:lnTo>
                    <a:pt x="4435" y="1061"/>
                  </a:lnTo>
                  <a:lnTo>
                    <a:pt x="4435" y="933"/>
                  </a:lnTo>
                  <a:lnTo>
                    <a:pt x="4179" y="946"/>
                  </a:lnTo>
                  <a:lnTo>
                    <a:pt x="4167" y="933"/>
                  </a:lnTo>
                  <a:lnTo>
                    <a:pt x="4154" y="933"/>
                  </a:lnTo>
                  <a:lnTo>
                    <a:pt x="4052" y="805"/>
                  </a:lnTo>
                  <a:lnTo>
                    <a:pt x="3502" y="818"/>
                  </a:lnTo>
                  <a:lnTo>
                    <a:pt x="3246" y="857"/>
                  </a:lnTo>
                  <a:lnTo>
                    <a:pt x="3042" y="1023"/>
                  </a:lnTo>
                  <a:lnTo>
                    <a:pt x="3029" y="1036"/>
                  </a:lnTo>
                  <a:lnTo>
                    <a:pt x="3016" y="1036"/>
                  </a:lnTo>
                  <a:lnTo>
                    <a:pt x="3003" y="1023"/>
                  </a:lnTo>
                  <a:lnTo>
                    <a:pt x="2991" y="1010"/>
                  </a:lnTo>
                  <a:lnTo>
                    <a:pt x="2876" y="665"/>
                  </a:lnTo>
                  <a:lnTo>
                    <a:pt x="2710" y="665"/>
                  </a:lnTo>
                  <a:lnTo>
                    <a:pt x="2684" y="652"/>
                  </a:lnTo>
                  <a:lnTo>
                    <a:pt x="2288" y="358"/>
                  </a:lnTo>
                  <a:lnTo>
                    <a:pt x="1393" y="358"/>
                  </a:lnTo>
                  <a:lnTo>
                    <a:pt x="792" y="128"/>
                  </a:lnTo>
                  <a:lnTo>
                    <a:pt x="77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5" name="Google Shape;685;p60"/>
            <p:cNvSpPr/>
            <p:nvPr/>
          </p:nvSpPr>
          <p:spPr>
            <a:xfrm>
              <a:off x="5350375" y="2244475"/>
              <a:ext cx="634575" cy="261075"/>
            </a:xfrm>
            <a:custGeom>
              <a:rect b="b" l="l" r="r" t="t"/>
              <a:pathLst>
                <a:path extrusionOk="0" h="10443" w="25383">
                  <a:moveTo>
                    <a:pt x="10481" y="832"/>
                  </a:moveTo>
                  <a:lnTo>
                    <a:pt x="10532" y="1023"/>
                  </a:lnTo>
                  <a:lnTo>
                    <a:pt x="10532" y="1343"/>
                  </a:lnTo>
                  <a:lnTo>
                    <a:pt x="10442" y="1432"/>
                  </a:lnTo>
                  <a:lnTo>
                    <a:pt x="10353" y="1522"/>
                  </a:lnTo>
                  <a:lnTo>
                    <a:pt x="10238" y="1854"/>
                  </a:lnTo>
                  <a:lnTo>
                    <a:pt x="10238" y="1049"/>
                  </a:lnTo>
                  <a:lnTo>
                    <a:pt x="10391" y="934"/>
                  </a:lnTo>
                  <a:lnTo>
                    <a:pt x="10481" y="832"/>
                  </a:lnTo>
                  <a:close/>
                  <a:moveTo>
                    <a:pt x="4435" y="1803"/>
                  </a:moveTo>
                  <a:lnTo>
                    <a:pt x="4435" y="1944"/>
                  </a:lnTo>
                  <a:lnTo>
                    <a:pt x="4742" y="2033"/>
                  </a:lnTo>
                  <a:lnTo>
                    <a:pt x="4589" y="2135"/>
                  </a:lnTo>
                  <a:lnTo>
                    <a:pt x="4525" y="2135"/>
                  </a:lnTo>
                  <a:lnTo>
                    <a:pt x="4435" y="2289"/>
                  </a:lnTo>
                  <a:lnTo>
                    <a:pt x="4295" y="2289"/>
                  </a:lnTo>
                  <a:lnTo>
                    <a:pt x="4039" y="2046"/>
                  </a:lnTo>
                  <a:lnTo>
                    <a:pt x="4154" y="1803"/>
                  </a:lnTo>
                  <a:close/>
                  <a:moveTo>
                    <a:pt x="4550" y="3043"/>
                  </a:moveTo>
                  <a:lnTo>
                    <a:pt x="5023" y="3196"/>
                  </a:lnTo>
                  <a:lnTo>
                    <a:pt x="5023" y="3286"/>
                  </a:lnTo>
                  <a:lnTo>
                    <a:pt x="4947" y="3362"/>
                  </a:lnTo>
                  <a:lnTo>
                    <a:pt x="4947" y="3465"/>
                  </a:lnTo>
                  <a:lnTo>
                    <a:pt x="4793" y="3528"/>
                  </a:lnTo>
                  <a:lnTo>
                    <a:pt x="4742" y="3286"/>
                  </a:lnTo>
                  <a:lnTo>
                    <a:pt x="4666" y="3286"/>
                  </a:lnTo>
                  <a:lnTo>
                    <a:pt x="4614" y="3273"/>
                  </a:lnTo>
                  <a:lnTo>
                    <a:pt x="4550" y="3286"/>
                  </a:lnTo>
                  <a:lnTo>
                    <a:pt x="4525" y="3286"/>
                  </a:lnTo>
                  <a:lnTo>
                    <a:pt x="4499" y="3273"/>
                  </a:lnTo>
                  <a:lnTo>
                    <a:pt x="4474" y="3234"/>
                  </a:lnTo>
                  <a:lnTo>
                    <a:pt x="4448" y="3171"/>
                  </a:lnTo>
                  <a:lnTo>
                    <a:pt x="4525" y="3068"/>
                  </a:lnTo>
                  <a:lnTo>
                    <a:pt x="4550" y="3043"/>
                  </a:lnTo>
                  <a:close/>
                  <a:moveTo>
                    <a:pt x="4589" y="4231"/>
                  </a:moveTo>
                  <a:lnTo>
                    <a:pt x="4781" y="4385"/>
                  </a:lnTo>
                  <a:lnTo>
                    <a:pt x="4640" y="4538"/>
                  </a:lnTo>
                  <a:lnTo>
                    <a:pt x="4538" y="4423"/>
                  </a:lnTo>
                  <a:lnTo>
                    <a:pt x="4589" y="4231"/>
                  </a:lnTo>
                  <a:close/>
                  <a:moveTo>
                    <a:pt x="4244" y="4142"/>
                  </a:moveTo>
                  <a:lnTo>
                    <a:pt x="4244" y="4193"/>
                  </a:lnTo>
                  <a:lnTo>
                    <a:pt x="4231" y="4282"/>
                  </a:lnTo>
                  <a:lnTo>
                    <a:pt x="4193" y="4321"/>
                  </a:lnTo>
                  <a:lnTo>
                    <a:pt x="4129" y="4385"/>
                  </a:lnTo>
                  <a:lnTo>
                    <a:pt x="4039" y="4474"/>
                  </a:lnTo>
                  <a:lnTo>
                    <a:pt x="3860" y="4717"/>
                  </a:lnTo>
                  <a:lnTo>
                    <a:pt x="3796" y="4717"/>
                  </a:lnTo>
                  <a:lnTo>
                    <a:pt x="3796" y="4474"/>
                  </a:lnTo>
                  <a:lnTo>
                    <a:pt x="3937" y="4282"/>
                  </a:lnTo>
                  <a:lnTo>
                    <a:pt x="4014" y="4385"/>
                  </a:lnTo>
                  <a:lnTo>
                    <a:pt x="4231" y="4142"/>
                  </a:lnTo>
                  <a:close/>
                  <a:moveTo>
                    <a:pt x="8628" y="1"/>
                  </a:moveTo>
                  <a:lnTo>
                    <a:pt x="8628" y="282"/>
                  </a:lnTo>
                  <a:lnTo>
                    <a:pt x="8385" y="448"/>
                  </a:lnTo>
                  <a:lnTo>
                    <a:pt x="8219" y="691"/>
                  </a:lnTo>
                  <a:lnTo>
                    <a:pt x="8001" y="1023"/>
                  </a:lnTo>
                  <a:lnTo>
                    <a:pt x="8065" y="1420"/>
                  </a:lnTo>
                  <a:lnTo>
                    <a:pt x="8385" y="1599"/>
                  </a:lnTo>
                  <a:lnTo>
                    <a:pt x="8167" y="2110"/>
                  </a:lnTo>
                  <a:lnTo>
                    <a:pt x="7810" y="2276"/>
                  </a:lnTo>
                  <a:lnTo>
                    <a:pt x="7362" y="2365"/>
                  </a:lnTo>
                  <a:lnTo>
                    <a:pt x="7132" y="2289"/>
                  </a:lnTo>
                  <a:lnTo>
                    <a:pt x="6838" y="2289"/>
                  </a:lnTo>
                  <a:lnTo>
                    <a:pt x="6327" y="2071"/>
                  </a:lnTo>
                  <a:lnTo>
                    <a:pt x="5714" y="2225"/>
                  </a:lnTo>
                  <a:lnTo>
                    <a:pt x="5343" y="2161"/>
                  </a:lnTo>
                  <a:lnTo>
                    <a:pt x="5126" y="1956"/>
                  </a:lnTo>
                  <a:lnTo>
                    <a:pt x="5126" y="1714"/>
                  </a:lnTo>
                  <a:lnTo>
                    <a:pt x="4934" y="1535"/>
                  </a:lnTo>
                  <a:lnTo>
                    <a:pt x="4039" y="1509"/>
                  </a:lnTo>
                  <a:lnTo>
                    <a:pt x="3796" y="1317"/>
                  </a:lnTo>
                  <a:lnTo>
                    <a:pt x="3541" y="1496"/>
                  </a:lnTo>
                  <a:lnTo>
                    <a:pt x="3400" y="1317"/>
                  </a:lnTo>
                  <a:lnTo>
                    <a:pt x="3157" y="1317"/>
                  </a:lnTo>
                  <a:lnTo>
                    <a:pt x="2966" y="1560"/>
                  </a:lnTo>
                  <a:lnTo>
                    <a:pt x="2352" y="1777"/>
                  </a:lnTo>
                  <a:lnTo>
                    <a:pt x="1458" y="2161"/>
                  </a:lnTo>
                  <a:lnTo>
                    <a:pt x="1279" y="2429"/>
                  </a:lnTo>
                  <a:lnTo>
                    <a:pt x="793" y="2672"/>
                  </a:lnTo>
                  <a:lnTo>
                    <a:pt x="231" y="2672"/>
                  </a:lnTo>
                  <a:lnTo>
                    <a:pt x="1" y="3030"/>
                  </a:lnTo>
                  <a:lnTo>
                    <a:pt x="1" y="3043"/>
                  </a:lnTo>
                  <a:lnTo>
                    <a:pt x="26" y="3068"/>
                  </a:lnTo>
                  <a:lnTo>
                    <a:pt x="39" y="3388"/>
                  </a:lnTo>
                  <a:lnTo>
                    <a:pt x="269" y="3733"/>
                  </a:lnTo>
                  <a:lnTo>
                    <a:pt x="742" y="4129"/>
                  </a:lnTo>
                  <a:lnTo>
                    <a:pt x="1164" y="4142"/>
                  </a:lnTo>
                  <a:lnTo>
                    <a:pt x="1189" y="4142"/>
                  </a:lnTo>
                  <a:lnTo>
                    <a:pt x="1202" y="4155"/>
                  </a:lnTo>
                  <a:lnTo>
                    <a:pt x="1304" y="4308"/>
                  </a:lnTo>
                  <a:lnTo>
                    <a:pt x="1611" y="4244"/>
                  </a:lnTo>
                  <a:lnTo>
                    <a:pt x="1636" y="4257"/>
                  </a:lnTo>
                  <a:lnTo>
                    <a:pt x="1662" y="4270"/>
                  </a:lnTo>
                  <a:lnTo>
                    <a:pt x="2569" y="5318"/>
                  </a:lnTo>
                  <a:lnTo>
                    <a:pt x="2582" y="5330"/>
                  </a:lnTo>
                  <a:lnTo>
                    <a:pt x="2582" y="5356"/>
                  </a:lnTo>
                  <a:lnTo>
                    <a:pt x="2454" y="6085"/>
                  </a:lnTo>
                  <a:lnTo>
                    <a:pt x="2454" y="6097"/>
                  </a:lnTo>
                  <a:lnTo>
                    <a:pt x="2173" y="6532"/>
                  </a:lnTo>
                  <a:lnTo>
                    <a:pt x="2480" y="6979"/>
                  </a:lnTo>
                  <a:lnTo>
                    <a:pt x="4308" y="7133"/>
                  </a:lnTo>
                  <a:lnTo>
                    <a:pt x="4320" y="7145"/>
                  </a:lnTo>
                  <a:lnTo>
                    <a:pt x="5432" y="7810"/>
                  </a:lnTo>
                  <a:lnTo>
                    <a:pt x="5752" y="7810"/>
                  </a:lnTo>
                  <a:lnTo>
                    <a:pt x="5765" y="7823"/>
                  </a:lnTo>
                  <a:lnTo>
                    <a:pt x="6212" y="8270"/>
                  </a:lnTo>
                  <a:lnTo>
                    <a:pt x="6238" y="8296"/>
                  </a:lnTo>
                  <a:lnTo>
                    <a:pt x="6314" y="8615"/>
                  </a:lnTo>
                  <a:lnTo>
                    <a:pt x="6813" y="9420"/>
                  </a:lnTo>
                  <a:lnTo>
                    <a:pt x="7247" y="9280"/>
                  </a:lnTo>
                  <a:lnTo>
                    <a:pt x="7273" y="9280"/>
                  </a:lnTo>
                  <a:lnTo>
                    <a:pt x="8934" y="9510"/>
                  </a:lnTo>
                  <a:lnTo>
                    <a:pt x="10877" y="9510"/>
                  </a:lnTo>
                  <a:lnTo>
                    <a:pt x="10902" y="9522"/>
                  </a:lnTo>
                  <a:lnTo>
                    <a:pt x="10928" y="9535"/>
                  </a:lnTo>
                  <a:lnTo>
                    <a:pt x="11311" y="9970"/>
                  </a:lnTo>
                  <a:lnTo>
                    <a:pt x="12679" y="10328"/>
                  </a:lnTo>
                  <a:lnTo>
                    <a:pt x="13126" y="10174"/>
                  </a:lnTo>
                  <a:lnTo>
                    <a:pt x="13152" y="10174"/>
                  </a:lnTo>
                  <a:lnTo>
                    <a:pt x="13177" y="10187"/>
                  </a:lnTo>
                  <a:lnTo>
                    <a:pt x="13203" y="10200"/>
                  </a:lnTo>
                  <a:lnTo>
                    <a:pt x="13203" y="10225"/>
                  </a:lnTo>
                  <a:lnTo>
                    <a:pt x="13203" y="10353"/>
                  </a:lnTo>
                  <a:lnTo>
                    <a:pt x="13612" y="10443"/>
                  </a:lnTo>
                  <a:lnTo>
                    <a:pt x="15069" y="9689"/>
                  </a:lnTo>
                  <a:lnTo>
                    <a:pt x="15095" y="9689"/>
                  </a:lnTo>
                  <a:lnTo>
                    <a:pt x="17114" y="9599"/>
                  </a:lnTo>
                  <a:lnTo>
                    <a:pt x="17868" y="9344"/>
                  </a:lnTo>
                  <a:lnTo>
                    <a:pt x="18021" y="8922"/>
                  </a:lnTo>
                  <a:lnTo>
                    <a:pt x="18047" y="8896"/>
                  </a:lnTo>
                  <a:lnTo>
                    <a:pt x="18481" y="8641"/>
                  </a:lnTo>
                  <a:lnTo>
                    <a:pt x="18494" y="8641"/>
                  </a:lnTo>
                  <a:lnTo>
                    <a:pt x="19120" y="8372"/>
                  </a:lnTo>
                  <a:lnTo>
                    <a:pt x="18558" y="7695"/>
                  </a:lnTo>
                  <a:lnTo>
                    <a:pt x="18545" y="7657"/>
                  </a:lnTo>
                  <a:lnTo>
                    <a:pt x="18558" y="7618"/>
                  </a:lnTo>
                  <a:lnTo>
                    <a:pt x="18967" y="7171"/>
                  </a:lnTo>
                  <a:lnTo>
                    <a:pt x="18993" y="7158"/>
                  </a:lnTo>
                  <a:lnTo>
                    <a:pt x="19005" y="7145"/>
                  </a:lnTo>
                  <a:lnTo>
                    <a:pt x="19261" y="7133"/>
                  </a:lnTo>
                  <a:lnTo>
                    <a:pt x="19287" y="7145"/>
                  </a:lnTo>
                  <a:lnTo>
                    <a:pt x="19299" y="7158"/>
                  </a:lnTo>
                  <a:lnTo>
                    <a:pt x="19517" y="7388"/>
                  </a:lnTo>
                  <a:lnTo>
                    <a:pt x="20347" y="7388"/>
                  </a:lnTo>
                  <a:lnTo>
                    <a:pt x="20820" y="7158"/>
                  </a:lnTo>
                  <a:lnTo>
                    <a:pt x="21012" y="6800"/>
                  </a:lnTo>
                  <a:lnTo>
                    <a:pt x="21038" y="6787"/>
                  </a:lnTo>
                  <a:lnTo>
                    <a:pt x="21076" y="6775"/>
                  </a:lnTo>
                  <a:lnTo>
                    <a:pt x="21702" y="6877"/>
                  </a:lnTo>
                  <a:lnTo>
                    <a:pt x="22482" y="6570"/>
                  </a:lnTo>
                  <a:lnTo>
                    <a:pt x="22495" y="6378"/>
                  </a:lnTo>
                  <a:lnTo>
                    <a:pt x="22507" y="6353"/>
                  </a:lnTo>
                  <a:lnTo>
                    <a:pt x="22814" y="5957"/>
                  </a:lnTo>
                  <a:lnTo>
                    <a:pt x="22840" y="5944"/>
                  </a:lnTo>
                  <a:lnTo>
                    <a:pt x="23261" y="5944"/>
                  </a:lnTo>
                  <a:lnTo>
                    <a:pt x="23504" y="5676"/>
                  </a:lnTo>
                  <a:lnTo>
                    <a:pt x="23530" y="5650"/>
                  </a:lnTo>
                  <a:lnTo>
                    <a:pt x="23568" y="5663"/>
                  </a:lnTo>
                  <a:lnTo>
                    <a:pt x="23734" y="5752"/>
                  </a:lnTo>
                  <a:lnTo>
                    <a:pt x="24003" y="5522"/>
                  </a:lnTo>
                  <a:lnTo>
                    <a:pt x="24028" y="5509"/>
                  </a:lnTo>
                  <a:lnTo>
                    <a:pt x="24054" y="5509"/>
                  </a:lnTo>
                  <a:lnTo>
                    <a:pt x="24424" y="5573"/>
                  </a:lnTo>
                  <a:lnTo>
                    <a:pt x="24744" y="5535"/>
                  </a:lnTo>
                  <a:lnTo>
                    <a:pt x="25281" y="5535"/>
                  </a:lnTo>
                  <a:lnTo>
                    <a:pt x="25383" y="5343"/>
                  </a:lnTo>
                  <a:lnTo>
                    <a:pt x="24220" y="4334"/>
                  </a:lnTo>
                  <a:lnTo>
                    <a:pt x="23811" y="4244"/>
                  </a:lnTo>
                  <a:lnTo>
                    <a:pt x="23376" y="4679"/>
                  </a:lnTo>
                  <a:lnTo>
                    <a:pt x="23338" y="4691"/>
                  </a:lnTo>
                  <a:lnTo>
                    <a:pt x="23312" y="4691"/>
                  </a:lnTo>
                  <a:lnTo>
                    <a:pt x="23006" y="4564"/>
                  </a:lnTo>
                  <a:lnTo>
                    <a:pt x="22686" y="4449"/>
                  </a:lnTo>
                  <a:lnTo>
                    <a:pt x="22354" y="4691"/>
                  </a:lnTo>
                  <a:lnTo>
                    <a:pt x="22290" y="4691"/>
                  </a:lnTo>
                  <a:lnTo>
                    <a:pt x="22277" y="4666"/>
                  </a:lnTo>
                  <a:lnTo>
                    <a:pt x="21971" y="4180"/>
                  </a:lnTo>
                  <a:lnTo>
                    <a:pt x="21958" y="4167"/>
                  </a:lnTo>
                  <a:lnTo>
                    <a:pt x="21958" y="4142"/>
                  </a:lnTo>
                  <a:lnTo>
                    <a:pt x="21971" y="4129"/>
                  </a:lnTo>
                  <a:lnTo>
                    <a:pt x="21983" y="4104"/>
                  </a:lnTo>
                  <a:lnTo>
                    <a:pt x="22213" y="3937"/>
                  </a:lnTo>
                  <a:lnTo>
                    <a:pt x="22175" y="3822"/>
                  </a:lnTo>
                  <a:lnTo>
                    <a:pt x="22162" y="3810"/>
                  </a:lnTo>
                  <a:lnTo>
                    <a:pt x="22175" y="3784"/>
                  </a:lnTo>
                  <a:lnTo>
                    <a:pt x="22418" y="3107"/>
                  </a:lnTo>
                  <a:lnTo>
                    <a:pt x="22418" y="3094"/>
                  </a:lnTo>
                  <a:lnTo>
                    <a:pt x="22776" y="2353"/>
                  </a:lnTo>
                  <a:lnTo>
                    <a:pt x="22469" y="2186"/>
                  </a:lnTo>
                  <a:lnTo>
                    <a:pt x="21945" y="2353"/>
                  </a:lnTo>
                  <a:lnTo>
                    <a:pt x="21715" y="2161"/>
                  </a:lnTo>
                  <a:lnTo>
                    <a:pt x="21063" y="1918"/>
                  </a:lnTo>
                  <a:lnTo>
                    <a:pt x="20220" y="2404"/>
                  </a:lnTo>
                  <a:lnTo>
                    <a:pt x="20130" y="2634"/>
                  </a:lnTo>
                  <a:lnTo>
                    <a:pt x="19517" y="2647"/>
                  </a:lnTo>
                  <a:lnTo>
                    <a:pt x="19325" y="2813"/>
                  </a:lnTo>
                  <a:lnTo>
                    <a:pt x="18430" y="2889"/>
                  </a:lnTo>
                  <a:lnTo>
                    <a:pt x="18021" y="3158"/>
                  </a:lnTo>
                  <a:lnTo>
                    <a:pt x="17536" y="2966"/>
                  </a:lnTo>
                  <a:lnTo>
                    <a:pt x="16526" y="2928"/>
                  </a:lnTo>
                  <a:lnTo>
                    <a:pt x="16104" y="2685"/>
                  </a:lnTo>
                  <a:lnTo>
                    <a:pt x="15925" y="2289"/>
                  </a:lnTo>
                  <a:lnTo>
                    <a:pt x="15299" y="2289"/>
                  </a:lnTo>
                  <a:lnTo>
                    <a:pt x="14903" y="1829"/>
                  </a:lnTo>
                  <a:lnTo>
                    <a:pt x="14443" y="1918"/>
                  </a:lnTo>
                  <a:lnTo>
                    <a:pt x="14213" y="1752"/>
                  </a:lnTo>
                  <a:lnTo>
                    <a:pt x="13638" y="1739"/>
                  </a:lnTo>
                  <a:lnTo>
                    <a:pt x="12973" y="2008"/>
                  </a:lnTo>
                  <a:lnTo>
                    <a:pt x="12347" y="2046"/>
                  </a:lnTo>
                  <a:lnTo>
                    <a:pt x="11950" y="1880"/>
                  </a:lnTo>
                  <a:lnTo>
                    <a:pt x="11669" y="1841"/>
                  </a:lnTo>
                  <a:lnTo>
                    <a:pt x="11337" y="1432"/>
                  </a:lnTo>
                  <a:lnTo>
                    <a:pt x="11337" y="972"/>
                  </a:lnTo>
                  <a:lnTo>
                    <a:pt x="11222" y="691"/>
                  </a:lnTo>
                  <a:lnTo>
                    <a:pt x="10851" y="576"/>
                  </a:lnTo>
                  <a:lnTo>
                    <a:pt x="10391" y="525"/>
                  </a:lnTo>
                  <a:lnTo>
                    <a:pt x="9471" y="295"/>
                  </a:lnTo>
                  <a:lnTo>
                    <a:pt x="8628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6" name="Google Shape;686;p60"/>
            <p:cNvSpPr/>
            <p:nvPr/>
          </p:nvSpPr>
          <p:spPr>
            <a:xfrm>
              <a:off x="6355575" y="2590200"/>
              <a:ext cx="8325" cy="11200"/>
            </a:xfrm>
            <a:custGeom>
              <a:rect b="b" l="l" r="r" t="t"/>
              <a:pathLst>
                <a:path extrusionOk="0" h="448" w="333">
                  <a:moveTo>
                    <a:pt x="205" y="1"/>
                  </a:moveTo>
                  <a:lnTo>
                    <a:pt x="52" y="167"/>
                  </a:lnTo>
                  <a:lnTo>
                    <a:pt x="128" y="295"/>
                  </a:lnTo>
                  <a:lnTo>
                    <a:pt x="1" y="448"/>
                  </a:lnTo>
                  <a:lnTo>
                    <a:pt x="1" y="448"/>
                  </a:lnTo>
                  <a:lnTo>
                    <a:pt x="141" y="435"/>
                  </a:lnTo>
                  <a:lnTo>
                    <a:pt x="333" y="231"/>
                  </a:lnTo>
                  <a:lnTo>
                    <a:pt x="243" y="179"/>
                  </a:lnTo>
                  <a:lnTo>
                    <a:pt x="269" y="26"/>
                  </a:lnTo>
                  <a:lnTo>
                    <a:pt x="205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7" name="Google Shape;687;p60"/>
            <p:cNvSpPr/>
            <p:nvPr/>
          </p:nvSpPr>
          <p:spPr>
            <a:xfrm>
              <a:off x="6215625" y="2618950"/>
              <a:ext cx="1625" cy="1300"/>
            </a:xfrm>
            <a:custGeom>
              <a:rect b="b" l="l" r="r" t="t"/>
              <a:pathLst>
                <a:path extrusionOk="0" h="52" w="65">
                  <a:moveTo>
                    <a:pt x="1" y="1"/>
                  </a:moveTo>
                  <a:lnTo>
                    <a:pt x="1" y="52"/>
                  </a:lnTo>
                  <a:lnTo>
                    <a:pt x="65" y="26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8" name="Google Shape;688;p60"/>
            <p:cNvSpPr/>
            <p:nvPr/>
          </p:nvSpPr>
          <p:spPr>
            <a:xfrm>
              <a:off x="6211150" y="2515750"/>
              <a:ext cx="216975" cy="184700"/>
            </a:xfrm>
            <a:custGeom>
              <a:rect b="b" l="l" r="r" t="t"/>
              <a:pathLst>
                <a:path extrusionOk="0" h="7388" w="8679">
                  <a:moveTo>
                    <a:pt x="7835" y="1"/>
                  </a:moveTo>
                  <a:lnTo>
                    <a:pt x="7733" y="371"/>
                  </a:lnTo>
                  <a:lnTo>
                    <a:pt x="7937" y="359"/>
                  </a:lnTo>
                  <a:lnTo>
                    <a:pt x="8052" y="256"/>
                  </a:lnTo>
                  <a:lnTo>
                    <a:pt x="8091" y="371"/>
                  </a:lnTo>
                  <a:lnTo>
                    <a:pt x="8052" y="525"/>
                  </a:lnTo>
                  <a:lnTo>
                    <a:pt x="8001" y="614"/>
                  </a:lnTo>
                  <a:lnTo>
                    <a:pt x="7848" y="512"/>
                  </a:lnTo>
                  <a:lnTo>
                    <a:pt x="7797" y="525"/>
                  </a:lnTo>
                  <a:lnTo>
                    <a:pt x="7797" y="601"/>
                  </a:lnTo>
                  <a:lnTo>
                    <a:pt x="7720" y="640"/>
                  </a:lnTo>
                  <a:lnTo>
                    <a:pt x="7682" y="601"/>
                  </a:lnTo>
                  <a:lnTo>
                    <a:pt x="7669" y="359"/>
                  </a:lnTo>
                  <a:lnTo>
                    <a:pt x="7618" y="295"/>
                  </a:lnTo>
                  <a:lnTo>
                    <a:pt x="7554" y="333"/>
                  </a:lnTo>
                  <a:lnTo>
                    <a:pt x="7452" y="269"/>
                  </a:lnTo>
                  <a:lnTo>
                    <a:pt x="7388" y="384"/>
                  </a:lnTo>
                  <a:lnTo>
                    <a:pt x="7426" y="410"/>
                  </a:lnTo>
                  <a:lnTo>
                    <a:pt x="7388" y="691"/>
                  </a:lnTo>
                  <a:lnTo>
                    <a:pt x="7350" y="729"/>
                  </a:lnTo>
                  <a:lnTo>
                    <a:pt x="7209" y="742"/>
                  </a:lnTo>
                  <a:lnTo>
                    <a:pt x="7107" y="844"/>
                  </a:lnTo>
                  <a:lnTo>
                    <a:pt x="7158" y="895"/>
                  </a:lnTo>
                  <a:lnTo>
                    <a:pt x="7145" y="1010"/>
                  </a:lnTo>
                  <a:lnTo>
                    <a:pt x="7196" y="1113"/>
                  </a:lnTo>
                  <a:lnTo>
                    <a:pt x="7196" y="1228"/>
                  </a:lnTo>
                  <a:lnTo>
                    <a:pt x="7043" y="1445"/>
                  </a:lnTo>
                  <a:lnTo>
                    <a:pt x="6941" y="1432"/>
                  </a:lnTo>
                  <a:lnTo>
                    <a:pt x="6979" y="1547"/>
                  </a:lnTo>
                  <a:lnTo>
                    <a:pt x="7107" y="1534"/>
                  </a:lnTo>
                  <a:lnTo>
                    <a:pt x="7209" y="1637"/>
                  </a:lnTo>
                  <a:lnTo>
                    <a:pt x="7183" y="1956"/>
                  </a:lnTo>
                  <a:lnTo>
                    <a:pt x="7068" y="2135"/>
                  </a:lnTo>
                  <a:lnTo>
                    <a:pt x="7017" y="2455"/>
                  </a:lnTo>
                  <a:lnTo>
                    <a:pt x="6813" y="2736"/>
                  </a:lnTo>
                  <a:lnTo>
                    <a:pt x="6659" y="3196"/>
                  </a:lnTo>
                  <a:lnTo>
                    <a:pt x="6263" y="3451"/>
                  </a:lnTo>
                  <a:lnTo>
                    <a:pt x="6097" y="3809"/>
                  </a:lnTo>
                  <a:lnTo>
                    <a:pt x="5803" y="4014"/>
                  </a:lnTo>
                  <a:lnTo>
                    <a:pt x="5688" y="4014"/>
                  </a:lnTo>
                  <a:lnTo>
                    <a:pt x="5560" y="4090"/>
                  </a:lnTo>
                  <a:lnTo>
                    <a:pt x="5202" y="4205"/>
                  </a:lnTo>
                  <a:lnTo>
                    <a:pt x="5190" y="4308"/>
                  </a:lnTo>
                  <a:lnTo>
                    <a:pt x="5036" y="4372"/>
                  </a:lnTo>
                  <a:lnTo>
                    <a:pt x="4857" y="4244"/>
                  </a:lnTo>
                  <a:lnTo>
                    <a:pt x="4947" y="4090"/>
                  </a:lnTo>
                  <a:lnTo>
                    <a:pt x="4908" y="4027"/>
                  </a:lnTo>
                  <a:lnTo>
                    <a:pt x="4845" y="4078"/>
                  </a:lnTo>
                  <a:lnTo>
                    <a:pt x="4793" y="4065"/>
                  </a:lnTo>
                  <a:lnTo>
                    <a:pt x="4793" y="3899"/>
                  </a:lnTo>
                  <a:lnTo>
                    <a:pt x="4896" y="3937"/>
                  </a:lnTo>
                  <a:lnTo>
                    <a:pt x="5075" y="3886"/>
                  </a:lnTo>
                  <a:lnTo>
                    <a:pt x="5087" y="3771"/>
                  </a:lnTo>
                  <a:lnTo>
                    <a:pt x="5177" y="3694"/>
                  </a:lnTo>
                  <a:lnTo>
                    <a:pt x="5126" y="3656"/>
                  </a:lnTo>
                  <a:lnTo>
                    <a:pt x="4730" y="3758"/>
                  </a:lnTo>
                  <a:lnTo>
                    <a:pt x="4589" y="3975"/>
                  </a:lnTo>
                  <a:lnTo>
                    <a:pt x="4678" y="4052"/>
                  </a:lnTo>
                  <a:lnTo>
                    <a:pt x="4691" y="4142"/>
                  </a:lnTo>
                  <a:lnTo>
                    <a:pt x="4653" y="4333"/>
                  </a:lnTo>
                  <a:lnTo>
                    <a:pt x="4384" y="4653"/>
                  </a:lnTo>
                  <a:lnTo>
                    <a:pt x="4154" y="4793"/>
                  </a:lnTo>
                  <a:lnTo>
                    <a:pt x="4154" y="4845"/>
                  </a:lnTo>
                  <a:lnTo>
                    <a:pt x="4001" y="5023"/>
                  </a:lnTo>
                  <a:lnTo>
                    <a:pt x="4129" y="5215"/>
                  </a:lnTo>
                  <a:lnTo>
                    <a:pt x="4090" y="5317"/>
                  </a:lnTo>
                  <a:lnTo>
                    <a:pt x="4065" y="5253"/>
                  </a:lnTo>
                  <a:lnTo>
                    <a:pt x="4014" y="5266"/>
                  </a:lnTo>
                  <a:lnTo>
                    <a:pt x="3988" y="5343"/>
                  </a:lnTo>
                  <a:lnTo>
                    <a:pt x="3899" y="5407"/>
                  </a:lnTo>
                  <a:lnTo>
                    <a:pt x="3822" y="5369"/>
                  </a:lnTo>
                  <a:lnTo>
                    <a:pt x="3835" y="5471"/>
                  </a:lnTo>
                  <a:lnTo>
                    <a:pt x="3720" y="5471"/>
                  </a:lnTo>
                  <a:lnTo>
                    <a:pt x="3630" y="5356"/>
                  </a:lnTo>
                  <a:lnTo>
                    <a:pt x="3528" y="5381"/>
                  </a:lnTo>
                  <a:lnTo>
                    <a:pt x="3579" y="5458"/>
                  </a:lnTo>
                  <a:lnTo>
                    <a:pt x="3579" y="5458"/>
                  </a:lnTo>
                  <a:lnTo>
                    <a:pt x="3426" y="5407"/>
                  </a:lnTo>
                  <a:lnTo>
                    <a:pt x="3388" y="5356"/>
                  </a:lnTo>
                  <a:lnTo>
                    <a:pt x="3503" y="5266"/>
                  </a:lnTo>
                  <a:lnTo>
                    <a:pt x="3451" y="5190"/>
                  </a:lnTo>
                  <a:lnTo>
                    <a:pt x="3157" y="5266"/>
                  </a:lnTo>
                  <a:lnTo>
                    <a:pt x="2902" y="5215"/>
                  </a:lnTo>
                  <a:lnTo>
                    <a:pt x="2672" y="5343"/>
                  </a:lnTo>
                  <a:lnTo>
                    <a:pt x="2314" y="5343"/>
                  </a:lnTo>
                  <a:lnTo>
                    <a:pt x="2161" y="5317"/>
                  </a:lnTo>
                  <a:lnTo>
                    <a:pt x="2084" y="5343"/>
                  </a:lnTo>
                  <a:lnTo>
                    <a:pt x="2007" y="5343"/>
                  </a:lnTo>
                  <a:lnTo>
                    <a:pt x="1931" y="5241"/>
                  </a:lnTo>
                  <a:lnTo>
                    <a:pt x="1816" y="5202"/>
                  </a:lnTo>
                  <a:lnTo>
                    <a:pt x="1713" y="5266"/>
                  </a:lnTo>
                  <a:lnTo>
                    <a:pt x="1458" y="5292"/>
                  </a:lnTo>
                  <a:lnTo>
                    <a:pt x="1483" y="5356"/>
                  </a:lnTo>
                  <a:lnTo>
                    <a:pt x="1483" y="5458"/>
                  </a:lnTo>
                  <a:lnTo>
                    <a:pt x="1317" y="5509"/>
                  </a:lnTo>
                  <a:lnTo>
                    <a:pt x="1228" y="5599"/>
                  </a:lnTo>
                  <a:lnTo>
                    <a:pt x="1023" y="5701"/>
                  </a:lnTo>
                  <a:lnTo>
                    <a:pt x="819" y="5905"/>
                  </a:lnTo>
                  <a:lnTo>
                    <a:pt x="678" y="5956"/>
                  </a:lnTo>
                  <a:lnTo>
                    <a:pt x="601" y="5956"/>
                  </a:lnTo>
                  <a:lnTo>
                    <a:pt x="435" y="6110"/>
                  </a:lnTo>
                  <a:lnTo>
                    <a:pt x="422" y="6161"/>
                  </a:lnTo>
                  <a:lnTo>
                    <a:pt x="256" y="6186"/>
                  </a:lnTo>
                  <a:lnTo>
                    <a:pt x="218" y="6123"/>
                  </a:lnTo>
                  <a:lnTo>
                    <a:pt x="103" y="6084"/>
                  </a:lnTo>
                  <a:lnTo>
                    <a:pt x="141" y="6174"/>
                  </a:lnTo>
                  <a:lnTo>
                    <a:pt x="65" y="6174"/>
                  </a:lnTo>
                  <a:lnTo>
                    <a:pt x="1" y="6212"/>
                  </a:lnTo>
                  <a:lnTo>
                    <a:pt x="39" y="6289"/>
                  </a:lnTo>
                  <a:lnTo>
                    <a:pt x="1" y="6340"/>
                  </a:lnTo>
                  <a:lnTo>
                    <a:pt x="26" y="6391"/>
                  </a:lnTo>
                  <a:lnTo>
                    <a:pt x="1" y="6455"/>
                  </a:lnTo>
                  <a:lnTo>
                    <a:pt x="26" y="6519"/>
                  </a:lnTo>
                  <a:lnTo>
                    <a:pt x="154" y="6480"/>
                  </a:lnTo>
                  <a:lnTo>
                    <a:pt x="256" y="6595"/>
                  </a:lnTo>
                  <a:lnTo>
                    <a:pt x="448" y="6532"/>
                  </a:lnTo>
                  <a:lnTo>
                    <a:pt x="474" y="6544"/>
                  </a:lnTo>
                  <a:lnTo>
                    <a:pt x="678" y="6493"/>
                  </a:lnTo>
                  <a:lnTo>
                    <a:pt x="780" y="6647"/>
                  </a:lnTo>
                  <a:lnTo>
                    <a:pt x="844" y="6659"/>
                  </a:lnTo>
                  <a:lnTo>
                    <a:pt x="883" y="6710"/>
                  </a:lnTo>
                  <a:lnTo>
                    <a:pt x="934" y="6710"/>
                  </a:lnTo>
                  <a:lnTo>
                    <a:pt x="946" y="6647"/>
                  </a:lnTo>
                  <a:lnTo>
                    <a:pt x="998" y="6621"/>
                  </a:lnTo>
                  <a:lnTo>
                    <a:pt x="1061" y="6417"/>
                  </a:lnTo>
                  <a:lnTo>
                    <a:pt x="1036" y="6353"/>
                  </a:lnTo>
                  <a:lnTo>
                    <a:pt x="1151" y="6276"/>
                  </a:lnTo>
                  <a:lnTo>
                    <a:pt x="1279" y="6302"/>
                  </a:lnTo>
                  <a:lnTo>
                    <a:pt x="1317" y="6455"/>
                  </a:lnTo>
                  <a:lnTo>
                    <a:pt x="1407" y="6455"/>
                  </a:lnTo>
                  <a:lnTo>
                    <a:pt x="1496" y="6378"/>
                  </a:lnTo>
                  <a:lnTo>
                    <a:pt x="1675" y="6391"/>
                  </a:lnTo>
                  <a:lnTo>
                    <a:pt x="1700" y="6327"/>
                  </a:lnTo>
                  <a:lnTo>
                    <a:pt x="1816" y="6302"/>
                  </a:lnTo>
                  <a:lnTo>
                    <a:pt x="1828" y="6340"/>
                  </a:lnTo>
                  <a:lnTo>
                    <a:pt x="1931" y="6378"/>
                  </a:lnTo>
                  <a:lnTo>
                    <a:pt x="1994" y="6314"/>
                  </a:lnTo>
                  <a:lnTo>
                    <a:pt x="2058" y="6302"/>
                  </a:lnTo>
                  <a:lnTo>
                    <a:pt x="2033" y="6225"/>
                  </a:lnTo>
                  <a:lnTo>
                    <a:pt x="2033" y="6225"/>
                  </a:lnTo>
                  <a:lnTo>
                    <a:pt x="2109" y="6263"/>
                  </a:lnTo>
                  <a:lnTo>
                    <a:pt x="2173" y="6225"/>
                  </a:lnTo>
                  <a:lnTo>
                    <a:pt x="2212" y="6314"/>
                  </a:lnTo>
                  <a:lnTo>
                    <a:pt x="2276" y="6263"/>
                  </a:lnTo>
                  <a:lnTo>
                    <a:pt x="2327" y="6314"/>
                  </a:lnTo>
                  <a:lnTo>
                    <a:pt x="2429" y="6276"/>
                  </a:lnTo>
                  <a:lnTo>
                    <a:pt x="2429" y="6199"/>
                  </a:lnTo>
                  <a:lnTo>
                    <a:pt x="2518" y="6212"/>
                  </a:lnTo>
                  <a:lnTo>
                    <a:pt x="2608" y="6135"/>
                  </a:lnTo>
                  <a:lnTo>
                    <a:pt x="2608" y="6084"/>
                  </a:lnTo>
                  <a:lnTo>
                    <a:pt x="2749" y="6110"/>
                  </a:lnTo>
                  <a:lnTo>
                    <a:pt x="2787" y="6008"/>
                  </a:lnTo>
                  <a:lnTo>
                    <a:pt x="2838" y="6084"/>
                  </a:lnTo>
                  <a:lnTo>
                    <a:pt x="3017" y="6084"/>
                  </a:lnTo>
                  <a:lnTo>
                    <a:pt x="3260" y="6225"/>
                  </a:lnTo>
                  <a:lnTo>
                    <a:pt x="3426" y="6161"/>
                  </a:lnTo>
                  <a:lnTo>
                    <a:pt x="3515" y="6186"/>
                  </a:lnTo>
                  <a:lnTo>
                    <a:pt x="3541" y="6302"/>
                  </a:lnTo>
                  <a:lnTo>
                    <a:pt x="3439" y="6429"/>
                  </a:lnTo>
                  <a:lnTo>
                    <a:pt x="3362" y="6480"/>
                  </a:lnTo>
                  <a:lnTo>
                    <a:pt x="3247" y="6557"/>
                  </a:lnTo>
                  <a:lnTo>
                    <a:pt x="3336" y="6698"/>
                  </a:lnTo>
                  <a:lnTo>
                    <a:pt x="3221" y="6774"/>
                  </a:lnTo>
                  <a:lnTo>
                    <a:pt x="3247" y="6826"/>
                  </a:lnTo>
                  <a:lnTo>
                    <a:pt x="3221" y="6953"/>
                  </a:lnTo>
                  <a:lnTo>
                    <a:pt x="3451" y="7107"/>
                  </a:lnTo>
                  <a:lnTo>
                    <a:pt x="3413" y="7145"/>
                  </a:lnTo>
                  <a:lnTo>
                    <a:pt x="3477" y="7286"/>
                  </a:lnTo>
                  <a:lnTo>
                    <a:pt x="3707" y="7388"/>
                  </a:lnTo>
                  <a:lnTo>
                    <a:pt x="3733" y="7350"/>
                  </a:lnTo>
                  <a:lnTo>
                    <a:pt x="3873" y="7298"/>
                  </a:lnTo>
                  <a:lnTo>
                    <a:pt x="3860" y="7183"/>
                  </a:lnTo>
                  <a:lnTo>
                    <a:pt x="3975" y="7004"/>
                  </a:lnTo>
                  <a:lnTo>
                    <a:pt x="4103" y="6941"/>
                  </a:lnTo>
                  <a:lnTo>
                    <a:pt x="4103" y="6851"/>
                  </a:lnTo>
                  <a:lnTo>
                    <a:pt x="4167" y="6826"/>
                  </a:lnTo>
                  <a:lnTo>
                    <a:pt x="4154" y="6723"/>
                  </a:lnTo>
                  <a:lnTo>
                    <a:pt x="4436" y="6634"/>
                  </a:lnTo>
                  <a:lnTo>
                    <a:pt x="4653" y="6659"/>
                  </a:lnTo>
                  <a:lnTo>
                    <a:pt x="4678" y="6493"/>
                  </a:lnTo>
                  <a:lnTo>
                    <a:pt x="4627" y="6493"/>
                  </a:lnTo>
                  <a:lnTo>
                    <a:pt x="4359" y="6340"/>
                  </a:lnTo>
                  <a:lnTo>
                    <a:pt x="4474" y="5995"/>
                  </a:lnTo>
                  <a:lnTo>
                    <a:pt x="4640" y="5944"/>
                  </a:lnTo>
                  <a:lnTo>
                    <a:pt x="4640" y="5944"/>
                  </a:lnTo>
                  <a:lnTo>
                    <a:pt x="4614" y="6212"/>
                  </a:lnTo>
                  <a:lnTo>
                    <a:pt x="4678" y="6238"/>
                  </a:lnTo>
                  <a:lnTo>
                    <a:pt x="4730" y="6161"/>
                  </a:lnTo>
                  <a:lnTo>
                    <a:pt x="4832" y="6238"/>
                  </a:lnTo>
                  <a:lnTo>
                    <a:pt x="4908" y="6148"/>
                  </a:lnTo>
                  <a:lnTo>
                    <a:pt x="5023" y="6276"/>
                  </a:lnTo>
                  <a:lnTo>
                    <a:pt x="4947" y="6276"/>
                  </a:lnTo>
                  <a:lnTo>
                    <a:pt x="4781" y="6302"/>
                  </a:lnTo>
                  <a:lnTo>
                    <a:pt x="4730" y="6391"/>
                  </a:lnTo>
                  <a:lnTo>
                    <a:pt x="4730" y="6391"/>
                  </a:lnTo>
                  <a:lnTo>
                    <a:pt x="5138" y="6327"/>
                  </a:lnTo>
                  <a:lnTo>
                    <a:pt x="5701" y="6442"/>
                  </a:lnTo>
                  <a:lnTo>
                    <a:pt x="5701" y="6442"/>
                  </a:lnTo>
                  <a:lnTo>
                    <a:pt x="5675" y="6378"/>
                  </a:lnTo>
                  <a:lnTo>
                    <a:pt x="5880" y="6008"/>
                  </a:lnTo>
                  <a:lnTo>
                    <a:pt x="6071" y="5918"/>
                  </a:lnTo>
                  <a:lnTo>
                    <a:pt x="6199" y="6020"/>
                  </a:lnTo>
                  <a:lnTo>
                    <a:pt x="6110" y="6046"/>
                  </a:lnTo>
                  <a:lnTo>
                    <a:pt x="6059" y="6353"/>
                  </a:lnTo>
                  <a:lnTo>
                    <a:pt x="6135" y="6442"/>
                  </a:lnTo>
                  <a:lnTo>
                    <a:pt x="6250" y="6391"/>
                  </a:lnTo>
                  <a:lnTo>
                    <a:pt x="6391" y="6135"/>
                  </a:lnTo>
                  <a:lnTo>
                    <a:pt x="6327" y="6020"/>
                  </a:lnTo>
                  <a:lnTo>
                    <a:pt x="6417" y="5931"/>
                  </a:lnTo>
                  <a:lnTo>
                    <a:pt x="6404" y="5841"/>
                  </a:lnTo>
                  <a:lnTo>
                    <a:pt x="6685" y="5790"/>
                  </a:lnTo>
                  <a:lnTo>
                    <a:pt x="6774" y="5918"/>
                  </a:lnTo>
                  <a:lnTo>
                    <a:pt x="6877" y="5829"/>
                  </a:lnTo>
                  <a:lnTo>
                    <a:pt x="6787" y="5662"/>
                  </a:lnTo>
                  <a:lnTo>
                    <a:pt x="6915" y="5599"/>
                  </a:lnTo>
                  <a:lnTo>
                    <a:pt x="6928" y="5496"/>
                  </a:lnTo>
                  <a:lnTo>
                    <a:pt x="6979" y="5522"/>
                  </a:lnTo>
                  <a:lnTo>
                    <a:pt x="7094" y="5445"/>
                  </a:lnTo>
                  <a:lnTo>
                    <a:pt x="7158" y="5560"/>
                  </a:lnTo>
                  <a:lnTo>
                    <a:pt x="7081" y="5675"/>
                  </a:lnTo>
                  <a:lnTo>
                    <a:pt x="6992" y="5688"/>
                  </a:lnTo>
                  <a:lnTo>
                    <a:pt x="6915" y="5790"/>
                  </a:lnTo>
                  <a:lnTo>
                    <a:pt x="6979" y="5880"/>
                  </a:lnTo>
                  <a:lnTo>
                    <a:pt x="6941" y="5918"/>
                  </a:lnTo>
                  <a:lnTo>
                    <a:pt x="6928" y="6008"/>
                  </a:lnTo>
                  <a:lnTo>
                    <a:pt x="6877" y="6123"/>
                  </a:lnTo>
                  <a:lnTo>
                    <a:pt x="6966" y="6199"/>
                  </a:lnTo>
                  <a:lnTo>
                    <a:pt x="7183" y="6008"/>
                  </a:lnTo>
                  <a:lnTo>
                    <a:pt x="7350" y="5918"/>
                  </a:lnTo>
                  <a:lnTo>
                    <a:pt x="7375" y="5637"/>
                  </a:lnTo>
                  <a:lnTo>
                    <a:pt x="7592" y="5471"/>
                  </a:lnTo>
                  <a:lnTo>
                    <a:pt x="7720" y="5432"/>
                  </a:lnTo>
                  <a:lnTo>
                    <a:pt x="7516" y="4934"/>
                  </a:lnTo>
                  <a:lnTo>
                    <a:pt x="7541" y="4781"/>
                  </a:lnTo>
                  <a:lnTo>
                    <a:pt x="7695" y="4346"/>
                  </a:lnTo>
                  <a:lnTo>
                    <a:pt x="7822" y="4295"/>
                  </a:lnTo>
                  <a:lnTo>
                    <a:pt x="7925" y="3681"/>
                  </a:lnTo>
                  <a:lnTo>
                    <a:pt x="7848" y="3439"/>
                  </a:lnTo>
                  <a:lnTo>
                    <a:pt x="7797" y="3221"/>
                  </a:lnTo>
                  <a:lnTo>
                    <a:pt x="7925" y="2966"/>
                  </a:lnTo>
                  <a:lnTo>
                    <a:pt x="8193" y="2953"/>
                  </a:lnTo>
                  <a:lnTo>
                    <a:pt x="8244" y="3081"/>
                  </a:lnTo>
                  <a:lnTo>
                    <a:pt x="8270" y="2991"/>
                  </a:lnTo>
                  <a:lnTo>
                    <a:pt x="8231" y="2864"/>
                  </a:lnTo>
                  <a:lnTo>
                    <a:pt x="8270" y="2812"/>
                  </a:lnTo>
                  <a:lnTo>
                    <a:pt x="8231" y="2710"/>
                  </a:lnTo>
                  <a:lnTo>
                    <a:pt x="8283" y="2518"/>
                  </a:lnTo>
                  <a:lnTo>
                    <a:pt x="8359" y="2506"/>
                  </a:lnTo>
                  <a:lnTo>
                    <a:pt x="8398" y="2391"/>
                  </a:lnTo>
                  <a:lnTo>
                    <a:pt x="8474" y="2365"/>
                  </a:lnTo>
                  <a:lnTo>
                    <a:pt x="8500" y="2263"/>
                  </a:lnTo>
                  <a:lnTo>
                    <a:pt x="8564" y="2186"/>
                  </a:lnTo>
                  <a:lnTo>
                    <a:pt x="8564" y="2033"/>
                  </a:lnTo>
                  <a:lnTo>
                    <a:pt x="8679" y="1892"/>
                  </a:lnTo>
                  <a:lnTo>
                    <a:pt x="8564" y="1803"/>
                  </a:lnTo>
                  <a:lnTo>
                    <a:pt x="8602" y="1470"/>
                  </a:lnTo>
                  <a:lnTo>
                    <a:pt x="8474" y="1304"/>
                  </a:lnTo>
                  <a:lnTo>
                    <a:pt x="8474" y="1240"/>
                  </a:lnTo>
                  <a:lnTo>
                    <a:pt x="8359" y="985"/>
                  </a:lnTo>
                  <a:lnTo>
                    <a:pt x="8257" y="934"/>
                  </a:lnTo>
                  <a:lnTo>
                    <a:pt x="8193" y="614"/>
                  </a:lnTo>
                  <a:lnTo>
                    <a:pt x="8257" y="231"/>
                  </a:lnTo>
                  <a:lnTo>
                    <a:pt x="8244" y="141"/>
                  </a:lnTo>
                  <a:lnTo>
                    <a:pt x="8065" y="141"/>
                  </a:lnTo>
                  <a:lnTo>
                    <a:pt x="7835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9" name="Google Shape;689;p60"/>
            <p:cNvSpPr/>
            <p:nvPr/>
          </p:nvSpPr>
          <p:spPr>
            <a:xfrm>
              <a:off x="6183350" y="2678700"/>
              <a:ext cx="46675" cy="67775"/>
            </a:xfrm>
            <a:custGeom>
              <a:rect b="b" l="l" r="r" t="t"/>
              <a:pathLst>
                <a:path extrusionOk="0" h="2711" w="1867">
                  <a:moveTo>
                    <a:pt x="934" y="1"/>
                  </a:moveTo>
                  <a:lnTo>
                    <a:pt x="908" y="52"/>
                  </a:lnTo>
                  <a:lnTo>
                    <a:pt x="742" y="77"/>
                  </a:lnTo>
                  <a:lnTo>
                    <a:pt x="691" y="256"/>
                  </a:lnTo>
                  <a:lnTo>
                    <a:pt x="601" y="308"/>
                  </a:lnTo>
                  <a:lnTo>
                    <a:pt x="550" y="218"/>
                  </a:lnTo>
                  <a:lnTo>
                    <a:pt x="461" y="269"/>
                  </a:lnTo>
                  <a:lnTo>
                    <a:pt x="486" y="333"/>
                  </a:lnTo>
                  <a:lnTo>
                    <a:pt x="410" y="384"/>
                  </a:lnTo>
                  <a:lnTo>
                    <a:pt x="346" y="397"/>
                  </a:lnTo>
                  <a:lnTo>
                    <a:pt x="346" y="397"/>
                  </a:lnTo>
                  <a:lnTo>
                    <a:pt x="359" y="333"/>
                  </a:lnTo>
                  <a:lnTo>
                    <a:pt x="244" y="308"/>
                  </a:lnTo>
                  <a:lnTo>
                    <a:pt x="192" y="461"/>
                  </a:lnTo>
                  <a:lnTo>
                    <a:pt x="14" y="423"/>
                  </a:lnTo>
                  <a:lnTo>
                    <a:pt x="1" y="589"/>
                  </a:lnTo>
                  <a:lnTo>
                    <a:pt x="77" y="627"/>
                  </a:lnTo>
                  <a:lnTo>
                    <a:pt x="282" y="780"/>
                  </a:lnTo>
                  <a:lnTo>
                    <a:pt x="269" y="908"/>
                  </a:lnTo>
                  <a:lnTo>
                    <a:pt x="180" y="934"/>
                  </a:lnTo>
                  <a:lnTo>
                    <a:pt x="167" y="819"/>
                  </a:lnTo>
                  <a:lnTo>
                    <a:pt x="77" y="691"/>
                  </a:lnTo>
                  <a:lnTo>
                    <a:pt x="14" y="870"/>
                  </a:lnTo>
                  <a:lnTo>
                    <a:pt x="77" y="921"/>
                  </a:lnTo>
                  <a:lnTo>
                    <a:pt x="129" y="1036"/>
                  </a:lnTo>
                  <a:lnTo>
                    <a:pt x="77" y="1151"/>
                  </a:lnTo>
                  <a:lnTo>
                    <a:pt x="218" y="1100"/>
                  </a:lnTo>
                  <a:lnTo>
                    <a:pt x="218" y="1023"/>
                  </a:lnTo>
                  <a:lnTo>
                    <a:pt x="435" y="1062"/>
                  </a:lnTo>
                  <a:lnTo>
                    <a:pt x="397" y="1113"/>
                  </a:lnTo>
                  <a:lnTo>
                    <a:pt x="371" y="1189"/>
                  </a:lnTo>
                  <a:lnTo>
                    <a:pt x="538" y="1125"/>
                  </a:lnTo>
                  <a:lnTo>
                    <a:pt x="576" y="1074"/>
                  </a:lnTo>
                  <a:lnTo>
                    <a:pt x="525" y="985"/>
                  </a:lnTo>
                  <a:lnTo>
                    <a:pt x="384" y="972"/>
                  </a:lnTo>
                  <a:lnTo>
                    <a:pt x="371" y="921"/>
                  </a:lnTo>
                  <a:lnTo>
                    <a:pt x="448" y="832"/>
                  </a:lnTo>
                  <a:lnTo>
                    <a:pt x="435" y="704"/>
                  </a:lnTo>
                  <a:lnTo>
                    <a:pt x="525" y="653"/>
                  </a:lnTo>
                  <a:lnTo>
                    <a:pt x="627" y="768"/>
                  </a:lnTo>
                  <a:lnTo>
                    <a:pt x="614" y="934"/>
                  </a:lnTo>
                  <a:lnTo>
                    <a:pt x="742" y="1049"/>
                  </a:lnTo>
                  <a:lnTo>
                    <a:pt x="742" y="1125"/>
                  </a:lnTo>
                  <a:lnTo>
                    <a:pt x="678" y="1228"/>
                  </a:lnTo>
                  <a:lnTo>
                    <a:pt x="793" y="1228"/>
                  </a:lnTo>
                  <a:lnTo>
                    <a:pt x="653" y="1317"/>
                  </a:lnTo>
                  <a:lnTo>
                    <a:pt x="678" y="1407"/>
                  </a:lnTo>
                  <a:lnTo>
                    <a:pt x="448" y="1649"/>
                  </a:lnTo>
                  <a:lnTo>
                    <a:pt x="346" y="1701"/>
                  </a:lnTo>
                  <a:lnTo>
                    <a:pt x="359" y="1841"/>
                  </a:lnTo>
                  <a:lnTo>
                    <a:pt x="295" y="1943"/>
                  </a:lnTo>
                  <a:lnTo>
                    <a:pt x="410" y="2097"/>
                  </a:lnTo>
                  <a:lnTo>
                    <a:pt x="346" y="2301"/>
                  </a:lnTo>
                  <a:lnTo>
                    <a:pt x="218" y="2276"/>
                  </a:lnTo>
                  <a:lnTo>
                    <a:pt x="282" y="2442"/>
                  </a:lnTo>
                  <a:lnTo>
                    <a:pt x="474" y="2493"/>
                  </a:lnTo>
                  <a:lnTo>
                    <a:pt x="512" y="2557"/>
                  </a:lnTo>
                  <a:lnTo>
                    <a:pt x="576" y="2544"/>
                  </a:lnTo>
                  <a:lnTo>
                    <a:pt x="640" y="2480"/>
                  </a:lnTo>
                  <a:lnTo>
                    <a:pt x="563" y="2429"/>
                  </a:lnTo>
                  <a:lnTo>
                    <a:pt x="538" y="2288"/>
                  </a:lnTo>
                  <a:lnTo>
                    <a:pt x="550" y="2199"/>
                  </a:lnTo>
                  <a:lnTo>
                    <a:pt x="614" y="2097"/>
                  </a:lnTo>
                  <a:lnTo>
                    <a:pt x="704" y="2071"/>
                  </a:lnTo>
                  <a:lnTo>
                    <a:pt x="768" y="2135"/>
                  </a:lnTo>
                  <a:lnTo>
                    <a:pt x="729" y="2199"/>
                  </a:lnTo>
                  <a:lnTo>
                    <a:pt x="691" y="2263"/>
                  </a:lnTo>
                  <a:lnTo>
                    <a:pt x="755" y="2404"/>
                  </a:lnTo>
                  <a:lnTo>
                    <a:pt x="678" y="2595"/>
                  </a:lnTo>
                  <a:lnTo>
                    <a:pt x="614" y="2646"/>
                  </a:lnTo>
                  <a:lnTo>
                    <a:pt x="601" y="2710"/>
                  </a:lnTo>
                  <a:lnTo>
                    <a:pt x="601" y="2710"/>
                  </a:lnTo>
                  <a:lnTo>
                    <a:pt x="716" y="2672"/>
                  </a:lnTo>
                  <a:lnTo>
                    <a:pt x="857" y="2634"/>
                  </a:lnTo>
                  <a:lnTo>
                    <a:pt x="959" y="2557"/>
                  </a:lnTo>
                  <a:lnTo>
                    <a:pt x="998" y="2506"/>
                  </a:lnTo>
                  <a:lnTo>
                    <a:pt x="921" y="2404"/>
                  </a:lnTo>
                  <a:lnTo>
                    <a:pt x="1010" y="2365"/>
                  </a:lnTo>
                  <a:lnTo>
                    <a:pt x="1189" y="2480"/>
                  </a:lnTo>
                  <a:lnTo>
                    <a:pt x="1228" y="2288"/>
                  </a:lnTo>
                  <a:lnTo>
                    <a:pt x="1304" y="2225"/>
                  </a:lnTo>
                  <a:lnTo>
                    <a:pt x="1356" y="1880"/>
                  </a:lnTo>
                  <a:lnTo>
                    <a:pt x="1522" y="1522"/>
                  </a:lnTo>
                  <a:lnTo>
                    <a:pt x="1611" y="1458"/>
                  </a:lnTo>
                  <a:lnTo>
                    <a:pt x="1586" y="1381"/>
                  </a:lnTo>
                  <a:lnTo>
                    <a:pt x="1726" y="1266"/>
                  </a:lnTo>
                  <a:lnTo>
                    <a:pt x="1726" y="1177"/>
                  </a:lnTo>
                  <a:lnTo>
                    <a:pt x="1828" y="1151"/>
                  </a:lnTo>
                  <a:lnTo>
                    <a:pt x="1867" y="1062"/>
                  </a:lnTo>
                  <a:lnTo>
                    <a:pt x="1764" y="972"/>
                  </a:lnTo>
                  <a:lnTo>
                    <a:pt x="1790" y="883"/>
                  </a:lnTo>
                  <a:lnTo>
                    <a:pt x="1726" y="870"/>
                  </a:lnTo>
                  <a:lnTo>
                    <a:pt x="1816" y="755"/>
                  </a:lnTo>
                  <a:lnTo>
                    <a:pt x="1534" y="729"/>
                  </a:lnTo>
                  <a:lnTo>
                    <a:pt x="1534" y="640"/>
                  </a:lnTo>
                  <a:lnTo>
                    <a:pt x="1662" y="601"/>
                  </a:lnTo>
                  <a:lnTo>
                    <a:pt x="1662" y="410"/>
                  </a:lnTo>
                  <a:lnTo>
                    <a:pt x="1534" y="333"/>
                  </a:lnTo>
                  <a:lnTo>
                    <a:pt x="1445" y="410"/>
                  </a:lnTo>
                  <a:lnTo>
                    <a:pt x="1240" y="333"/>
                  </a:lnTo>
                  <a:lnTo>
                    <a:pt x="1151" y="154"/>
                  </a:lnTo>
                  <a:lnTo>
                    <a:pt x="1189" y="90"/>
                  </a:lnTo>
                  <a:lnTo>
                    <a:pt x="1164" y="52"/>
                  </a:lnTo>
                  <a:lnTo>
                    <a:pt x="1151" y="52"/>
                  </a:lnTo>
                  <a:lnTo>
                    <a:pt x="1023" y="77"/>
                  </a:lnTo>
                  <a:lnTo>
                    <a:pt x="1049" y="26"/>
                  </a:lnTo>
                  <a:lnTo>
                    <a:pt x="934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0" name="Google Shape;690;p60"/>
            <p:cNvSpPr/>
            <p:nvPr/>
          </p:nvSpPr>
          <p:spPr>
            <a:xfrm>
              <a:off x="4091150" y="2037450"/>
              <a:ext cx="81200" cy="62325"/>
            </a:xfrm>
            <a:custGeom>
              <a:rect b="b" l="l" r="r" t="t"/>
              <a:pathLst>
                <a:path extrusionOk="0" h="2493" w="3248">
                  <a:moveTo>
                    <a:pt x="1458" y="0"/>
                  </a:moveTo>
                  <a:lnTo>
                    <a:pt x="1190" y="154"/>
                  </a:lnTo>
                  <a:lnTo>
                    <a:pt x="806" y="154"/>
                  </a:lnTo>
                  <a:lnTo>
                    <a:pt x="359" y="256"/>
                  </a:lnTo>
                  <a:lnTo>
                    <a:pt x="359" y="384"/>
                  </a:lnTo>
                  <a:lnTo>
                    <a:pt x="205" y="396"/>
                  </a:lnTo>
                  <a:lnTo>
                    <a:pt x="103" y="409"/>
                  </a:lnTo>
                  <a:lnTo>
                    <a:pt x="65" y="409"/>
                  </a:lnTo>
                  <a:lnTo>
                    <a:pt x="52" y="422"/>
                  </a:lnTo>
                  <a:lnTo>
                    <a:pt x="1" y="984"/>
                  </a:lnTo>
                  <a:lnTo>
                    <a:pt x="180" y="1406"/>
                  </a:lnTo>
                  <a:lnTo>
                    <a:pt x="576" y="1495"/>
                  </a:lnTo>
                  <a:lnTo>
                    <a:pt x="551" y="2007"/>
                  </a:lnTo>
                  <a:lnTo>
                    <a:pt x="563" y="2045"/>
                  </a:lnTo>
                  <a:lnTo>
                    <a:pt x="1356" y="1828"/>
                  </a:lnTo>
                  <a:lnTo>
                    <a:pt x="2008" y="2135"/>
                  </a:lnTo>
                  <a:lnTo>
                    <a:pt x="2302" y="2492"/>
                  </a:lnTo>
                  <a:lnTo>
                    <a:pt x="3222" y="2377"/>
                  </a:lnTo>
                  <a:lnTo>
                    <a:pt x="3132" y="2288"/>
                  </a:lnTo>
                  <a:lnTo>
                    <a:pt x="3234" y="1828"/>
                  </a:lnTo>
                  <a:lnTo>
                    <a:pt x="2787" y="1483"/>
                  </a:lnTo>
                  <a:lnTo>
                    <a:pt x="2557" y="895"/>
                  </a:lnTo>
                  <a:lnTo>
                    <a:pt x="3017" y="716"/>
                  </a:lnTo>
                  <a:lnTo>
                    <a:pt x="3145" y="665"/>
                  </a:lnTo>
                  <a:lnTo>
                    <a:pt x="3247" y="269"/>
                  </a:lnTo>
                  <a:lnTo>
                    <a:pt x="2787" y="154"/>
                  </a:lnTo>
                  <a:lnTo>
                    <a:pt x="2365" y="192"/>
                  </a:lnTo>
                  <a:lnTo>
                    <a:pt x="2110" y="26"/>
                  </a:lnTo>
                  <a:lnTo>
                    <a:pt x="1458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1" name="Google Shape;691;p60"/>
            <p:cNvSpPr/>
            <p:nvPr/>
          </p:nvSpPr>
          <p:spPr>
            <a:xfrm>
              <a:off x="3938425" y="1782150"/>
              <a:ext cx="5775" cy="6100"/>
            </a:xfrm>
            <a:custGeom>
              <a:rect b="b" l="l" r="r" t="t"/>
              <a:pathLst>
                <a:path extrusionOk="0" h="244" w="231">
                  <a:moveTo>
                    <a:pt x="180" y="0"/>
                  </a:moveTo>
                  <a:lnTo>
                    <a:pt x="116" y="13"/>
                  </a:lnTo>
                  <a:lnTo>
                    <a:pt x="78" y="39"/>
                  </a:lnTo>
                  <a:lnTo>
                    <a:pt x="52" y="77"/>
                  </a:lnTo>
                  <a:lnTo>
                    <a:pt x="26" y="128"/>
                  </a:lnTo>
                  <a:lnTo>
                    <a:pt x="1" y="167"/>
                  </a:lnTo>
                  <a:lnTo>
                    <a:pt x="1" y="192"/>
                  </a:lnTo>
                  <a:lnTo>
                    <a:pt x="1" y="205"/>
                  </a:lnTo>
                  <a:lnTo>
                    <a:pt x="14" y="231"/>
                  </a:lnTo>
                  <a:lnTo>
                    <a:pt x="39" y="243"/>
                  </a:lnTo>
                  <a:lnTo>
                    <a:pt x="90" y="243"/>
                  </a:lnTo>
                  <a:lnTo>
                    <a:pt x="141" y="205"/>
                  </a:lnTo>
                  <a:lnTo>
                    <a:pt x="205" y="116"/>
                  </a:lnTo>
                  <a:lnTo>
                    <a:pt x="231" y="77"/>
                  </a:lnTo>
                  <a:lnTo>
                    <a:pt x="231" y="39"/>
                  </a:lnTo>
                  <a:lnTo>
                    <a:pt x="231" y="13"/>
                  </a:lnTo>
                  <a:lnTo>
                    <a:pt x="205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2" name="Google Shape;692;p60"/>
            <p:cNvSpPr/>
            <p:nvPr/>
          </p:nvSpPr>
          <p:spPr>
            <a:xfrm>
              <a:off x="3940025" y="1764900"/>
              <a:ext cx="3225" cy="2900"/>
            </a:xfrm>
            <a:custGeom>
              <a:rect b="b" l="l" r="r" t="t"/>
              <a:pathLst>
                <a:path extrusionOk="0" h="116" w="129">
                  <a:moveTo>
                    <a:pt x="14" y="0"/>
                  </a:moveTo>
                  <a:lnTo>
                    <a:pt x="1" y="26"/>
                  </a:lnTo>
                  <a:lnTo>
                    <a:pt x="1" y="39"/>
                  </a:lnTo>
                  <a:lnTo>
                    <a:pt x="1" y="90"/>
                  </a:lnTo>
                  <a:lnTo>
                    <a:pt x="14" y="103"/>
                  </a:lnTo>
                  <a:lnTo>
                    <a:pt x="26" y="115"/>
                  </a:lnTo>
                  <a:lnTo>
                    <a:pt x="90" y="115"/>
                  </a:lnTo>
                  <a:lnTo>
                    <a:pt x="103" y="103"/>
                  </a:lnTo>
                  <a:lnTo>
                    <a:pt x="116" y="77"/>
                  </a:lnTo>
                  <a:lnTo>
                    <a:pt x="129" y="26"/>
                  </a:lnTo>
                  <a:lnTo>
                    <a:pt x="103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3" name="Google Shape;693;p60"/>
            <p:cNvSpPr/>
            <p:nvPr/>
          </p:nvSpPr>
          <p:spPr>
            <a:xfrm>
              <a:off x="4085400" y="2135525"/>
              <a:ext cx="182800" cy="132625"/>
            </a:xfrm>
            <a:custGeom>
              <a:rect b="b" l="l" r="r" t="t"/>
              <a:pathLst>
                <a:path extrusionOk="0" h="5305" w="7312">
                  <a:moveTo>
                    <a:pt x="3720" y="1"/>
                  </a:moveTo>
                  <a:lnTo>
                    <a:pt x="3528" y="77"/>
                  </a:lnTo>
                  <a:lnTo>
                    <a:pt x="3362" y="435"/>
                  </a:lnTo>
                  <a:lnTo>
                    <a:pt x="2889" y="371"/>
                  </a:lnTo>
                  <a:lnTo>
                    <a:pt x="2544" y="653"/>
                  </a:lnTo>
                  <a:lnTo>
                    <a:pt x="2506" y="959"/>
                  </a:lnTo>
                  <a:lnTo>
                    <a:pt x="2532" y="1202"/>
                  </a:lnTo>
                  <a:lnTo>
                    <a:pt x="1905" y="1547"/>
                  </a:lnTo>
                  <a:lnTo>
                    <a:pt x="1905" y="2225"/>
                  </a:lnTo>
                  <a:lnTo>
                    <a:pt x="2071" y="2352"/>
                  </a:lnTo>
                  <a:lnTo>
                    <a:pt x="1075" y="2519"/>
                  </a:lnTo>
                  <a:lnTo>
                    <a:pt x="142" y="2608"/>
                  </a:lnTo>
                  <a:lnTo>
                    <a:pt x="180" y="2889"/>
                  </a:lnTo>
                  <a:lnTo>
                    <a:pt x="461" y="3324"/>
                  </a:lnTo>
                  <a:lnTo>
                    <a:pt x="461" y="3758"/>
                  </a:lnTo>
                  <a:lnTo>
                    <a:pt x="1" y="4001"/>
                  </a:lnTo>
                  <a:lnTo>
                    <a:pt x="1" y="4180"/>
                  </a:lnTo>
                  <a:lnTo>
                    <a:pt x="167" y="4180"/>
                  </a:lnTo>
                  <a:lnTo>
                    <a:pt x="333" y="4921"/>
                  </a:lnTo>
                  <a:lnTo>
                    <a:pt x="755" y="4921"/>
                  </a:lnTo>
                  <a:lnTo>
                    <a:pt x="806" y="4538"/>
                  </a:lnTo>
                  <a:lnTo>
                    <a:pt x="1841" y="4512"/>
                  </a:lnTo>
                  <a:lnTo>
                    <a:pt x="2519" y="4589"/>
                  </a:lnTo>
                  <a:lnTo>
                    <a:pt x="2953" y="4806"/>
                  </a:lnTo>
                  <a:lnTo>
                    <a:pt x="3247" y="4972"/>
                  </a:lnTo>
                  <a:lnTo>
                    <a:pt x="3452" y="4921"/>
                  </a:lnTo>
                  <a:lnTo>
                    <a:pt x="3528" y="5036"/>
                  </a:lnTo>
                  <a:lnTo>
                    <a:pt x="3912" y="4998"/>
                  </a:lnTo>
                  <a:lnTo>
                    <a:pt x="4219" y="5036"/>
                  </a:lnTo>
                  <a:lnTo>
                    <a:pt x="4628" y="4832"/>
                  </a:lnTo>
                  <a:lnTo>
                    <a:pt x="4679" y="4972"/>
                  </a:lnTo>
                  <a:lnTo>
                    <a:pt x="5203" y="5049"/>
                  </a:lnTo>
                  <a:lnTo>
                    <a:pt x="5573" y="5215"/>
                  </a:lnTo>
                  <a:lnTo>
                    <a:pt x="5650" y="5305"/>
                  </a:lnTo>
                  <a:lnTo>
                    <a:pt x="5739" y="5228"/>
                  </a:lnTo>
                  <a:lnTo>
                    <a:pt x="5778" y="4755"/>
                  </a:lnTo>
                  <a:lnTo>
                    <a:pt x="6238" y="4359"/>
                  </a:lnTo>
                  <a:lnTo>
                    <a:pt x="6417" y="4257"/>
                  </a:lnTo>
                  <a:lnTo>
                    <a:pt x="6430" y="4257"/>
                  </a:lnTo>
                  <a:lnTo>
                    <a:pt x="6327" y="3707"/>
                  </a:lnTo>
                  <a:lnTo>
                    <a:pt x="6315" y="3477"/>
                  </a:lnTo>
                  <a:lnTo>
                    <a:pt x="6161" y="3221"/>
                  </a:lnTo>
                  <a:lnTo>
                    <a:pt x="6570" y="3221"/>
                  </a:lnTo>
                  <a:lnTo>
                    <a:pt x="6915" y="3388"/>
                  </a:lnTo>
                  <a:lnTo>
                    <a:pt x="7311" y="2915"/>
                  </a:lnTo>
                  <a:lnTo>
                    <a:pt x="7030" y="2710"/>
                  </a:lnTo>
                  <a:lnTo>
                    <a:pt x="6596" y="2608"/>
                  </a:lnTo>
                  <a:lnTo>
                    <a:pt x="6724" y="2314"/>
                  </a:lnTo>
                  <a:lnTo>
                    <a:pt x="6583" y="2289"/>
                  </a:lnTo>
                  <a:lnTo>
                    <a:pt x="6200" y="2033"/>
                  </a:lnTo>
                  <a:lnTo>
                    <a:pt x="6200" y="1713"/>
                  </a:lnTo>
                  <a:lnTo>
                    <a:pt x="5970" y="1752"/>
                  </a:lnTo>
                  <a:lnTo>
                    <a:pt x="5854" y="1445"/>
                  </a:lnTo>
                  <a:lnTo>
                    <a:pt x="6033" y="1279"/>
                  </a:lnTo>
                  <a:lnTo>
                    <a:pt x="5854" y="1151"/>
                  </a:lnTo>
                  <a:lnTo>
                    <a:pt x="5970" y="921"/>
                  </a:lnTo>
                  <a:lnTo>
                    <a:pt x="5893" y="793"/>
                  </a:lnTo>
                  <a:lnTo>
                    <a:pt x="5727" y="793"/>
                  </a:lnTo>
                  <a:lnTo>
                    <a:pt x="5727" y="461"/>
                  </a:lnTo>
                  <a:lnTo>
                    <a:pt x="5343" y="346"/>
                  </a:lnTo>
                  <a:lnTo>
                    <a:pt x="5037" y="474"/>
                  </a:lnTo>
                  <a:lnTo>
                    <a:pt x="4794" y="474"/>
                  </a:lnTo>
                  <a:lnTo>
                    <a:pt x="4538" y="256"/>
                  </a:lnTo>
                  <a:lnTo>
                    <a:pt x="4244" y="371"/>
                  </a:lnTo>
                  <a:lnTo>
                    <a:pt x="4244" y="141"/>
                  </a:lnTo>
                  <a:lnTo>
                    <a:pt x="3733" y="90"/>
                  </a:lnTo>
                  <a:lnTo>
                    <a:pt x="3720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4" name="Google Shape;694;p60"/>
            <p:cNvSpPr/>
            <p:nvPr/>
          </p:nvSpPr>
          <p:spPr>
            <a:xfrm>
              <a:off x="3935550" y="1770000"/>
              <a:ext cx="3550" cy="4175"/>
            </a:xfrm>
            <a:custGeom>
              <a:rect b="b" l="l" r="r" t="t"/>
              <a:pathLst>
                <a:path extrusionOk="0" h="167" w="142">
                  <a:moveTo>
                    <a:pt x="103" y="1"/>
                  </a:moveTo>
                  <a:lnTo>
                    <a:pt x="65" y="14"/>
                  </a:lnTo>
                  <a:lnTo>
                    <a:pt x="26" y="14"/>
                  </a:lnTo>
                  <a:lnTo>
                    <a:pt x="14" y="39"/>
                  </a:lnTo>
                  <a:lnTo>
                    <a:pt x="14" y="52"/>
                  </a:lnTo>
                  <a:lnTo>
                    <a:pt x="1" y="90"/>
                  </a:lnTo>
                  <a:lnTo>
                    <a:pt x="1" y="116"/>
                  </a:lnTo>
                  <a:lnTo>
                    <a:pt x="14" y="129"/>
                  </a:lnTo>
                  <a:lnTo>
                    <a:pt x="77" y="167"/>
                  </a:lnTo>
                  <a:lnTo>
                    <a:pt x="116" y="167"/>
                  </a:lnTo>
                  <a:lnTo>
                    <a:pt x="129" y="154"/>
                  </a:lnTo>
                  <a:lnTo>
                    <a:pt x="129" y="129"/>
                  </a:lnTo>
                  <a:lnTo>
                    <a:pt x="141" y="90"/>
                  </a:lnTo>
                  <a:lnTo>
                    <a:pt x="141" y="52"/>
                  </a:lnTo>
                  <a:lnTo>
                    <a:pt x="129" y="26"/>
                  </a:lnTo>
                  <a:lnTo>
                    <a:pt x="103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5" name="Google Shape;695;p60"/>
            <p:cNvSpPr/>
            <p:nvPr/>
          </p:nvSpPr>
          <p:spPr>
            <a:xfrm>
              <a:off x="3932375" y="1776400"/>
              <a:ext cx="8950" cy="7375"/>
            </a:xfrm>
            <a:custGeom>
              <a:rect b="b" l="l" r="r" t="t"/>
              <a:pathLst>
                <a:path extrusionOk="0" h="295" w="358">
                  <a:moveTo>
                    <a:pt x="141" y="0"/>
                  </a:moveTo>
                  <a:lnTo>
                    <a:pt x="102" y="64"/>
                  </a:lnTo>
                  <a:lnTo>
                    <a:pt x="51" y="128"/>
                  </a:lnTo>
                  <a:lnTo>
                    <a:pt x="26" y="154"/>
                  </a:lnTo>
                  <a:lnTo>
                    <a:pt x="13" y="192"/>
                  </a:lnTo>
                  <a:lnTo>
                    <a:pt x="0" y="230"/>
                  </a:lnTo>
                  <a:lnTo>
                    <a:pt x="13" y="256"/>
                  </a:lnTo>
                  <a:lnTo>
                    <a:pt x="38" y="282"/>
                  </a:lnTo>
                  <a:lnTo>
                    <a:pt x="51" y="294"/>
                  </a:lnTo>
                  <a:lnTo>
                    <a:pt x="102" y="294"/>
                  </a:lnTo>
                  <a:lnTo>
                    <a:pt x="153" y="282"/>
                  </a:lnTo>
                  <a:lnTo>
                    <a:pt x="204" y="243"/>
                  </a:lnTo>
                  <a:lnTo>
                    <a:pt x="294" y="205"/>
                  </a:lnTo>
                  <a:lnTo>
                    <a:pt x="332" y="179"/>
                  </a:lnTo>
                  <a:lnTo>
                    <a:pt x="358" y="141"/>
                  </a:lnTo>
                  <a:lnTo>
                    <a:pt x="332" y="52"/>
                  </a:lnTo>
                  <a:lnTo>
                    <a:pt x="320" y="39"/>
                  </a:lnTo>
                  <a:lnTo>
                    <a:pt x="307" y="26"/>
                  </a:lnTo>
                  <a:lnTo>
                    <a:pt x="243" y="13"/>
                  </a:lnTo>
                  <a:lnTo>
                    <a:pt x="141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6" name="Google Shape;696;p60"/>
            <p:cNvSpPr/>
            <p:nvPr/>
          </p:nvSpPr>
          <p:spPr>
            <a:xfrm>
              <a:off x="4044525" y="2085050"/>
              <a:ext cx="133575" cy="65200"/>
            </a:xfrm>
            <a:custGeom>
              <a:rect b="b" l="l" r="r" t="t"/>
              <a:pathLst>
                <a:path extrusionOk="0" h="2608" w="5343">
                  <a:moveTo>
                    <a:pt x="3208" y="0"/>
                  </a:moveTo>
                  <a:lnTo>
                    <a:pt x="2428" y="218"/>
                  </a:lnTo>
                  <a:lnTo>
                    <a:pt x="2467" y="512"/>
                  </a:lnTo>
                  <a:lnTo>
                    <a:pt x="2428" y="818"/>
                  </a:lnTo>
                  <a:lnTo>
                    <a:pt x="2058" y="1061"/>
                  </a:lnTo>
                  <a:lnTo>
                    <a:pt x="1764" y="1061"/>
                  </a:lnTo>
                  <a:lnTo>
                    <a:pt x="1304" y="550"/>
                  </a:lnTo>
                  <a:lnTo>
                    <a:pt x="1176" y="256"/>
                  </a:lnTo>
                  <a:lnTo>
                    <a:pt x="895" y="333"/>
                  </a:lnTo>
                  <a:lnTo>
                    <a:pt x="422" y="627"/>
                  </a:lnTo>
                  <a:lnTo>
                    <a:pt x="268" y="1010"/>
                  </a:lnTo>
                  <a:lnTo>
                    <a:pt x="358" y="1304"/>
                  </a:lnTo>
                  <a:lnTo>
                    <a:pt x="115" y="1470"/>
                  </a:lnTo>
                  <a:lnTo>
                    <a:pt x="0" y="1713"/>
                  </a:lnTo>
                  <a:lnTo>
                    <a:pt x="51" y="1956"/>
                  </a:lnTo>
                  <a:lnTo>
                    <a:pt x="754" y="1726"/>
                  </a:lnTo>
                  <a:lnTo>
                    <a:pt x="2352" y="1905"/>
                  </a:lnTo>
                  <a:lnTo>
                    <a:pt x="2594" y="1905"/>
                  </a:lnTo>
                  <a:lnTo>
                    <a:pt x="2748" y="1726"/>
                  </a:lnTo>
                  <a:lnTo>
                    <a:pt x="2991" y="1726"/>
                  </a:lnTo>
                  <a:lnTo>
                    <a:pt x="2991" y="1981"/>
                  </a:lnTo>
                  <a:lnTo>
                    <a:pt x="3285" y="1994"/>
                  </a:lnTo>
                  <a:lnTo>
                    <a:pt x="4141" y="2608"/>
                  </a:lnTo>
                  <a:lnTo>
                    <a:pt x="4499" y="2314"/>
                  </a:lnTo>
                  <a:lnTo>
                    <a:pt x="4959" y="2378"/>
                  </a:lnTo>
                  <a:lnTo>
                    <a:pt x="5112" y="2033"/>
                  </a:lnTo>
                  <a:lnTo>
                    <a:pt x="5342" y="1943"/>
                  </a:lnTo>
                  <a:lnTo>
                    <a:pt x="5253" y="1483"/>
                  </a:lnTo>
                  <a:lnTo>
                    <a:pt x="5125" y="1010"/>
                  </a:lnTo>
                  <a:lnTo>
                    <a:pt x="5240" y="652"/>
                  </a:lnTo>
                  <a:lnTo>
                    <a:pt x="5138" y="537"/>
                  </a:lnTo>
                  <a:lnTo>
                    <a:pt x="4128" y="678"/>
                  </a:lnTo>
                  <a:lnTo>
                    <a:pt x="3834" y="294"/>
                  </a:lnTo>
                  <a:lnTo>
                    <a:pt x="3208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7" name="Google Shape;697;p60"/>
            <p:cNvSpPr/>
            <p:nvPr/>
          </p:nvSpPr>
          <p:spPr>
            <a:xfrm>
              <a:off x="3735850" y="1671600"/>
              <a:ext cx="450875" cy="408675"/>
            </a:xfrm>
            <a:custGeom>
              <a:rect b="b" l="l" r="r" t="t"/>
              <a:pathLst>
                <a:path extrusionOk="0" h="16347" w="18035">
                  <a:moveTo>
                    <a:pt x="15644" y="0"/>
                  </a:moveTo>
                  <a:lnTo>
                    <a:pt x="15632" y="13"/>
                  </a:lnTo>
                  <a:lnTo>
                    <a:pt x="15619" y="39"/>
                  </a:lnTo>
                  <a:lnTo>
                    <a:pt x="15581" y="77"/>
                  </a:lnTo>
                  <a:lnTo>
                    <a:pt x="15555" y="115"/>
                  </a:lnTo>
                  <a:lnTo>
                    <a:pt x="15568" y="128"/>
                  </a:lnTo>
                  <a:lnTo>
                    <a:pt x="15581" y="141"/>
                  </a:lnTo>
                  <a:lnTo>
                    <a:pt x="15632" y="167"/>
                  </a:lnTo>
                  <a:lnTo>
                    <a:pt x="15657" y="192"/>
                  </a:lnTo>
                  <a:lnTo>
                    <a:pt x="15683" y="218"/>
                  </a:lnTo>
                  <a:lnTo>
                    <a:pt x="15644" y="230"/>
                  </a:lnTo>
                  <a:lnTo>
                    <a:pt x="15606" y="230"/>
                  </a:lnTo>
                  <a:lnTo>
                    <a:pt x="15529" y="205"/>
                  </a:lnTo>
                  <a:lnTo>
                    <a:pt x="15453" y="179"/>
                  </a:lnTo>
                  <a:lnTo>
                    <a:pt x="15402" y="179"/>
                  </a:lnTo>
                  <a:lnTo>
                    <a:pt x="15363" y="192"/>
                  </a:lnTo>
                  <a:lnTo>
                    <a:pt x="15363" y="218"/>
                  </a:lnTo>
                  <a:lnTo>
                    <a:pt x="15363" y="243"/>
                  </a:lnTo>
                  <a:lnTo>
                    <a:pt x="15363" y="282"/>
                  </a:lnTo>
                  <a:lnTo>
                    <a:pt x="15389" y="320"/>
                  </a:lnTo>
                  <a:lnTo>
                    <a:pt x="15440" y="345"/>
                  </a:lnTo>
                  <a:lnTo>
                    <a:pt x="15478" y="345"/>
                  </a:lnTo>
                  <a:lnTo>
                    <a:pt x="15529" y="358"/>
                  </a:lnTo>
                  <a:lnTo>
                    <a:pt x="15555" y="384"/>
                  </a:lnTo>
                  <a:lnTo>
                    <a:pt x="15568" y="397"/>
                  </a:lnTo>
                  <a:lnTo>
                    <a:pt x="15593" y="422"/>
                  </a:lnTo>
                  <a:lnTo>
                    <a:pt x="15606" y="448"/>
                  </a:lnTo>
                  <a:lnTo>
                    <a:pt x="15593" y="473"/>
                  </a:lnTo>
                  <a:lnTo>
                    <a:pt x="15581" y="486"/>
                  </a:lnTo>
                  <a:lnTo>
                    <a:pt x="15542" y="524"/>
                  </a:lnTo>
                  <a:lnTo>
                    <a:pt x="15517" y="550"/>
                  </a:lnTo>
                  <a:lnTo>
                    <a:pt x="15504" y="588"/>
                  </a:lnTo>
                  <a:lnTo>
                    <a:pt x="15504" y="614"/>
                  </a:lnTo>
                  <a:lnTo>
                    <a:pt x="15529" y="678"/>
                  </a:lnTo>
                  <a:lnTo>
                    <a:pt x="15542" y="754"/>
                  </a:lnTo>
                  <a:lnTo>
                    <a:pt x="15542" y="793"/>
                  </a:lnTo>
                  <a:lnTo>
                    <a:pt x="15542" y="818"/>
                  </a:lnTo>
                  <a:lnTo>
                    <a:pt x="15504" y="857"/>
                  </a:lnTo>
                  <a:lnTo>
                    <a:pt x="15453" y="882"/>
                  </a:lnTo>
                  <a:lnTo>
                    <a:pt x="15338" y="946"/>
                  </a:lnTo>
                  <a:lnTo>
                    <a:pt x="15261" y="869"/>
                  </a:lnTo>
                  <a:lnTo>
                    <a:pt x="15223" y="806"/>
                  </a:lnTo>
                  <a:lnTo>
                    <a:pt x="15197" y="729"/>
                  </a:lnTo>
                  <a:lnTo>
                    <a:pt x="15197" y="639"/>
                  </a:lnTo>
                  <a:lnTo>
                    <a:pt x="15197" y="601"/>
                  </a:lnTo>
                  <a:lnTo>
                    <a:pt x="15184" y="563"/>
                  </a:lnTo>
                  <a:lnTo>
                    <a:pt x="15159" y="499"/>
                  </a:lnTo>
                  <a:lnTo>
                    <a:pt x="15133" y="473"/>
                  </a:lnTo>
                  <a:lnTo>
                    <a:pt x="15108" y="448"/>
                  </a:lnTo>
                  <a:lnTo>
                    <a:pt x="15005" y="448"/>
                  </a:lnTo>
                  <a:lnTo>
                    <a:pt x="14941" y="473"/>
                  </a:lnTo>
                  <a:lnTo>
                    <a:pt x="14890" y="512"/>
                  </a:lnTo>
                  <a:lnTo>
                    <a:pt x="14852" y="563"/>
                  </a:lnTo>
                  <a:lnTo>
                    <a:pt x="14826" y="614"/>
                  </a:lnTo>
                  <a:lnTo>
                    <a:pt x="14801" y="678"/>
                  </a:lnTo>
                  <a:lnTo>
                    <a:pt x="14775" y="742"/>
                  </a:lnTo>
                  <a:lnTo>
                    <a:pt x="14775" y="818"/>
                  </a:lnTo>
                  <a:lnTo>
                    <a:pt x="14775" y="895"/>
                  </a:lnTo>
                  <a:lnTo>
                    <a:pt x="14763" y="972"/>
                  </a:lnTo>
                  <a:lnTo>
                    <a:pt x="14737" y="1048"/>
                  </a:lnTo>
                  <a:lnTo>
                    <a:pt x="14711" y="1112"/>
                  </a:lnTo>
                  <a:lnTo>
                    <a:pt x="14699" y="1163"/>
                  </a:lnTo>
                  <a:lnTo>
                    <a:pt x="14711" y="1240"/>
                  </a:lnTo>
                  <a:lnTo>
                    <a:pt x="14711" y="1266"/>
                  </a:lnTo>
                  <a:lnTo>
                    <a:pt x="14711" y="1304"/>
                  </a:lnTo>
                  <a:lnTo>
                    <a:pt x="14699" y="1330"/>
                  </a:lnTo>
                  <a:lnTo>
                    <a:pt x="14673" y="1342"/>
                  </a:lnTo>
                  <a:lnTo>
                    <a:pt x="14609" y="1368"/>
                  </a:lnTo>
                  <a:lnTo>
                    <a:pt x="14545" y="1381"/>
                  </a:lnTo>
                  <a:lnTo>
                    <a:pt x="14494" y="1368"/>
                  </a:lnTo>
                  <a:lnTo>
                    <a:pt x="14469" y="1342"/>
                  </a:lnTo>
                  <a:lnTo>
                    <a:pt x="14456" y="1304"/>
                  </a:lnTo>
                  <a:lnTo>
                    <a:pt x="14456" y="1253"/>
                  </a:lnTo>
                  <a:lnTo>
                    <a:pt x="14469" y="1215"/>
                  </a:lnTo>
                  <a:lnTo>
                    <a:pt x="14481" y="1087"/>
                  </a:lnTo>
                  <a:lnTo>
                    <a:pt x="14507" y="972"/>
                  </a:lnTo>
                  <a:lnTo>
                    <a:pt x="14545" y="869"/>
                  </a:lnTo>
                  <a:lnTo>
                    <a:pt x="14571" y="767"/>
                  </a:lnTo>
                  <a:lnTo>
                    <a:pt x="14609" y="678"/>
                  </a:lnTo>
                  <a:lnTo>
                    <a:pt x="14648" y="614"/>
                  </a:lnTo>
                  <a:lnTo>
                    <a:pt x="14660" y="588"/>
                  </a:lnTo>
                  <a:lnTo>
                    <a:pt x="14660" y="550"/>
                  </a:lnTo>
                  <a:lnTo>
                    <a:pt x="14635" y="524"/>
                  </a:lnTo>
                  <a:lnTo>
                    <a:pt x="14596" y="499"/>
                  </a:lnTo>
                  <a:lnTo>
                    <a:pt x="14430" y="499"/>
                  </a:lnTo>
                  <a:lnTo>
                    <a:pt x="14405" y="512"/>
                  </a:lnTo>
                  <a:lnTo>
                    <a:pt x="14379" y="524"/>
                  </a:lnTo>
                  <a:lnTo>
                    <a:pt x="14354" y="537"/>
                  </a:lnTo>
                  <a:lnTo>
                    <a:pt x="14328" y="550"/>
                  </a:lnTo>
                  <a:lnTo>
                    <a:pt x="14302" y="550"/>
                  </a:lnTo>
                  <a:lnTo>
                    <a:pt x="14264" y="537"/>
                  </a:lnTo>
                  <a:lnTo>
                    <a:pt x="14213" y="499"/>
                  </a:lnTo>
                  <a:lnTo>
                    <a:pt x="14124" y="473"/>
                  </a:lnTo>
                  <a:lnTo>
                    <a:pt x="14034" y="460"/>
                  </a:lnTo>
                  <a:lnTo>
                    <a:pt x="13919" y="460"/>
                  </a:lnTo>
                  <a:lnTo>
                    <a:pt x="13868" y="473"/>
                  </a:lnTo>
                  <a:lnTo>
                    <a:pt x="13842" y="486"/>
                  </a:lnTo>
                  <a:lnTo>
                    <a:pt x="13830" y="499"/>
                  </a:lnTo>
                  <a:lnTo>
                    <a:pt x="13830" y="524"/>
                  </a:lnTo>
                  <a:lnTo>
                    <a:pt x="13842" y="537"/>
                  </a:lnTo>
                  <a:lnTo>
                    <a:pt x="13881" y="563"/>
                  </a:lnTo>
                  <a:lnTo>
                    <a:pt x="13893" y="576"/>
                  </a:lnTo>
                  <a:lnTo>
                    <a:pt x="13919" y="601"/>
                  </a:lnTo>
                  <a:lnTo>
                    <a:pt x="13945" y="614"/>
                  </a:lnTo>
                  <a:lnTo>
                    <a:pt x="13983" y="627"/>
                  </a:lnTo>
                  <a:lnTo>
                    <a:pt x="14021" y="627"/>
                  </a:lnTo>
                  <a:lnTo>
                    <a:pt x="14060" y="639"/>
                  </a:lnTo>
                  <a:lnTo>
                    <a:pt x="14072" y="678"/>
                  </a:lnTo>
                  <a:lnTo>
                    <a:pt x="14085" y="716"/>
                  </a:lnTo>
                  <a:lnTo>
                    <a:pt x="14098" y="780"/>
                  </a:lnTo>
                  <a:lnTo>
                    <a:pt x="13957" y="780"/>
                  </a:lnTo>
                  <a:lnTo>
                    <a:pt x="13945" y="793"/>
                  </a:lnTo>
                  <a:lnTo>
                    <a:pt x="13932" y="818"/>
                  </a:lnTo>
                  <a:lnTo>
                    <a:pt x="13919" y="844"/>
                  </a:lnTo>
                  <a:lnTo>
                    <a:pt x="13945" y="895"/>
                  </a:lnTo>
                  <a:lnTo>
                    <a:pt x="13932" y="895"/>
                  </a:lnTo>
                  <a:lnTo>
                    <a:pt x="13919" y="921"/>
                  </a:lnTo>
                  <a:lnTo>
                    <a:pt x="13906" y="946"/>
                  </a:lnTo>
                  <a:lnTo>
                    <a:pt x="13906" y="997"/>
                  </a:lnTo>
                  <a:lnTo>
                    <a:pt x="13919" y="1010"/>
                  </a:lnTo>
                  <a:lnTo>
                    <a:pt x="13945" y="1023"/>
                  </a:lnTo>
                  <a:lnTo>
                    <a:pt x="14008" y="1036"/>
                  </a:lnTo>
                  <a:lnTo>
                    <a:pt x="13996" y="1048"/>
                  </a:lnTo>
                  <a:lnTo>
                    <a:pt x="13957" y="1061"/>
                  </a:lnTo>
                  <a:lnTo>
                    <a:pt x="13842" y="1074"/>
                  </a:lnTo>
                  <a:lnTo>
                    <a:pt x="13689" y="1100"/>
                  </a:lnTo>
                  <a:lnTo>
                    <a:pt x="13612" y="1125"/>
                  </a:lnTo>
                  <a:lnTo>
                    <a:pt x="13587" y="1138"/>
                  </a:lnTo>
                  <a:lnTo>
                    <a:pt x="13561" y="1163"/>
                  </a:lnTo>
                  <a:lnTo>
                    <a:pt x="13523" y="1227"/>
                  </a:lnTo>
                  <a:lnTo>
                    <a:pt x="13497" y="1291"/>
                  </a:lnTo>
                  <a:lnTo>
                    <a:pt x="13497" y="1317"/>
                  </a:lnTo>
                  <a:lnTo>
                    <a:pt x="13510" y="1342"/>
                  </a:lnTo>
                  <a:lnTo>
                    <a:pt x="13536" y="1381"/>
                  </a:lnTo>
                  <a:lnTo>
                    <a:pt x="13408" y="1393"/>
                  </a:lnTo>
                  <a:lnTo>
                    <a:pt x="13382" y="1393"/>
                  </a:lnTo>
                  <a:lnTo>
                    <a:pt x="13369" y="1406"/>
                  </a:lnTo>
                  <a:lnTo>
                    <a:pt x="13369" y="1432"/>
                  </a:lnTo>
                  <a:lnTo>
                    <a:pt x="13369" y="1445"/>
                  </a:lnTo>
                  <a:lnTo>
                    <a:pt x="13484" y="1457"/>
                  </a:lnTo>
                  <a:lnTo>
                    <a:pt x="13484" y="1470"/>
                  </a:lnTo>
                  <a:lnTo>
                    <a:pt x="13472" y="1483"/>
                  </a:lnTo>
                  <a:lnTo>
                    <a:pt x="13484" y="1496"/>
                  </a:lnTo>
                  <a:lnTo>
                    <a:pt x="13510" y="1509"/>
                  </a:lnTo>
                  <a:lnTo>
                    <a:pt x="13561" y="1534"/>
                  </a:lnTo>
                  <a:lnTo>
                    <a:pt x="13587" y="1560"/>
                  </a:lnTo>
                  <a:lnTo>
                    <a:pt x="13600" y="1585"/>
                  </a:lnTo>
                  <a:lnTo>
                    <a:pt x="13600" y="1624"/>
                  </a:lnTo>
                  <a:lnTo>
                    <a:pt x="13600" y="1662"/>
                  </a:lnTo>
                  <a:lnTo>
                    <a:pt x="13574" y="1687"/>
                  </a:lnTo>
                  <a:lnTo>
                    <a:pt x="13523" y="1700"/>
                  </a:lnTo>
                  <a:lnTo>
                    <a:pt x="13472" y="1713"/>
                  </a:lnTo>
                  <a:lnTo>
                    <a:pt x="13382" y="1726"/>
                  </a:lnTo>
                  <a:lnTo>
                    <a:pt x="13357" y="1713"/>
                  </a:lnTo>
                  <a:lnTo>
                    <a:pt x="13344" y="1713"/>
                  </a:lnTo>
                  <a:lnTo>
                    <a:pt x="13331" y="1675"/>
                  </a:lnTo>
                  <a:lnTo>
                    <a:pt x="13344" y="1636"/>
                  </a:lnTo>
                  <a:lnTo>
                    <a:pt x="13357" y="1611"/>
                  </a:lnTo>
                  <a:lnTo>
                    <a:pt x="13357" y="1585"/>
                  </a:lnTo>
                  <a:lnTo>
                    <a:pt x="13357" y="1572"/>
                  </a:lnTo>
                  <a:lnTo>
                    <a:pt x="13331" y="1560"/>
                  </a:lnTo>
                  <a:lnTo>
                    <a:pt x="13280" y="1547"/>
                  </a:lnTo>
                  <a:lnTo>
                    <a:pt x="13165" y="1547"/>
                  </a:lnTo>
                  <a:lnTo>
                    <a:pt x="13152" y="1534"/>
                  </a:lnTo>
                  <a:lnTo>
                    <a:pt x="13152" y="1509"/>
                  </a:lnTo>
                  <a:lnTo>
                    <a:pt x="13152" y="1496"/>
                  </a:lnTo>
                  <a:lnTo>
                    <a:pt x="13203" y="1470"/>
                  </a:lnTo>
                  <a:lnTo>
                    <a:pt x="13242" y="1445"/>
                  </a:lnTo>
                  <a:lnTo>
                    <a:pt x="13242" y="1432"/>
                  </a:lnTo>
                  <a:lnTo>
                    <a:pt x="13242" y="1406"/>
                  </a:lnTo>
                  <a:lnTo>
                    <a:pt x="13216" y="1393"/>
                  </a:lnTo>
                  <a:lnTo>
                    <a:pt x="13050" y="1393"/>
                  </a:lnTo>
                  <a:lnTo>
                    <a:pt x="12999" y="1406"/>
                  </a:lnTo>
                  <a:lnTo>
                    <a:pt x="12960" y="1419"/>
                  </a:lnTo>
                  <a:lnTo>
                    <a:pt x="12948" y="1445"/>
                  </a:lnTo>
                  <a:lnTo>
                    <a:pt x="12909" y="1457"/>
                  </a:lnTo>
                  <a:lnTo>
                    <a:pt x="12884" y="1445"/>
                  </a:lnTo>
                  <a:lnTo>
                    <a:pt x="12858" y="1419"/>
                  </a:lnTo>
                  <a:lnTo>
                    <a:pt x="12858" y="1393"/>
                  </a:lnTo>
                  <a:lnTo>
                    <a:pt x="12845" y="1368"/>
                  </a:lnTo>
                  <a:lnTo>
                    <a:pt x="12794" y="1342"/>
                  </a:lnTo>
                  <a:lnTo>
                    <a:pt x="12718" y="1342"/>
                  </a:lnTo>
                  <a:lnTo>
                    <a:pt x="12577" y="1355"/>
                  </a:lnTo>
                  <a:lnTo>
                    <a:pt x="12462" y="1355"/>
                  </a:lnTo>
                  <a:lnTo>
                    <a:pt x="12411" y="1368"/>
                  </a:lnTo>
                  <a:lnTo>
                    <a:pt x="12373" y="1381"/>
                  </a:lnTo>
                  <a:lnTo>
                    <a:pt x="12360" y="1419"/>
                  </a:lnTo>
                  <a:lnTo>
                    <a:pt x="12373" y="1445"/>
                  </a:lnTo>
                  <a:lnTo>
                    <a:pt x="12385" y="1470"/>
                  </a:lnTo>
                  <a:lnTo>
                    <a:pt x="12411" y="1483"/>
                  </a:lnTo>
                  <a:lnTo>
                    <a:pt x="12475" y="1483"/>
                  </a:lnTo>
                  <a:lnTo>
                    <a:pt x="12564" y="1496"/>
                  </a:lnTo>
                  <a:lnTo>
                    <a:pt x="12641" y="1534"/>
                  </a:lnTo>
                  <a:lnTo>
                    <a:pt x="12705" y="1585"/>
                  </a:lnTo>
                  <a:lnTo>
                    <a:pt x="12730" y="1611"/>
                  </a:lnTo>
                  <a:lnTo>
                    <a:pt x="12730" y="1636"/>
                  </a:lnTo>
                  <a:lnTo>
                    <a:pt x="12743" y="1751"/>
                  </a:lnTo>
                  <a:lnTo>
                    <a:pt x="12730" y="1802"/>
                  </a:lnTo>
                  <a:lnTo>
                    <a:pt x="12730" y="1841"/>
                  </a:lnTo>
                  <a:lnTo>
                    <a:pt x="12743" y="1854"/>
                  </a:lnTo>
                  <a:lnTo>
                    <a:pt x="12756" y="1879"/>
                  </a:lnTo>
                  <a:lnTo>
                    <a:pt x="12794" y="1879"/>
                  </a:lnTo>
                  <a:lnTo>
                    <a:pt x="12820" y="1892"/>
                  </a:lnTo>
                  <a:lnTo>
                    <a:pt x="12845" y="1905"/>
                  </a:lnTo>
                  <a:lnTo>
                    <a:pt x="12858" y="1930"/>
                  </a:lnTo>
                  <a:lnTo>
                    <a:pt x="12858" y="1956"/>
                  </a:lnTo>
                  <a:lnTo>
                    <a:pt x="12858" y="2007"/>
                  </a:lnTo>
                  <a:lnTo>
                    <a:pt x="12782" y="2007"/>
                  </a:lnTo>
                  <a:lnTo>
                    <a:pt x="12705" y="1981"/>
                  </a:lnTo>
                  <a:lnTo>
                    <a:pt x="12667" y="1956"/>
                  </a:lnTo>
                  <a:lnTo>
                    <a:pt x="12654" y="1930"/>
                  </a:lnTo>
                  <a:lnTo>
                    <a:pt x="12628" y="1879"/>
                  </a:lnTo>
                  <a:lnTo>
                    <a:pt x="12590" y="1828"/>
                  </a:lnTo>
                  <a:lnTo>
                    <a:pt x="12552" y="1790"/>
                  </a:lnTo>
                  <a:lnTo>
                    <a:pt x="12539" y="1739"/>
                  </a:lnTo>
                  <a:lnTo>
                    <a:pt x="12513" y="1726"/>
                  </a:lnTo>
                  <a:lnTo>
                    <a:pt x="12488" y="1713"/>
                  </a:lnTo>
                  <a:lnTo>
                    <a:pt x="12462" y="1713"/>
                  </a:lnTo>
                  <a:lnTo>
                    <a:pt x="12449" y="1687"/>
                  </a:lnTo>
                  <a:lnTo>
                    <a:pt x="12360" y="1687"/>
                  </a:lnTo>
                  <a:lnTo>
                    <a:pt x="12347" y="1700"/>
                  </a:lnTo>
                  <a:lnTo>
                    <a:pt x="12334" y="1713"/>
                  </a:lnTo>
                  <a:lnTo>
                    <a:pt x="12334" y="1739"/>
                  </a:lnTo>
                  <a:lnTo>
                    <a:pt x="12321" y="1764"/>
                  </a:lnTo>
                  <a:lnTo>
                    <a:pt x="12309" y="1777"/>
                  </a:lnTo>
                  <a:lnTo>
                    <a:pt x="12296" y="1828"/>
                  </a:lnTo>
                  <a:lnTo>
                    <a:pt x="12283" y="1866"/>
                  </a:lnTo>
                  <a:lnTo>
                    <a:pt x="12245" y="1892"/>
                  </a:lnTo>
                  <a:lnTo>
                    <a:pt x="12168" y="1956"/>
                  </a:lnTo>
                  <a:lnTo>
                    <a:pt x="12091" y="2020"/>
                  </a:lnTo>
                  <a:lnTo>
                    <a:pt x="12079" y="2058"/>
                  </a:lnTo>
                  <a:lnTo>
                    <a:pt x="12066" y="2096"/>
                  </a:lnTo>
                  <a:lnTo>
                    <a:pt x="12066" y="2135"/>
                  </a:lnTo>
                  <a:lnTo>
                    <a:pt x="12053" y="2160"/>
                  </a:lnTo>
                  <a:lnTo>
                    <a:pt x="12015" y="2224"/>
                  </a:lnTo>
                  <a:lnTo>
                    <a:pt x="11976" y="2275"/>
                  </a:lnTo>
                  <a:lnTo>
                    <a:pt x="11964" y="2301"/>
                  </a:lnTo>
                  <a:lnTo>
                    <a:pt x="11938" y="2326"/>
                  </a:lnTo>
                  <a:lnTo>
                    <a:pt x="11900" y="2326"/>
                  </a:lnTo>
                  <a:lnTo>
                    <a:pt x="11874" y="2314"/>
                  </a:lnTo>
                  <a:lnTo>
                    <a:pt x="11861" y="2288"/>
                  </a:lnTo>
                  <a:lnTo>
                    <a:pt x="11861" y="2263"/>
                  </a:lnTo>
                  <a:lnTo>
                    <a:pt x="11874" y="2237"/>
                  </a:lnTo>
                  <a:lnTo>
                    <a:pt x="11912" y="2211"/>
                  </a:lnTo>
                  <a:lnTo>
                    <a:pt x="11938" y="2186"/>
                  </a:lnTo>
                  <a:lnTo>
                    <a:pt x="11951" y="2148"/>
                  </a:lnTo>
                  <a:lnTo>
                    <a:pt x="11964" y="2122"/>
                  </a:lnTo>
                  <a:lnTo>
                    <a:pt x="11964" y="2084"/>
                  </a:lnTo>
                  <a:lnTo>
                    <a:pt x="11951" y="2020"/>
                  </a:lnTo>
                  <a:lnTo>
                    <a:pt x="11951" y="1956"/>
                  </a:lnTo>
                  <a:lnTo>
                    <a:pt x="11938" y="1930"/>
                  </a:lnTo>
                  <a:lnTo>
                    <a:pt x="11900" y="1917"/>
                  </a:lnTo>
                  <a:lnTo>
                    <a:pt x="11721" y="1917"/>
                  </a:lnTo>
                  <a:lnTo>
                    <a:pt x="11682" y="1930"/>
                  </a:lnTo>
                  <a:lnTo>
                    <a:pt x="11657" y="1956"/>
                  </a:lnTo>
                  <a:lnTo>
                    <a:pt x="11644" y="1917"/>
                  </a:lnTo>
                  <a:lnTo>
                    <a:pt x="11593" y="1905"/>
                  </a:lnTo>
                  <a:lnTo>
                    <a:pt x="11529" y="1892"/>
                  </a:lnTo>
                  <a:lnTo>
                    <a:pt x="11503" y="1879"/>
                  </a:lnTo>
                  <a:lnTo>
                    <a:pt x="11452" y="1815"/>
                  </a:lnTo>
                  <a:lnTo>
                    <a:pt x="11427" y="1828"/>
                  </a:lnTo>
                  <a:lnTo>
                    <a:pt x="11401" y="1841"/>
                  </a:lnTo>
                  <a:lnTo>
                    <a:pt x="11376" y="1866"/>
                  </a:lnTo>
                  <a:lnTo>
                    <a:pt x="11363" y="1892"/>
                  </a:lnTo>
                  <a:lnTo>
                    <a:pt x="11363" y="1943"/>
                  </a:lnTo>
                  <a:lnTo>
                    <a:pt x="11376" y="1981"/>
                  </a:lnTo>
                  <a:lnTo>
                    <a:pt x="11350" y="2020"/>
                  </a:lnTo>
                  <a:lnTo>
                    <a:pt x="11350" y="2045"/>
                  </a:lnTo>
                  <a:lnTo>
                    <a:pt x="11363" y="2058"/>
                  </a:lnTo>
                  <a:lnTo>
                    <a:pt x="11312" y="2122"/>
                  </a:lnTo>
                  <a:lnTo>
                    <a:pt x="11286" y="2186"/>
                  </a:lnTo>
                  <a:lnTo>
                    <a:pt x="11286" y="2263"/>
                  </a:lnTo>
                  <a:lnTo>
                    <a:pt x="11273" y="2326"/>
                  </a:lnTo>
                  <a:lnTo>
                    <a:pt x="11261" y="2403"/>
                  </a:lnTo>
                  <a:lnTo>
                    <a:pt x="11197" y="2352"/>
                  </a:lnTo>
                  <a:lnTo>
                    <a:pt x="11158" y="2352"/>
                  </a:lnTo>
                  <a:lnTo>
                    <a:pt x="11120" y="2365"/>
                  </a:lnTo>
                  <a:lnTo>
                    <a:pt x="11095" y="2378"/>
                  </a:lnTo>
                  <a:lnTo>
                    <a:pt x="11082" y="2403"/>
                  </a:lnTo>
                  <a:lnTo>
                    <a:pt x="11082" y="2416"/>
                  </a:lnTo>
                  <a:lnTo>
                    <a:pt x="11069" y="2390"/>
                  </a:lnTo>
                  <a:lnTo>
                    <a:pt x="11031" y="2378"/>
                  </a:lnTo>
                  <a:lnTo>
                    <a:pt x="10979" y="2365"/>
                  </a:lnTo>
                  <a:lnTo>
                    <a:pt x="10941" y="2365"/>
                  </a:lnTo>
                  <a:lnTo>
                    <a:pt x="10916" y="2378"/>
                  </a:lnTo>
                  <a:lnTo>
                    <a:pt x="10903" y="2390"/>
                  </a:lnTo>
                  <a:lnTo>
                    <a:pt x="10903" y="2416"/>
                  </a:lnTo>
                  <a:lnTo>
                    <a:pt x="10928" y="2467"/>
                  </a:lnTo>
                  <a:lnTo>
                    <a:pt x="10954" y="2505"/>
                  </a:lnTo>
                  <a:lnTo>
                    <a:pt x="10903" y="2531"/>
                  </a:lnTo>
                  <a:lnTo>
                    <a:pt x="10852" y="2557"/>
                  </a:lnTo>
                  <a:lnTo>
                    <a:pt x="10801" y="2582"/>
                  </a:lnTo>
                  <a:lnTo>
                    <a:pt x="10788" y="2544"/>
                  </a:lnTo>
                  <a:lnTo>
                    <a:pt x="10749" y="2505"/>
                  </a:lnTo>
                  <a:lnTo>
                    <a:pt x="10724" y="2493"/>
                  </a:lnTo>
                  <a:lnTo>
                    <a:pt x="10686" y="2493"/>
                  </a:lnTo>
                  <a:lnTo>
                    <a:pt x="10609" y="2518"/>
                  </a:lnTo>
                  <a:lnTo>
                    <a:pt x="10583" y="2531"/>
                  </a:lnTo>
                  <a:lnTo>
                    <a:pt x="10571" y="2557"/>
                  </a:lnTo>
                  <a:lnTo>
                    <a:pt x="10558" y="2595"/>
                  </a:lnTo>
                  <a:lnTo>
                    <a:pt x="10558" y="2735"/>
                  </a:lnTo>
                  <a:lnTo>
                    <a:pt x="10571" y="2761"/>
                  </a:lnTo>
                  <a:lnTo>
                    <a:pt x="10596" y="2799"/>
                  </a:lnTo>
                  <a:lnTo>
                    <a:pt x="10609" y="2825"/>
                  </a:lnTo>
                  <a:lnTo>
                    <a:pt x="10609" y="2863"/>
                  </a:lnTo>
                  <a:lnTo>
                    <a:pt x="10545" y="2876"/>
                  </a:lnTo>
                  <a:lnTo>
                    <a:pt x="10455" y="2876"/>
                  </a:lnTo>
                  <a:lnTo>
                    <a:pt x="10430" y="2838"/>
                  </a:lnTo>
                  <a:lnTo>
                    <a:pt x="10353" y="2838"/>
                  </a:lnTo>
                  <a:lnTo>
                    <a:pt x="10302" y="2850"/>
                  </a:lnTo>
                  <a:lnTo>
                    <a:pt x="10264" y="2863"/>
                  </a:lnTo>
                  <a:lnTo>
                    <a:pt x="10238" y="2876"/>
                  </a:lnTo>
                  <a:lnTo>
                    <a:pt x="10225" y="2902"/>
                  </a:lnTo>
                  <a:lnTo>
                    <a:pt x="10200" y="2914"/>
                  </a:lnTo>
                  <a:lnTo>
                    <a:pt x="10174" y="2927"/>
                  </a:lnTo>
                  <a:lnTo>
                    <a:pt x="10098" y="2927"/>
                  </a:lnTo>
                  <a:lnTo>
                    <a:pt x="10110" y="2965"/>
                  </a:lnTo>
                  <a:lnTo>
                    <a:pt x="10136" y="2991"/>
                  </a:lnTo>
                  <a:lnTo>
                    <a:pt x="10162" y="3017"/>
                  </a:lnTo>
                  <a:lnTo>
                    <a:pt x="10174" y="3029"/>
                  </a:lnTo>
                  <a:lnTo>
                    <a:pt x="10174" y="3042"/>
                  </a:lnTo>
                  <a:lnTo>
                    <a:pt x="10149" y="3068"/>
                  </a:lnTo>
                  <a:lnTo>
                    <a:pt x="10123" y="3093"/>
                  </a:lnTo>
                  <a:lnTo>
                    <a:pt x="10085" y="3106"/>
                  </a:lnTo>
                  <a:lnTo>
                    <a:pt x="10072" y="3132"/>
                  </a:lnTo>
                  <a:lnTo>
                    <a:pt x="10072" y="3170"/>
                  </a:lnTo>
                  <a:lnTo>
                    <a:pt x="10085" y="3208"/>
                  </a:lnTo>
                  <a:lnTo>
                    <a:pt x="10123" y="3272"/>
                  </a:lnTo>
                  <a:lnTo>
                    <a:pt x="10149" y="3285"/>
                  </a:lnTo>
                  <a:lnTo>
                    <a:pt x="10187" y="3311"/>
                  </a:lnTo>
                  <a:lnTo>
                    <a:pt x="10225" y="3336"/>
                  </a:lnTo>
                  <a:lnTo>
                    <a:pt x="10264" y="3336"/>
                  </a:lnTo>
                  <a:lnTo>
                    <a:pt x="10251" y="3362"/>
                  </a:lnTo>
                  <a:lnTo>
                    <a:pt x="10213" y="3374"/>
                  </a:lnTo>
                  <a:lnTo>
                    <a:pt x="10149" y="3400"/>
                  </a:lnTo>
                  <a:lnTo>
                    <a:pt x="10085" y="3426"/>
                  </a:lnTo>
                  <a:lnTo>
                    <a:pt x="10021" y="3451"/>
                  </a:lnTo>
                  <a:lnTo>
                    <a:pt x="9944" y="3489"/>
                  </a:lnTo>
                  <a:lnTo>
                    <a:pt x="9804" y="3553"/>
                  </a:lnTo>
                  <a:lnTo>
                    <a:pt x="9676" y="3605"/>
                  </a:lnTo>
                  <a:lnTo>
                    <a:pt x="9599" y="3643"/>
                  </a:lnTo>
                  <a:lnTo>
                    <a:pt x="9586" y="3668"/>
                  </a:lnTo>
                  <a:lnTo>
                    <a:pt x="9586" y="3694"/>
                  </a:lnTo>
                  <a:lnTo>
                    <a:pt x="9753" y="3694"/>
                  </a:lnTo>
                  <a:lnTo>
                    <a:pt x="9714" y="3720"/>
                  </a:lnTo>
                  <a:lnTo>
                    <a:pt x="9676" y="3745"/>
                  </a:lnTo>
                  <a:lnTo>
                    <a:pt x="9663" y="3783"/>
                  </a:lnTo>
                  <a:lnTo>
                    <a:pt x="9663" y="3822"/>
                  </a:lnTo>
                  <a:lnTo>
                    <a:pt x="9638" y="3860"/>
                  </a:lnTo>
                  <a:lnTo>
                    <a:pt x="9574" y="3873"/>
                  </a:lnTo>
                  <a:lnTo>
                    <a:pt x="9522" y="3886"/>
                  </a:lnTo>
                  <a:lnTo>
                    <a:pt x="9510" y="3898"/>
                  </a:lnTo>
                  <a:lnTo>
                    <a:pt x="9407" y="3898"/>
                  </a:lnTo>
                  <a:lnTo>
                    <a:pt x="9407" y="3822"/>
                  </a:lnTo>
                  <a:lnTo>
                    <a:pt x="9420" y="3745"/>
                  </a:lnTo>
                  <a:lnTo>
                    <a:pt x="9446" y="3668"/>
                  </a:lnTo>
                  <a:lnTo>
                    <a:pt x="9446" y="3605"/>
                  </a:lnTo>
                  <a:lnTo>
                    <a:pt x="9369" y="3592"/>
                  </a:lnTo>
                  <a:lnTo>
                    <a:pt x="9305" y="3617"/>
                  </a:lnTo>
                  <a:lnTo>
                    <a:pt x="9254" y="3643"/>
                  </a:lnTo>
                  <a:lnTo>
                    <a:pt x="9216" y="3681"/>
                  </a:lnTo>
                  <a:lnTo>
                    <a:pt x="9190" y="3720"/>
                  </a:lnTo>
                  <a:lnTo>
                    <a:pt x="9190" y="3745"/>
                  </a:lnTo>
                  <a:lnTo>
                    <a:pt x="9203" y="3758"/>
                  </a:lnTo>
                  <a:lnTo>
                    <a:pt x="9229" y="3758"/>
                  </a:lnTo>
                  <a:lnTo>
                    <a:pt x="9280" y="3783"/>
                  </a:lnTo>
                  <a:lnTo>
                    <a:pt x="9305" y="3796"/>
                  </a:lnTo>
                  <a:lnTo>
                    <a:pt x="9318" y="3822"/>
                  </a:lnTo>
                  <a:lnTo>
                    <a:pt x="9229" y="3847"/>
                  </a:lnTo>
                  <a:lnTo>
                    <a:pt x="9139" y="3898"/>
                  </a:lnTo>
                  <a:lnTo>
                    <a:pt x="9037" y="3962"/>
                  </a:lnTo>
                  <a:lnTo>
                    <a:pt x="8973" y="4001"/>
                  </a:lnTo>
                  <a:lnTo>
                    <a:pt x="8935" y="4013"/>
                  </a:lnTo>
                  <a:lnTo>
                    <a:pt x="8909" y="4039"/>
                  </a:lnTo>
                  <a:lnTo>
                    <a:pt x="8909" y="4065"/>
                  </a:lnTo>
                  <a:lnTo>
                    <a:pt x="8909" y="4090"/>
                  </a:lnTo>
                  <a:lnTo>
                    <a:pt x="8922" y="4116"/>
                  </a:lnTo>
                  <a:lnTo>
                    <a:pt x="8935" y="4129"/>
                  </a:lnTo>
                  <a:lnTo>
                    <a:pt x="8922" y="4129"/>
                  </a:lnTo>
                  <a:lnTo>
                    <a:pt x="8896" y="4167"/>
                  </a:lnTo>
                  <a:lnTo>
                    <a:pt x="8896" y="4180"/>
                  </a:lnTo>
                  <a:lnTo>
                    <a:pt x="8909" y="4192"/>
                  </a:lnTo>
                  <a:lnTo>
                    <a:pt x="8922" y="4205"/>
                  </a:lnTo>
                  <a:lnTo>
                    <a:pt x="9011" y="4205"/>
                  </a:lnTo>
                  <a:lnTo>
                    <a:pt x="9075" y="4218"/>
                  </a:lnTo>
                  <a:lnTo>
                    <a:pt x="9088" y="4231"/>
                  </a:lnTo>
                  <a:lnTo>
                    <a:pt x="9101" y="4244"/>
                  </a:lnTo>
                  <a:lnTo>
                    <a:pt x="9101" y="4282"/>
                  </a:lnTo>
                  <a:lnTo>
                    <a:pt x="9101" y="4320"/>
                  </a:lnTo>
                  <a:lnTo>
                    <a:pt x="9011" y="4333"/>
                  </a:lnTo>
                  <a:lnTo>
                    <a:pt x="8909" y="4346"/>
                  </a:lnTo>
                  <a:lnTo>
                    <a:pt x="8743" y="4346"/>
                  </a:lnTo>
                  <a:lnTo>
                    <a:pt x="8705" y="4359"/>
                  </a:lnTo>
                  <a:lnTo>
                    <a:pt x="8692" y="4371"/>
                  </a:lnTo>
                  <a:lnTo>
                    <a:pt x="8666" y="4422"/>
                  </a:lnTo>
                  <a:lnTo>
                    <a:pt x="8628" y="4461"/>
                  </a:lnTo>
                  <a:lnTo>
                    <a:pt x="8615" y="4486"/>
                  </a:lnTo>
                  <a:lnTo>
                    <a:pt x="8615" y="4512"/>
                  </a:lnTo>
                  <a:lnTo>
                    <a:pt x="8628" y="4538"/>
                  </a:lnTo>
                  <a:lnTo>
                    <a:pt x="8653" y="4550"/>
                  </a:lnTo>
                  <a:lnTo>
                    <a:pt x="8730" y="4563"/>
                  </a:lnTo>
                  <a:lnTo>
                    <a:pt x="8756" y="4550"/>
                  </a:lnTo>
                  <a:lnTo>
                    <a:pt x="8768" y="4538"/>
                  </a:lnTo>
                  <a:lnTo>
                    <a:pt x="8807" y="4512"/>
                  </a:lnTo>
                  <a:lnTo>
                    <a:pt x="8858" y="4499"/>
                  </a:lnTo>
                  <a:lnTo>
                    <a:pt x="8960" y="4486"/>
                  </a:lnTo>
                  <a:lnTo>
                    <a:pt x="8998" y="4486"/>
                  </a:lnTo>
                  <a:lnTo>
                    <a:pt x="9011" y="4499"/>
                  </a:lnTo>
                  <a:lnTo>
                    <a:pt x="9011" y="4550"/>
                  </a:lnTo>
                  <a:lnTo>
                    <a:pt x="8998" y="4576"/>
                  </a:lnTo>
                  <a:lnTo>
                    <a:pt x="8973" y="4576"/>
                  </a:lnTo>
                  <a:lnTo>
                    <a:pt x="8909" y="4589"/>
                  </a:lnTo>
                  <a:lnTo>
                    <a:pt x="8871" y="4601"/>
                  </a:lnTo>
                  <a:lnTo>
                    <a:pt x="8858" y="4627"/>
                  </a:lnTo>
                  <a:lnTo>
                    <a:pt x="8871" y="4653"/>
                  </a:lnTo>
                  <a:lnTo>
                    <a:pt x="8883" y="4691"/>
                  </a:lnTo>
                  <a:lnTo>
                    <a:pt x="8896" y="4729"/>
                  </a:lnTo>
                  <a:lnTo>
                    <a:pt x="8909" y="4742"/>
                  </a:lnTo>
                  <a:lnTo>
                    <a:pt x="8922" y="4755"/>
                  </a:lnTo>
                  <a:lnTo>
                    <a:pt x="8960" y="4768"/>
                  </a:lnTo>
                  <a:lnTo>
                    <a:pt x="9011" y="4768"/>
                  </a:lnTo>
                  <a:lnTo>
                    <a:pt x="9114" y="4755"/>
                  </a:lnTo>
                  <a:lnTo>
                    <a:pt x="9114" y="4768"/>
                  </a:lnTo>
                  <a:lnTo>
                    <a:pt x="9101" y="4793"/>
                  </a:lnTo>
                  <a:lnTo>
                    <a:pt x="9088" y="4831"/>
                  </a:lnTo>
                  <a:lnTo>
                    <a:pt x="9075" y="4883"/>
                  </a:lnTo>
                  <a:lnTo>
                    <a:pt x="9062" y="4921"/>
                  </a:lnTo>
                  <a:lnTo>
                    <a:pt x="9050" y="4934"/>
                  </a:lnTo>
                  <a:lnTo>
                    <a:pt x="9024" y="4959"/>
                  </a:lnTo>
                  <a:lnTo>
                    <a:pt x="8986" y="4972"/>
                  </a:lnTo>
                  <a:lnTo>
                    <a:pt x="8896" y="4972"/>
                  </a:lnTo>
                  <a:lnTo>
                    <a:pt x="8871" y="4959"/>
                  </a:lnTo>
                  <a:lnTo>
                    <a:pt x="8858" y="4946"/>
                  </a:lnTo>
                  <a:lnTo>
                    <a:pt x="8845" y="4908"/>
                  </a:lnTo>
                  <a:lnTo>
                    <a:pt x="8820" y="4883"/>
                  </a:lnTo>
                  <a:lnTo>
                    <a:pt x="8768" y="4870"/>
                  </a:lnTo>
                  <a:lnTo>
                    <a:pt x="8577" y="4831"/>
                  </a:lnTo>
                  <a:lnTo>
                    <a:pt x="8526" y="4819"/>
                  </a:lnTo>
                  <a:lnTo>
                    <a:pt x="8487" y="4819"/>
                  </a:lnTo>
                  <a:lnTo>
                    <a:pt x="8474" y="4831"/>
                  </a:lnTo>
                  <a:lnTo>
                    <a:pt x="8449" y="4870"/>
                  </a:lnTo>
                  <a:lnTo>
                    <a:pt x="8449" y="4908"/>
                  </a:lnTo>
                  <a:lnTo>
                    <a:pt x="8500" y="4908"/>
                  </a:lnTo>
                  <a:lnTo>
                    <a:pt x="8513" y="4921"/>
                  </a:lnTo>
                  <a:lnTo>
                    <a:pt x="8538" y="4934"/>
                  </a:lnTo>
                  <a:lnTo>
                    <a:pt x="8577" y="4959"/>
                  </a:lnTo>
                  <a:lnTo>
                    <a:pt x="8564" y="4972"/>
                  </a:lnTo>
                  <a:lnTo>
                    <a:pt x="8526" y="4998"/>
                  </a:lnTo>
                  <a:lnTo>
                    <a:pt x="8334" y="4998"/>
                  </a:lnTo>
                  <a:lnTo>
                    <a:pt x="8296" y="5010"/>
                  </a:lnTo>
                  <a:lnTo>
                    <a:pt x="8270" y="5036"/>
                  </a:lnTo>
                  <a:lnTo>
                    <a:pt x="8270" y="5062"/>
                  </a:lnTo>
                  <a:lnTo>
                    <a:pt x="8270" y="5087"/>
                  </a:lnTo>
                  <a:lnTo>
                    <a:pt x="8296" y="5100"/>
                  </a:lnTo>
                  <a:lnTo>
                    <a:pt x="8321" y="5113"/>
                  </a:lnTo>
                  <a:lnTo>
                    <a:pt x="8372" y="5125"/>
                  </a:lnTo>
                  <a:lnTo>
                    <a:pt x="8500" y="5113"/>
                  </a:lnTo>
                  <a:lnTo>
                    <a:pt x="8551" y="5113"/>
                  </a:lnTo>
                  <a:lnTo>
                    <a:pt x="8589" y="5100"/>
                  </a:lnTo>
                  <a:lnTo>
                    <a:pt x="8628" y="5087"/>
                  </a:lnTo>
                  <a:lnTo>
                    <a:pt x="8628" y="5074"/>
                  </a:lnTo>
                  <a:lnTo>
                    <a:pt x="8628" y="5049"/>
                  </a:lnTo>
                  <a:lnTo>
                    <a:pt x="8615" y="5036"/>
                  </a:lnTo>
                  <a:lnTo>
                    <a:pt x="8615" y="5023"/>
                  </a:lnTo>
                  <a:lnTo>
                    <a:pt x="8641" y="5010"/>
                  </a:lnTo>
                  <a:lnTo>
                    <a:pt x="8705" y="5010"/>
                  </a:lnTo>
                  <a:lnTo>
                    <a:pt x="8756" y="5023"/>
                  </a:lnTo>
                  <a:lnTo>
                    <a:pt x="8794" y="5049"/>
                  </a:lnTo>
                  <a:lnTo>
                    <a:pt x="8871" y="5113"/>
                  </a:lnTo>
                  <a:lnTo>
                    <a:pt x="8909" y="5138"/>
                  </a:lnTo>
                  <a:lnTo>
                    <a:pt x="8935" y="5151"/>
                  </a:lnTo>
                  <a:lnTo>
                    <a:pt x="8947" y="5164"/>
                  </a:lnTo>
                  <a:lnTo>
                    <a:pt x="8947" y="5177"/>
                  </a:lnTo>
                  <a:lnTo>
                    <a:pt x="8909" y="5202"/>
                  </a:lnTo>
                  <a:lnTo>
                    <a:pt x="8832" y="5228"/>
                  </a:lnTo>
                  <a:lnTo>
                    <a:pt x="8743" y="5253"/>
                  </a:lnTo>
                  <a:lnTo>
                    <a:pt x="8411" y="5253"/>
                  </a:lnTo>
                  <a:lnTo>
                    <a:pt x="8372" y="5279"/>
                  </a:lnTo>
                  <a:lnTo>
                    <a:pt x="8347" y="5304"/>
                  </a:lnTo>
                  <a:lnTo>
                    <a:pt x="8334" y="5343"/>
                  </a:lnTo>
                  <a:lnTo>
                    <a:pt x="8334" y="5381"/>
                  </a:lnTo>
                  <a:lnTo>
                    <a:pt x="8321" y="5407"/>
                  </a:lnTo>
                  <a:lnTo>
                    <a:pt x="8296" y="5445"/>
                  </a:lnTo>
                  <a:lnTo>
                    <a:pt x="8257" y="5458"/>
                  </a:lnTo>
                  <a:lnTo>
                    <a:pt x="7950" y="5458"/>
                  </a:lnTo>
                  <a:lnTo>
                    <a:pt x="7912" y="5470"/>
                  </a:lnTo>
                  <a:lnTo>
                    <a:pt x="7887" y="5509"/>
                  </a:lnTo>
                  <a:lnTo>
                    <a:pt x="7874" y="5522"/>
                  </a:lnTo>
                  <a:lnTo>
                    <a:pt x="7848" y="5534"/>
                  </a:lnTo>
                  <a:lnTo>
                    <a:pt x="7797" y="5522"/>
                  </a:lnTo>
                  <a:lnTo>
                    <a:pt x="7682" y="5522"/>
                  </a:lnTo>
                  <a:lnTo>
                    <a:pt x="7657" y="5560"/>
                  </a:lnTo>
                  <a:lnTo>
                    <a:pt x="7644" y="5598"/>
                  </a:lnTo>
                  <a:lnTo>
                    <a:pt x="7644" y="5624"/>
                  </a:lnTo>
                  <a:lnTo>
                    <a:pt x="7644" y="5637"/>
                  </a:lnTo>
                  <a:lnTo>
                    <a:pt x="7682" y="5662"/>
                  </a:lnTo>
                  <a:lnTo>
                    <a:pt x="7772" y="5675"/>
                  </a:lnTo>
                  <a:lnTo>
                    <a:pt x="7797" y="5688"/>
                  </a:lnTo>
                  <a:lnTo>
                    <a:pt x="7797" y="5701"/>
                  </a:lnTo>
                  <a:lnTo>
                    <a:pt x="7797" y="5726"/>
                  </a:lnTo>
                  <a:lnTo>
                    <a:pt x="7784" y="5752"/>
                  </a:lnTo>
                  <a:lnTo>
                    <a:pt x="7772" y="5764"/>
                  </a:lnTo>
                  <a:lnTo>
                    <a:pt x="7746" y="5777"/>
                  </a:lnTo>
                  <a:lnTo>
                    <a:pt x="7708" y="5777"/>
                  </a:lnTo>
                  <a:lnTo>
                    <a:pt x="7644" y="5790"/>
                  </a:lnTo>
                  <a:lnTo>
                    <a:pt x="7618" y="5803"/>
                  </a:lnTo>
                  <a:lnTo>
                    <a:pt x="7618" y="5828"/>
                  </a:lnTo>
                  <a:lnTo>
                    <a:pt x="7631" y="5867"/>
                  </a:lnTo>
                  <a:lnTo>
                    <a:pt x="7644" y="5879"/>
                  </a:lnTo>
                  <a:lnTo>
                    <a:pt x="7644" y="5892"/>
                  </a:lnTo>
                  <a:lnTo>
                    <a:pt x="7644" y="5905"/>
                  </a:lnTo>
                  <a:lnTo>
                    <a:pt x="7631" y="5918"/>
                  </a:lnTo>
                  <a:lnTo>
                    <a:pt x="7605" y="5918"/>
                  </a:lnTo>
                  <a:lnTo>
                    <a:pt x="7580" y="5931"/>
                  </a:lnTo>
                  <a:lnTo>
                    <a:pt x="7554" y="5943"/>
                  </a:lnTo>
                  <a:lnTo>
                    <a:pt x="7554" y="5969"/>
                  </a:lnTo>
                  <a:lnTo>
                    <a:pt x="7554" y="5994"/>
                  </a:lnTo>
                  <a:lnTo>
                    <a:pt x="7631" y="5994"/>
                  </a:lnTo>
                  <a:lnTo>
                    <a:pt x="7631" y="6020"/>
                  </a:lnTo>
                  <a:lnTo>
                    <a:pt x="7618" y="6046"/>
                  </a:lnTo>
                  <a:lnTo>
                    <a:pt x="7605" y="6058"/>
                  </a:lnTo>
                  <a:lnTo>
                    <a:pt x="7567" y="6071"/>
                  </a:lnTo>
                  <a:lnTo>
                    <a:pt x="7516" y="6084"/>
                  </a:lnTo>
                  <a:lnTo>
                    <a:pt x="7426" y="6084"/>
                  </a:lnTo>
                  <a:lnTo>
                    <a:pt x="7414" y="6097"/>
                  </a:lnTo>
                  <a:lnTo>
                    <a:pt x="7401" y="6110"/>
                  </a:lnTo>
                  <a:lnTo>
                    <a:pt x="7388" y="6135"/>
                  </a:lnTo>
                  <a:lnTo>
                    <a:pt x="7401" y="6173"/>
                  </a:lnTo>
                  <a:lnTo>
                    <a:pt x="7414" y="6225"/>
                  </a:lnTo>
                  <a:lnTo>
                    <a:pt x="7452" y="6276"/>
                  </a:lnTo>
                  <a:lnTo>
                    <a:pt x="7465" y="6327"/>
                  </a:lnTo>
                  <a:lnTo>
                    <a:pt x="7657" y="6314"/>
                  </a:lnTo>
                  <a:lnTo>
                    <a:pt x="7848" y="6301"/>
                  </a:lnTo>
                  <a:lnTo>
                    <a:pt x="7899" y="6314"/>
                  </a:lnTo>
                  <a:lnTo>
                    <a:pt x="7912" y="6314"/>
                  </a:lnTo>
                  <a:lnTo>
                    <a:pt x="7912" y="6327"/>
                  </a:lnTo>
                  <a:lnTo>
                    <a:pt x="7887" y="6352"/>
                  </a:lnTo>
                  <a:lnTo>
                    <a:pt x="7848" y="6378"/>
                  </a:lnTo>
                  <a:lnTo>
                    <a:pt x="7708" y="6429"/>
                  </a:lnTo>
                  <a:lnTo>
                    <a:pt x="7605" y="6467"/>
                  </a:lnTo>
                  <a:lnTo>
                    <a:pt x="7529" y="6531"/>
                  </a:lnTo>
                  <a:lnTo>
                    <a:pt x="7465" y="6570"/>
                  </a:lnTo>
                  <a:lnTo>
                    <a:pt x="7439" y="6557"/>
                  </a:lnTo>
                  <a:lnTo>
                    <a:pt x="7388" y="6544"/>
                  </a:lnTo>
                  <a:lnTo>
                    <a:pt x="7311" y="6544"/>
                  </a:lnTo>
                  <a:lnTo>
                    <a:pt x="7209" y="6518"/>
                  </a:lnTo>
                  <a:lnTo>
                    <a:pt x="7158" y="6518"/>
                  </a:lnTo>
                  <a:lnTo>
                    <a:pt x="7133" y="6531"/>
                  </a:lnTo>
                  <a:lnTo>
                    <a:pt x="7120" y="6544"/>
                  </a:lnTo>
                  <a:lnTo>
                    <a:pt x="7120" y="6557"/>
                  </a:lnTo>
                  <a:lnTo>
                    <a:pt x="7145" y="6570"/>
                  </a:lnTo>
                  <a:lnTo>
                    <a:pt x="7196" y="6608"/>
                  </a:lnTo>
                  <a:lnTo>
                    <a:pt x="7222" y="6634"/>
                  </a:lnTo>
                  <a:lnTo>
                    <a:pt x="7222" y="6659"/>
                  </a:lnTo>
                  <a:lnTo>
                    <a:pt x="7235" y="6710"/>
                  </a:lnTo>
                  <a:lnTo>
                    <a:pt x="7260" y="6787"/>
                  </a:lnTo>
                  <a:lnTo>
                    <a:pt x="7273" y="6851"/>
                  </a:lnTo>
                  <a:lnTo>
                    <a:pt x="7273" y="6889"/>
                  </a:lnTo>
                  <a:lnTo>
                    <a:pt x="7260" y="6915"/>
                  </a:lnTo>
                  <a:lnTo>
                    <a:pt x="7248" y="6927"/>
                  </a:lnTo>
                  <a:lnTo>
                    <a:pt x="7196" y="6927"/>
                  </a:lnTo>
                  <a:lnTo>
                    <a:pt x="7145" y="6915"/>
                  </a:lnTo>
                  <a:lnTo>
                    <a:pt x="7094" y="6902"/>
                  </a:lnTo>
                  <a:lnTo>
                    <a:pt x="7069" y="6876"/>
                  </a:lnTo>
                  <a:lnTo>
                    <a:pt x="7043" y="6838"/>
                  </a:lnTo>
                  <a:lnTo>
                    <a:pt x="7030" y="6812"/>
                  </a:lnTo>
                  <a:lnTo>
                    <a:pt x="7005" y="6800"/>
                  </a:lnTo>
                  <a:lnTo>
                    <a:pt x="6979" y="6812"/>
                  </a:lnTo>
                  <a:lnTo>
                    <a:pt x="6954" y="6825"/>
                  </a:lnTo>
                  <a:lnTo>
                    <a:pt x="6954" y="6876"/>
                  </a:lnTo>
                  <a:lnTo>
                    <a:pt x="6928" y="6915"/>
                  </a:lnTo>
                  <a:lnTo>
                    <a:pt x="6915" y="6953"/>
                  </a:lnTo>
                  <a:lnTo>
                    <a:pt x="6928" y="7004"/>
                  </a:lnTo>
                  <a:lnTo>
                    <a:pt x="6941" y="7042"/>
                  </a:lnTo>
                  <a:lnTo>
                    <a:pt x="6928" y="7068"/>
                  </a:lnTo>
                  <a:lnTo>
                    <a:pt x="6890" y="7081"/>
                  </a:lnTo>
                  <a:lnTo>
                    <a:pt x="6762" y="7081"/>
                  </a:lnTo>
                  <a:lnTo>
                    <a:pt x="6736" y="7094"/>
                  </a:lnTo>
                  <a:lnTo>
                    <a:pt x="6724" y="7106"/>
                  </a:lnTo>
                  <a:lnTo>
                    <a:pt x="6724" y="7132"/>
                  </a:lnTo>
                  <a:lnTo>
                    <a:pt x="6724" y="7183"/>
                  </a:lnTo>
                  <a:lnTo>
                    <a:pt x="6724" y="7209"/>
                  </a:lnTo>
                  <a:lnTo>
                    <a:pt x="6724" y="7234"/>
                  </a:lnTo>
                  <a:lnTo>
                    <a:pt x="6749" y="7260"/>
                  </a:lnTo>
                  <a:lnTo>
                    <a:pt x="6787" y="7273"/>
                  </a:lnTo>
                  <a:lnTo>
                    <a:pt x="6787" y="7311"/>
                  </a:lnTo>
                  <a:lnTo>
                    <a:pt x="6787" y="7362"/>
                  </a:lnTo>
                  <a:lnTo>
                    <a:pt x="6724" y="7375"/>
                  </a:lnTo>
                  <a:lnTo>
                    <a:pt x="6685" y="7375"/>
                  </a:lnTo>
                  <a:lnTo>
                    <a:pt x="6672" y="7400"/>
                  </a:lnTo>
                  <a:lnTo>
                    <a:pt x="6660" y="7426"/>
                  </a:lnTo>
                  <a:lnTo>
                    <a:pt x="6660" y="7464"/>
                  </a:lnTo>
                  <a:lnTo>
                    <a:pt x="6672" y="7477"/>
                  </a:lnTo>
                  <a:lnTo>
                    <a:pt x="6698" y="7503"/>
                  </a:lnTo>
                  <a:lnTo>
                    <a:pt x="6749" y="7554"/>
                  </a:lnTo>
                  <a:lnTo>
                    <a:pt x="6775" y="7618"/>
                  </a:lnTo>
                  <a:lnTo>
                    <a:pt x="6787" y="7643"/>
                  </a:lnTo>
                  <a:lnTo>
                    <a:pt x="6775" y="7669"/>
                  </a:lnTo>
                  <a:lnTo>
                    <a:pt x="6749" y="7694"/>
                  </a:lnTo>
                  <a:lnTo>
                    <a:pt x="6711" y="7707"/>
                  </a:lnTo>
                  <a:lnTo>
                    <a:pt x="6596" y="7707"/>
                  </a:lnTo>
                  <a:lnTo>
                    <a:pt x="6583" y="7682"/>
                  </a:lnTo>
                  <a:lnTo>
                    <a:pt x="6583" y="7669"/>
                  </a:lnTo>
                  <a:lnTo>
                    <a:pt x="6557" y="7656"/>
                  </a:lnTo>
                  <a:lnTo>
                    <a:pt x="6519" y="7643"/>
                  </a:lnTo>
                  <a:lnTo>
                    <a:pt x="6455" y="7656"/>
                  </a:lnTo>
                  <a:lnTo>
                    <a:pt x="6442" y="7656"/>
                  </a:lnTo>
                  <a:lnTo>
                    <a:pt x="6417" y="7682"/>
                  </a:lnTo>
                  <a:lnTo>
                    <a:pt x="6353" y="7745"/>
                  </a:lnTo>
                  <a:lnTo>
                    <a:pt x="6302" y="7784"/>
                  </a:lnTo>
                  <a:lnTo>
                    <a:pt x="6251" y="7809"/>
                  </a:lnTo>
                  <a:lnTo>
                    <a:pt x="6161" y="7848"/>
                  </a:lnTo>
                  <a:lnTo>
                    <a:pt x="6097" y="7886"/>
                  </a:lnTo>
                  <a:lnTo>
                    <a:pt x="6008" y="7937"/>
                  </a:lnTo>
                  <a:lnTo>
                    <a:pt x="5918" y="7975"/>
                  </a:lnTo>
                  <a:lnTo>
                    <a:pt x="5842" y="8001"/>
                  </a:lnTo>
                  <a:lnTo>
                    <a:pt x="5816" y="8014"/>
                  </a:lnTo>
                  <a:lnTo>
                    <a:pt x="5816" y="8027"/>
                  </a:lnTo>
                  <a:lnTo>
                    <a:pt x="5816" y="8052"/>
                  </a:lnTo>
                  <a:lnTo>
                    <a:pt x="5829" y="8078"/>
                  </a:lnTo>
                  <a:lnTo>
                    <a:pt x="5893" y="8078"/>
                  </a:lnTo>
                  <a:lnTo>
                    <a:pt x="6033" y="8027"/>
                  </a:lnTo>
                  <a:lnTo>
                    <a:pt x="6136" y="7988"/>
                  </a:lnTo>
                  <a:lnTo>
                    <a:pt x="6238" y="7937"/>
                  </a:lnTo>
                  <a:lnTo>
                    <a:pt x="6366" y="7886"/>
                  </a:lnTo>
                  <a:lnTo>
                    <a:pt x="6404" y="7886"/>
                  </a:lnTo>
                  <a:lnTo>
                    <a:pt x="6442" y="7899"/>
                  </a:lnTo>
                  <a:lnTo>
                    <a:pt x="6481" y="7912"/>
                  </a:lnTo>
                  <a:lnTo>
                    <a:pt x="6557" y="7924"/>
                  </a:lnTo>
                  <a:lnTo>
                    <a:pt x="6570" y="7924"/>
                  </a:lnTo>
                  <a:lnTo>
                    <a:pt x="6570" y="7950"/>
                  </a:lnTo>
                  <a:lnTo>
                    <a:pt x="6557" y="7963"/>
                  </a:lnTo>
                  <a:lnTo>
                    <a:pt x="6545" y="7988"/>
                  </a:lnTo>
                  <a:lnTo>
                    <a:pt x="6519" y="7988"/>
                  </a:lnTo>
                  <a:lnTo>
                    <a:pt x="6481" y="8001"/>
                  </a:lnTo>
                  <a:lnTo>
                    <a:pt x="6455" y="7988"/>
                  </a:lnTo>
                  <a:lnTo>
                    <a:pt x="6430" y="7975"/>
                  </a:lnTo>
                  <a:lnTo>
                    <a:pt x="6353" y="7988"/>
                  </a:lnTo>
                  <a:lnTo>
                    <a:pt x="6289" y="8001"/>
                  </a:lnTo>
                  <a:lnTo>
                    <a:pt x="6238" y="8039"/>
                  </a:lnTo>
                  <a:lnTo>
                    <a:pt x="6148" y="8103"/>
                  </a:lnTo>
                  <a:lnTo>
                    <a:pt x="6072" y="8154"/>
                  </a:lnTo>
                  <a:lnTo>
                    <a:pt x="6033" y="8180"/>
                  </a:lnTo>
                  <a:lnTo>
                    <a:pt x="6021" y="8193"/>
                  </a:lnTo>
                  <a:lnTo>
                    <a:pt x="6008" y="8206"/>
                  </a:lnTo>
                  <a:lnTo>
                    <a:pt x="5995" y="8231"/>
                  </a:lnTo>
                  <a:lnTo>
                    <a:pt x="6008" y="8257"/>
                  </a:lnTo>
                  <a:lnTo>
                    <a:pt x="6008" y="8269"/>
                  </a:lnTo>
                  <a:lnTo>
                    <a:pt x="6021" y="8282"/>
                  </a:lnTo>
                  <a:lnTo>
                    <a:pt x="6059" y="8295"/>
                  </a:lnTo>
                  <a:lnTo>
                    <a:pt x="6084" y="8308"/>
                  </a:lnTo>
                  <a:lnTo>
                    <a:pt x="6084" y="8321"/>
                  </a:lnTo>
                  <a:lnTo>
                    <a:pt x="6084" y="8397"/>
                  </a:lnTo>
                  <a:lnTo>
                    <a:pt x="6084" y="8423"/>
                  </a:lnTo>
                  <a:lnTo>
                    <a:pt x="6084" y="8448"/>
                  </a:lnTo>
                  <a:lnTo>
                    <a:pt x="6046" y="8461"/>
                  </a:lnTo>
                  <a:lnTo>
                    <a:pt x="6021" y="8474"/>
                  </a:lnTo>
                  <a:lnTo>
                    <a:pt x="6008" y="8499"/>
                  </a:lnTo>
                  <a:lnTo>
                    <a:pt x="5969" y="8551"/>
                  </a:lnTo>
                  <a:lnTo>
                    <a:pt x="5880" y="8615"/>
                  </a:lnTo>
                  <a:lnTo>
                    <a:pt x="5842" y="8640"/>
                  </a:lnTo>
                  <a:lnTo>
                    <a:pt x="5752" y="8666"/>
                  </a:lnTo>
                  <a:lnTo>
                    <a:pt x="5701" y="8666"/>
                  </a:lnTo>
                  <a:lnTo>
                    <a:pt x="5663" y="8653"/>
                  </a:lnTo>
                  <a:lnTo>
                    <a:pt x="5663" y="8640"/>
                  </a:lnTo>
                  <a:lnTo>
                    <a:pt x="5663" y="8627"/>
                  </a:lnTo>
                  <a:lnTo>
                    <a:pt x="5663" y="8563"/>
                  </a:lnTo>
                  <a:lnTo>
                    <a:pt x="5637" y="8499"/>
                  </a:lnTo>
                  <a:lnTo>
                    <a:pt x="5624" y="8461"/>
                  </a:lnTo>
                  <a:lnTo>
                    <a:pt x="5599" y="8436"/>
                  </a:lnTo>
                  <a:lnTo>
                    <a:pt x="5560" y="8423"/>
                  </a:lnTo>
                  <a:lnTo>
                    <a:pt x="5509" y="8423"/>
                  </a:lnTo>
                  <a:lnTo>
                    <a:pt x="5497" y="8436"/>
                  </a:lnTo>
                  <a:lnTo>
                    <a:pt x="5484" y="8448"/>
                  </a:lnTo>
                  <a:lnTo>
                    <a:pt x="5471" y="8474"/>
                  </a:lnTo>
                  <a:lnTo>
                    <a:pt x="5458" y="8487"/>
                  </a:lnTo>
                  <a:lnTo>
                    <a:pt x="5369" y="8538"/>
                  </a:lnTo>
                  <a:lnTo>
                    <a:pt x="5292" y="8602"/>
                  </a:lnTo>
                  <a:lnTo>
                    <a:pt x="5203" y="8678"/>
                  </a:lnTo>
                  <a:lnTo>
                    <a:pt x="5164" y="8717"/>
                  </a:lnTo>
                  <a:lnTo>
                    <a:pt x="5139" y="8755"/>
                  </a:lnTo>
                  <a:lnTo>
                    <a:pt x="5100" y="8806"/>
                  </a:lnTo>
                  <a:lnTo>
                    <a:pt x="5062" y="8857"/>
                  </a:lnTo>
                  <a:lnTo>
                    <a:pt x="4973" y="8947"/>
                  </a:lnTo>
                  <a:lnTo>
                    <a:pt x="4934" y="8985"/>
                  </a:lnTo>
                  <a:lnTo>
                    <a:pt x="4896" y="9023"/>
                  </a:lnTo>
                  <a:lnTo>
                    <a:pt x="4883" y="9049"/>
                  </a:lnTo>
                  <a:lnTo>
                    <a:pt x="4883" y="9075"/>
                  </a:lnTo>
                  <a:lnTo>
                    <a:pt x="4883" y="9113"/>
                  </a:lnTo>
                  <a:lnTo>
                    <a:pt x="4870" y="9151"/>
                  </a:lnTo>
                  <a:lnTo>
                    <a:pt x="4832" y="9241"/>
                  </a:lnTo>
                  <a:lnTo>
                    <a:pt x="4666" y="9241"/>
                  </a:lnTo>
                  <a:lnTo>
                    <a:pt x="4627" y="9266"/>
                  </a:lnTo>
                  <a:lnTo>
                    <a:pt x="4615" y="9292"/>
                  </a:lnTo>
                  <a:lnTo>
                    <a:pt x="4576" y="9330"/>
                  </a:lnTo>
                  <a:lnTo>
                    <a:pt x="4551" y="9369"/>
                  </a:lnTo>
                  <a:lnTo>
                    <a:pt x="4525" y="9381"/>
                  </a:lnTo>
                  <a:lnTo>
                    <a:pt x="4449" y="9381"/>
                  </a:lnTo>
                  <a:lnTo>
                    <a:pt x="4436" y="9407"/>
                  </a:lnTo>
                  <a:lnTo>
                    <a:pt x="4423" y="9420"/>
                  </a:lnTo>
                  <a:lnTo>
                    <a:pt x="4423" y="9445"/>
                  </a:lnTo>
                  <a:lnTo>
                    <a:pt x="4423" y="9471"/>
                  </a:lnTo>
                  <a:lnTo>
                    <a:pt x="4576" y="9458"/>
                  </a:lnTo>
                  <a:lnTo>
                    <a:pt x="4730" y="9445"/>
                  </a:lnTo>
                  <a:lnTo>
                    <a:pt x="4730" y="9458"/>
                  </a:lnTo>
                  <a:lnTo>
                    <a:pt x="4717" y="9471"/>
                  </a:lnTo>
                  <a:lnTo>
                    <a:pt x="4691" y="9496"/>
                  </a:lnTo>
                  <a:lnTo>
                    <a:pt x="4666" y="9535"/>
                  </a:lnTo>
                  <a:lnTo>
                    <a:pt x="4666" y="9560"/>
                  </a:lnTo>
                  <a:lnTo>
                    <a:pt x="4691" y="9586"/>
                  </a:lnTo>
                  <a:lnTo>
                    <a:pt x="4743" y="9624"/>
                  </a:lnTo>
                  <a:lnTo>
                    <a:pt x="4781" y="9650"/>
                  </a:lnTo>
                  <a:lnTo>
                    <a:pt x="4819" y="9663"/>
                  </a:lnTo>
                  <a:lnTo>
                    <a:pt x="4883" y="9663"/>
                  </a:lnTo>
                  <a:lnTo>
                    <a:pt x="4909" y="9650"/>
                  </a:lnTo>
                  <a:lnTo>
                    <a:pt x="4934" y="9624"/>
                  </a:lnTo>
                  <a:lnTo>
                    <a:pt x="5062" y="9560"/>
                  </a:lnTo>
                  <a:lnTo>
                    <a:pt x="5126" y="9522"/>
                  </a:lnTo>
                  <a:lnTo>
                    <a:pt x="5203" y="9496"/>
                  </a:lnTo>
                  <a:lnTo>
                    <a:pt x="5292" y="9471"/>
                  </a:lnTo>
                  <a:lnTo>
                    <a:pt x="5318" y="9458"/>
                  </a:lnTo>
                  <a:lnTo>
                    <a:pt x="5330" y="9432"/>
                  </a:lnTo>
                  <a:lnTo>
                    <a:pt x="5330" y="9407"/>
                  </a:lnTo>
                  <a:lnTo>
                    <a:pt x="5318" y="9394"/>
                  </a:lnTo>
                  <a:lnTo>
                    <a:pt x="5267" y="9369"/>
                  </a:lnTo>
                  <a:lnTo>
                    <a:pt x="5241" y="9356"/>
                  </a:lnTo>
                  <a:lnTo>
                    <a:pt x="5241" y="9343"/>
                  </a:lnTo>
                  <a:lnTo>
                    <a:pt x="5267" y="9305"/>
                  </a:lnTo>
                  <a:lnTo>
                    <a:pt x="5305" y="9266"/>
                  </a:lnTo>
                  <a:lnTo>
                    <a:pt x="5394" y="9202"/>
                  </a:lnTo>
                  <a:lnTo>
                    <a:pt x="5484" y="9139"/>
                  </a:lnTo>
                  <a:lnTo>
                    <a:pt x="5586" y="9087"/>
                  </a:lnTo>
                  <a:lnTo>
                    <a:pt x="5599" y="9075"/>
                  </a:lnTo>
                  <a:lnTo>
                    <a:pt x="5624" y="9062"/>
                  </a:lnTo>
                  <a:lnTo>
                    <a:pt x="5663" y="9062"/>
                  </a:lnTo>
                  <a:lnTo>
                    <a:pt x="5701" y="9075"/>
                  </a:lnTo>
                  <a:lnTo>
                    <a:pt x="5727" y="9100"/>
                  </a:lnTo>
                  <a:lnTo>
                    <a:pt x="5739" y="9113"/>
                  </a:lnTo>
                  <a:lnTo>
                    <a:pt x="5752" y="9139"/>
                  </a:lnTo>
                  <a:lnTo>
                    <a:pt x="5739" y="9151"/>
                  </a:lnTo>
                  <a:lnTo>
                    <a:pt x="5727" y="9164"/>
                  </a:lnTo>
                  <a:lnTo>
                    <a:pt x="5688" y="9177"/>
                  </a:lnTo>
                  <a:lnTo>
                    <a:pt x="5637" y="9228"/>
                  </a:lnTo>
                  <a:lnTo>
                    <a:pt x="5548" y="9254"/>
                  </a:lnTo>
                  <a:lnTo>
                    <a:pt x="5535" y="9266"/>
                  </a:lnTo>
                  <a:lnTo>
                    <a:pt x="5522" y="9279"/>
                  </a:lnTo>
                  <a:lnTo>
                    <a:pt x="5522" y="9305"/>
                  </a:lnTo>
                  <a:lnTo>
                    <a:pt x="5548" y="9330"/>
                  </a:lnTo>
                  <a:lnTo>
                    <a:pt x="5586" y="9330"/>
                  </a:lnTo>
                  <a:lnTo>
                    <a:pt x="5624" y="9317"/>
                  </a:lnTo>
                  <a:lnTo>
                    <a:pt x="5688" y="9317"/>
                  </a:lnTo>
                  <a:lnTo>
                    <a:pt x="5701" y="9330"/>
                  </a:lnTo>
                  <a:lnTo>
                    <a:pt x="5701" y="9343"/>
                  </a:lnTo>
                  <a:lnTo>
                    <a:pt x="5714" y="9369"/>
                  </a:lnTo>
                  <a:lnTo>
                    <a:pt x="5714" y="9420"/>
                  </a:lnTo>
                  <a:lnTo>
                    <a:pt x="5701" y="9432"/>
                  </a:lnTo>
                  <a:lnTo>
                    <a:pt x="5701" y="9458"/>
                  </a:lnTo>
                  <a:lnTo>
                    <a:pt x="5650" y="9471"/>
                  </a:lnTo>
                  <a:lnTo>
                    <a:pt x="5586" y="9496"/>
                  </a:lnTo>
                  <a:lnTo>
                    <a:pt x="5458" y="9547"/>
                  </a:lnTo>
                  <a:lnTo>
                    <a:pt x="5356" y="9586"/>
                  </a:lnTo>
                  <a:lnTo>
                    <a:pt x="5267" y="9624"/>
                  </a:lnTo>
                  <a:lnTo>
                    <a:pt x="5203" y="9650"/>
                  </a:lnTo>
                  <a:lnTo>
                    <a:pt x="5190" y="9663"/>
                  </a:lnTo>
                  <a:lnTo>
                    <a:pt x="5190" y="9688"/>
                  </a:lnTo>
                  <a:lnTo>
                    <a:pt x="5356" y="9688"/>
                  </a:lnTo>
                  <a:lnTo>
                    <a:pt x="5369" y="9701"/>
                  </a:lnTo>
                  <a:lnTo>
                    <a:pt x="5369" y="9752"/>
                  </a:lnTo>
                  <a:lnTo>
                    <a:pt x="5369" y="9778"/>
                  </a:lnTo>
                  <a:lnTo>
                    <a:pt x="5356" y="9803"/>
                  </a:lnTo>
                  <a:lnTo>
                    <a:pt x="5305" y="9816"/>
                  </a:lnTo>
                  <a:lnTo>
                    <a:pt x="5254" y="9829"/>
                  </a:lnTo>
                  <a:lnTo>
                    <a:pt x="5152" y="9829"/>
                  </a:lnTo>
                  <a:lnTo>
                    <a:pt x="5049" y="9841"/>
                  </a:lnTo>
                  <a:lnTo>
                    <a:pt x="5011" y="9854"/>
                  </a:lnTo>
                  <a:lnTo>
                    <a:pt x="4947" y="9880"/>
                  </a:lnTo>
                  <a:lnTo>
                    <a:pt x="4896" y="9905"/>
                  </a:lnTo>
                  <a:lnTo>
                    <a:pt x="4870" y="9931"/>
                  </a:lnTo>
                  <a:lnTo>
                    <a:pt x="4819" y="9931"/>
                  </a:lnTo>
                  <a:lnTo>
                    <a:pt x="4730" y="9944"/>
                  </a:lnTo>
                  <a:lnTo>
                    <a:pt x="4704" y="9931"/>
                  </a:lnTo>
                  <a:lnTo>
                    <a:pt x="4704" y="9905"/>
                  </a:lnTo>
                  <a:lnTo>
                    <a:pt x="4717" y="9854"/>
                  </a:lnTo>
                  <a:lnTo>
                    <a:pt x="4717" y="9816"/>
                  </a:lnTo>
                  <a:lnTo>
                    <a:pt x="4691" y="9790"/>
                  </a:lnTo>
                  <a:lnTo>
                    <a:pt x="4653" y="9765"/>
                  </a:lnTo>
                  <a:lnTo>
                    <a:pt x="4589" y="9726"/>
                  </a:lnTo>
                  <a:lnTo>
                    <a:pt x="4500" y="9688"/>
                  </a:lnTo>
                  <a:lnTo>
                    <a:pt x="4397" y="9688"/>
                  </a:lnTo>
                  <a:lnTo>
                    <a:pt x="4295" y="9701"/>
                  </a:lnTo>
                  <a:lnTo>
                    <a:pt x="4142" y="9701"/>
                  </a:lnTo>
                  <a:lnTo>
                    <a:pt x="4142" y="9739"/>
                  </a:lnTo>
                  <a:lnTo>
                    <a:pt x="4142" y="9790"/>
                  </a:lnTo>
                  <a:lnTo>
                    <a:pt x="4167" y="9867"/>
                  </a:lnTo>
                  <a:lnTo>
                    <a:pt x="4180" y="9893"/>
                  </a:lnTo>
                  <a:lnTo>
                    <a:pt x="4167" y="9918"/>
                  </a:lnTo>
                  <a:lnTo>
                    <a:pt x="4142" y="9944"/>
                  </a:lnTo>
                  <a:lnTo>
                    <a:pt x="4103" y="9969"/>
                  </a:lnTo>
                  <a:lnTo>
                    <a:pt x="4065" y="9982"/>
                  </a:lnTo>
                  <a:lnTo>
                    <a:pt x="4027" y="9969"/>
                  </a:lnTo>
                  <a:lnTo>
                    <a:pt x="3988" y="9956"/>
                  </a:lnTo>
                  <a:lnTo>
                    <a:pt x="3963" y="9931"/>
                  </a:lnTo>
                  <a:lnTo>
                    <a:pt x="3950" y="9905"/>
                  </a:lnTo>
                  <a:lnTo>
                    <a:pt x="3963" y="9854"/>
                  </a:lnTo>
                  <a:lnTo>
                    <a:pt x="3963" y="9829"/>
                  </a:lnTo>
                  <a:lnTo>
                    <a:pt x="3950" y="9816"/>
                  </a:lnTo>
                  <a:lnTo>
                    <a:pt x="3925" y="9803"/>
                  </a:lnTo>
                  <a:lnTo>
                    <a:pt x="3746" y="9803"/>
                  </a:lnTo>
                  <a:lnTo>
                    <a:pt x="3656" y="9816"/>
                  </a:lnTo>
                  <a:lnTo>
                    <a:pt x="3631" y="9829"/>
                  </a:lnTo>
                  <a:lnTo>
                    <a:pt x="3618" y="9867"/>
                  </a:lnTo>
                  <a:lnTo>
                    <a:pt x="3605" y="9893"/>
                  </a:lnTo>
                  <a:lnTo>
                    <a:pt x="3592" y="9931"/>
                  </a:lnTo>
                  <a:lnTo>
                    <a:pt x="3592" y="9956"/>
                  </a:lnTo>
                  <a:lnTo>
                    <a:pt x="3618" y="9969"/>
                  </a:lnTo>
                  <a:lnTo>
                    <a:pt x="3631" y="9995"/>
                  </a:lnTo>
                  <a:lnTo>
                    <a:pt x="3656" y="10008"/>
                  </a:lnTo>
                  <a:lnTo>
                    <a:pt x="3656" y="10020"/>
                  </a:lnTo>
                  <a:lnTo>
                    <a:pt x="3643" y="10033"/>
                  </a:lnTo>
                  <a:lnTo>
                    <a:pt x="3631" y="10059"/>
                  </a:lnTo>
                  <a:lnTo>
                    <a:pt x="3528" y="10071"/>
                  </a:lnTo>
                  <a:lnTo>
                    <a:pt x="3490" y="10071"/>
                  </a:lnTo>
                  <a:lnTo>
                    <a:pt x="3464" y="10097"/>
                  </a:lnTo>
                  <a:lnTo>
                    <a:pt x="3464" y="10123"/>
                  </a:lnTo>
                  <a:lnTo>
                    <a:pt x="3490" y="10148"/>
                  </a:lnTo>
                  <a:lnTo>
                    <a:pt x="3528" y="10174"/>
                  </a:lnTo>
                  <a:lnTo>
                    <a:pt x="3567" y="10199"/>
                  </a:lnTo>
                  <a:lnTo>
                    <a:pt x="3592" y="10212"/>
                  </a:lnTo>
                  <a:lnTo>
                    <a:pt x="3605" y="10238"/>
                  </a:lnTo>
                  <a:lnTo>
                    <a:pt x="3631" y="10250"/>
                  </a:lnTo>
                  <a:lnTo>
                    <a:pt x="3631" y="10289"/>
                  </a:lnTo>
                  <a:lnTo>
                    <a:pt x="3618" y="10327"/>
                  </a:lnTo>
                  <a:lnTo>
                    <a:pt x="3592" y="10353"/>
                  </a:lnTo>
                  <a:lnTo>
                    <a:pt x="3567" y="10365"/>
                  </a:lnTo>
                  <a:lnTo>
                    <a:pt x="3477" y="10365"/>
                  </a:lnTo>
                  <a:lnTo>
                    <a:pt x="3477" y="10353"/>
                  </a:lnTo>
                  <a:lnTo>
                    <a:pt x="3464" y="10340"/>
                  </a:lnTo>
                  <a:lnTo>
                    <a:pt x="3452" y="10314"/>
                  </a:lnTo>
                  <a:lnTo>
                    <a:pt x="3413" y="10276"/>
                  </a:lnTo>
                  <a:lnTo>
                    <a:pt x="3375" y="10250"/>
                  </a:lnTo>
                  <a:lnTo>
                    <a:pt x="3286" y="10199"/>
                  </a:lnTo>
                  <a:lnTo>
                    <a:pt x="3260" y="10187"/>
                  </a:lnTo>
                  <a:lnTo>
                    <a:pt x="3222" y="10199"/>
                  </a:lnTo>
                  <a:lnTo>
                    <a:pt x="3132" y="10225"/>
                  </a:lnTo>
                  <a:lnTo>
                    <a:pt x="3145" y="10276"/>
                  </a:lnTo>
                  <a:lnTo>
                    <a:pt x="3170" y="10314"/>
                  </a:lnTo>
                  <a:lnTo>
                    <a:pt x="3222" y="10340"/>
                  </a:lnTo>
                  <a:lnTo>
                    <a:pt x="3273" y="10365"/>
                  </a:lnTo>
                  <a:lnTo>
                    <a:pt x="3362" y="10391"/>
                  </a:lnTo>
                  <a:lnTo>
                    <a:pt x="3401" y="10417"/>
                  </a:lnTo>
                  <a:lnTo>
                    <a:pt x="3464" y="10442"/>
                  </a:lnTo>
                  <a:lnTo>
                    <a:pt x="3452" y="10480"/>
                  </a:lnTo>
                  <a:lnTo>
                    <a:pt x="3452" y="10506"/>
                  </a:lnTo>
                  <a:lnTo>
                    <a:pt x="3413" y="10519"/>
                  </a:lnTo>
                  <a:lnTo>
                    <a:pt x="3388" y="10532"/>
                  </a:lnTo>
                  <a:lnTo>
                    <a:pt x="3362" y="10532"/>
                  </a:lnTo>
                  <a:lnTo>
                    <a:pt x="3337" y="10519"/>
                  </a:lnTo>
                  <a:lnTo>
                    <a:pt x="3273" y="10480"/>
                  </a:lnTo>
                  <a:lnTo>
                    <a:pt x="3209" y="10429"/>
                  </a:lnTo>
                  <a:lnTo>
                    <a:pt x="3145" y="10404"/>
                  </a:lnTo>
                  <a:lnTo>
                    <a:pt x="3094" y="10378"/>
                  </a:lnTo>
                  <a:lnTo>
                    <a:pt x="3030" y="10340"/>
                  </a:lnTo>
                  <a:lnTo>
                    <a:pt x="2966" y="10314"/>
                  </a:lnTo>
                  <a:lnTo>
                    <a:pt x="2698" y="10314"/>
                  </a:lnTo>
                  <a:lnTo>
                    <a:pt x="2659" y="10302"/>
                  </a:lnTo>
                  <a:lnTo>
                    <a:pt x="2634" y="10302"/>
                  </a:lnTo>
                  <a:lnTo>
                    <a:pt x="2634" y="10276"/>
                  </a:lnTo>
                  <a:lnTo>
                    <a:pt x="2621" y="10250"/>
                  </a:lnTo>
                  <a:lnTo>
                    <a:pt x="2583" y="10212"/>
                  </a:lnTo>
                  <a:lnTo>
                    <a:pt x="2519" y="10199"/>
                  </a:lnTo>
                  <a:lnTo>
                    <a:pt x="2314" y="10199"/>
                  </a:lnTo>
                  <a:lnTo>
                    <a:pt x="2301" y="10212"/>
                  </a:lnTo>
                  <a:lnTo>
                    <a:pt x="2301" y="10238"/>
                  </a:lnTo>
                  <a:lnTo>
                    <a:pt x="2289" y="10250"/>
                  </a:lnTo>
                  <a:lnTo>
                    <a:pt x="2289" y="10263"/>
                  </a:lnTo>
                  <a:lnTo>
                    <a:pt x="2301" y="10276"/>
                  </a:lnTo>
                  <a:lnTo>
                    <a:pt x="2327" y="10289"/>
                  </a:lnTo>
                  <a:lnTo>
                    <a:pt x="2365" y="10302"/>
                  </a:lnTo>
                  <a:lnTo>
                    <a:pt x="2404" y="10302"/>
                  </a:lnTo>
                  <a:lnTo>
                    <a:pt x="2416" y="10314"/>
                  </a:lnTo>
                  <a:lnTo>
                    <a:pt x="2416" y="10327"/>
                  </a:lnTo>
                  <a:lnTo>
                    <a:pt x="2416" y="10353"/>
                  </a:lnTo>
                  <a:lnTo>
                    <a:pt x="2340" y="10365"/>
                  </a:lnTo>
                  <a:lnTo>
                    <a:pt x="2301" y="10365"/>
                  </a:lnTo>
                  <a:lnTo>
                    <a:pt x="2263" y="10378"/>
                  </a:lnTo>
                  <a:lnTo>
                    <a:pt x="2238" y="10391"/>
                  </a:lnTo>
                  <a:lnTo>
                    <a:pt x="2238" y="10417"/>
                  </a:lnTo>
                  <a:lnTo>
                    <a:pt x="2238" y="10455"/>
                  </a:lnTo>
                  <a:lnTo>
                    <a:pt x="2289" y="10493"/>
                  </a:lnTo>
                  <a:lnTo>
                    <a:pt x="2404" y="10493"/>
                  </a:lnTo>
                  <a:lnTo>
                    <a:pt x="2557" y="10480"/>
                  </a:lnTo>
                  <a:lnTo>
                    <a:pt x="2583" y="10480"/>
                  </a:lnTo>
                  <a:lnTo>
                    <a:pt x="2621" y="10493"/>
                  </a:lnTo>
                  <a:lnTo>
                    <a:pt x="2621" y="10506"/>
                  </a:lnTo>
                  <a:lnTo>
                    <a:pt x="2621" y="10519"/>
                  </a:lnTo>
                  <a:lnTo>
                    <a:pt x="2608" y="10544"/>
                  </a:lnTo>
                  <a:lnTo>
                    <a:pt x="2646" y="10557"/>
                  </a:lnTo>
                  <a:lnTo>
                    <a:pt x="2672" y="10557"/>
                  </a:lnTo>
                  <a:lnTo>
                    <a:pt x="2698" y="10583"/>
                  </a:lnTo>
                  <a:lnTo>
                    <a:pt x="2710" y="10583"/>
                  </a:lnTo>
                  <a:lnTo>
                    <a:pt x="2723" y="10570"/>
                  </a:lnTo>
                  <a:lnTo>
                    <a:pt x="2825" y="10557"/>
                  </a:lnTo>
                  <a:lnTo>
                    <a:pt x="2902" y="10544"/>
                  </a:lnTo>
                  <a:lnTo>
                    <a:pt x="2915" y="10557"/>
                  </a:lnTo>
                  <a:lnTo>
                    <a:pt x="2928" y="10570"/>
                  </a:lnTo>
                  <a:lnTo>
                    <a:pt x="2928" y="10595"/>
                  </a:lnTo>
                  <a:lnTo>
                    <a:pt x="2915" y="10621"/>
                  </a:lnTo>
                  <a:lnTo>
                    <a:pt x="2877" y="10634"/>
                  </a:lnTo>
                  <a:lnTo>
                    <a:pt x="2672" y="10634"/>
                  </a:lnTo>
                  <a:lnTo>
                    <a:pt x="2659" y="10647"/>
                  </a:lnTo>
                  <a:lnTo>
                    <a:pt x="2659" y="10672"/>
                  </a:lnTo>
                  <a:lnTo>
                    <a:pt x="2634" y="10698"/>
                  </a:lnTo>
                  <a:lnTo>
                    <a:pt x="2621" y="10711"/>
                  </a:lnTo>
                  <a:lnTo>
                    <a:pt x="2621" y="10723"/>
                  </a:lnTo>
                  <a:lnTo>
                    <a:pt x="2634" y="10736"/>
                  </a:lnTo>
                  <a:lnTo>
                    <a:pt x="2659" y="10749"/>
                  </a:lnTo>
                  <a:lnTo>
                    <a:pt x="2710" y="10762"/>
                  </a:lnTo>
                  <a:lnTo>
                    <a:pt x="2685" y="10787"/>
                  </a:lnTo>
                  <a:lnTo>
                    <a:pt x="2672" y="10813"/>
                  </a:lnTo>
                  <a:lnTo>
                    <a:pt x="2646" y="10826"/>
                  </a:lnTo>
                  <a:lnTo>
                    <a:pt x="2608" y="10826"/>
                  </a:lnTo>
                  <a:lnTo>
                    <a:pt x="2583" y="10813"/>
                  </a:lnTo>
                  <a:lnTo>
                    <a:pt x="2506" y="10774"/>
                  </a:lnTo>
                  <a:lnTo>
                    <a:pt x="2455" y="10736"/>
                  </a:lnTo>
                  <a:lnTo>
                    <a:pt x="2416" y="10711"/>
                  </a:lnTo>
                  <a:lnTo>
                    <a:pt x="2365" y="10711"/>
                  </a:lnTo>
                  <a:lnTo>
                    <a:pt x="2199" y="10698"/>
                  </a:lnTo>
                  <a:lnTo>
                    <a:pt x="2148" y="10698"/>
                  </a:lnTo>
                  <a:lnTo>
                    <a:pt x="2122" y="10672"/>
                  </a:lnTo>
                  <a:lnTo>
                    <a:pt x="2097" y="10647"/>
                  </a:lnTo>
                  <a:lnTo>
                    <a:pt x="2084" y="10634"/>
                  </a:lnTo>
                  <a:lnTo>
                    <a:pt x="1944" y="10634"/>
                  </a:lnTo>
                  <a:lnTo>
                    <a:pt x="1765" y="10647"/>
                  </a:lnTo>
                  <a:lnTo>
                    <a:pt x="1714" y="10647"/>
                  </a:lnTo>
                  <a:lnTo>
                    <a:pt x="1675" y="10634"/>
                  </a:lnTo>
                  <a:lnTo>
                    <a:pt x="1560" y="10634"/>
                  </a:lnTo>
                  <a:lnTo>
                    <a:pt x="1522" y="10647"/>
                  </a:lnTo>
                  <a:lnTo>
                    <a:pt x="1509" y="10647"/>
                  </a:lnTo>
                  <a:lnTo>
                    <a:pt x="1496" y="10659"/>
                  </a:lnTo>
                  <a:lnTo>
                    <a:pt x="1496" y="10685"/>
                  </a:lnTo>
                  <a:lnTo>
                    <a:pt x="1496" y="10698"/>
                  </a:lnTo>
                  <a:lnTo>
                    <a:pt x="1573" y="10698"/>
                  </a:lnTo>
                  <a:lnTo>
                    <a:pt x="1611" y="10711"/>
                  </a:lnTo>
                  <a:lnTo>
                    <a:pt x="1637" y="10711"/>
                  </a:lnTo>
                  <a:lnTo>
                    <a:pt x="1637" y="10736"/>
                  </a:lnTo>
                  <a:lnTo>
                    <a:pt x="1624" y="10762"/>
                  </a:lnTo>
                  <a:lnTo>
                    <a:pt x="1598" y="10774"/>
                  </a:lnTo>
                  <a:lnTo>
                    <a:pt x="1573" y="10774"/>
                  </a:lnTo>
                  <a:lnTo>
                    <a:pt x="1509" y="10787"/>
                  </a:lnTo>
                  <a:lnTo>
                    <a:pt x="1420" y="10800"/>
                  </a:lnTo>
                  <a:lnTo>
                    <a:pt x="1420" y="10877"/>
                  </a:lnTo>
                  <a:lnTo>
                    <a:pt x="1420" y="10889"/>
                  </a:lnTo>
                  <a:lnTo>
                    <a:pt x="1611" y="10889"/>
                  </a:lnTo>
                  <a:lnTo>
                    <a:pt x="1765" y="10877"/>
                  </a:lnTo>
                  <a:lnTo>
                    <a:pt x="1931" y="10877"/>
                  </a:lnTo>
                  <a:lnTo>
                    <a:pt x="2020" y="10864"/>
                  </a:lnTo>
                  <a:lnTo>
                    <a:pt x="2084" y="10864"/>
                  </a:lnTo>
                  <a:lnTo>
                    <a:pt x="2097" y="10889"/>
                  </a:lnTo>
                  <a:lnTo>
                    <a:pt x="2110" y="10928"/>
                  </a:lnTo>
                  <a:lnTo>
                    <a:pt x="2110" y="11017"/>
                  </a:lnTo>
                  <a:lnTo>
                    <a:pt x="2186" y="11017"/>
                  </a:lnTo>
                  <a:lnTo>
                    <a:pt x="2199" y="11030"/>
                  </a:lnTo>
                  <a:lnTo>
                    <a:pt x="2212" y="11056"/>
                  </a:lnTo>
                  <a:lnTo>
                    <a:pt x="2212" y="11081"/>
                  </a:lnTo>
                  <a:lnTo>
                    <a:pt x="2225" y="11119"/>
                  </a:lnTo>
                  <a:lnTo>
                    <a:pt x="2212" y="11183"/>
                  </a:lnTo>
                  <a:lnTo>
                    <a:pt x="2199" y="11247"/>
                  </a:lnTo>
                  <a:lnTo>
                    <a:pt x="2199" y="11260"/>
                  </a:lnTo>
                  <a:lnTo>
                    <a:pt x="2186" y="11260"/>
                  </a:lnTo>
                  <a:lnTo>
                    <a:pt x="2148" y="11273"/>
                  </a:lnTo>
                  <a:lnTo>
                    <a:pt x="2110" y="11273"/>
                  </a:lnTo>
                  <a:lnTo>
                    <a:pt x="2046" y="11260"/>
                  </a:lnTo>
                  <a:lnTo>
                    <a:pt x="2033" y="11247"/>
                  </a:lnTo>
                  <a:lnTo>
                    <a:pt x="2033" y="11222"/>
                  </a:lnTo>
                  <a:lnTo>
                    <a:pt x="2033" y="11171"/>
                  </a:lnTo>
                  <a:lnTo>
                    <a:pt x="2020" y="11119"/>
                  </a:lnTo>
                  <a:lnTo>
                    <a:pt x="1995" y="11068"/>
                  </a:lnTo>
                  <a:lnTo>
                    <a:pt x="1969" y="11030"/>
                  </a:lnTo>
                  <a:lnTo>
                    <a:pt x="1956" y="11004"/>
                  </a:lnTo>
                  <a:lnTo>
                    <a:pt x="1790" y="11004"/>
                  </a:lnTo>
                  <a:lnTo>
                    <a:pt x="1790" y="11043"/>
                  </a:lnTo>
                  <a:lnTo>
                    <a:pt x="1790" y="11081"/>
                  </a:lnTo>
                  <a:lnTo>
                    <a:pt x="1803" y="11107"/>
                  </a:lnTo>
                  <a:lnTo>
                    <a:pt x="1829" y="11119"/>
                  </a:lnTo>
                  <a:lnTo>
                    <a:pt x="1892" y="11119"/>
                  </a:lnTo>
                  <a:lnTo>
                    <a:pt x="1905" y="11132"/>
                  </a:lnTo>
                  <a:lnTo>
                    <a:pt x="1892" y="11158"/>
                  </a:lnTo>
                  <a:lnTo>
                    <a:pt x="1880" y="11196"/>
                  </a:lnTo>
                  <a:lnTo>
                    <a:pt x="1880" y="11222"/>
                  </a:lnTo>
                  <a:lnTo>
                    <a:pt x="1867" y="11235"/>
                  </a:lnTo>
                  <a:lnTo>
                    <a:pt x="1841" y="11260"/>
                  </a:lnTo>
                  <a:lnTo>
                    <a:pt x="1790" y="11273"/>
                  </a:lnTo>
                  <a:lnTo>
                    <a:pt x="1688" y="11273"/>
                  </a:lnTo>
                  <a:lnTo>
                    <a:pt x="1675" y="11260"/>
                  </a:lnTo>
                  <a:lnTo>
                    <a:pt x="1662" y="11222"/>
                  </a:lnTo>
                  <a:lnTo>
                    <a:pt x="1650" y="11171"/>
                  </a:lnTo>
                  <a:lnTo>
                    <a:pt x="1637" y="11145"/>
                  </a:lnTo>
                  <a:lnTo>
                    <a:pt x="1611" y="11119"/>
                  </a:lnTo>
                  <a:lnTo>
                    <a:pt x="1598" y="11094"/>
                  </a:lnTo>
                  <a:lnTo>
                    <a:pt x="1586" y="11081"/>
                  </a:lnTo>
                  <a:lnTo>
                    <a:pt x="1368" y="11081"/>
                  </a:lnTo>
                  <a:lnTo>
                    <a:pt x="1356" y="11094"/>
                  </a:lnTo>
                  <a:lnTo>
                    <a:pt x="1356" y="11119"/>
                  </a:lnTo>
                  <a:lnTo>
                    <a:pt x="1356" y="11145"/>
                  </a:lnTo>
                  <a:lnTo>
                    <a:pt x="1343" y="11171"/>
                  </a:lnTo>
                  <a:lnTo>
                    <a:pt x="1330" y="11196"/>
                  </a:lnTo>
                  <a:lnTo>
                    <a:pt x="1343" y="11209"/>
                  </a:lnTo>
                  <a:lnTo>
                    <a:pt x="1356" y="11222"/>
                  </a:lnTo>
                  <a:lnTo>
                    <a:pt x="1407" y="11235"/>
                  </a:lnTo>
                  <a:lnTo>
                    <a:pt x="1458" y="11273"/>
                  </a:lnTo>
                  <a:lnTo>
                    <a:pt x="1471" y="11298"/>
                  </a:lnTo>
                  <a:lnTo>
                    <a:pt x="1483" y="11324"/>
                  </a:lnTo>
                  <a:lnTo>
                    <a:pt x="1458" y="11362"/>
                  </a:lnTo>
                  <a:lnTo>
                    <a:pt x="1445" y="11388"/>
                  </a:lnTo>
                  <a:lnTo>
                    <a:pt x="1445" y="11401"/>
                  </a:lnTo>
                  <a:lnTo>
                    <a:pt x="1394" y="11401"/>
                  </a:lnTo>
                  <a:lnTo>
                    <a:pt x="1356" y="11388"/>
                  </a:lnTo>
                  <a:lnTo>
                    <a:pt x="1317" y="11362"/>
                  </a:lnTo>
                  <a:lnTo>
                    <a:pt x="1292" y="11350"/>
                  </a:lnTo>
                  <a:lnTo>
                    <a:pt x="1266" y="11324"/>
                  </a:lnTo>
                  <a:lnTo>
                    <a:pt x="1228" y="11298"/>
                  </a:lnTo>
                  <a:lnTo>
                    <a:pt x="1189" y="11286"/>
                  </a:lnTo>
                  <a:lnTo>
                    <a:pt x="1164" y="11273"/>
                  </a:lnTo>
                  <a:lnTo>
                    <a:pt x="1138" y="11247"/>
                  </a:lnTo>
                  <a:lnTo>
                    <a:pt x="947" y="11247"/>
                  </a:lnTo>
                  <a:lnTo>
                    <a:pt x="934" y="11273"/>
                  </a:lnTo>
                  <a:lnTo>
                    <a:pt x="934" y="11298"/>
                  </a:lnTo>
                  <a:lnTo>
                    <a:pt x="934" y="11324"/>
                  </a:lnTo>
                  <a:lnTo>
                    <a:pt x="934" y="11337"/>
                  </a:lnTo>
                  <a:lnTo>
                    <a:pt x="921" y="11350"/>
                  </a:lnTo>
                  <a:lnTo>
                    <a:pt x="883" y="11350"/>
                  </a:lnTo>
                  <a:lnTo>
                    <a:pt x="793" y="11362"/>
                  </a:lnTo>
                  <a:lnTo>
                    <a:pt x="717" y="11362"/>
                  </a:lnTo>
                  <a:lnTo>
                    <a:pt x="717" y="11375"/>
                  </a:lnTo>
                  <a:lnTo>
                    <a:pt x="717" y="11401"/>
                  </a:lnTo>
                  <a:lnTo>
                    <a:pt x="729" y="11413"/>
                  </a:lnTo>
                  <a:lnTo>
                    <a:pt x="742" y="11426"/>
                  </a:lnTo>
                  <a:lnTo>
                    <a:pt x="1011" y="11426"/>
                  </a:lnTo>
                  <a:lnTo>
                    <a:pt x="1074" y="11452"/>
                  </a:lnTo>
                  <a:lnTo>
                    <a:pt x="1138" y="11477"/>
                  </a:lnTo>
                  <a:lnTo>
                    <a:pt x="1330" y="11516"/>
                  </a:lnTo>
                  <a:lnTo>
                    <a:pt x="1420" y="11541"/>
                  </a:lnTo>
                  <a:lnTo>
                    <a:pt x="1471" y="11554"/>
                  </a:lnTo>
                  <a:lnTo>
                    <a:pt x="1535" y="11541"/>
                  </a:lnTo>
                  <a:lnTo>
                    <a:pt x="1547" y="11541"/>
                  </a:lnTo>
                  <a:lnTo>
                    <a:pt x="1560" y="11554"/>
                  </a:lnTo>
                  <a:lnTo>
                    <a:pt x="1598" y="11605"/>
                  </a:lnTo>
                  <a:lnTo>
                    <a:pt x="1586" y="11618"/>
                  </a:lnTo>
                  <a:lnTo>
                    <a:pt x="1573" y="11644"/>
                  </a:lnTo>
                  <a:lnTo>
                    <a:pt x="1343" y="11656"/>
                  </a:lnTo>
                  <a:lnTo>
                    <a:pt x="1215" y="11656"/>
                  </a:lnTo>
                  <a:lnTo>
                    <a:pt x="1138" y="11631"/>
                  </a:lnTo>
                  <a:lnTo>
                    <a:pt x="1074" y="11618"/>
                  </a:lnTo>
                  <a:lnTo>
                    <a:pt x="934" y="11567"/>
                  </a:lnTo>
                  <a:lnTo>
                    <a:pt x="870" y="11554"/>
                  </a:lnTo>
                  <a:lnTo>
                    <a:pt x="819" y="11541"/>
                  </a:lnTo>
                  <a:lnTo>
                    <a:pt x="781" y="11554"/>
                  </a:lnTo>
                  <a:lnTo>
                    <a:pt x="717" y="11580"/>
                  </a:lnTo>
                  <a:lnTo>
                    <a:pt x="653" y="11592"/>
                  </a:lnTo>
                  <a:lnTo>
                    <a:pt x="614" y="11618"/>
                  </a:lnTo>
                  <a:lnTo>
                    <a:pt x="589" y="11656"/>
                  </a:lnTo>
                  <a:lnTo>
                    <a:pt x="563" y="11669"/>
                  </a:lnTo>
                  <a:lnTo>
                    <a:pt x="525" y="11669"/>
                  </a:lnTo>
                  <a:lnTo>
                    <a:pt x="499" y="11682"/>
                  </a:lnTo>
                  <a:lnTo>
                    <a:pt x="461" y="11682"/>
                  </a:lnTo>
                  <a:lnTo>
                    <a:pt x="474" y="11746"/>
                  </a:lnTo>
                  <a:lnTo>
                    <a:pt x="487" y="11784"/>
                  </a:lnTo>
                  <a:lnTo>
                    <a:pt x="512" y="11797"/>
                  </a:lnTo>
                  <a:lnTo>
                    <a:pt x="563" y="11810"/>
                  </a:lnTo>
                  <a:lnTo>
                    <a:pt x="614" y="11810"/>
                  </a:lnTo>
                  <a:lnTo>
                    <a:pt x="665" y="11822"/>
                  </a:lnTo>
                  <a:lnTo>
                    <a:pt x="717" y="11835"/>
                  </a:lnTo>
                  <a:lnTo>
                    <a:pt x="729" y="11861"/>
                  </a:lnTo>
                  <a:lnTo>
                    <a:pt x="793" y="11925"/>
                  </a:lnTo>
                  <a:lnTo>
                    <a:pt x="806" y="11950"/>
                  </a:lnTo>
                  <a:lnTo>
                    <a:pt x="832" y="11976"/>
                  </a:lnTo>
                  <a:lnTo>
                    <a:pt x="806" y="11989"/>
                  </a:lnTo>
                  <a:lnTo>
                    <a:pt x="781" y="12001"/>
                  </a:lnTo>
                  <a:lnTo>
                    <a:pt x="755" y="12014"/>
                  </a:lnTo>
                  <a:lnTo>
                    <a:pt x="640" y="12001"/>
                  </a:lnTo>
                  <a:lnTo>
                    <a:pt x="525" y="12014"/>
                  </a:lnTo>
                  <a:lnTo>
                    <a:pt x="525" y="12065"/>
                  </a:lnTo>
                  <a:lnTo>
                    <a:pt x="538" y="12116"/>
                  </a:lnTo>
                  <a:lnTo>
                    <a:pt x="550" y="12219"/>
                  </a:lnTo>
                  <a:lnTo>
                    <a:pt x="538" y="12283"/>
                  </a:lnTo>
                  <a:lnTo>
                    <a:pt x="538" y="12308"/>
                  </a:lnTo>
                  <a:lnTo>
                    <a:pt x="563" y="12334"/>
                  </a:lnTo>
                  <a:lnTo>
                    <a:pt x="576" y="12346"/>
                  </a:lnTo>
                  <a:lnTo>
                    <a:pt x="908" y="12346"/>
                  </a:lnTo>
                  <a:lnTo>
                    <a:pt x="947" y="12372"/>
                  </a:lnTo>
                  <a:lnTo>
                    <a:pt x="985" y="12385"/>
                  </a:lnTo>
                  <a:lnTo>
                    <a:pt x="1343" y="12385"/>
                  </a:lnTo>
                  <a:lnTo>
                    <a:pt x="1356" y="12359"/>
                  </a:lnTo>
                  <a:lnTo>
                    <a:pt x="1381" y="12334"/>
                  </a:lnTo>
                  <a:lnTo>
                    <a:pt x="1394" y="12308"/>
                  </a:lnTo>
                  <a:lnTo>
                    <a:pt x="1407" y="12270"/>
                  </a:lnTo>
                  <a:lnTo>
                    <a:pt x="1458" y="12219"/>
                  </a:lnTo>
                  <a:lnTo>
                    <a:pt x="1483" y="12206"/>
                  </a:lnTo>
                  <a:lnTo>
                    <a:pt x="1611" y="12206"/>
                  </a:lnTo>
                  <a:lnTo>
                    <a:pt x="1650" y="12219"/>
                  </a:lnTo>
                  <a:lnTo>
                    <a:pt x="1650" y="12231"/>
                  </a:lnTo>
                  <a:lnTo>
                    <a:pt x="1637" y="12257"/>
                  </a:lnTo>
                  <a:lnTo>
                    <a:pt x="1624" y="12295"/>
                  </a:lnTo>
                  <a:lnTo>
                    <a:pt x="1611" y="12359"/>
                  </a:lnTo>
                  <a:lnTo>
                    <a:pt x="1611" y="12372"/>
                  </a:lnTo>
                  <a:lnTo>
                    <a:pt x="1624" y="12385"/>
                  </a:lnTo>
                  <a:lnTo>
                    <a:pt x="1637" y="12398"/>
                  </a:lnTo>
                  <a:lnTo>
                    <a:pt x="1650" y="12410"/>
                  </a:lnTo>
                  <a:lnTo>
                    <a:pt x="1701" y="12410"/>
                  </a:lnTo>
                  <a:lnTo>
                    <a:pt x="1726" y="12398"/>
                  </a:lnTo>
                  <a:lnTo>
                    <a:pt x="1739" y="12385"/>
                  </a:lnTo>
                  <a:lnTo>
                    <a:pt x="1752" y="12359"/>
                  </a:lnTo>
                  <a:lnTo>
                    <a:pt x="1765" y="12346"/>
                  </a:lnTo>
                  <a:lnTo>
                    <a:pt x="1905" y="12346"/>
                  </a:lnTo>
                  <a:lnTo>
                    <a:pt x="1905" y="12359"/>
                  </a:lnTo>
                  <a:lnTo>
                    <a:pt x="1905" y="12398"/>
                  </a:lnTo>
                  <a:lnTo>
                    <a:pt x="1905" y="12423"/>
                  </a:lnTo>
                  <a:lnTo>
                    <a:pt x="1918" y="12436"/>
                  </a:lnTo>
                  <a:lnTo>
                    <a:pt x="1956" y="12449"/>
                  </a:lnTo>
                  <a:lnTo>
                    <a:pt x="2059" y="12449"/>
                  </a:lnTo>
                  <a:lnTo>
                    <a:pt x="2161" y="12436"/>
                  </a:lnTo>
                  <a:lnTo>
                    <a:pt x="2161" y="12359"/>
                  </a:lnTo>
                  <a:lnTo>
                    <a:pt x="2161" y="12321"/>
                  </a:lnTo>
                  <a:lnTo>
                    <a:pt x="2148" y="12283"/>
                  </a:lnTo>
                  <a:lnTo>
                    <a:pt x="2110" y="12219"/>
                  </a:lnTo>
                  <a:lnTo>
                    <a:pt x="2097" y="12180"/>
                  </a:lnTo>
                  <a:lnTo>
                    <a:pt x="2110" y="12142"/>
                  </a:lnTo>
                  <a:lnTo>
                    <a:pt x="2148" y="12116"/>
                  </a:lnTo>
                  <a:lnTo>
                    <a:pt x="2199" y="12104"/>
                  </a:lnTo>
                  <a:lnTo>
                    <a:pt x="2250" y="12104"/>
                  </a:lnTo>
                  <a:lnTo>
                    <a:pt x="2289" y="12116"/>
                  </a:lnTo>
                  <a:lnTo>
                    <a:pt x="2301" y="12142"/>
                  </a:lnTo>
                  <a:lnTo>
                    <a:pt x="2301" y="12193"/>
                  </a:lnTo>
                  <a:lnTo>
                    <a:pt x="2301" y="12257"/>
                  </a:lnTo>
                  <a:lnTo>
                    <a:pt x="2301" y="12295"/>
                  </a:lnTo>
                  <a:lnTo>
                    <a:pt x="2301" y="12321"/>
                  </a:lnTo>
                  <a:lnTo>
                    <a:pt x="2314" y="12334"/>
                  </a:lnTo>
                  <a:lnTo>
                    <a:pt x="2327" y="12346"/>
                  </a:lnTo>
                  <a:lnTo>
                    <a:pt x="2416" y="12346"/>
                  </a:lnTo>
                  <a:lnTo>
                    <a:pt x="2455" y="12372"/>
                  </a:lnTo>
                  <a:lnTo>
                    <a:pt x="2506" y="12385"/>
                  </a:lnTo>
                  <a:lnTo>
                    <a:pt x="2519" y="12398"/>
                  </a:lnTo>
                  <a:lnTo>
                    <a:pt x="2519" y="12423"/>
                  </a:lnTo>
                  <a:lnTo>
                    <a:pt x="2506" y="12461"/>
                  </a:lnTo>
                  <a:lnTo>
                    <a:pt x="2468" y="12500"/>
                  </a:lnTo>
                  <a:lnTo>
                    <a:pt x="2429" y="12513"/>
                  </a:lnTo>
                  <a:lnTo>
                    <a:pt x="2378" y="12538"/>
                  </a:lnTo>
                  <a:lnTo>
                    <a:pt x="2276" y="12551"/>
                  </a:lnTo>
                  <a:lnTo>
                    <a:pt x="2122" y="12564"/>
                  </a:lnTo>
                  <a:lnTo>
                    <a:pt x="1982" y="12576"/>
                  </a:lnTo>
                  <a:lnTo>
                    <a:pt x="1918" y="12589"/>
                  </a:lnTo>
                  <a:lnTo>
                    <a:pt x="1867" y="12602"/>
                  </a:lnTo>
                  <a:lnTo>
                    <a:pt x="1829" y="12628"/>
                  </a:lnTo>
                  <a:lnTo>
                    <a:pt x="1816" y="12640"/>
                  </a:lnTo>
                  <a:lnTo>
                    <a:pt x="1803" y="12666"/>
                  </a:lnTo>
                  <a:lnTo>
                    <a:pt x="1816" y="12692"/>
                  </a:lnTo>
                  <a:lnTo>
                    <a:pt x="1841" y="12717"/>
                  </a:lnTo>
                  <a:lnTo>
                    <a:pt x="1854" y="12755"/>
                  </a:lnTo>
                  <a:lnTo>
                    <a:pt x="1841" y="12768"/>
                  </a:lnTo>
                  <a:lnTo>
                    <a:pt x="1829" y="12781"/>
                  </a:lnTo>
                  <a:lnTo>
                    <a:pt x="1803" y="12781"/>
                  </a:lnTo>
                  <a:lnTo>
                    <a:pt x="1739" y="12794"/>
                  </a:lnTo>
                  <a:lnTo>
                    <a:pt x="1650" y="12781"/>
                  </a:lnTo>
                  <a:lnTo>
                    <a:pt x="1650" y="12755"/>
                  </a:lnTo>
                  <a:lnTo>
                    <a:pt x="1637" y="12730"/>
                  </a:lnTo>
                  <a:lnTo>
                    <a:pt x="1637" y="12666"/>
                  </a:lnTo>
                  <a:lnTo>
                    <a:pt x="1624" y="12628"/>
                  </a:lnTo>
                  <a:lnTo>
                    <a:pt x="1598" y="12576"/>
                  </a:lnTo>
                  <a:lnTo>
                    <a:pt x="1547" y="12538"/>
                  </a:lnTo>
                  <a:lnTo>
                    <a:pt x="1522" y="12525"/>
                  </a:lnTo>
                  <a:lnTo>
                    <a:pt x="1432" y="12525"/>
                  </a:lnTo>
                  <a:lnTo>
                    <a:pt x="1394" y="12551"/>
                  </a:lnTo>
                  <a:lnTo>
                    <a:pt x="1368" y="12576"/>
                  </a:lnTo>
                  <a:lnTo>
                    <a:pt x="1317" y="12602"/>
                  </a:lnTo>
                  <a:lnTo>
                    <a:pt x="1253" y="12602"/>
                  </a:lnTo>
                  <a:lnTo>
                    <a:pt x="1189" y="12589"/>
                  </a:lnTo>
                  <a:lnTo>
                    <a:pt x="1074" y="12551"/>
                  </a:lnTo>
                  <a:lnTo>
                    <a:pt x="1023" y="12525"/>
                  </a:lnTo>
                  <a:lnTo>
                    <a:pt x="959" y="12500"/>
                  </a:lnTo>
                  <a:lnTo>
                    <a:pt x="857" y="12500"/>
                  </a:lnTo>
                  <a:lnTo>
                    <a:pt x="755" y="12513"/>
                  </a:lnTo>
                  <a:lnTo>
                    <a:pt x="627" y="12513"/>
                  </a:lnTo>
                  <a:lnTo>
                    <a:pt x="499" y="12525"/>
                  </a:lnTo>
                  <a:lnTo>
                    <a:pt x="423" y="12525"/>
                  </a:lnTo>
                  <a:lnTo>
                    <a:pt x="359" y="12551"/>
                  </a:lnTo>
                  <a:lnTo>
                    <a:pt x="308" y="12576"/>
                  </a:lnTo>
                  <a:lnTo>
                    <a:pt x="269" y="12602"/>
                  </a:lnTo>
                  <a:lnTo>
                    <a:pt x="257" y="12628"/>
                  </a:lnTo>
                  <a:lnTo>
                    <a:pt x="257" y="12653"/>
                  </a:lnTo>
                  <a:lnTo>
                    <a:pt x="257" y="12704"/>
                  </a:lnTo>
                  <a:lnTo>
                    <a:pt x="257" y="12717"/>
                  </a:lnTo>
                  <a:lnTo>
                    <a:pt x="282" y="12730"/>
                  </a:lnTo>
                  <a:lnTo>
                    <a:pt x="538" y="12730"/>
                  </a:lnTo>
                  <a:lnTo>
                    <a:pt x="614" y="12743"/>
                  </a:lnTo>
                  <a:lnTo>
                    <a:pt x="563" y="12781"/>
                  </a:lnTo>
                  <a:lnTo>
                    <a:pt x="538" y="12794"/>
                  </a:lnTo>
                  <a:lnTo>
                    <a:pt x="525" y="12819"/>
                  </a:lnTo>
                  <a:lnTo>
                    <a:pt x="538" y="12858"/>
                  </a:lnTo>
                  <a:lnTo>
                    <a:pt x="550" y="12883"/>
                  </a:lnTo>
                  <a:lnTo>
                    <a:pt x="589" y="12909"/>
                  </a:lnTo>
                  <a:lnTo>
                    <a:pt x="627" y="12922"/>
                  </a:lnTo>
                  <a:lnTo>
                    <a:pt x="704" y="12909"/>
                  </a:lnTo>
                  <a:lnTo>
                    <a:pt x="781" y="12909"/>
                  </a:lnTo>
                  <a:lnTo>
                    <a:pt x="806" y="12922"/>
                  </a:lnTo>
                  <a:lnTo>
                    <a:pt x="819" y="12947"/>
                  </a:lnTo>
                  <a:lnTo>
                    <a:pt x="832" y="12998"/>
                  </a:lnTo>
                  <a:lnTo>
                    <a:pt x="844" y="13049"/>
                  </a:lnTo>
                  <a:lnTo>
                    <a:pt x="832" y="13100"/>
                  </a:lnTo>
                  <a:lnTo>
                    <a:pt x="819" y="13113"/>
                  </a:lnTo>
                  <a:lnTo>
                    <a:pt x="793" y="13126"/>
                  </a:lnTo>
                  <a:lnTo>
                    <a:pt x="768" y="13139"/>
                  </a:lnTo>
                  <a:lnTo>
                    <a:pt x="729" y="13126"/>
                  </a:lnTo>
                  <a:lnTo>
                    <a:pt x="640" y="13062"/>
                  </a:lnTo>
                  <a:lnTo>
                    <a:pt x="525" y="12985"/>
                  </a:lnTo>
                  <a:lnTo>
                    <a:pt x="410" y="12909"/>
                  </a:lnTo>
                  <a:lnTo>
                    <a:pt x="359" y="12896"/>
                  </a:lnTo>
                  <a:lnTo>
                    <a:pt x="295" y="12883"/>
                  </a:lnTo>
                  <a:lnTo>
                    <a:pt x="308" y="12909"/>
                  </a:lnTo>
                  <a:lnTo>
                    <a:pt x="333" y="12934"/>
                  </a:lnTo>
                  <a:lnTo>
                    <a:pt x="397" y="12998"/>
                  </a:lnTo>
                  <a:lnTo>
                    <a:pt x="487" y="13049"/>
                  </a:lnTo>
                  <a:lnTo>
                    <a:pt x="563" y="13088"/>
                  </a:lnTo>
                  <a:lnTo>
                    <a:pt x="627" y="13113"/>
                  </a:lnTo>
                  <a:lnTo>
                    <a:pt x="640" y="13139"/>
                  </a:lnTo>
                  <a:lnTo>
                    <a:pt x="653" y="13164"/>
                  </a:lnTo>
                  <a:lnTo>
                    <a:pt x="653" y="13203"/>
                  </a:lnTo>
                  <a:lnTo>
                    <a:pt x="653" y="13228"/>
                  </a:lnTo>
                  <a:lnTo>
                    <a:pt x="614" y="13241"/>
                  </a:lnTo>
                  <a:lnTo>
                    <a:pt x="474" y="13241"/>
                  </a:lnTo>
                  <a:lnTo>
                    <a:pt x="448" y="13228"/>
                  </a:lnTo>
                  <a:lnTo>
                    <a:pt x="435" y="13203"/>
                  </a:lnTo>
                  <a:lnTo>
                    <a:pt x="423" y="13190"/>
                  </a:lnTo>
                  <a:lnTo>
                    <a:pt x="397" y="13177"/>
                  </a:lnTo>
                  <a:lnTo>
                    <a:pt x="359" y="13228"/>
                  </a:lnTo>
                  <a:lnTo>
                    <a:pt x="333" y="13267"/>
                  </a:lnTo>
                  <a:lnTo>
                    <a:pt x="333" y="13318"/>
                  </a:lnTo>
                  <a:lnTo>
                    <a:pt x="333" y="13369"/>
                  </a:lnTo>
                  <a:lnTo>
                    <a:pt x="346" y="13420"/>
                  </a:lnTo>
                  <a:lnTo>
                    <a:pt x="372" y="13458"/>
                  </a:lnTo>
                  <a:lnTo>
                    <a:pt x="397" y="13471"/>
                  </a:lnTo>
                  <a:lnTo>
                    <a:pt x="423" y="13484"/>
                  </a:lnTo>
                  <a:lnTo>
                    <a:pt x="474" y="13497"/>
                  </a:lnTo>
                  <a:lnTo>
                    <a:pt x="602" y="13497"/>
                  </a:lnTo>
                  <a:lnTo>
                    <a:pt x="589" y="13573"/>
                  </a:lnTo>
                  <a:lnTo>
                    <a:pt x="589" y="13612"/>
                  </a:lnTo>
                  <a:lnTo>
                    <a:pt x="589" y="13663"/>
                  </a:lnTo>
                  <a:lnTo>
                    <a:pt x="793" y="13650"/>
                  </a:lnTo>
                  <a:lnTo>
                    <a:pt x="793" y="13561"/>
                  </a:lnTo>
                  <a:lnTo>
                    <a:pt x="793" y="13509"/>
                  </a:lnTo>
                  <a:lnTo>
                    <a:pt x="806" y="13471"/>
                  </a:lnTo>
                  <a:lnTo>
                    <a:pt x="832" y="13433"/>
                  </a:lnTo>
                  <a:lnTo>
                    <a:pt x="857" y="13394"/>
                  </a:lnTo>
                  <a:lnTo>
                    <a:pt x="908" y="13369"/>
                  </a:lnTo>
                  <a:lnTo>
                    <a:pt x="972" y="13356"/>
                  </a:lnTo>
                  <a:lnTo>
                    <a:pt x="1151" y="13318"/>
                  </a:lnTo>
                  <a:lnTo>
                    <a:pt x="1317" y="13267"/>
                  </a:lnTo>
                  <a:lnTo>
                    <a:pt x="1381" y="13254"/>
                  </a:lnTo>
                  <a:lnTo>
                    <a:pt x="1432" y="13241"/>
                  </a:lnTo>
                  <a:lnTo>
                    <a:pt x="1483" y="13254"/>
                  </a:lnTo>
                  <a:lnTo>
                    <a:pt x="1496" y="13267"/>
                  </a:lnTo>
                  <a:lnTo>
                    <a:pt x="1509" y="13279"/>
                  </a:lnTo>
                  <a:lnTo>
                    <a:pt x="1509" y="13318"/>
                  </a:lnTo>
                  <a:lnTo>
                    <a:pt x="1496" y="13356"/>
                  </a:lnTo>
                  <a:lnTo>
                    <a:pt x="1471" y="13394"/>
                  </a:lnTo>
                  <a:lnTo>
                    <a:pt x="1432" y="13420"/>
                  </a:lnTo>
                  <a:lnTo>
                    <a:pt x="1407" y="13433"/>
                  </a:lnTo>
                  <a:lnTo>
                    <a:pt x="1368" y="13446"/>
                  </a:lnTo>
                  <a:lnTo>
                    <a:pt x="1305" y="13458"/>
                  </a:lnTo>
                  <a:lnTo>
                    <a:pt x="1241" y="13446"/>
                  </a:lnTo>
                  <a:lnTo>
                    <a:pt x="1164" y="13458"/>
                  </a:lnTo>
                  <a:lnTo>
                    <a:pt x="1062" y="13509"/>
                  </a:lnTo>
                  <a:lnTo>
                    <a:pt x="1011" y="13535"/>
                  </a:lnTo>
                  <a:lnTo>
                    <a:pt x="972" y="13573"/>
                  </a:lnTo>
                  <a:lnTo>
                    <a:pt x="947" y="13599"/>
                  </a:lnTo>
                  <a:lnTo>
                    <a:pt x="947" y="13624"/>
                  </a:lnTo>
                  <a:lnTo>
                    <a:pt x="947" y="13676"/>
                  </a:lnTo>
                  <a:lnTo>
                    <a:pt x="934" y="13727"/>
                  </a:lnTo>
                  <a:lnTo>
                    <a:pt x="921" y="13752"/>
                  </a:lnTo>
                  <a:lnTo>
                    <a:pt x="896" y="13778"/>
                  </a:lnTo>
                  <a:lnTo>
                    <a:pt x="844" y="13816"/>
                  </a:lnTo>
                  <a:lnTo>
                    <a:pt x="781" y="13842"/>
                  </a:lnTo>
                  <a:lnTo>
                    <a:pt x="653" y="13893"/>
                  </a:lnTo>
                  <a:lnTo>
                    <a:pt x="563" y="13918"/>
                  </a:lnTo>
                  <a:lnTo>
                    <a:pt x="525" y="13931"/>
                  </a:lnTo>
                  <a:lnTo>
                    <a:pt x="499" y="13957"/>
                  </a:lnTo>
                  <a:lnTo>
                    <a:pt x="499" y="13995"/>
                  </a:lnTo>
                  <a:lnTo>
                    <a:pt x="512" y="14008"/>
                  </a:lnTo>
                  <a:lnTo>
                    <a:pt x="550" y="14033"/>
                  </a:lnTo>
                  <a:lnTo>
                    <a:pt x="576" y="14046"/>
                  </a:lnTo>
                  <a:lnTo>
                    <a:pt x="678" y="14046"/>
                  </a:lnTo>
                  <a:lnTo>
                    <a:pt x="678" y="14059"/>
                  </a:lnTo>
                  <a:lnTo>
                    <a:pt x="678" y="14097"/>
                  </a:lnTo>
                  <a:lnTo>
                    <a:pt x="640" y="14123"/>
                  </a:lnTo>
                  <a:lnTo>
                    <a:pt x="602" y="14136"/>
                  </a:lnTo>
                  <a:lnTo>
                    <a:pt x="499" y="14161"/>
                  </a:lnTo>
                  <a:lnTo>
                    <a:pt x="410" y="14200"/>
                  </a:lnTo>
                  <a:lnTo>
                    <a:pt x="372" y="14225"/>
                  </a:lnTo>
                  <a:lnTo>
                    <a:pt x="346" y="14251"/>
                  </a:lnTo>
                  <a:lnTo>
                    <a:pt x="295" y="14302"/>
                  </a:lnTo>
                  <a:lnTo>
                    <a:pt x="269" y="14327"/>
                  </a:lnTo>
                  <a:lnTo>
                    <a:pt x="231" y="14327"/>
                  </a:lnTo>
                  <a:lnTo>
                    <a:pt x="218" y="14289"/>
                  </a:lnTo>
                  <a:lnTo>
                    <a:pt x="218" y="14251"/>
                  </a:lnTo>
                  <a:lnTo>
                    <a:pt x="231" y="14200"/>
                  </a:lnTo>
                  <a:lnTo>
                    <a:pt x="231" y="14161"/>
                  </a:lnTo>
                  <a:lnTo>
                    <a:pt x="129" y="14161"/>
                  </a:lnTo>
                  <a:lnTo>
                    <a:pt x="90" y="14174"/>
                  </a:lnTo>
                  <a:lnTo>
                    <a:pt x="52" y="14200"/>
                  </a:lnTo>
                  <a:lnTo>
                    <a:pt x="26" y="14238"/>
                  </a:lnTo>
                  <a:lnTo>
                    <a:pt x="14" y="14276"/>
                  </a:lnTo>
                  <a:lnTo>
                    <a:pt x="1" y="14366"/>
                  </a:lnTo>
                  <a:lnTo>
                    <a:pt x="1" y="14442"/>
                  </a:lnTo>
                  <a:lnTo>
                    <a:pt x="1" y="14519"/>
                  </a:lnTo>
                  <a:lnTo>
                    <a:pt x="1" y="14583"/>
                  </a:lnTo>
                  <a:lnTo>
                    <a:pt x="14" y="14660"/>
                  </a:lnTo>
                  <a:lnTo>
                    <a:pt x="116" y="14647"/>
                  </a:lnTo>
                  <a:lnTo>
                    <a:pt x="154" y="14634"/>
                  </a:lnTo>
                  <a:lnTo>
                    <a:pt x="180" y="14596"/>
                  </a:lnTo>
                  <a:lnTo>
                    <a:pt x="205" y="14557"/>
                  </a:lnTo>
                  <a:lnTo>
                    <a:pt x="218" y="14545"/>
                  </a:lnTo>
                  <a:lnTo>
                    <a:pt x="257" y="14557"/>
                  </a:lnTo>
                  <a:lnTo>
                    <a:pt x="333" y="14596"/>
                  </a:lnTo>
                  <a:lnTo>
                    <a:pt x="372" y="14596"/>
                  </a:lnTo>
                  <a:lnTo>
                    <a:pt x="384" y="14583"/>
                  </a:lnTo>
                  <a:lnTo>
                    <a:pt x="410" y="14557"/>
                  </a:lnTo>
                  <a:lnTo>
                    <a:pt x="423" y="14545"/>
                  </a:lnTo>
                  <a:lnTo>
                    <a:pt x="423" y="14506"/>
                  </a:lnTo>
                  <a:lnTo>
                    <a:pt x="423" y="14481"/>
                  </a:lnTo>
                  <a:lnTo>
                    <a:pt x="423" y="14455"/>
                  </a:lnTo>
                  <a:lnTo>
                    <a:pt x="448" y="14442"/>
                  </a:lnTo>
                  <a:lnTo>
                    <a:pt x="474" y="14417"/>
                  </a:lnTo>
                  <a:lnTo>
                    <a:pt x="499" y="14417"/>
                  </a:lnTo>
                  <a:lnTo>
                    <a:pt x="525" y="14430"/>
                  </a:lnTo>
                  <a:lnTo>
                    <a:pt x="538" y="14468"/>
                  </a:lnTo>
                  <a:lnTo>
                    <a:pt x="550" y="14506"/>
                  </a:lnTo>
                  <a:lnTo>
                    <a:pt x="563" y="14519"/>
                  </a:lnTo>
                  <a:lnTo>
                    <a:pt x="576" y="14532"/>
                  </a:lnTo>
                  <a:lnTo>
                    <a:pt x="602" y="14519"/>
                  </a:lnTo>
                  <a:lnTo>
                    <a:pt x="627" y="14506"/>
                  </a:lnTo>
                  <a:lnTo>
                    <a:pt x="640" y="14481"/>
                  </a:lnTo>
                  <a:lnTo>
                    <a:pt x="653" y="14455"/>
                  </a:lnTo>
                  <a:lnTo>
                    <a:pt x="653" y="14430"/>
                  </a:lnTo>
                  <a:lnTo>
                    <a:pt x="678" y="14404"/>
                  </a:lnTo>
                  <a:lnTo>
                    <a:pt x="755" y="14366"/>
                  </a:lnTo>
                  <a:lnTo>
                    <a:pt x="832" y="14340"/>
                  </a:lnTo>
                  <a:lnTo>
                    <a:pt x="870" y="14366"/>
                  </a:lnTo>
                  <a:lnTo>
                    <a:pt x="896" y="14391"/>
                  </a:lnTo>
                  <a:lnTo>
                    <a:pt x="896" y="14404"/>
                  </a:lnTo>
                  <a:lnTo>
                    <a:pt x="870" y="14404"/>
                  </a:lnTo>
                  <a:lnTo>
                    <a:pt x="832" y="14430"/>
                  </a:lnTo>
                  <a:lnTo>
                    <a:pt x="781" y="14468"/>
                  </a:lnTo>
                  <a:lnTo>
                    <a:pt x="742" y="14519"/>
                  </a:lnTo>
                  <a:lnTo>
                    <a:pt x="665" y="14596"/>
                  </a:lnTo>
                  <a:lnTo>
                    <a:pt x="627" y="14634"/>
                  </a:lnTo>
                  <a:lnTo>
                    <a:pt x="627" y="14660"/>
                  </a:lnTo>
                  <a:lnTo>
                    <a:pt x="627" y="14685"/>
                  </a:lnTo>
                  <a:lnTo>
                    <a:pt x="640" y="14724"/>
                  </a:lnTo>
                  <a:lnTo>
                    <a:pt x="653" y="14736"/>
                  </a:lnTo>
                  <a:lnTo>
                    <a:pt x="640" y="14749"/>
                  </a:lnTo>
                  <a:lnTo>
                    <a:pt x="614" y="14788"/>
                  </a:lnTo>
                  <a:lnTo>
                    <a:pt x="576" y="14813"/>
                  </a:lnTo>
                  <a:lnTo>
                    <a:pt x="563" y="14864"/>
                  </a:lnTo>
                  <a:lnTo>
                    <a:pt x="563" y="14915"/>
                  </a:lnTo>
                  <a:lnTo>
                    <a:pt x="563" y="14966"/>
                  </a:lnTo>
                  <a:lnTo>
                    <a:pt x="563" y="15005"/>
                  </a:lnTo>
                  <a:lnTo>
                    <a:pt x="538" y="15107"/>
                  </a:lnTo>
                  <a:lnTo>
                    <a:pt x="512" y="15158"/>
                  </a:lnTo>
                  <a:lnTo>
                    <a:pt x="499" y="15171"/>
                  </a:lnTo>
                  <a:lnTo>
                    <a:pt x="474" y="15184"/>
                  </a:lnTo>
                  <a:lnTo>
                    <a:pt x="410" y="15184"/>
                  </a:lnTo>
                  <a:lnTo>
                    <a:pt x="346" y="15158"/>
                  </a:lnTo>
                  <a:lnTo>
                    <a:pt x="269" y="15069"/>
                  </a:lnTo>
                  <a:lnTo>
                    <a:pt x="218" y="15030"/>
                  </a:lnTo>
                  <a:lnTo>
                    <a:pt x="193" y="15018"/>
                  </a:lnTo>
                  <a:lnTo>
                    <a:pt x="167" y="15005"/>
                  </a:lnTo>
                  <a:lnTo>
                    <a:pt x="129" y="15018"/>
                  </a:lnTo>
                  <a:lnTo>
                    <a:pt x="90" y="15030"/>
                  </a:lnTo>
                  <a:lnTo>
                    <a:pt x="65" y="15043"/>
                  </a:lnTo>
                  <a:lnTo>
                    <a:pt x="52" y="15069"/>
                  </a:lnTo>
                  <a:lnTo>
                    <a:pt x="39" y="15107"/>
                  </a:lnTo>
                  <a:lnTo>
                    <a:pt x="39" y="15133"/>
                  </a:lnTo>
                  <a:lnTo>
                    <a:pt x="65" y="15197"/>
                  </a:lnTo>
                  <a:lnTo>
                    <a:pt x="65" y="15286"/>
                  </a:lnTo>
                  <a:lnTo>
                    <a:pt x="65" y="15388"/>
                  </a:lnTo>
                  <a:lnTo>
                    <a:pt x="90" y="15529"/>
                  </a:lnTo>
                  <a:lnTo>
                    <a:pt x="103" y="15567"/>
                  </a:lnTo>
                  <a:lnTo>
                    <a:pt x="129" y="15580"/>
                  </a:lnTo>
                  <a:lnTo>
                    <a:pt x="180" y="15618"/>
                  </a:lnTo>
                  <a:lnTo>
                    <a:pt x="333" y="15682"/>
                  </a:lnTo>
                  <a:lnTo>
                    <a:pt x="435" y="15746"/>
                  </a:lnTo>
                  <a:lnTo>
                    <a:pt x="538" y="15823"/>
                  </a:lnTo>
                  <a:lnTo>
                    <a:pt x="614" y="15861"/>
                  </a:lnTo>
                  <a:lnTo>
                    <a:pt x="691" y="15874"/>
                  </a:lnTo>
                  <a:lnTo>
                    <a:pt x="781" y="15899"/>
                  </a:lnTo>
                  <a:lnTo>
                    <a:pt x="870" y="15938"/>
                  </a:lnTo>
                  <a:lnTo>
                    <a:pt x="908" y="15951"/>
                  </a:lnTo>
                  <a:lnTo>
                    <a:pt x="921" y="15963"/>
                  </a:lnTo>
                  <a:lnTo>
                    <a:pt x="908" y="15976"/>
                  </a:lnTo>
                  <a:lnTo>
                    <a:pt x="896" y="15989"/>
                  </a:lnTo>
                  <a:lnTo>
                    <a:pt x="793" y="16027"/>
                  </a:lnTo>
                  <a:lnTo>
                    <a:pt x="755" y="16040"/>
                  </a:lnTo>
                  <a:lnTo>
                    <a:pt x="729" y="16078"/>
                  </a:lnTo>
                  <a:lnTo>
                    <a:pt x="717" y="16117"/>
                  </a:lnTo>
                  <a:lnTo>
                    <a:pt x="742" y="16168"/>
                  </a:lnTo>
                  <a:lnTo>
                    <a:pt x="768" y="16193"/>
                  </a:lnTo>
                  <a:lnTo>
                    <a:pt x="806" y="16206"/>
                  </a:lnTo>
                  <a:lnTo>
                    <a:pt x="908" y="16206"/>
                  </a:lnTo>
                  <a:lnTo>
                    <a:pt x="998" y="16181"/>
                  </a:lnTo>
                  <a:lnTo>
                    <a:pt x="1074" y="16168"/>
                  </a:lnTo>
                  <a:lnTo>
                    <a:pt x="1100" y="16181"/>
                  </a:lnTo>
                  <a:lnTo>
                    <a:pt x="1113" y="16193"/>
                  </a:lnTo>
                  <a:lnTo>
                    <a:pt x="1241" y="16219"/>
                  </a:lnTo>
                  <a:lnTo>
                    <a:pt x="1394" y="16245"/>
                  </a:lnTo>
                  <a:lnTo>
                    <a:pt x="1471" y="16245"/>
                  </a:lnTo>
                  <a:lnTo>
                    <a:pt x="1496" y="16270"/>
                  </a:lnTo>
                  <a:lnTo>
                    <a:pt x="1509" y="16296"/>
                  </a:lnTo>
                  <a:lnTo>
                    <a:pt x="1522" y="16321"/>
                  </a:lnTo>
                  <a:lnTo>
                    <a:pt x="1547" y="16334"/>
                  </a:lnTo>
                  <a:lnTo>
                    <a:pt x="1586" y="16347"/>
                  </a:lnTo>
                  <a:lnTo>
                    <a:pt x="1624" y="16334"/>
                  </a:lnTo>
                  <a:lnTo>
                    <a:pt x="1714" y="16321"/>
                  </a:lnTo>
                  <a:lnTo>
                    <a:pt x="1777" y="16296"/>
                  </a:lnTo>
                  <a:lnTo>
                    <a:pt x="1816" y="16283"/>
                  </a:lnTo>
                  <a:lnTo>
                    <a:pt x="1829" y="16270"/>
                  </a:lnTo>
                  <a:lnTo>
                    <a:pt x="1841" y="16245"/>
                  </a:lnTo>
                  <a:lnTo>
                    <a:pt x="1854" y="16219"/>
                  </a:lnTo>
                  <a:lnTo>
                    <a:pt x="1854" y="16206"/>
                  </a:lnTo>
                  <a:lnTo>
                    <a:pt x="1867" y="16181"/>
                  </a:lnTo>
                  <a:lnTo>
                    <a:pt x="1905" y="16155"/>
                  </a:lnTo>
                  <a:lnTo>
                    <a:pt x="2059" y="16155"/>
                  </a:lnTo>
                  <a:lnTo>
                    <a:pt x="2071" y="16181"/>
                  </a:lnTo>
                  <a:lnTo>
                    <a:pt x="2084" y="16193"/>
                  </a:lnTo>
                  <a:lnTo>
                    <a:pt x="2097" y="16206"/>
                  </a:lnTo>
                  <a:lnTo>
                    <a:pt x="2186" y="16206"/>
                  </a:lnTo>
                  <a:lnTo>
                    <a:pt x="2250" y="16193"/>
                  </a:lnTo>
                  <a:lnTo>
                    <a:pt x="2314" y="16168"/>
                  </a:lnTo>
                  <a:lnTo>
                    <a:pt x="2378" y="16155"/>
                  </a:lnTo>
                  <a:lnTo>
                    <a:pt x="2416" y="16117"/>
                  </a:lnTo>
                  <a:lnTo>
                    <a:pt x="2442" y="16078"/>
                  </a:lnTo>
                  <a:lnTo>
                    <a:pt x="2493" y="16002"/>
                  </a:lnTo>
                  <a:lnTo>
                    <a:pt x="2583" y="15887"/>
                  </a:lnTo>
                  <a:lnTo>
                    <a:pt x="2685" y="15772"/>
                  </a:lnTo>
                  <a:lnTo>
                    <a:pt x="2736" y="15721"/>
                  </a:lnTo>
                  <a:lnTo>
                    <a:pt x="2774" y="15695"/>
                  </a:lnTo>
                  <a:lnTo>
                    <a:pt x="2902" y="15631"/>
                  </a:lnTo>
                  <a:lnTo>
                    <a:pt x="2979" y="15618"/>
                  </a:lnTo>
                  <a:lnTo>
                    <a:pt x="3017" y="15605"/>
                  </a:lnTo>
                  <a:lnTo>
                    <a:pt x="3043" y="15593"/>
                  </a:lnTo>
                  <a:lnTo>
                    <a:pt x="3055" y="15567"/>
                  </a:lnTo>
                  <a:lnTo>
                    <a:pt x="3055" y="15542"/>
                  </a:lnTo>
                  <a:lnTo>
                    <a:pt x="3055" y="15490"/>
                  </a:lnTo>
                  <a:lnTo>
                    <a:pt x="3209" y="15478"/>
                  </a:lnTo>
                  <a:lnTo>
                    <a:pt x="3273" y="15478"/>
                  </a:lnTo>
                  <a:lnTo>
                    <a:pt x="3311" y="15452"/>
                  </a:lnTo>
                  <a:lnTo>
                    <a:pt x="3375" y="15375"/>
                  </a:lnTo>
                  <a:lnTo>
                    <a:pt x="3413" y="15350"/>
                  </a:lnTo>
                  <a:lnTo>
                    <a:pt x="3439" y="15324"/>
                  </a:lnTo>
                  <a:lnTo>
                    <a:pt x="3477" y="15299"/>
                  </a:lnTo>
                  <a:lnTo>
                    <a:pt x="3503" y="15273"/>
                  </a:lnTo>
                  <a:lnTo>
                    <a:pt x="3516" y="15248"/>
                  </a:lnTo>
                  <a:lnTo>
                    <a:pt x="3516" y="15209"/>
                  </a:lnTo>
                  <a:lnTo>
                    <a:pt x="3503" y="15133"/>
                  </a:lnTo>
                  <a:lnTo>
                    <a:pt x="3605" y="15120"/>
                  </a:lnTo>
                  <a:lnTo>
                    <a:pt x="3605" y="15184"/>
                  </a:lnTo>
                  <a:lnTo>
                    <a:pt x="3605" y="15222"/>
                  </a:lnTo>
                  <a:lnTo>
                    <a:pt x="3618" y="15235"/>
                  </a:lnTo>
                  <a:lnTo>
                    <a:pt x="3643" y="15248"/>
                  </a:lnTo>
                  <a:lnTo>
                    <a:pt x="3746" y="15248"/>
                  </a:lnTo>
                  <a:lnTo>
                    <a:pt x="3976" y="15235"/>
                  </a:lnTo>
                  <a:lnTo>
                    <a:pt x="4116" y="15222"/>
                  </a:lnTo>
                  <a:lnTo>
                    <a:pt x="4193" y="15209"/>
                  </a:lnTo>
                  <a:lnTo>
                    <a:pt x="4219" y="15197"/>
                  </a:lnTo>
                  <a:lnTo>
                    <a:pt x="4244" y="15184"/>
                  </a:lnTo>
                  <a:lnTo>
                    <a:pt x="4257" y="15145"/>
                  </a:lnTo>
                  <a:lnTo>
                    <a:pt x="4257" y="15094"/>
                  </a:lnTo>
                  <a:lnTo>
                    <a:pt x="4244" y="15005"/>
                  </a:lnTo>
                  <a:lnTo>
                    <a:pt x="4231" y="14941"/>
                  </a:lnTo>
                  <a:lnTo>
                    <a:pt x="4244" y="14915"/>
                  </a:lnTo>
                  <a:lnTo>
                    <a:pt x="4257" y="14877"/>
                  </a:lnTo>
                  <a:lnTo>
                    <a:pt x="4282" y="14851"/>
                  </a:lnTo>
                  <a:lnTo>
                    <a:pt x="4308" y="14826"/>
                  </a:lnTo>
                  <a:lnTo>
                    <a:pt x="4334" y="14800"/>
                  </a:lnTo>
                  <a:lnTo>
                    <a:pt x="4334" y="14762"/>
                  </a:lnTo>
                  <a:lnTo>
                    <a:pt x="4295" y="14685"/>
                  </a:lnTo>
                  <a:lnTo>
                    <a:pt x="4257" y="14621"/>
                  </a:lnTo>
                  <a:lnTo>
                    <a:pt x="4231" y="14596"/>
                  </a:lnTo>
                  <a:lnTo>
                    <a:pt x="4231" y="14570"/>
                  </a:lnTo>
                  <a:lnTo>
                    <a:pt x="4244" y="14532"/>
                  </a:lnTo>
                  <a:lnTo>
                    <a:pt x="4270" y="14506"/>
                  </a:lnTo>
                  <a:lnTo>
                    <a:pt x="4295" y="14455"/>
                  </a:lnTo>
                  <a:lnTo>
                    <a:pt x="4334" y="14519"/>
                  </a:lnTo>
                  <a:lnTo>
                    <a:pt x="4359" y="14545"/>
                  </a:lnTo>
                  <a:lnTo>
                    <a:pt x="4397" y="14545"/>
                  </a:lnTo>
                  <a:lnTo>
                    <a:pt x="4449" y="14532"/>
                  </a:lnTo>
                  <a:lnTo>
                    <a:pt x="4461" y="14506"/>
                  </a:lnTo>
                  <a:lnTo>
                    <a:pt x="4474" y="14481"/>
                  </a:lnTo>
                  <a:lnTo>
                    <a:pt x="4474" y="14455"/>
                  </a:lnTo>
                  <a:lnTo>
                    <a:pt x="4474" y="14327"/>
                  </a:lnTo>
                  <a:lnTo>
                    <a:pt x="4487" y="14302"/>
                  </a:lnTo>
                  <a:lnTo>
                    <a:pt x="4500" y="14276"/>
                  </a:lnTo>
                  <a:lnTo>
                    <a:pt x="4538" y="14264"/>
                  </a:lnTo>
                  <a:lnTo>
                    <a:pt x="4576" y="14238"/>
                  </a:lnTo>
                  <a:lnTo>
                    <a:pt x="4589" y="14315"/>
                  </a:lnTo>
                  <a:lnTo>
                    <a:pt x="4602" y="14404"/>
                  </a:lnTo>
                  <a:lnTo>
                    <a:pt x="4602" y="14557"/>
                  </a:lnTo>
                  <a:lnTo>
                    <a:pt x="4602" y="14621"/>
                  </a:lnTo>
                  <a:lnTo>
                    <a:pt x="4627" y="14672"/>
                  </a:lnTo>
                  <a:lnTo>
                    <a:pt x="4653" y="14788"/>
                  </a:lnTo>
                  <a:lnTo>
                    <a:pt x="4666" y="14890"/>
                  </a:lnTo>
                  <a:lnTo>
                    <a:pt x="4679" y="14941"/>
                  </a:lnTo>
                  <a:lnTo>
                    <a:pt x="4691" y="14992"/>
                  </a:lnTo>
                  <a:lnTo>
                    <a:pt x="4870" y="14966"/>
                  </a:lnTo>
                  <a:lnTo>
                    <a:pt x="4960" y="14979"/>
                  </a:lnTo>
                  <a:lnTo>
                    <a:pt x="4998" y="14992"/>
                  </a:lnTo>
                  <a:lnTo>
                    <a:pt x="5024" y="15005"/>
                  </a:lnTo>
                  <a:lnTo>
                    <a:pt x="5049" y="15043"/>
                  </a:lnTo>
                  <a:lnTo>
                    <a:pt x="5062" y="15081"/>
                  </a:lnTo>
                  <a:lnTo>
                    <a:pt x="5100" y="15120"/>
                  </a:lnTo>
                  <a:lnTo>
                    <a:pt x="5113" y="15145"/>
                  </a:lnTo>
                  <a:lnTo>
                    <a:pt x="5126" y="15158"/>
                  </a:lnTo>
                  <a:lnTo>
                    <a:pt x="5407" y="15209"/>
                  </a:lnTo>
                  <a:lnTo>
                    <a:pt x="5407" y="15209"/>
                  </a:lnTo>
                  <a:lnTo>
                    <a:pt x="5394" y="14992"/>
                  </a:lnTo>
                  <a:lnTo>
                    <a:pt x="5394" y="14979"/>
                  </a:lnTo>
                  <a:lnTo>
                    <a:pt x="5650" y="14276"/>
                  </a:lnTo>
                  <a:lnTo>
                    <a:pt x="5663" y="14264"/>
                  </a:lnTo>
                  <a:lnTo>
                    <a:pt x="6072" y="13982"/>
                  </a:lnTo>
                  <a:lnTo>
                    <a:pt x="6327" y="13292"/>
                  </a:lnTo>
                  <a:lnTo>
                    <a:pt x="6200" y="13075"/>
                  </a:lnTo>
                  <a:lnTo>
                    <a:pt x="6200" y="13062"/>
                  </a:lnTo>
                  <a:lnTo>
                    <a:pt x="6123" y="12653"/>
                  </a:lnTo>
                  <a:lnTo>
                    <a:pt x="6148" y="12628"/>
                  </a:lnTo>
                  <a:lnTo>
                    <a:pt x="6493" y="12500"/>
                  </a:lnTo>
                  <a:lnTo>
                    <a:pt x="6430" y="12129"/>
                  </a:lnTo>
                  <a:lnTo>
                    <a:pt x="6148" y="11963"/>
                  </a:lnTo>
                  <a:lnTo>
                    <a:pt x="6136" y="11950"/>
                  </a:lnTo>
                  <a:lnTo>
                    <a:pt x="6046" y="11695"/>
                  </a:lnTo>
                  <a:lnTo>
                    <a:pt x="6059" y="11682"/>
                  </a:lnTo>
                  <a:lnTo>
                    <a:pt x="6212" y="11298"/>
                  </a:lnTo>
                  <a:lnTo>
                    <a:pt x="6136" y="11081"/>
                  </a:lnTo>
                  <a:lnTo>
                    <a:pt x="6136" y="11068"/>
                  </a:lnTo>
                  <a:lnTo>
                    <a:pt x="6110" y="10084"/>
                  </a:lnTo>
                  <a:lnTo>
                    <a:pt x="6123" y="10059"/>
                  </a:lnTo>
                  <a:lnTo>
                    <a:pt x="6915" y="9164"/>
                  </a:lnTo>
                  <a:lnTo>
                    <a:pt x="6954" y="9151"/>
                  </a:lnTo>
                  <a:lnTo>
                    <a:pt x="7580" y="9100"/>
                  </a:lnTo>
                  <a:lnTo>
                    <a:pt x="7784" y="8998"/>
                  </a:lnTo>
                  <a:lnTo>
                    <a:pt x="7593" y="8295"/>
                  </a:lnTo>
                  <a:lnTo>
                    <a:pt x="7593" y="8282"/>
                  </a:lnTo>
                  <a:lnTo>
                    <a:pt x="8014" y="7605"/>
                  </a:lnTo>
                  <a:lnTo>
                    <a:pt x="8181" y="6442"/>
                  </a:lnTo>
                  <a:lnTo>
                    <a:pt x="8206" y="6416"/>
                  </a:lnTo>
                  <a:lnTo>
                    <a:pt x="8768" y="6276"/>
                  </a:lnTo>
                  <a:lnTo>
                    <a:pt x="8768" y="5943"/>
                  </a:lnTo>
                  <a:lnTo>
                    <a:pt x="8781" y="5931"/>
                  </a:lnTo>
                  <a:lnTo>
                    <a:pt x="9446" y="5304"/>
                  </a:lnTo>
                  <a:lnTo>
                    <a:pt x="9356" y="4985"/>
                  </a:lnTo>
                  <a:lnTo>
                    <a:pt x="9356" y="4972"/>
                  </a:lnTo>
                  <a:lnTo>
                    <a:pt x="9535" y="4640"/>
                  </a:lnTo>
                  <a:lnTo>
                    <a:pt x="10136" y="4129"/>
                  </a:lnTo>
                  <a:lnTo>
                    <a:pt x="10187" y="4129"/>
                  </a:lnTo>
                  <a:lnTo>
                    <a:pt x="10455" y="4231"/>
                  </a:lnTo>
                  <a:lnTo>
                    <a:pt x="10737" y="3617"/>
                  </a:lnTo>
                  <a:lnTo>
                    <a:pt x="10788" y="3592"/>
                  </a:lnTo>
                  <a:lnTo>
                    <a:pt x="11951" y="3771"/>
                  </a:lnTo>
                  <a:lnTo>
                    <a:pt x="12168" y="3196"/>
                  </a:lnTo>
                  <a:lnTo>
                    <a:pt x="12079" y="3068"/>
                  </a:lnTo>
                  <a:lnTo>
                    <a:pt x="12002" y="2850"/>
                  </a:lnTo>
                  <a:lnTo>
                    <a:pt x="12040" y="2812"/>
                  </a:lnTo>
                  <a:lnTo>
                    <a:pt x="12373" y="2723"/>
                  </a:lnTo>
                  <a:lnTo>
                    <a:pt x="12552" y="2467"/>
                  </a:lnTo>
                  <a:lnTo>
                    <a:pt x="12615" y="2454"/>
                  </a:lnTo>
                  <a:lnTo>
                    <a:pt x="13625" y="3170"/>
                  </a:lnTo>
                  <a:lnTo>
                    <a:pt x="13893" y="3208"/>
                  </a:lnTo>
                  <a:lnTo>
                    <a:pt x="14315" y="3055"/>
                  </a:lnTo>
                  <a:lnTo>
                    <a:pt x="14354" y="3055"/>
                  </a:lnTo>
                  <a:lnTo>
                    <a:pt x="14750" y="3196"/>
                  </a:lnTo>
                  <a:lnTo>
                    <a:pt x="15082" y="3106"/>
                  </a:lnTo>
                  <a:lnTo>
                    <a:pt x="15146" y="2863"/>
                  </a:lnTo>
                  <a:lnTo>
                    <a:pt x="15159" y="2838"/>
                  </a:lnTo>
                  <a:lnTo>
                    <a:pt x="15465" y="2620"/>
                  </a:lnTo>
                  <a:lnTo>
                    <a:pt x="15338" y="1905"/>
                  </a:lnTo>
                  <a:lnTo>
                    <a:pt x="15338" y="1892"/>
                  </a:lnTo>
                  <a:lnTo>
                    <a:pt x="15440" y="1598"/>
                  </a:lnTo>
                  <a:lnTo>
                    <a:pt x="15465" y="1572"/>
                  </a:lnTo>
                  <a:lnTo>
                    <a:pt x="15708" y="1509"/>
                  </a:lnTo>
                  <a:lnTo>
                    <a:pt x="15874" y="1368"/>
                  </a:lnTo>
                  <a:lnTo>
                    <a:pt x="15926" y="1355"/>
                  </a:lnTo>
                  <a:lnTo>
                    <a:pt x="16168" y="1470"/>
                  </a:lnTo>
                  <a:lnTo>
                    <a:pt x="16526" y="1483"/>
                  </a:lnTo>
                  <a:lnTo>
                    <a:pt x="16552" y="1496"/>
                  </a:lnTo>
                  <a:lnTo>
                    <a:pt x="16846" y="1751"/>
                  </a:lnTo>
                  <a:lnTo>
                    <a:pt x="16859" y="1764"/>
                  </a:lnTo>
                  <a:lnTo>
                    <a:pt x="16884" y="2544"/>
                  </a:lnTo>
                  <a:lnTo>
                    <a:pt x="17613" y="2199"/>
                  </a:lnTo>
                  <a:lnTo>
                    <a:pt x="17625" y="1943"/>
                  </a:lnTo>
                  <a:lnTo>
                    <a:pt x="17638" y="1930"/>
                  </a:lnTo>
                  <a:lnTo>
                    <a:pt x="17971" y="1585"/>
                  </a:lnTo>
                  <a:lnTo>
                    <a:pt x="18034" y="1381"/>
                  </a:lnTo>
                  <a:lnTo>
                    <a:pt x="17945" y="1381"/>
                  </a:lnTo>
                  <a:lnTo>
                    <a:pt x="17907" y="1393"/>
                  </a:lnTo>
                  <a:lnTo>
                    <a:pt x="17894" y="1406"/>
                  </a:lnTo>
                  <a:lnTo>
                    <a:pt x="17868" y="1445"/>
                  </a:lnTo>
                  <a:lnTo>
                    <a:pt x="17843" y="1521"/>
                  </a:lnTo>
                  <a:lnTo>
                    <a:pt x="17817" y="1560"/>
                  </a:lnTo>
                  <a:lnTo>
                    <a:pt x="17779" y="1585"/>
                  </a:lnTo>
                  <a:lnTo>
                    <a:pt x="17766" y="1572"/>
                  </a:lnTo>
                  <a:lnTo>
                    <a:pt x="17766" y="1534"/>
                  </a:lnTo>
                  <a:lnTo>
                    <a:pt x="17753" y="1470"/>
                  </a:lnTo>
                  <a:lnTo>
                    <a:pt x="17740" y="1406"/>
                  </a:lnTo>
                  <a:lnTo>
                    <a:pt x="17728" y="1381"/>
                  </a:lnTo>
                  <a:lnTo>
                    <a:pt x="17702" y="1368"/>
                  </a:lnTo>
                  <a:lnTo>
                    <a:pt x="17664" y="1368"/>
                  </a:lnTo>
                  <a:lnTo>
                    <a:pt x="17638" y="1381"/>
                  </a:lnTo>
                  <a:lnTo>
                    <a:pt x="17613" y="1393"/>
                  </a:lnTo>
                  <a:lnTo>
                    <a:pt x="17600" y="1419"/>
                  </a:lnTo>
                  <a:lnTo>
                    <a:pt x="17587" y="1483"/>
                  </a:lnTo>
                  <a:lnTo>
                    <a:pt x="17587" y="1534"/>
                  </a:lnTo>
                  <a:lnTo>
                    <a:pt x="17587" y="1585"/>
                  </a:lnTo>
                  <a:lnTo>
                    <a:pt x="17574" y="1611"/>
                  </a:lnTo>
                  <a:lnTo>
                    <a:pt x="17536" y="1624"/>
                  </a:lnTo>
                  <a:lnTo>
                    <a:pt x="17472" y="1636"/>
                  </a:lnTo>
                  <a:lnTo>
                    <a:pt x="17280" y="1636"/>
                  </a:lnTo>
                  <a:lnTo>
                    <a:pt x="17255" y="1624"/>
                  </a:lnTo>
                  <a:lnTo>
                    <a:pt x="17216" y="1611"/>
                  </a:lnTo>
                  <a:lnTo>
                    <a:pt x="17204" y="1598"/>
                  </a:lnTo>
                  <a:lnTo>
                    <a:pt x="17191" y="1572"/>
                  </a:lnTo>
                  <a:lnTo>
                    <a:pt x="17191" y="1521"/>
                  </a:lnTo>
                  <a:lnTo>
                    <a:pt x="17204" y="1509"/>
                  </a:lnTo>
                  <a:lnTo>
                    <a:pt x="17229" y="1483"/>
                  </a:lnTo>
                  <a:lnTo>
                    <a:pt x="17280" y="1445"/>
                  </a:lnTo>
                  <a:lnTo>
                    <a:pt x="17306" y="1406"/>
                  </a:lnTo>
                  <a:lnTo>
                    <a:pt x="17306" y="1393"/>
                  </a:lnTo>
                  <a:lnTo>
                    <a:pt x="17293" y="1381"/>
                  </a:lnTo>
                  <a:lnTo>
                    <a:pt x="17255" y="1368"/>
                  </a:lnTo>
                  <a:lnTo>
                    <a:pt x="17204" y="1381"/>
                  </a:lnTo>
                  <a:lnTo>
                    <a:pt x="17089" y="1406"/>
                  </a:lnTo>
                  <a:lnTo>
                    <a:pt x="17038" y="1419"/>
                  </a:lnTo>
                  <a:lnTo>
                    <a:pt x="16999" y="1419"/>
                  </a:lnTo>
                  <a:lnTo>
                    <a:pt x="16986" y="1406"/>
                  </a:lnTo>
                  <a:lnTo>
                    <a:pt x="16986" y="1393"/>
                  </a:lnTo>
                  <a:lnTo>
                    <a:pt x="16999" y="1355"/>
                  </a:lnTo>
                  <a:lnTo>
                    <a:pt x="17025" y="1330"/>
                  </a:lnTo>
                  <a:lnTo>
                    <a:pt x="17038" y="1304"/>
                  </a:lnTo>
                  <a:lnTo>
                    <a:pt x="17025" y="1291"/>
                  </a:lnTo>
                  <a:lnTo>
                    <a:pt x="17012" y="1278"/>
                  </a:lnTo>
                  <a:lnTo>
                    <a:pt x="16986" y="1253"/>
                  </a:lnTo>
                  <a:lnTo>
                    <a:pt x="16897" y="1240"/>
                  </a:lnTo>
                  <a:lnTo>
                    <a:pt x="16731" y="1227"/>
                  </a:lnTo>
                  <a:lnTo>
                    <a:pt x="16680" y="1227"/>
                  </a:lnTo>
                  <a:lnTo>
                    <a:pt x="16654" y="1202"/>
                  </a:lnTo>
                  <a:lnTo>
                    <a:pt x="16654" y="1176"/>
                  </a:lnTo>
                  <a:lnTo>
                    <a:pt x="16654" y="1151"/>
                  </a:lnTo>
                  <a:lnTo>
                    <a:pt x="16667" y="1125"/>
                  </a:lnTo>
                  <a:lnTo>
                    <a:pt x="16680" y="1112"/>
                  </a:lnTo>
                  <a:lnTo>
                    <a:pt x="16718" y="1100"/>
                  </a:lnTo>
                  <a:lnTo>
                    <a:pt x="16756" y="1100"/>
                  </a:lnTo>
                  <a:lnTo>
                    <a:pt x="16846" y="1087"/>
                  </a:lnTo>
                  <a:lnTo>
                    <a:pt x="17025" y="1087"/>
                  </a:lnTo>
                  <a:lnTo>
                    <a:pt x="17268" y="1061"/>
                  </a:lnTo>
                  <a:lnTo>
                    <a:pt x="17357" y="1048"/>
                  </a:lnTo>
                  <a:lnTo>
                    <a:pt x="17395" y="1048"/>
                  </a:lnTo>
                  <a:lnTo>
                    <a:pt x="17434" y="1023"/>
                  </a:lnTo>
                  <a:lnTo>
                    <a:pt x="17510" y="959"/>
                  </a:lnTo>
                  <a:lnTo>
                    <a:pt x="17600" y="882"/>
                  </a:lnTo>
                  <a:lnTo>
                    <a:pt x="17689" y="818"/>
                  </a:lnTo>
                  <a:lnTo>
                    <a:pt x="17728" y="780"/>
                  </a:lnTo>
                  <a:lnTo>
                    <a:pt x="17740" y="742"/>
                  </a:lnTo>
                  <a:lnTo>
                    <a:pt x="17740" y="703"/>
                  </a:lnTo>
                  <a:lnTo>
                    <a:pt x="17728" y="678"/>
                  </a:lnTo>
                  <a:lnTo>
                    <a:pt x="17677" y="639"/>
                  </a:lnTo>
                  <a:lnTo>
                    <a:pt x="17638" y="601"/>
                  </a:lnTo>
                  <a:lnTo>
                    <a:pt x="17587" y="576"/>
                  </a:lnTo>
                  <a:lnTo>
                    <a:pt x="17549" y="576"/>
                  </a:lnTo>
                  <a:lnTo>
                    <a:pt x="17446" y="563"/>
                  </a:lnTo>
                  <a:lnTo>
                    <a:pt x="17280" y="563"/>
                  </a:lnTo>
                  <a:lnTo>
                    <a:pt x="17204" y="550"/>
                  </a:lnTo>
                  <a:lnTo>
                    <a:pt x="17127" y="537"/>
                  </a:lnTo>
                  <a:lnTo>
                    <a:pt x="17025" y="486"/>
                  </a:lnTo>
                  <a:lnTo>
                    <a:pt x="16910" y="448"/>
                  </a:lnTo>
                  <a:lnTo>
                    <a:pt x="16731" y="397"/>
                  </a:lnTo>
                  <a:lnTo>
                    <a:pt x="16667" y="384"/>
                  </a:lnTo>
                  <a:lnTo>
                    <a:pt x="16616" y="371"/>
                  </a:lnTo>
                  <a:lnTo>
                    <a:pt x="16565" y="371"/>
                  </a:lnTo>
                  <a:lnTo>
                    <a:pt x="16514" y="397"/>
                  </a:lnTo>
                  <a:lnTo>
                    <a:pt x="16475" y="435"/>
                  </a:lnTo>
                  <a:lnTo>
                    <a:pt x="16450" y="460"/>
                  </a:lnTo>
                  <a:lnTo>
                    <a:pt x="16411" y="537"/>
                  </a:lnTo>
                  <a:lnTo>
                    <a:pt x="16398" y="550"/>
                  </a:lnTo>
                  <a:lnTo>
                    <a:pt x="16398" y="576"/>
                  </a:lnTo>
                  <a:lnTo>
                    <a:pt x="16411" y="601"/>
                  </a:lnTo>
                  <a:lnTo>
                    <a:pt x="16424" y="614"/>
                  </a:lnTo>
                  <a:lnTo>
                    <a:pt x="16450" y="652"/>
                  </a:lnTo>
                  <a:lnTo>
                    <a:pt x="16462" y="665"/>
                  </a:lnTo>
                  <a:lnTo>
                    <a:pt x="16450" y="691"/>
                  </a:lnTo>
                  <a:lnTo>
                    <a:pt x="16424" y="742"/>
                  </a:lnTo>
                  <a:lnTo>
                    <a:pt x="16373" y="780"/>
                  </a:lnTo>
                  <a:lnTo>
                    <a:pt x="16335" y="806"/>
                  </a:lnTo>
                  <a:lnTo>
                    <a:pt x="16296" y="831"/>
                  </a:lnTo>
                  <a:lnTo>
                    <a:pt x="16271" y="869"/>
                  </a:lnTo>
                  <a:lnTo>
                    <a:pt x="16258" y="895"/>
                  </a:lnTo>
                  <a:lnTo>
                    <a:pt x="16258" y="908"/>
                  </a:lnTo>
                  <a:lnTo>
                    <a:pt x="16232" y="921"/>
                  </a:lnTo>
                  <a:lnTo>
                    <a:pt x="16207" y="921"/>
                  </a:lnTo>
                  <a:lnTo>
                    <a:pt x="16194" y="908"/>
                  </a:lnTo>
                  <a:lnTo>
                    <a:pt x="16181" y="882"/>
                  </a:lnTo>
                  <a:lnTo>
                    <a:pt x="16181" y="831"/>
                  </a:lnTo>
                  <a:lnTo>
                    <a:pt x="16168" y="806"/>
                  </a:lnTo>
                  <a:lnTo>
                    <a:pt x="16130" y="780"/>
                  </a:lnTo>
                  <a:lnTo>
                    <a:pt x="16092" y="767"/>
                  </a:lnTo>
                  <a:lnTo>
                    <a:pt x="16053" y="754"/>
                  </a:lnTo>
                  <a:lnTo>
                    <a:pt x="16041" y="729"/>
                  </a:lnTo>
                  <a:lnTo>
                    <a:pt x="16041" y="716"/>
                  </a:lnTo>
                  <a:lnTo>
                    <a:pt x="16053" y="691"/>
                  </a:lnTo>
                  <a:lnTo>
                    <a:pt x="16079" y="665"/>
                  </a:lnTo>
                  <a:lnTo>
                    <a:pt x="16092" y="627"/>
                  </a:lnTo>
                  <a:lnTo>
                    <a:pt x="16092" y="614"/>
                  </a:lnTo>
                  <a:lnTo>
                    <a:pt x="16092" y="601"/>
                  </a:lnTo>
                  <a:lnTo>
                    <a:pt x="16002" y="601"/>
                  </a:lnTo>
                  <a:lnTo>
                    <a:pt x="15964" y="627"/>
                  </a:lnTo>
                  <a:lnTo>
                    <a:pt x="15951" y="652"/>
                  </a:lnTo>
                  <a:lnTo>
                    <a:pt x="15926" y="678"/>
                  </a:lnTo>
                  <a:lnTo>
                    <a:pt x="15887" y="691"/>
                  </a:lnTo>
                  <a:lnTo>
                    <a:pt x="15849" y="703"/>
                  </a:lnTo>
                  <a:lnTo>
                    <a:pt x="15811" y="691"/>
                  </a:lnTo>
                  <a:lnTo>
                    <a:pt x="15785" y="678"/>
                  </a:lnTo>
                  <a:lnTo>
                    <a:pt x="15785" y="652"/>
                  </a:lnTo>
                  <a:lnTo>
                    <a:pt x="15785" y="627"/>
                  </a:lnTo>
                  <a:lnTo>
                    <a:pt x="15811" y="614"/>
                  </a:lnTo>
                  <a:lnTo>
                    <a:pt x="15874" y="576"/>
                  </a:lnTo>
                  <a:lnTo>
                    <a:pt x="15926" y="537"/>
                  </a:lnTo>
                  <a:lnTo>
                    <a:pt x="15938" y="512"/>
                  </a:lnTo>
                  <a:lnTo>
                    <a:pt x="15938" y="486"/>
                  </a:lnTo>
                  <a:lnTo>
                    <a:pt x="15887" y="460"/>
                  </a:lnTo>
                  <a:lnTo>
                    <a:pt x="15823" y="422"/>
                  </a:lnTo>
                  <a:lnTo>
                    <a:pt x="15811" y="397"/>
                  </a:lnTo>
                  <a:lnTo>
                    <a:pt x="15798" y="371"/>
                  </a:lnTo>
                  <a:lnTo>
                    <a:pt x="15811" y="358"/>
                  </a:lnTo>
                  <a:lnTo>
                    <a:pt x="15836" y="345"/>
                  </a:lnTo>
                  <a:lnTo>
                    <a:pt x="15862" y="345"/>
                  </a:lnTo>
                  <a:lnTo>
                    <a:pt x="15887" y="358"/>
                  </a:lnTo>
                  <a:lnTo>
                    <a:pt x="15900" y="371"/>
                  </a:lnTo>
                  <a:lnTo>
                    <a:pt x="15926" y="384"/>
                  </a:lnTo>
                  <a:lnTo>
                    <a:pt x="16002" y="397"/>
                  </a:lnTo>
                  <a:lnTo>
                    <a:pt x="16092" y="397"/>
                  </a:lnTo>
                  <a:lnTo>
                    <a:pt x="16194" y="371"/>
                  </a:lnTo>
                  <a:lnTo>
                    <a:pt x="16258" y="345"/>
                  </a:lnTo>
                  <a:lnTo>
                    <a:pt x="16283" y="345"/>
                  </a:lnTo>
                  <a:lnTo>
                    <a:pt x="16296" y="333"/>
                  </a:lnTo>
                  <a:lnTo>
                    <a:pt x="16283" y="320"/>
                  </a:lnTo>
                  <a:lnTo>
                    <a:pt x="16271" y="307"/>
                  </a:lnTo>
                  <a:lnTo>
                    <a:pt x="16207" y="256"/>
                  </a:lnTo>
                  <a:lnTo>
                    <a:pt x="16156" y="205"/>
                  </a:lnTo>
                  <a:lnTo>
                    <a:pt x="16117" y="167"/>
                  </a:lnTo>
                  <a:lnTo>
                    <a:pt x="16092" y="154"/>
                  </a:lnTo>
                  <a:lnTo>
                    <a:pt x="16053" y="141"/>
                  </a:lnTo>
                  <a:lnTo>
                    <a:pt x="16053" y="115"/>
                  </a:lnTo>
                  <a:lnTo>
                    <a:pt x="16053" y="103"/>
                  </a:lnTo>
                  <a:lnTo>
                    <a:pt x="16079" y="77"/>
                  </a:lnTo>
                  <a:lnTo>
                    <a:pt x="16079" y="64"/>
                  </a:lnTo>
                  <a:lnTo>
                    <a:pt x="16053" y="52"/>
                  </a:lnTo>
                  <a:lnTo>
                    <a:pt x="16028" y="39"/>
                  </a:lnTo>
                  <a:lnTo>
                    <a:pt x="15964" y="26"/>
                  </a:lnTo>
                  <a:lnTo>
                    <a:pt x="15823" y="26"/>
                  </a:lnTo>
                  <a:lnTo>
                    <a:pt x="15747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8" name="Google Shape;698;p60"/>
            <p:cNvSpPr/>
            <p:nvPr/>
          </p:nvSpPr>
          <p:spPr>
            <a:xfrm>
              <a:off x="6380825" y="2498825"/>
              <a:ext cx="4175" cy="5450"/>
            </a:xfrm>
            <a:custGeom>
              <a:rect b="b" l="l" r="r" t="t"/>
              <a:pathLst>
                <a:path extrusionOk="0" h="218" w="167">
                  <a:moveTo>
                    <a:pt x="166" y="0"/>
                  </a:moveTo>
                  <a:lnTo>
                    <a:pt x="26" y="26"/>
                  </a:lnTo>
                  <a:lnTo>
                    <a:pt x="0" y="205"/>
                  </a:lnTo>
                  <a:lnTo>
                    <a:pt x="102" y="218"/>
                  </a:lnTo>
                  <a:lnTo>
                    <a:pt x="166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9" name="Google Shape;699;p60"/>
            <p:cNvSpPr/>
            <p:nvPr/>
          </p:nvSpPr>
          <p:spPr>
            <a:xfrm>
              <a:off x="4042275" y="1707375"/>
              <a:ext cx="216350" cy="316350"/>
            </a:xfrm>
            <a:custGeom>
              <a:rect b="b" l="l" r="r" t="t"/>
              <a:pathLst>
                <a:path extrusionOk="0" h="12654" w="8654">
                  <a:moveTo>
                    <a:pt x="3656" y="1"/>
                  </a:moveTo>
                  <a:lnTo>
                    <a:pt x="3515" y="129"/>
                  </a:lnTo>
                  <a:lnTo>
                    <a:pt x="3502" y="141"/>
                  </a:lnTo>
                  <a:lnTo>
                    <a:pt x="3260" y="193"/>
                  </a:lnTo>
                  <a:lnTo>
                    <a:pt x="3170" y="474"/>
                  </a:lnTo>
                  <a:lnTo>
                    <a:pt x="3298" y="1189"/>
                  </a:lnTo>
                  <a:lnTo>
                    <a:pt x="3285" y="1215"/>
                  </a:lnTo>
                  <a:lnTo>
                    <a:pt x="2978" y="1445"/>
                  </a:lnTo>
                  <a:lnTo>
                    <a:pt x="2902" y="1701"/>
                  </a:lnTo>
                  <a:lnTo>
                    <a:pt x="2876" y="1713"/>
                  </a:lnTo>
                  <a:lnTo>
                    <a:pt x="2506" y="1828"/>
                  </a:lnTo>
                  <a:lnTo>
                    <a:pt x="2467" y="1828"/>
                  </a:lnTo>
                  <a:lnTo>
                    <a:pt x="2084" y="1688"/>
                  </a:lnTo>
                  <a:lnTo>
                    <a:pt x="1662" y="1828"/>
                  </a:lnTo>
                  <a:lnTo>
                    <a:pt x="1636" y="1841"/>
                  </a:lnTo>
                  <a:lnTo>
                    <a:pt x="1330" y="1803"/>
                  </a:lnTo>
                  <a:lnTo>
                    <a:pt x="1304" y="1790"/>
                  </a:lnTo>
                  <a:lnTo>
                    <a:pt x="346" y="1100"/>
                  </a:lnTo>
                  <a:lnTo>
                    <a:pt x="192" y="1330"/>
                  </a:lnTo>
                  <a:lnTo>
                    <a:pt x="167" y="1343"/>
                  </a:lnTo>
                  <a:lnTo>
                    <a:pt x="1" y="1394"/>
                  </a:lnTo>
                  <a:lnTo>
                    <a:pt x="435" y="1828"/>
                  </a:lnTo>
                  <a:lnTo>
                    <a:pt x="934" y="1995"/>
                  </a:lnTo>
                  <a:lnTo>
                    <a:pt x="1406" y="2467"/>
                  </a:lnTo>
                  <a:lnTo>
                    <a:pt x="1726" y="2404"/>
                  </a:lnTo>
                  <a:lnTo>
                    <a:pt x="1879" y="3055"/>
                  </a:lnTo>
                  <a:lnTo>
                    <a:pt x="2045" y="3119"/>
                  </a:lnTo>
                  <a:lnTo>
                    <a:pt x="1994" y="3528"/>
                  </a:lnTo>
                  <a:lnTo>
                    <a:pt x="2276" y="3758"/>
                  </a:lnTo>
                  <a:lnTo>
                    <a:pt x="2314" y="4027"/>
                  </a:lnTo>
                  <a:lnTo>
                    <a:pt x="2263" y="4321"/>
                  </a:lnTo>
                  <a:lnTo>
                    <a:pt x="2518" y="4832"/>
                  </a:lnTo>
                  <a:lnTo>
                    <a:pt x="2480" y="5087"/>
                  </a:lnTo>
                  <a:lnTo>
                    <a:pt x="2544" y="5113"/>
                  </a:lnTo>
                  <a:lnTo>
                    <a:pt x="2608" y="5139"/>
                  </a:lnTo>
                  <a:lnTo>
                    <a:pt x="2723" y="5190"/>
                  </a:lnTo>
                  <a:lnTo>
                    <a:pt x="3030" y="5330"/>
                  </a:lnTo>
                  <a:lnTo>
                    <a:pt x="3196" y="5407"/>
                  </a:lnTo>
                  <a:lnTo>
                    <a:pt x="3272" y="5458"/>
                  </a:lnTo>
                  <a:lnTo>
                    <a:pt x="3298" y="5484"/>
                  </a:lnTo>
                  <a:lnTo>
                    <a:pt x="3311" y="5522"/>
                  </a:lnTo>
                  <a:lnTo>
                    <a:pt x="3324" y="5586"/>
                  </a:lnTo>
                  <a:lnTo>
                    <a:pt x="3336" y="5650"/>
                  </a:lnTo>
                  <a:lnTo>
                    <a:pt x="3349" y="5714"/>
                  </a:lnTo>
                  <a:lnTo>
                    <a:pt x="3362" y="5778"/>
                  </a:lnTo>
                  <a:lnTo>
                    <a:pt x="3400" y="5842"/>
                  </a:lnTo>
                  <a:lnTo>
                    <a:pt x="3439" y="5893"/>
                  </a:lnTo>
                  <a:lnTo>
                    <a:pt x="3541" y="5982"/>
                  </a:lnTo>
                  <a:lnTo>
                    <a:pt x="3579" y="6008"/>
                  </a:lnTo>
                  <a:lnTo>
                    <a:pt x="3605" y="6020"/>
                  </a:lnTo>
                  <a:lnTo>
                    <a:pt x="3617" y="6033"/>
                  </a:lnTo>
                  <a:lnTo>
                    <a:pt x="3592" y="6072"/>
                  </a:lnTo>
                  <a:lnTo>
                    <a:pt x="3554" y="6110"/>
                  </a:lnTo>
                  <a:lnTo>
                    <a:pt x="3515" y="6148"/>
                  </a:lnTo>
                  <a:lnTo>
                    <a:pt x="3464" y="6199"/>
                  </a:lnTo>
                  <a:lnTo>
                    <a:pt x="3426" y="6225"/>
                  </a:lnTo>
                  <a:lnTo>
                    <a:pt x="3387" y="6238"/>
                  </a:lnTo>
                  <a:lnTo>
                    <a:pt x="3349" y="6238"/>
                  </a:lnTo>
                  <a:lnTo>
                    <a:pt x="3311" y="6225"/>
                  </a:lnTo>
                  <a:lnTo>
                    <a:pt x="3247" y="6225"/>
                  </a:lnTo>
                  <a:lnTo>
                    <a:pt x="3234" y="6238"/>
                  </a:lnTo>
                  <a:lnTo>
                    <a:pt x="3221" y="6263"/>
                  </a:lnTo>
                  <a:lnTo>
                    <a:pt x="3208" y="6289"/>
                  </a:lnTo>
                  <a:lnTo>
                    <a:pt x="3196" y="6314"/>
                  </a:lnTo>
                  <a:lnTo>
                    <a:pt x="3170" y="6327"/>
                  </a:lnTo>
                  <a:lnTo>
                    <a:pt x="3145" y="6340"/>
                  </a:lnTo>
                  <a:lnTo>
                    <a:pt x="3030" y="6340"/>
                  </a:lnTo>
                  <a:lnTo>
                    <a:pt x="2978" y="6353"/>
                  </a:lnTo>
                  <a:lnTo>
                    <a:pt x="2940" y="6378"/>
                  </a:lnTo>
                  <a:lnTo>
                    <a:pt x="2927" y="6417"/>
                  </a:lnTo>
                  <a:lnTo>
                    <a:pt x="2940" y="6481"/>
                  </a:lnTo>
                  <a:lnTo>
                    <a:pt x="2940" y="6583"/>
                  </a:lnTo>
                  <a:lnTo>
                    <a:pt x="2915" y="6685"/>
                  </a:lnTo>
                  <a:lnTo>
                    <a:pt x="2876" y="6775"/>
                  </a:lnTo>
                  <a:lnTo>
                    <a:pt x="2851" y="6826"/>
                  </a:lnTo>
                  <a:lnTo>
                    <a:pt x="2812" y="6864"/>
                  </a:lnTo>
                  <a:lnTo>
                    <a:pt x="2633" y="7030"/>
                  </a:lnTo>
                  <a:lnTo>
                    <a:pt x="2544" y="7107"/>
                  </a:lnTo>
                  <a:lnTo>
                    <a:pt x="2493" y="7196"/>
                  </a:lnTo>
                  <a:lnTo>
                    <a:pt x="2467" y="7222"/>
                  </a:lnTo>
                  <a:lnTo>
                    <a:pt x="2442" y="7235"/>
                  </a:lnTo>
                  <a:lnTo>
                    <a:pt x="2378" y="7260"/>
                  </a:lnTo>
                  <a:lnTo>
                    <a:pt x="2314" y="7286"/>
                  </a:lnTo>
                  <a:lnTo>
                    <a:pt x="2288" y="7299"/>
                  </a:lnTo>
                  <a:lnTo>
                    <a:pt x="2263" y="7311"/>
                  </a:lnTo>
                  <a:lnTo>
                    <a:pt x="2250" y="7337"/>
                  </a:lnTo>
                  <a:lnTo>
                    <a:pt x="2250" y="7350"/>
                  </a:lnTo>
                  <a:lnTo>
                    <a:pt x="2250" y="7401"/>
                  </a:lnTo>
                  <a:lnTo>
                    <a:pt x="2212" y="7452"/>
                  </a:lnTo>
                  <a:lnTo>
                    <a:pt x="2173" y="7503"/>
                  </a:lnTo>
                  <a:lnTo>
                    <a:pt x="2122" y="7580"/>
                  </a:lnTo>
                  <a:lnTo>
                    <a:pt x="2084" y="7618"/>
                  </a:lnTo>
                  <a:lnTo>
                    <a:pt x="2033" y="7644"/>
                  </a:lnTo>
                  <a:lnTo>
                    <a:pt x="1982" y="7656"/>
                  </a:lnTo>
                  <a:lnTo>
                    <a:pt x="1918" y="7656"/>
                  </a:lnTo>
                  <a:lnTo>
                    <a:pt x="1867" y="7669"/>
                  </a:lnTo>
                  <a:lnTo>
                    <a:pt x="1815" y="7695"/>
                  </a:lnTo>
                  <a:lnTo>
                    <a:pt x="1790" y="7708"/>
                  </a:lnTo>
                  <a:lnTo>
                    <a:pt x="1777" y="7733"/>
                  </a:lnTo>
                  <a:lnTo>
                    <a:pt x="1751" y="7771"/>
                  </a:lnTo>
                  <a:lnTo>
                    <a:pt x="1726" y="7835"/>
                  </a:lnTo>
                  <a:lnTo>
                    <a:pt x="1700" y="7899"/>
                  </a:lnTo>
                  <a:lnTo>
                    <a:pt x="1675" y="8040"/>
                  </a:lnTo>
                  <a:lnTo>
                    <a:pt x="1649" y="8065"/>
                  </a:lnTo>
                  <a:lnTo>
                    <a:pt x="1624" y="8104"/>
                  </a:lnTo>
                  <a:lnTo>
                    <a:pt x="1585" y="8129"/>
                  </a:lnTo>
                  <a:lnTo>
                    <a:pt x="1560" y="8168"/>
                  </a:lnTo>
                  <a:lnTo>
                    <a:pt x="1547" y="8206"/>
                  </a:lnTo>
                  <a:lnTo>
                    <a:pt x="1547" y="8257"/>
                  </a:lnTo>
                  <a:lnTo>
                    <a:pt x="1547" y="8410"/>
                  </a:lnTo>
                  <a:lnTo>
                    <a:pt x="1521" y="8487"/>
                  </a:lnTo>
                  <a:lnTo>
                    <a:pt x="1496" y="8551"/>
                  </a:lnTo>
                  <a:lnTo>
                    <a:pt x="1483" y="8564"/>
                  </a:lnTo>
                  <a:lnTo>
                    <a:pt x="1458" y="8577"/>
                  </a:lnTo>
                  <a:lnTo>
                    <a:pt x="1432" y="8589"/>
                  </a:lnTo>
                  <a:lnTo>
                    <a:pt x="1394" y="8589"/>
                  </a:lnTo>
                  <a:lnTo>
                    <a:pt x="1343" y="8564"/>
                  </a:lnTo>
                  <a:lnTo>
                    <a:pt x="1304" y="8538"/>
                  </a:lnTo>
                  <a:lnTo>
                    <a:pt x="1253" y="8487"/>
                  </a:lnTo>
                  <a:lnTo>
                    <a:pt x="1227" y="8462"/>
                  </a:lnTo>
                  <a:lnTo>
                    <a:pt x="1176" y="8449"/>
                  </a:lnTo>
                  <a:lnTo>
                    <a:pt x="1125" y="8462"/>
                  </a:lnTo>
                  <a:lnTo>
                    <a:pt x="1061" y="8474"/>
                  </a:lnTo>
                  <a:lnTo>
                    <a:pt x="985" y="8513"/>
                  </a:lnTo>
                  <a:lnTo>
                    <a:pt x="934" y="8551"/>
                  </a:lnTo>
                  <a:lnTo>
                    <a:pt x="895" y="8602"/>
                  </a:lnTo>
                  <a:lnTo>
                    <a:pt x="882" y="8653"/>
                  </a:lnTo>
                  <a:lnTo>
                    <a:pt x="895" y="8717"/>
                  </a:lnTo>
                  <a:lnTo>
                    <a:pt x="895" y="8781"/>
                  </a:lnTo>
                  <a:lnTo>
                    <a:pt x="908" y="8845"/>
                  </a:lnTo>
                  <a:lnTo>
                    <a:pt x="908" y="8909"/>
                  </a:lnTo>
                  <a:lnTo>
                    <a:pt x="882" y="8947"/>
                  </a:lnTo>
                  <a:lnTo>
                    <a:pt x="857" y="8986"/>
                  </a:lnTo>
                  <a:lnTo>
                    <a:pt x="806" y="9075"/>
                  </a:lnTo>
                  <a:lnTo>
                    <a:pt x="780" y="9126"/>
                  </a:lnTo>
                  <a:lnTo>
                    <a:pt x="767" y="9164"/>
                  </a:lnTo>
                  <a:lnTo>
                    <a:pt x="767" y="9216"/>
                  </a:lnTo>
                  <a:lnTo>
                    <a:pt x="793" y="9267"/>
                  </a:lnTo>
                  <a:lnTo>
                    <a:pt x="806" y="9280"/>
                  </a:lnTo>
                  <a:lnTo>
                    <a:pt x="831" y="9292"/>
                  </a:lnTo>
                  <a:lnTo>
                    <a:pt x="831" y="9318"/>
                  </a:lnTo>
                  <a:lnTo>
                    <a:pt x="831" y="9343"/>
                  </a:lnTo>
                  <a:lnTo>
                    <a:pt x="844" y="9458"/>
                  </a:lnTo>
                  <a:lnTo>
                    <a:pt x="844" y="9561"/>
                  </a:lnTo>
                  <a:lnTo>
                    <a:pt x="857" y="9599"/>
                  </a:lnTo>
                  <a:lnTo>
                    <a:pt x="882" y="9650"/>
                  </a:lnTo>
                  <a:lnTo>
                    <a:pt x="921" y="9688"/>
                  </a:lnTo>
                  <a:lnTo>
                    <a:pt x="934" y="9727"/>
                  </a:lnTo>
                  <a:lnTo>
                    <a:pt x="946" y="9765"/>
                  </a:lnTo>
                  <a:lnTo>
                    <a:pt x="921" y="9816"/>
                  </a:lnTo>
                  <a:lnTo>
                    <a:pt x="882" y="9867"/>
                  </a:lnTo>
                  <a:lnTo>
                    <a:pt x="870" y="9919"/>
                  </a:lnTo>
                  <a:lnTo>
                    <a:pt x="882" y="9970"/>
                  </a:lnTo>
                  <a:lnTo>
                    <a:pt x="895" y="10034"/>
                  </a:lnTo>
                  <a:lnTo>
                    <a:pt x="895" y="10085"/>
                  </a:lnTo>
                  <a:lnTo>
                    <a:pt x="908" y="10136"/>
                  </a:lnTo>
                  <a:lnTo>
                    <a:pt x="921" y="10161"/>
                  </a:lnTo>
                  <a:lnTo>
                    <a:pt x="946" y="10174"/>
                  </a:lnTo>
                  <a:lnTo>
                    <a:pt x="972" y="10187"/>
                  </a:lnTo>
                  <a:lnTo>
                    <a:pt x="997" y="10200"/>
                  </a:lnTo>
                  <a:lnTo>
                    <a:pt x="1023" y="10225"/>
                  </a:lnTo>
                  <a:lnTo>
                    <a:pt x="1036" y="10238"/>
                  </a:lnTo>
                  <a:lnTo>
                    <a:pt x="1049" y="10289"/>
                  </a:lnTo>
                  <a:lnTo>
                    <a:pt x="1049" y="10340"/>
                  </a:lnTo>
                  <a:lnTo>
                    <a:pt x="1074" y="10379"/>
                  </a:lnTo>
                  <a:lnTo>
                    <a:pt x="1112" y="10417"/>
                  </a:lnTo>
                  <a:lnTo>
                    <a:pt x="1125" y="10455"/>
                  </a:lnTo>
                  <a:lnTo>
                    <a:pt x="1125" y="10494"/>
                  </a:lnTo>
                  <a:lnTo>
                    <a:pt x="1112" y="10532"/>
                  </a:lnTo>
                  <a:lnTo>
                    <a:pt x="1087" y="10596"/>
                  </a:lnTo>
                  <a:lnTo>
                    <a:pt x="1087" y="10647"/>
                  </a:lnTo>
                  <a:lnTo>
                    <a:pt x="1087" y="10698"/>
                  </a:lnTo>
                  <a:lnTo>
                    <a:pt x="1100" y="10749"/>
                  </a:lnTo>
                  <a:lnTo>
                    <a:pt x="1125" y="10813"/>
                  </a:lnTo>
                  <a:lnTo>
                    <a:pt x="1138" y="10839"/>
                  </a:lnTo>
                  <a:lnTo>
                    <a:pt x="1138" y="10864"/>
                  </a:lnTo>
                  <a:lnTo>
                    <a:pt x="1125" y="10877"/>
                  </a:lnTo>
                  <a:lnTo>
                    <a:pt x="1100" y="10890"/>
                  </a:lnTo>
                  <a:lnTo>
                    <a:pt x="1061" y="10903"/>
                  </a:lnTo>
                  <a:lnTo>
                    <a:pt x="1010" y="10903"/>
                  </a:lnTo>
                  <a:lnTo>
                    <a:pt x="997" y="10928"/>
                  </a:lnTo>
                  <a:lnTo>
                    <a:pt x="997" y="10941"/>
                  </a:lnTo>
                  <a:lnTo>
                    <a:pt x="1010" y="10967"/>
                  </a:lnTo>
                  <a:lnTo>
                    <a:pt x="1036" y="10992"/>
                  </a:lnTo>
                  <a:lnTo>
                    <a:pt x="1087" y="11043"/>
                  </a:lnTo>
                  <a:lnTo>
                    <a:pt x="1151" y="11094"/>
                  </a:lnTo>
                  <a:lnTo>
                    <a:pt x="1202" y="11133"/>
                  </a:lnTo>
                  <a:lnTo>
                    <a:pt x="1215" y="11158"/>
                  </a:lnTo>
                  <a:lnTo>
                    <a:pt x="1215" y="11184"/>
                  </a:lnTo>
                  <a:lnTo>
                    <a:pt x="1215" y="11235"/>
                  </a:lnTo>
                  <a:lnTo>
                    <a:pt x="1215" y="11299"/>
                  </a:lnTo>
                  <a:lnTo>
                    <a:pt x="1240" y="11350"/>
                  </a:lnTo>
                  <a:lnTo>
                    <a:pt x="1266" y="11388"/>
                  </a:lnTo>
                  <a:lnTo>
                    <a:pt x="1291" y="11439"/>
                  </a:lnTo>
                  <a:lnTo>
                    <a:pt x="1291" y="11478"/>
                  </a:lnTo>
                  <a:lnTo>
                    <a:pt x="1291" y="11516"/>
                  </a:lnTo>
                  <a:lnTo>
                    <a:pt x="1279" y="11593"/>
                  </a:lnTo>
                  <a:lnTo>
                    <a:pt x="1279" y="11631"/>
                  </a:lnTo>
                  <a:lnTo>
                    <a:pt x="1279" y="11657"/>
                  </a:lnTo>
                  <a:lnTo>
                    <a:pt x="1304" y="11695"/>
                  </a:lnTo>
                  <a:lnTo>
                    <a:pt x="1343" y="11708"/>
                  </a:lnTo>
                  <a:lnTo>
                    <a:pt x="1381" y="11721"/>
                  </a:lnTo>
                  <a:lnTo>
                    <a:pt x="1419" y="11708"/>
                  </a:lnTo>
                  <a:lnTo>
                    <a:pt x="1496" y="11669"/>
                  </a:lnTo>
                  <a:lnTo>
                    <a:pt x="1547" y="11644"/>
                  </a:lnTo>
                  <a:lnTo>
                    <a:pt x="1585" y="11631"/>
                  </a:lnTo>
                  <a:lnTo>
                    <a:pt x="1611" y="11644"/>
                  </a:lnTo>
                  <a:lnTo>
                    <a:pt x="1624" y="11669"/>
                  </a:lnTo>
                  <a:lnTo>
                    <a:pt x="1636" y="11695"/>
                  </a:lnTo>
                  <a:lnTo>
                    <a:pt x="1636" y="11746"/>
                  </a:lnTo>
                  <a:lnTo>
                    <a:pt x="1636" y="11797"/>
                  </a:lnTo>
                  <a:lnTo>
                    <a:pt x="1636" y="11823"/>
                  </a:lnTo>
                  <a:lnTo>
                    <a:pt x="1662" y="11836"/>
                  </a:lnTo>
                  <a:lnTo>
                    <a:pt x="1700" y="11848"/>
                  </a:lnTo>
                  <a:lnTo>
                    <a:pt x="1751" y="11861"/>
                  </a:lnTo>
                  <a:lnTo>
                    <a:pt x="1854" y="11861"/>
                  </a:lnTo>
                  <a:lnTo>
                    <a:pt x="1930" y="11900"/>
                  </a:lnTo>
                  <a:lnTo>
                    <a:pt x="1982" y="11912"/>
                  </a:lnTo>
                  <a:lnTo>
                    <a:pt x="2020" y="11925"/>
                  </a:lnTo>
                  <a:lnTo>
                    <a:pt x="2058" y="11925"/>
                  </a:lnTo>
                  <a:lnTo>
                    <a:pt x="2084" y="11912"/>
                  </a:lnTo>
                  <a:lnTo>
                    <a:pt x="2135" y="11887"/>
                  </a:lnTo>
                  <a:lnTo>
                    <a:pt x="2199" y="11848"/>
                  </a:lnTo>
                  <a:lnTo>
                    <a:pt x="2263" y="11848"/>
                  </a:lnTo>
                  <a:lnTo>
                    <a:pt x="2301" y="11861"/>
                  </a:lnTo>
                  <a:lnTo>
                    <a:pt x="2301" y="11874"/>
                  </a:lnTo>
                  <a:lnTo>
                    <a:pt x="2301" y="11887"/>
                  </a:lnTo>
                  <a:lnTo>
                    <a:pt x="2276" y="11912"/>
                  </a:lnTo>
                  <a:lnTo>
                    <a:pt x="2224" y="11938"/>
                  </a:lnTo>
                  <a:lnTo>
                    <a:pt x="2199" y="11951"/>
                  </a:lnTo>
                  <a:lnTo>
                    <a:pt x="2186" y="11976"/>
                  </a:lnTo>
                  <a:lnTo>
                    <a:pt x="2212" y="11989"/>
                  </a:lnTo>
                  <a:lnTo>
                    <a:pt x="2237" y="12015"/>
                  </a:lnTo>
                  <a:lnTo>
                    <a:pt x="2276" y="12027"/>
                  </a:lnTo>
                  <a:lnTo>
                    <a:pt x="2301" y="12040"/>
                  </a:lnTo>
                  <a:lnTo>
                    <a:pt x="2314" y="12078"/>
                  </a:lnTo>
                  <a:lnTo>
                    <a:pt x="2314" y="12117"/>
                  </a:lnTo>
                  <a:lnTo>
                    <a:pt x="2301" y="12142"/>
                  </a:lnTo>
                  <a:lnTo>
                    <a:pt x="2276" y="12181"/>
                  </a:lnTo>
                  <a:lnTo>
                    <a:pt x="2199" y="12219"/>
                  </a:lnTo>
                  <a:lnTo>
                    <a:pt x="2173" y="12257"/>
                  </a:lnTo>
                  <a:lnTo>
                    <a:pt x="2160" y="12283"/>
                  </a:lnTo>
                  <a:lnTo>
                    <a:pt x="2160" y="12309"/>
                  </a:lnTo>
                  <a:lnTo>
                    <a:pt x="2173" y="12321"/>
                  </a:lnTo>
                  <a:lnTo>
                    <a:pt x="2212" y="12360"/>
                  </a:lnTo>
                  <a:lnTo>
                    <a:pt x="2314" y="12398"/>
                  </a:lnTo>
                  <a:lnTo>
                    <a:pt x="2378" y="12411"/>
                  </a:lnTo>
                  <a:lnTo>
                    <a:pt x="2454" y="12424"/>
                  </a:lnTo>
                  <a:lnTo>
                    <a:pt x="2531" y="12411"/>
                  </a:lnTo>
                  <a:lnTo>
                    <a:pt x="2557" y="12398"/>
                  </a:lnTo>
                  <a:lnTo>
                    <a:pt x="2582" y="12372"/>
                  </a:lnTo>
                  <a:lnTo>
                    <a:pt x="2608" y="12347"/>
                  </a:lnTo>
                  <a:lnTo>
                    <a:pt x="2621" y="12309"/>
                  </a:lnTo>
                  <a:lnTo>
                    <a:pt x="2633" y="12257"/>
                  </a:lnTo>
                  <a:lnTo>
                    <a:pt x="2659" y="12232"/>
                  </a:lnTo>
                  <a:lnTo>
                    <a:pt x="2710" y="12168"/>
                  </a:lnTo>
                  <a:lnTo>
                    <a:pt x="2748" y="12142"/>
                  </a:lnTo>
                  <a:lnTo>
                    <a:pt x="2774" y="12104"/>
                  </a:lnTo>
                  <a:lnTo>
                    <a:pt x="2787" y="12066"/>
                  </a:lnTo>
                  <a:lnTo>
                    <a:pt x="2787" y="12040"/>
                  </a:lnTo>
                  <a:lnTo>
                    <a:pt x="2812" y="12002"/>
                  </a:lnTo>
                  <a:lnTo>
                    <a:pt x="2851" y="11976"/>
                  </a:lnTo>
                  <a:lnTo>
                    <a:pt x="2876" y="12002"/>
                  </a:lnTo>
                  <a:lnTo>
                    <a:pt x="2902" y="12015"/>
                  </a:lnTo>
                  <a:lnTo>
                    <a:pt x="2902" y="12066"/>
                  </a:lnTo>
                  <a:lnTo>
                    <a:pt x="2902" y="12117"/>
                  </a:lnTo>
                  <a:lnTo>
                    <a:pt x="2902" y="12142"/>
                  </a:lnTo>
                  <a:lnTo>
                    <a:pt x="2915" y="12168"/>
                  </a:lnTo>
                  <a:lnTo>
                    <a:pt x="2940" y="12206"/>
                  </a:lnTo>
                  <a:lnTo>
                    <a:pt x="2978" y="12232"/>
                  </a:lnTo>
                  <a:lnTo>
                    <a:pt x="3017" y="12257"/>
                  </a:lnTo>
                  <a:lnTo>
                    <a:pt x="3030" y="12270"/>
                  </a:lnTo>
                  <a:lnTo>
                    <a:pt x="3030" y="12296"/>
                  </a:lnTo>
                  <a:lnTo>
                    <a:pt x="3017" y="12334"/>
                  </a:lnTo>
                  <a:lnTo>
                    <a:pt x="2991" y="12347"/>
                  </a:lnTo>
                  <a:lnTo>
                    <a:pt x="2940" y="12385"/>
                  </a:lnTo>
                  <a:lnTo>
                    <a:pt x="2889" y="12424"/>
                  </a:lnTo>
                  <a:lnTo>
                    <a:pt x="2863" y="12449"/>
                  </a:lnTo>
                  <a:lnTo>
                    <a:pt x="2863" y="12475"/>
                  </a:lnTo>
                  <a:lnTo>
                    <a:pt x="2876" y="12500"/>
                  </a:lnTo>
                  <a:lnTo>
                    <a:pt x="2889" y="12513"/>
                  </a:lnTo>
                  <a:lnTo>
                    <a:pt x="2927" y="12513"/>
                  </a:lnTo>
                  <a:lnTo>
                    <a:pt x="2966" y="12500"/>
                  </a:lnTo>
                  <a:lnTo>
                    <a:pt x="3042" y="12475"/>
                  </a:lnTo>
                  <a:lnTo>
                    <a:pt x="3106" y="12462"/>
                  </a:lnTo>
                  <a:lnTo>
                    <a:pt x="3106" y="12500"/>
                  </a:lnTo>
                  <a:lnTo>
                    <a:pt x="3093" y="12526"/>
                  </a:lnTo>
                  <a:lnTo>
                    <a:pt x="3042" y="12564"/>
                  </a:lnTo>
                  <a:lnTo>
                    <a:pt x="2991" y="12602"/>
                  </a:lnTo>
                  <a:lnTo>
                    <a:pt x="2966" y="12628"/>
                  </a:lnTo>
                  <a:lnTo>
                    <a:pt x="2966" y="12654"/>
                  </a:lnTo>
                  <a:lnTo>
                    <a:pt x="3042" y="12654"/>
                  </a:lnTo>
                  <a:lnTo>
                    <a:pt x="3106" y="12641"/>
                  </a:lnTo>
                  <a:lnTo>
                    <a:pt x="3208" y="12577"/>
                  </a:lnTo>
                  <a:lnTo>
                    <a:pt x="3375" y="12500"/>
                  </a:lnTo>
                  <a:lnTo>
                    <a:pt x="3554" y="12436"/>
                  </a:lnTo>
                  <a:lnTo>
                    <a:pt x="3643" y="12411"/>
                  </a:lnTo>
                  <a:lnTo>
                    <a:pt x="3733" y="12360"/>
                  </a:lnTo>
                  <a:lnTo>
                    <a:pt x="3911" y="12283"/>
                  </a:lnTo>
                  <a:lnTo>
                    <a:pt x="4065" y="12219"/>
                  </a:lnTo>
                  <a:lnTo>
                    <a:pt x="4141" y="12193"/>
                  </a:lnTo>
                  <a:lnTo>
                    <a:pt x="4218" y="12155"/>
                  </a:lnTo>
                  <a:lnTo>
                    <a:pt x="4346" y="12091"/>
                  </a:lnTo>
                  <a:lnTo>
                    <a:pt x="4487" y="12040"/>
                  </a:lnTo>
                  <a:lnTo>
                    <a:pt x="4678" y="12002"/>
                  </a:lnTo>
                  <a:lnTo>
                    <a:pt x="4781" y="11976"/>
                  </a:lnTo>
                  <a:lnTo>
                    <a:pt x="4870" y="11938"/>
                  </a:lnTo>
                  <a:lnTo>
                    <a:pt x="4934" y="11900"/>
                  </a:lnTo>
                  <a:lnTo>
                    <a:pt x="4998" y="11861"/>
                  </a:lnTo>
                  <a:lnTo>
                    <a:pt x="5049" y="11810"/>
                  </a:lnTo>
                  <a:lnTo>
                    <a:pt x="5087" y="11759"/>
                  </a:lnTo>
                  <a:lnTo>
                    <a:pt x="5126" y="11695"/>
                  </a:lnTo>
                  <a:lnTo>
                    <a:pt x="5151" y="11631"/>
                  </a:lnTo>
                  <a:lnTo>
                    <a:pt x="5164" y="11593"/>
                  </a:lnTo>
                  <a:lnTo>
                    <a:pt x="5164" y="11554"/>
                  </a:lnTo>
                  <a:lnTo>
                    <a:pt x="5177" y="11529"/>
                  </a:lnTo>
                  <a:lnTo>
                    <a:pt x="5202" y="11503"/>
                  </a:lnTo>
                  <a:lnTo>
                    <a:pt x="5241" y="11491"/>
                  </a:lnTo>
                  <a:lnTo>
                    <a:pt x="5292" y="11503"/>
                  </a:lnTo>
                  <a:lnTo>
                    <a:pt x="5330" y="11516"/>
                  </a:lnTo>
                  <a:lnTo>
                    <a:pt x="5356" y="11542"/>
                  </a:lnTo>
                  <a:lnTo>
                    <a:pt x="5394" y="11580"/>
                  </a:lnTo>
                  <a:lnTo>
                    <a:pt x="5420" y="11593"/>
                  </a:lnTo>
                  <a:lnTo>
                    <a:pt x="5445" y="11606"/>
                  </a:lnTo>
                  <a:lnTo>
                    <a:pt x="5483" y="11606"/>
                  </a:lnTo>
                  <a:lnTo>
                    <a:pt x="5547" y="11593"/>
                  </a:lnTo>
                  <a:lnTo>
                    <a:pt x="5650" y="11567"/>
                  </a:lnTo>
                  <a:lnTo>
                    <a:pt x="5752" y="11529"/>
                  </a:lnTo>
                  <a:lnTo>
                    <a:pt x="5854" y="11478"/>
                  </a:lnTo>
                  <a:lnTo>
                    <a:pt x="5956" y="11439"/>
                  </a:lnTo>
                  <a:lnTo>
                    <a:pt x="6033" y="11427"/>
                  </a:lnTo>
                  <a:lnTo>
                    <a:pt x="6110" y="11414"/>
                  </a:lnTo>
                  <a:lnTo>
                    <a:pt x="6468" y="11414"/>
                  </a:lnTo>
                  <a:lnTo>
                    <a:pt x="6493" y="11401"/>
                  </a:lnTo>
                  <a:lnTo>
                    <a:pt x="6519" y="11388"/>
                  </a:lnTo>
                  <a:lnTo>
                    <a:pt x="6519" y="11363"/>
                  </a:lnTo>
                  <a:lnTo>
                    <a:pt x="6506" y="11337"/>
                  </a:lnTo>
                  <a:lnTo>
                    <a:pt x="6480" y="11286"/>
                  </a:lnTo>
                  <a:lnTo>
                    <a:pt x="6468" y="11261"/>
                  </a:lnTo>
                  <a:lnTo>
                    <a:pt x="6480" y="11248"/>
                  </a:lnTo>
                  <a:lnTo>
                    <a:pt x="6480" y="11235"/>
                  </a:lnTo>
                  <a:lnTo>
                    <a:pt x="6480" y="11222"/>
                  </a:lnTo>
                  <a:lnTo>
                    <a:pt x="6685" y="10711"/>
                  </a:lnTo>
                  <a:lnTo>
                    <a:pt x="6685" y="10698"/>
                  </a:lnTo>
                  <a:lnTo>
                    <a:pt x="7375" y="9816"/>
                  </a:lnTo>
                  <a:lnTo>
                    <a:pt x="7388" y="9816"/>
                  </a:lnTo>
                  <a:lnTo>
                    <a:pt x="8219" y="8960"/>
                  </a:lnTo>
                  <a:lnTo>
                    <a:pt x="8602" y="8206"/>
                  </a:lnTo>
                  <a:lnTo>
                    <a:pt x="8653" y="7925"/>
                  </a:lnTo>
                  <a:lnTo>
                    <a:pt x="8116" y="7375"/>
                  </a:lnTo>
                  <a:lnTo>
                    <a:pt x="7784" y="7362"/>
                  </a:lnTo>
                  <a:lnTo>
                    <a:pt x="7758" y="7350"/>
                  </a:lnTo>
                  <a:lnTo>
                    <a:pt x="7337" y="6915"/>
                  </a:lnTo>
                  <a:lnTo>
                    <a:pt x="7324" y="6902"/>
                  </a:lnTo>
                  <a:lnTo>
                    <a:pt x="7375" y="6404"/>
                  </a:lnTo>
                  <a:lnTo>
                    <a:pt x="7119" y="6046"/>
                  </a:lnTo>
                  <a:lnTo>
                    <a:pt x="7119" y="6033"/>
                  </a:lnTo>
                  <a:lnTo>
                    <a:pt x="7055" y="5816"/>
                  </a:lnTo>
                  <a:lnTo>
                    <a:pt x="6787" y="5663"/>
                  </a:lnTo>
                  <a:lnTo>
                    <a:pt x="6762" y="5650"/>
                  </a:lnTo>
                  <a:lnTo>
                    <a:pt x="6672" y="5292"/>
                  </a:lnTo>
                  <a:lnTo>
                    <a:pt x="6455" y="4960"/>
                  </a:lnTo>
                  <a:lnTo>
                    <a:pt x="6442" y="4947"/>
                  </a:lnTo>
                  <a:lnTo>
                    <a:pt x="6429" y="4359"/>
                  </a:lnTo>
                  <a:lnTo>
                    <a:pt x="5688" y="3643"/>
                  </a:lnTo>
                  <a:lnTo>
                    <a:pt x="5675" y="3643"/>
                  </a:lnTo>
                  <a:lnTo>
                    <a:pt x="5483" y="3349"/>
                  </a:lnTo>
                  <a:lnTo>
                    <a:pt x="5483" y="3324"/>
                  </a:lnTo>
                  <a:lnTo>
                    <a:pt x="5752" y="2851"/>
                  </a:lnTo>
                  <a:lnTo>
                    <a:pt x="5803" y="2519"/>
                  </a:lnTo>
                  <a:lnTo>
                    <a:pt x="5317" y="2046"/>
                  </a:lnTo>
                  <a:lnTo>
                    <a:pt x="4729" y="1675"/>
                  </a:lnTo>
                  <a:lnTo>
                    <a:pt x="4717" y="1650"/>
                  </a:lnTo>
                  <a:lnTo>
                    <a:pt x="4704" y="1343"/>
                  </a:lnTo>
                  <a:lnTo>
                    <a:pt x="4550" y="1189"/>
                  </a:lnTo>
                  <a:lnTo>
                    <a:pt x="4563" y="1189"/>
                  </a:lnTo>
                  <a:lnTo>
                    <a:pt x="4538" y="1177"/>
                  </a:lnTo>
                  <a:lnTo>
                    <a:pt x="4512" y="359"/>
                  </a:lnTo>
                  <a:lnTo>
                    <a:pt x="4244" y="103"/>
                  </a:lnTo>
                  <a:lnTo>
                    <a:pt x="3873" y="103"/>
                  </a:lnTo>
                  <a:lnTo>
                    <a:pt x="3656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0" name="Google Shape;700;p60"/>
            <p:cNvSpPr/>
            <p:nvPr/>
          </p:nvSpPr>
          <p:spPr>
            <a:xfrm>
              <a:off x="6490400" y="2433325"/>
              <a:ext cx="23050" cy="23975"/>
            </a:xfrm>
            <a:custGeom>
              <a:rect b="b" l="l" r="r" t="t"/>
              <a:pathLst>
                <a:path extrusionOk="0" h="959" w="922">
                  <a:moveTo>
                    <a:pt x="819" y="0"/>
                  </a:moveTo>
                  <a:lnTo>
                    <a:pt x="448" y="256"/>
                  </a:lnTo>
                  <a:lnTo>
                    <a:pt x="78" y="665"/>
                  </a:lnTo>
                  <a:lnTo>
                    <a:pt x="1" y="959"/>
                  </a:lnTo>
                  <a:lnTo>
                    <a:pt x="142" y="869"/>
                  </a:lnTo>
                  <a:lnTo>
                    <a:pt x="244" y="805"/>
                  </a:lnTo>
                  <a:lnTo>
                    <a:pt x="269" y="780"/>
                  </a:lnTo>
                  <a:lnTo>
                    <a:pt x="282" y="754"/>
                  </a:lnTo>
                  <a:lnTo>
                    <a:pt x="308" y="729"/>
                  </a:lnTo>
                  <a:lnTo>
                    <a:pt x="359" y="678"/>
                  </a:lnTo>
                  <a:lnTo>
                    <a:pt x="512" y="537"/>
                  </a:lnTo>
                  <a:lnTo>
                    <a:pt x="742" y="333"/>
                  </a:lnTo>
                  <a:lnTo>
                    <a:pt x="921" y="230"/>
                  </a:lnTo>
                  <a:lnTo>
                    <a:pt x="819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1" name="Google Shape;701;p60"/>
            <p:cNvSpPr/>
            <p:nvPr/>
          </p:nvSpPr>
          <p:spPr>
            <a:xfrm>
              <a:off x="6408300" y="3434675"/>
              <a:ext cx="190775" cy="154675"/>
            </a:xfrm>
            <a:custGeom>
              <a:rect b="b" l="l" r="r" t="t"/>
              <a:pathLst>
                <a:path extrusionOk="0" h="6187" w="7631">
                  <a:moveTo>
                    <a:pt x="0" y="1"/>
                  </a:moveTo>
                  <a:lnTo>
                    <a:pt x="0" y="5100"/>
                  </a:lnTo>
                  <a:lnTo>
                    <a:pt x="64" y="5151"/>
                  </a:lnTo>
                  <a:lnTo>
                    <a:pt x="218" y="5228"/>
                  </a:lnTo>
                  <a:lnTo>
                    <a:pt x="946" y="5215"/>
                  </a:lnTo>
                  <a:lnTo>
                    <a:pt x="984" y="5317"/>
                  </a:lnTo>
                  <a:lnTo>
                    <a:pt x="1419" y="5228"/>
                  </a:lnTo>
                  <a:lnTo>
                    <a:pt x="1649" y="4896"/>
                  </a:lnTo>
                  <a:lnTo>
                    <a:pt x="1508" y="4653"/>
                  </a:lnTo>
                  <a:lnTo>
                    <a:pt x="1802" y="4781"/>
                  </a:lnTo>
                  <a:lnTo>
                    <a:pt x="1802" y="4435"/>
                  </a:lnTo>
                  <a:lnTo>
                    <a:pt x="1790" y="4295"/>
                  </a:lnTo>
                  <a:lnTo>
                    <a:pt x="1956" y="4244"/>
                  </a:lnTo>
                  <a:lnTo>
                    <a:pt x="1956" y="4039"/>
                  </a:lnTo>
                  <a:lnTo>
                    <a:pt x="2365" y="4103"/>
                  </a:lnTo>
                  <a:lnTo>
                    <a:pt x="2493" y="3924"/>
                  </a:lnTo>
                  <a:lnTo>
                    <a:pt x="3515" y="4320"/>
                  </a:lnTo>
                  <a:lnTo>
                    <a:pt x="3988" y="4525"/>
                  </a:lnTo>
                  <a:lnTo>
                    <a:pt x="4333" y="5100"/>
                  </a:lnTo>
                  <a:lnTo>
                    <a:pt x="4895" y="5905"/>
                  </a:lnTo>
                  <a:lnTo>
                    <a:pt x="6518" y="6084"/>
                  </a:lnTo>
                  <a:lnTo>
                    <a:pt x="7451" y="6186"/>
                  </a:lnTo>
                  <a:lnTo>
                    <a:pt x="7630" y="6020"/>
                  </a:lnTo>
                  <a:lnTo>
                    <a:pt x="7132" y="5829"/>
                  </a:lnTo>
                  <a:lnTo>
                    <a:pt x="6442" y="5458"/>
                  </a:lnTo>
                  <a:lnTo>
                    <a:pt x="6199" y="5292"/>
                  </a:lnTo>
                  <a:lnTo>
                    <a:pt x="5547" y="4525"/>
                  </a:lnTo>
                  <a:lnTo>
                    <a:pt x="5228" y="3988"/>
                  </a:lnTo>
                  <a:lnTo>
                    <a:pt x="4576" y="3630"/>
                  </a:lnTo>
                  <a:lnTo>
                    <a:pt x="4576" y="3311"/>
                  </a:lnTo>
                  <a:lnTo>
                    <a:pt x="5266" y="3349"/>
                  </a:lnTo>
                  <a:lnTo>
                    <a:pt x="5470" y="3349"/>
                  </a:lnTo>
                  <a:lnTo>
                    <a:pt x="5125" y="2863"/>
                  </a:lnTo>
                  <a:lnTo>
                    <a:pt x="4627" y="2531"/>
                  </a:lnTo>
                  <a:lnTo>
                    <a:pt x="4218" y="2531"/>
                  </a:lnTo>
                  <a:lnTo>
                    <a:pt x="3681" y="2237"/>
                  </a:lnTo>
                  <a:lnTo>
                    <a:pt x="3681" y="2122"/>
                  </a:lnTo>
                  <a:lnTo>
                    <a:pt x="3336" y="1509"/>
                  </a:lnTo>
                  <a:lnTo>
                    <a:pt x="3196" y="1534"/>
                  </a:lnTo>
                  <a:lnTo>
                    <a:pt x="2787" y="1176"/>
                  </a:lnTo>
                  <a:lnTo>
                    <a:pt x="1956" y="678"/>
                  </a:lnTo>
                  <a:lnTo>
                    <a:pt x="1598" y="563"/>
                  </a:lnTo>
                  <a:lnTo>
                    <a:pt x="895" y="563"/>
                  </a:lnTo>
                  <a:lnTo>
                    <a:pt x="90" y="1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2" name="Google Shape;702;p60"/>
            <p:cNvSpPr/>
            <p:nvPr/>
          </p:nvSpPr>
          <p:spPr>
            <a:xfrm>
              <a:off x="6504150" y="3074900"/>
              <a:ext cx="2575" cy="3875"/>
            </a:xfrm>
            <a:custGeom>
              <a:rect b="b" l="l" r="r" t="t"/>
              <a:pathLst>
                <a:path extrusionOk="0" h="155" w="103">
                  <a:moveTo>
                    <a:pt x="1" y="1"/>
                  </a:moveTo>
                  <a:lnTo>
                    <a:pt x="39" y="154"/>
                  </a:lnTo>
                  <a:lnTo>
                    <a:pt x="103" y="128"/>
                  </a:lnTo>
                  <a:lnTo>
                    <a:pt x="64" y="39"/>
                  </a:lnTo>
                  <a:lnTo>
                    <a:pt x="64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3" name="Google Shape;703;p60"/>
            <p:cNvSpPr/>
            <p:nvPr/>
          </p:nvSpPr>
          <p:spPr>
            <a:xfrm>
              <a:off x="6486250" y="3103975"/>
              <a:ext cx="6100" cy="8650"/>
            </a:xfrm>
            <a:custGeom>
              <a:rect b="b" l="l" r="r" t="t"/>
              <a:pathLst>
                <a:path extrusionOk="0" h="346" w="244">
                  <a:moveTo>
                    <a:pt x="154" y="1"/>
                  </a:moveTo>
                  <a:lnTo>
                    <a:pt x="78" y="116"/>
                  </a:lnTo>
                  <a:lnTo>
                    <a:pt x="1" y="167"/>
                  </a:lnTo>
                  <a:lnTo>
                    <a:pt x="1" y="346"/>
                  </a:lnTo>
                  <a:lnTo>
                    <a:pt x="52" y="346"/>
                  </a:lnTo>
                  <a:lnTo>
                    <a:pt x="65" y="320"/>
                  </a:lnTo>
                  <a:lnTo>
                    <a:pt x="52" y="256"/>
                  </a:lnTo>
                  <a:lnTo>
                    <a:pt x="39" y="180"/>
                  </a:lnTo>
                  <a:lnTo>
                    <a:pt x="180" y="180"/>
                  </a:lnTo>
                  <a:lnTo>
                    <a:pt x="244" y="39"/>
                  </a:lnTo>
                  <a:lnTo>
                    <a:pt x="154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4" name="Google Shape;704;p60"/>
            <p:cNvSpPr/>
            <p:nvPr/>
          </p:nvSpPr>
          <p:spPr>
            <a:xfrm>
              <a:off x="6494575" y="3091850"/>
              <a:ext cx="4800" cy="4175"/>
            </a:xfrm>
            <a:custGeom>
              <a:rect b="b" l="l" r="r" t="t"/>
              <a:pathLst>
                <a:path extrusionOk="0" h="167" w="192">
                  <a:moveTo>
                    <a:pt x="141" y="0"/>
                  </a:moveTo>
                  <a:lnTo>
                    <a:pt x="0" y="77"/>
                  </a:lnTo>
                  <a:lnTo>
                    <a:pt x="77" y="166"/>
                  </a:lnTo>
                  <a:lnTo>
                    <a:pt x="192" y="77"/>
                  </a:lnTo>
                  <a:lnTo>
                    <a:pt x="141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5" name="Google Shape;705;p60"/>
            <p:cNvSpPr/>
            <p:nvPr/>
          </p:nvSpPr>
          <p:spPr>
            <a:xfrm>
              <a:off x="3921825" y="1782150"/>
              <a:ext cx="6100" cy="8000"/>
            </a:xfrm>
            <a:custGeom>
              <a:rect b="b" l="l" r="r" t="t"/>
              <a:pathLst>
                <a:path extrusionOk="0" h="320" w="244">
                  <a:moveTo>
                    <a:pt x="179" y="0"/>
                  </a:moveTo>
                  <a:lnTo>
                    <a:pt x="141" y="26"/>
                  </a:lnTo>
                  <a:lnTo>
                    <a:pt x="77" y="116"/>
                  </a:lnTo>
                  <a:lnTo>
                    <a:pt x="26" y="205"/>
                  </a:lnTo>
                  <a:lnTo>
                    <a:pt x="13" y="243"/>
                  </a:lnTo>
                  <a:lnTo>
                    <a:pt x="0" y="307"/>
                  </a:lnTo>
                  <a:lnTo>
                    <a:pt x="64" y="320"/>
                  </a:lnTo>
                  <a:lnTo>
                    <a:pt x="128" y="320"/>
                  </a:lnTo>
                  <a:lnTo>
                    <a:pt x="141" y="256"/>
                  </a:lnTo>
                  <a:lnTo>
                    <a:pt x="179" y="192"/>
                  </a:lnTo>
                  <a:lnTo>
                    <a:pt x="205" y="128"/>
                  </a:lnTo>
                  <a:lnTo>
                    <a:pt x="243" y="77"/>
                  </a:lnTo>
                  <a:lnTo>
                    <a:pt x="230" y="13"/>
                  </a:lnTo>
                  <a:lnTo>
                    <a:pt x="205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6" name="Google Shape;706;p60"/>
            <p:cNvSpPr/>
            <p:nvPr/>
          </p:nvSpPr>
          <p:spPr>
            <a:xfrm>
              <a:off x="6212425" y="3525425"/>
              <a:ext cx="16975" cy="18225"/>
            </a:xfrm>
            <a:custGeom>
              <a:rect b="b" l="l" r="r" t="t"/>
              <a:pathLst>
                <a:path extrusionOk="0" h="729" w="679">
                  <a:moveTo>
                    <a:pt x="576" y="0"/>
                  </a:moveTo>
                  <a:lnTo>
                    <a:pt x="320" y="13"/>
                  </a:lnTo>
                  <a:lnTo>
                    <a:pt x="77" y="371"/>
                  </a:lnTo>
                  <a:lnTo>
                    <a:pt x="1" y="729"/>
                  </a:lnTo>
                  <a:lnTo>
                    <a:pt x="129" y="729"/>
                  </a:lnTo>
                  <a:lnTo>
                    <a:pt x="295" y="575"/>
                  </a:lnTo>
                  <a:lnTo>
                    <a:pt x="474" y="409"/>
                  </a:lnTo>
                  <a:lnTo>
                    <a:pt x="435" y="103"/>
                  </a:lnTo>
                  <a:lnTo>
                    <a:pt x="512" y="26"/>
                  </a:lnTo>
                  <a:lnTo>
                    <a:pt x="678" y="115"/>
                  </a:lnTo>
                  <a:lnTo>
                    <a:pt x="640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7" name="Google Shape;707;p60"/>
            <p:cNvSpPr/>
            <p:nvPr/>
          </p:nvSpPr>
          <p:spPr>
            <a:xfrm>
              <a:off x="6243100" y="3487725"/>
              <a:ext cx="10900" cy="15025"/>
            </a:xfrm>
            <a:custGeom>
              <a:rect b="b" l="l" r="r" t="t"/>
              <a:pathLst>
                <a:path extrusionOk="0" h="601" w="436">
                  <a:moveTo>
                    <a:pt x="397" y="0"/>
                  </a:moveTo>
                  <a:lnTo>
                    <a:pt x="320" y="281"/>
                  </a:lnTo>
                  <a:lnTo>
                    <a:pt x="218" y="332"/>
                  </a:lnTo>
                  <a:lnTo>
                    <a:pt x="167" y="550"/>
                  </a:lnTo>
                  <a:lnTo>
                    <a:pt x="167" y="217"/>
                  </a:lnTo>
                  <a:lnTo>
                    <a:pt x="1" y="269"/>
                  </a:lnTo>
                  <a:lnTo>
                    <a:pt x="26" y="550"/>
                  </a:lnTo>
                  <a:lnTo>
                    <a:pt x="116" y="499"/>
                  </a:lnTo>
                  <a:lnTo>
                    <a:pt x="180" y="601"/>
                  </a:lnTo>
                  <a:lnTo>
                    <a:pt x="256" y="550"/>
                  </a:lnTo>
                  <a:lnTo>
                    <a:pt x="269" y="384"/>
                  </a:lnTo>
                  <a:lnTo>
                    <a:pt x="435" y="269"/>
                  </a:lnTo>
                  <a:lnTo>
                    <a:pt x="397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8" name="Google Shape;708;p60"/>
            <p:cNvSpPr/>
            <p:nvPr/>
          </p:nvSpPr>
          <p:spPr>
            <a:xfrm>
              <a:off x="6271225" y="3490600"/>
              <a:ext cx="14725" cy="31000"/>
            </a:xfrm>
            <a:custGeom>
              <a:rect b="b" l="l" r="r" t="t"/>
              <a:pathLst>
                <a:path extrusionOk="0" h="1240" w="589">
                  <a:moveTo>
                    <a:pt x="409" y="0"/>
                  </a:moveTo>
                  <a:lnTo>
                    <a:pt x="256" y="243"/>
                  </a:lnTo>
                  <a:lnTo>
                    <a:pt x="179" y="243"/>
                  </a:lnTo>
                  <a:lnTo>
                    <a:pt x="115" y="307"/>
                  </a:lnTo>
                  <a:lnTo>
                    <a:pt x="230" y="281"/>
                  </a:lnTo>
                  <a:lnTo>
                    <a:pt x="205" y="473"/>
                  </a:lnTo>
                  <a:lnTo>
                    <a:pt x="269" y="563"/>
                  </a:lnTo>
                  <a:lnTo>
                    <a:pt x="90" y="499"/>
                  </a:lnTo>
                  <a:lnTo>
                    <a:pt x="90" y="665"/>
                  </a:lnTo>
                  <a:lnTo>
                    <a:pt x="52" y="690"/>
                  </a:lnTo>
                  <a:lnTo>
                    <a:pt x="0" y="1125"/>
                  </a:lnTo>
                  <a:lnTo>
                    <a:pt x="167" y="1240"/>
                  </a:lnTo>
                  <a:lnTo>
                    <a:pt x="409" y="959"/>
                  </a:lnTo>
                  <a:lnTo>
                    <a:pt x="141" y="678"/>
                  </a:lnTo>
                  <a:lnTo>
                    <a:pt x="409" y="895"/>
                  </a:lnTo>
                  <a:lnTo>
                    <a:pt x="473" y="793"/>
                  </a:lnTo>
                  <a:lnTo>
                    <a:pt x="333" y="716"/>
                  </a:lnTo>
                  <a:lnTo>
                    <a:pt x="269" y="741"/>
                  </a:lnTo>
                  <a:lnTo>
                    <a:pt x="282" y="678"/>
                  </a:lnTo>
                  <a:lnTo>
                    <a:pt x="512" y="780"/>
                  </a:lnTo>
                  <a:lnTo>
                    <a:pt x="588" y="626"/>
                  </a:lnTo>
                  <a:lnTo>
                    <a:pt x="486" y="460"/>
                  </a:lnTo>
                  <a:lnTo>
                    <a:pt x="588" y="396"/>
                  </a:lnTo>
                  <a:lnTo>
                    <a:pt x="588" y="205"/>
                  </a:lnTo>
                  <a:lnTo>
                    <a:pt x="435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9" name="Google Shape;709;p60"/>
            <p:cNvSpPr/>
            <p:nvPr/>
          </p:nvSpPr>
          <p:spPr>
            <a:xfrm>
              <a:off x="6196125" y="3389300"/>
              <a:ext cx="210275" cy="171300"/>
            </a:xfrm>
            <a:custGeom>
              <a:rect b="b" l="l" r="r" t="t"/>
              <a:pathLst>
                <a:path extrusionOk="0" h="6852" w="8411">
                  <a:moveTo>
                    <a:pt x="1535" y="1"/>
                  </a:moveTo>
                  <a:lnTo>
                    <a:pt x="1241" y="244"/>
                  </a:lnTo>
                  <a:lnTo>
                    <a:pt x="793" y="282"/>
                  </a:lnTo>
                  <a:lnTo>
                    <a:pt x="729" y="589"/>
                  </a:lnTo>
                  <a:lnTo>
                    <a:pt x="678" y="716"/>
                  </a:lnTo>
                  <a:lnTo>
                    <a:pt x="563" y="653"/>
                  </a:lnTo>
                  <a:lnTo>
                    <a:pt x="614" y="410"/>
                  </a:lnTo>
                  <a:lnTo>
                    <a:pt x="384" y="410"/>
                  </a:lnTo>
                  <a:lnTo>
                    <a:pt x="499" y="359"/>
                  </a:lnTo>
                  <a:lnTo>
                    <a:pt x="384" y="282"/>
                  </a:lnTo>
                  <a:lnTo>
                    <a:pt x="333" y="359"/>
                  </a:lnTo>
                  <a:lnTo>
                    <a:pt x="27" y="371"/>
                  </a:lnTo>
                  <a:lnTo>
                    <a:pt x="1" y="448"/>
                  </a:lnTo>
                  <a:lnTo>
                    <a:pt x="269" y="448"/>
                  </a:lnTo>
                  <a:lnTo>
                    <a:pt x="359" y="397"/>
                  </a:lnTo>
                  <a:lnTo>
                    <a:pt x="282" y="538"/>
                  </a:lnTo>
                  <a:lnTo>
                    <a:pt x="359" y="538"/>
                  </a:lnTo>
                  <a:lnTo>
                    <a:pt x="359" y="704"/>
                  </a:lnTo>
                  <a:lnTo>
                    <a:pt x="474" y="819"/>
                  </a:lnTo>
                  <a:lnTo>
                    <a:pt x="563" y="716"/>
                  </a:lnTo>
                  <a:lnTo>
                    <a:pt x="499" y="870"/>
                  </a:lnTo>
                  <a:lnTo>
                    <a:pt x="729" y="908"/>
                  </a:lnTo>
                  <a:lnTo>
                    <a:pt x="768" y="806"/>
                  </a:lnTo>
                  <a:lnTo>
                    <a:pt x="857" y="819"/>
                  </a:lnTo>
                  <a:lnTo>
                    <a:pt x="857" y="908"/>
                  </a:lnTo>
                  <a:lnTo>
                    <a:pt x="1087" y="908"/>
                  </a:lnTo>
                  <a:lnTo>
                    <a:pt x="1126" y="985"/>
                  </a:lnTo>
                  <a:lnTo>
                    <a:pt x="1343" y="921"/>
                  </a:lnTo>
                  <a:lnTo>
                    <a:pt x="1292" y="1023"/>
                  </a:lnTo>
                  <a:lnTo>
                    <a:pt x="1420" y="1074"/>
                  </a:lnTo>
                  <a:lnTo>
                    <a:pt x="1305" y="1228"/>
                  </a:lnTo>
                  <a:lnTo>
                    <a:pt x="1420" y="1356"/>
                  </a:lnTo>
                  <a:lnTo>
                    <a:pt x="1611" y="1522"/>
                  </a:lnTo>
                  <a:lnTo>
                    <a:pt x="1867" y="1445"/>
                  </a:lnTo>
                  <a:lnTo>
                    <a:pt x="1956" y="1560"/>
                  </a:lnTo>
                  <a:lnTo>
                    <a:pt x="2084" y="1534"/>
                  </a:lnTo>
                  <a:lnTo>
                    <a:pt x="2161" y="1560"/>
                  </a:lnTo>
                  <a:lnTo>
                    <a:pt x="2532" y="1483"/>
                  </a:lnTo>
                  <a:lnTo>
                    <a:pt x="2672" y="1509"/>
                  </a:lnTo>
                  <a:lnTo>
                    <a:pt x="2889" y="1419"/>
                  </a:lnTo>
                  <a:lnTo>
                    <a:pt x="2889" y="1419"/>
                  </a:lnTo>
                  <a:lnTo>
                    <a:pt x="2826" y="1509"/>
                  </a:lnTo>
                  <a:lnTo>
                    <a:pt x="2864" y="1637"/>
                  </a:lnTo>
                  <a:lnTo>
                    <a:pt x="2787" y="1701"/>
                  </a:lnTo>
                  <a:lnTo>
                    <a:pt x="2698" y="1841"/>
                  </a:lnTo>
                  <a:lnTo>
                    <a:pt x="2672" y="1739"/>
                  </a:lnTo>
                  <a:lnTo>
                    <a:pt x="2595" y="1803"/>
                  </a:lnTo>
                  <a:lnTo>
                    <a:pt x="2659" y="1675"/>
                  </a:lnTo>
                  <a:lnTo>
                    <a:pt x="2493" y="1649"/>
                  </a:lnTo>
                  <a:lnTo>
                    <a:pt x="2455" y="1790"/>
                  </a:lnTo>
                  <a:lnTo>
                    <a:pt x="2391" y="1649"/>
                  </a:lnTo>
                  <a:lnTo>
                    <a:pt x="2174" y="1675"/>
                  </a:lnTo>
                  <a:lnTo>
                    <a:pt x="1982" y="1982"/>
                  </a:lnTo>
                  <a:lnTo>
                    <a:pt x="1829" y="1905"/>
                  </a:lnTo>
                  <a:lnTo>
                    <a:pt x="1688" y="1905"/>
                  </a:lnTo>
                  <a:lnTo>
                    <a:pt x="1586" y="1867"/>
                  </a:lnTo>
                  <a:lnTo>
                    <a:pt x="1369" y="1931"/>
                  </a:lnTo>
                  <a:lnTo>
                    <a:pt x="1381" y="2110"/>
                  </a:lnTo>
                  <a:lnTo>
                    <a:pt x="1611" y="2046"/>
                  </a:lnTo>
                  <a:lnTo>
                    <a:pt x="1893" y="2276"/>
                  </a:lnTo>
                  <a:lnTo>
                    <a:pt x="1880" y="2429"/>
                  </a:lnTo>
                  <a:lnTo>
                    <a:pt x="2046" y="2378"/>
                  </a:lnTo>
                  <a:lnTo>
                    <a:pt x="2059" y="2493"/>
                  </a:lnTo>
                  <a:lnTo>
                    <a:pt x="2097" y="2646"/>
                  </a:lnTo>
                  <a:lnTo>
                    <a:pt x="1918" y="2646"/>
                  </a:lnTo>
                  <a:lnTo>
                    <a:pt x="2097" y="3017"/>
                  </a:lnTo>
                  <a:lnTo>
                    <a:pt x="2301" y="2953"/>
                  </a:lnTo>
                  <a:lnTo>
                    <a:pt x="2353" y="3017"/>
                  </a:lnTo>
                  <a:lnTo>
                    <a:pt x="2532" y="2813"/>
                  </a:lnTo>
                  <a:lnTo>
                    <a:pt x="2506" y="2672"/>
                  </a:lnTo>
                  <a:lnTo>
                    <a:pt x="2659" y="2582"/>
                  </a:lnTo>
                  <a:lnTo>
                    <a:pt x="2595" y="2455"/>
                  </a:lnTo>
                  <a:lnTo>
                    <a:pt x="2685" y="2455"/>
                  </a:lnTo>
                  <a:lnTo>
                    <a:pt x="2698" y="2314"/>
                  </a:lnTo>
                  <a:lnTo>
                    <a:pt x="2710" y="2186"/>
                  </a:lnTo>
                  <a:lnTo>
                    <a:pt x="2838" y="2122"/>
                  </a:lnTo>
                  <a:lnTo>
                    <a:pt x="2864" y="2225"/>
                  </a:lnTo>
                  <a:lnTo>
                    <a:pt x="2736" y="2314"/>
                  </a:lnTo>
                  <a:lnTo>
                    <a:pt x="2736" y="2519"/>
                  </a:lnTo>
                  <a:lnTo>
                    <a:pt x="2762" y="2685"/>
                  </a:lnTo>
                  <a:lnTo>
                    <a:pt x="2826" y="2659"/>
                  </a:lnTo>
                  <a:lnTo>
                    <a:pt x="2915" y="2813"/>
                  </a:lnTo>
                  <a:lnTo>
                    <a:pt x="3030" y="2774"/>
                  </a:lnTo>
                  <a:lnTo>
                    <a:pt x="3132" y="2889"/>
                  </a:lnTo>
                  <a:lnTo>
                    <a:pt x="3234" y="2928"/>
                  </a:lnTo>
                  <a:lnTo>
                    <a:pt x="3260" y="2851"/>
                  </a:lnTo>
                  <a:lnTo>
                    <a:pt x="3401" y="2928"/>
                  </a:lnTo>
                  <a:lnTo>
                    <a:pt x="3528" y="2851"/>
                  </a:lnTo>
                  <a:lnTo>
                    <a:pt x="3618" y="2864"/>
                  </a:lnTo>
                  <a:lnTo>
                    <a:pt x="3503" y="2928"/>
                  </a:lnTo>
                  <a:lnTo>
                    <a:pt x="3528" y="3068"/>
                  </a:lnTo>
                  <a:lnTo>
                    <a:pt x="3669" y="3145"/>
                  </a:lnTo>
                  <a:lnTo>
                    <a:pt x="4014" y="3337"/>
                  </a:lnTo>
                  <a:lnTo>
                    <a:pt x="4219" y="3285"/>
                  </a:lnTo>
                  <a:lnTo>
                    <a:pt x="4538" y="3337"/>
                  </a:lnTo>
                  <a:lnTo>
                    <a:pt x="4666" y="3490"/>
                  </a:lnTo>
                  <a:lnTo>
                    <a:pt x="4870" y="3490"/>
                  </a:lnTo>
                  <a:lnTo>
                    <a:pt x="5305" y="3682"/>
                  </a:lnTo>
                  <a:lnTo>
                    <a:pt x="5407" y="3682"/>
                  </a:lnTo>
                  <a:lnTo>
                    <a:pt x="6289" y="4091"/>
                  </a:lnTo>
                  <a:lnTo>
                    <a:pt x="6289" y="4282"/>
                  </a:lnTo>
                  <a:lnTo>
                    <a:pt x="6430" y="4423"/>
                  </a:lnTo>
                  <a:lnTo>
                    <a:pt x="6532" y="4845"/>
                  </a:lnTo>
                  <a:lnTo>
                    <a:pt x="6775" y="5075"/>
                  </a:lnTo>
                  <a:lnTo>
                    <a:pt x="6775" y="5190"/>
                  </a:lnTo>
                  <a:lnTo>
                    <a:pt x="6647" y="5279"/>
                  </a:lnTo>
                  <a:lnTo>
                    <a:pt x="6698" y="5330"/>
                  </a:lnTo>
                  <a:lnTo>
                    <a:pt x="6775" y="5394"/>
                  </a:lnTo>
                  <a:lnTo>
                    <a:pt x="6941" y="5484"/>
                  </a:lnTo>
                  <a:lnTo>
                    <a:pt x="6724" y="5548"/>
                  </a:lnTo>
                  <a:lnTo>
                    <a:pt x="6941" y="5726"/>
                  </a:lnTo>
                  <a:lnTo>
                    <a:pt x="6941" y="5726"/>
                  </a:lnTo>
                  <a:lnTo>
                    <a:pt x="6749" y="5637"/>
                  </a:lnTo>
                  <a:lnTo>
                    <a:pt x="6468" y="5726"/>
                  </a:lnTo>
                  <a:lnTo>
                    <a:pt x="6187" y="5893"/>
                  </a:lnTo>
                  <a:lnTo>
                    <a:pt x="5893" y="6519"/>
                  </a:lnTo>
                  <a:lnTo>
                    <a:pt x="5893" y="6519"/>
                  </a:lnTo>
                  <a:lnTo>
                    <a:pt x="6200" y="6468"/>
                  </a:lnTo>
                  <a:lnTo>
                    <a:pt x="6379" y="6481"/>
                  </a:lnTo>
                  <a:lnTo>
                    <a:pt x="6519" y="6519"/>
                  </a:lnTo>
                  <a:lnTo>
                    <a:pt x="6672" y="6442"/>
                  </a:lnTo>
                  <a:lnTo>
                    <a:pt x="6864" y="6493"/>
                  </a:lnTo>
                  <a:lnTo>
                    <a:pt x="6941" y="6442"/>
                  </a:lnTo>
                  <a:lnTo>
                    <a:pt x="7184" y="6225"/>
                  </a:lnTo>
                  <a:lnTo>
                    <a:pt x="7299" y="6314"/>
                  </a:lnTo>
                  <a:lnTo>
                    <a:pt x="7631" y="6276"/>
                  </a:lnTo>
                  <a:lnTo>
                    <a:pt x="7759" y="6276"/>
                  </a:lnTo>
                  <a:lnTo>
                    <a:pt x="7797" y="6327"/>
                  </a:lnTo>
                  <a:lnTo>
                    <a:pt x="8411" y="6851"/>
                  </a:lnTo>
                  <a:lnTo>
                    <a:pt x="8411" y="1803"/>
                  </a:lnTo>
                  <a:lnTo>
                    <a:pt x="8398" y="1803"/>
                  </a:lnTo>
                  <a:lnTo>
                    <a:pt x="8270" y="1649"/>
                  </a:lnTo>
                  <a:lnTo>
                    <a:pt x="8117" y="1649"/>
                  </a:lnTo>
                  <a:lnTo>
                    <a:pt x="8002" y="1701"/>
                  </a:lnTo>
                  <a:lnTo>
                    <a:pt x="7951" y="1598"/>
                  </a:lnTo>
                  <a:lnTo>
                    <a:pt x="7682" y="1611"/>
                  </a:lnTo>
                  <a:lnTo>
                    <a:pt x="6979" y="1253"/>
                  </a:lnTo>
                  <a:lnTo>
                    <a:pt x="6864" y="1253"/>
                  </a:lnTo>
                  <a:lnTo>
                    <a:pt x="6762" y="1151"/>
                  </a:lnTo>
                  <a:lnTo>
                    <a:pt x="6545" y="1062"/>
                  </a:lnTo>
                  <a:lnTo>
                    <a:pt x="6085" y="870"/>
                  </a:lnTo>
                  <a:lnTo>
                    <a:pt x="5458" y="1138"/>
                  </a:lnTo>
                  <a:lnTo>
                    <a:pt x="5458" y="1266"/>
                  </a:lnTo>
                  <a:lnTo>
                    <a:pt x="5561" y="1343"/>
                  </a:lnTo>
                  <a:lnTo>
                    <a:pt x="5318" y="1471"/>
                  </a:lnTo>
                  <a:lnTo>
                    <a:pt x="5152" y="1547"/>
                  </a:lnTo>
                  <a:lnTo>
                    <a:pt x="4960" y="1458"/>
                  </a:lnTo>
                  <a:lnTo>
                    <a:pt x="4870" y="1496"/>
                  </a:lnTo>
                  <a:lnTo>
                    <a:pt x="4870" y="1598"/>
                  </a:lnTo>
                  <a:lnTo>
                    <a:pt x="4832" y="1649"/>
                  </a:lnTo>
                  <a:lnTo>
                    <a:pt x="4832" y="1752"/>
                  </a:lnTo>
                  <a:lnTo>
                    <a:pt x="4589" y="1880"/>
                  </a:lnTo>
                  <a:lnTo>
                    <a:pt x="4538" y="2058"/>
                  </a:lnTo>
                  <a:lnTo>
                    <a:pt x="4142" y="2416"/>
                  </a:lnTo>
                  <a:lnTo>
                    <a:pt x="3720" y="2378"/>
                  </a:lnTo>
                  <a:lnTo>
                    <a:pt x="3643" y="2288"/>
                  </a:lnTo>
                  <a:lnTo>
                    <a:pt x="3592" y="2237"/>
                  </a:lnTo>
                  <a:lnTo>
                    <a:pt x="3580" y="2212"/>
                  </a:lnTo>
                  <a:lnTo>
                    <a:pt x="3605" y="2186"/>
                  </a:lnTo>
                  <a:lnTo>
                    <a:pt x="3631" y="2135"/>
                  </a:lnTo>
                  <a:lnTo>
                    <a:pt x="3669" y="2046"/>
                  </a:lnTo>
                  <a:lnTo>
                    <a:pt x="3567" y="2071"/>
                  </a:lnTo>
                  <a:lnTo>
                    <a:pt x="3503" y="1739"/>
                  </a:lnTo>
                  <a:lnTo>
                    <a:pt x="3465" y="1534"/>
                  </a:lnTo>
                  <a:lnTo>
                    <a:pt x="3426" y="1701"/>
                  </a:lnTo>
                  <a:lnTo>
                    <a:pt x="3388" y="1726"/>
                  </a:lnTo>
                  <a:lnTo>
                    <a:pt x="3375" y="1982"/>
                  </a:lnTo>
                  <a:lnTo>
                    <a:pt x="3234" y="1739"/>
                  </a:lnTo>
                  <a:lnTo>
                    <a:pt x="3119" y="1573"/>
                  </a:lnTo>
                  <a:lnTo>
                    <a:pt x="3107" y="1317"/>
                  </a:lnTo>
                  <a:lnTo>
                    <a:pt x="3004" y="1074"/>
                  </a:lnTo>
                  <a:lnTo>
                    <a:pt x="3183" y="908"/>
                  </a:lnTo>
                  <a:lnTo>
                    <a:pt x="3209" y="768"/>
                  </a:lnTo>
                  <a:lnTo>
                    <a:pt x="2966" y="512"/>
                  </a:lnTo>
                  <a:lnTo>
                    <a:pt x="3056" y="410"/>
                  </a:lnTo>
                  <a:lnTo>
                    <a:pt x="2966" y="282"/>
                  </a:lnTo>
                  <a:lnTo>
                    <a:pt x="2532" y="282"/>
                  </a:lnTo>
                  <a:lnTo>
                    <a:pt x="1969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0" name="Google Shape;710;p60"/>
            <p:cNvSpPr/>
            <p:nvPr/>
          </p:nvSpPr>
          <p:spPr>
            <a:xfrm>
              <a:off x="6570925" y="2386025"/>
              <a:ext cx="25600" cy="26875"/>
            </a:xfrm>
            <a:custGeom>
              <a:rect b="b" l="l" r="r" t="t"/>
              <a:pathLst>
                <a:path extrusionOk="0" h="1075" w="1024">
                  <a:moveTo>
                    <a:pt x="1023" y="1"/>
                  </a:moveTo>
                  <a:lnTo>
                    <a:pt x="780" y="307"/>
                  </a:lnTo>
                  <a:lnTo>
                    <a:pt x="371" y="563"/>
                  </a:lnTo>
                  <a:lnTo>
                    <a:pt x="1" y="819"/>
                  </a:lnTo>
                  <a:lnTo>
                    <a:pt x="1" y="1074"/>
                  </a:lnTo>
                  <a:lnTo>
                    <a:pt x="141" y="1023"/>
                  </a:lnTo>
                  <a:lnTo>
                    <a:pt x="244" y="985"/>
                  </a:lnTo>
                  <a:lnTo>
                    <a:pt x="269" y="972"/>
                  </a:lnTo>
                  <a:lnTo>
                    <a:pt x="295" y="959"/>
                  </a:lnTo>
                  <a:lnTo>
                    <a:pt x="410" y="793"/>
                  </a:lnTo>
                  <a:lnTo>
                    <a:pt x="512" y="653"/>
                  </a:lnTo>
                  <a:lnTo>
                    <a:pt x="844" y="410"/>
                  </a:lnTo>
                  <a:lnTo>
                    <a:pt x="895" y="320"/>
                  </a:lnTo>
                  <a:lnTo>
                    <a:pt x="972" y="192"/>
                  </a:lnTo>
                  <a:lnTo>
                    <a:pt x="1023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1" name="Google Shape;711;p60"/>
            <p:cNvSpPr/>
            <p:nvPr/>
          </p:nvSpPr>
          <p:spPr>
            <a:xfrm>
              <a:off x="6411500" y="2429175"/>
              <a:ext cx="3850" cy="4175"/>
            </a:xfrm>
            <a:custGeom>
              <a:rect b="b" l="l" r="r" t="t"/>
              <a:pathLst>
                <a:path extrusionOk="0" h="167" w="154">
                  <a:moveTo>
                    <a:pt x="90" y="0"/>
                  </a:moveTo>
                  <a:lnTo>
                    <a:pt x="0" y="90"/>
                  </a:lnTo>
                  <a:lnTo>
                    <a:pt x="64" y="166"/>
                  </a:lnTo>
                  <a:lnTo>
                    <a:pt x="154" y="115"/>
                  </a:lnTo>
                  <a:lnTo>
                    <a:pt x="90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2" name="Google Shape;712;p60"/>
            <p:cNvSpPr/>
            <p:nvPr/>
          </p:nvSpPr>
          <p:spPr>
            <a:xfrm>
              <a:off x="6523950" y="2412875"/>
              <a:ext cx="34225" cy="23975"/>
            </a:xfrm>
            <a:custGeom>
              <a:rect b="b" l="l" r="r" t="t"/>
              <a:pathLst>
                <a:path extrusionOk="0" h="959" w="1369">
                  <a:moveTo>
                    <a:pt x="1190" y="0"/>
                  </a:moveTo>
                  <a:lnTo>
                    <a:pt x="870" y="205"/>
                  </a:lnTo>
                  <a:lnTo>
                    <a:pt x="870" y="103"/>
                  </a:lnTo>
                  <a:lnTo>
                    <a:pt x="793" y="103"/>
                  </a:lnTo>
                  <a:lnTo>
                    <a:pt x="678" y="205"/>
                  </a:lnTo>
                  <a:lnTo>
                    <a:pt x="359" y="422"/>
                  </a:lnTo>
                  <a:lnTo>
                    <a:pt x="103" y="652"/>
                  </a:lnTo>
                  <a:lnTo>
                    <a:pt x="1" y="959"/>
                  </a:lnTo>
                  <a:lnTo>
                    <a:pt x="231" y="857"/>
                  </a:lnTo>
                  <a:lnTo>
                    <a:pt x="512" y="524"/>
                  </a:lnTo>
                  <a:lnTo>
                    <a:pt x="538" y="499"/>
                  </a:lnTo>
                  <a:lnTo>
                    <a:pt x="602" y="473"/>
                  </a:lnTo>
                  <a:lnTo>
                    <a:pt x="781" y="397"/>
                  </a:lnTo>
                  <a:lnTo>
                    <a:pt x="1036" y="307"/>
                  </a:lnTo>
                  <a:lnTo>
                    <a:pt x="1368" y="179"/>
                  </a:lnTo>
                  <a:lnTo>
                    <a:pt x="1330" y="64"/>
                  </a:lnTo>
                  <a:lnTo>
                    <a:pt x="1190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3" name="Google Shape;713;p60"/>
            <p:cNvSpPr/>
            <p:nvPr/>
          </p:nvSpPr>
          <p:spPr>
            <a:xfrm>
              <a:off x="6416600" y="2185700"/>
              <a:ext cx="54975" cy="218250"/>
            </a:xfrm>
            <a:custGeom>
              <a:rect b="b" l="l" r="r" t="t"/>
              <a:pathLst>
                <a:path extrusionOk="0" h="8730" w="2199">
                  <a:moveTo>
                    <a:pt x="499" y="0"/>
                  </a:moveTo>
                  <a:lnTo>
                    <a:pt x="499" y="154"/>
                  </a:lnTo>
                  <a:lnTo>
                    <a:pt x="793" y="345"/>
                  </a:lnTo>
                  <a:lnTo>
                    <a:pt x="895" y="665"/>
                  </a:lnTo>
                  <a:lnTo>
                    <a:pt x="704" y="716"/>
                  </a:lnTo>
                  <a:lnTo>
                    <a:pt x="704" y="869"/>
                  </a:lnTo>
                  <a:lnTo>
                    <a:pt x="601" y="1112"/>
                  </a:lnTo>
                  <a:lnTo>
                    <a:pt x="422" y="869"/>
                  </a:lnTo>
                  <a:lnTo>
                    <a:pt x="90" y="997"/>
                  </a:lnTo>
                  <a:lnTo>
                    <a:pt x="90" y="1227"/>
                  </a:lnTo>
                  <a:lnTo>
                    <a:pt x="205" y="1419"/>
                  </a:lnTo>
                  <a:lnTo>
                    <a:pt x="167" y="1828"/>
                  </a:lnTo>
                  <a:lnTo>
                    <a:pt x="154" y="1943"/>
                  </a:lnTo>
                  <a:lnTo>
                    <a:pt x="128" y="2032"/>
                  </a:lnTo>
                  <a:lnTo>
                    <a:pt x="103" y="2058"/>
                  </a:lnTo>
                  <a:lnTo>
                    <a:pt x="90" y="2084"/>
                  </a:lnTo>
                  <a:lnTo>
                    <a:pt x="52" y="2109"/>
                  </a:lnTo>
                  <a:lnTo>
                    <a:pt x="26" y="2147"/>
                  </a:lnTo>
                  <a:lnTo>
                    <a:pt x="1" y="2211"/>
                  </a:lnTo>
                  <a:lnTo>
                    <a:pt x="77" y="2799"/>
                  </a:lnTo>
                  <a:lnTo>
                    <a:pt x="384" y="3170"/>
                  </a:lnTo>
                  <a:lnTo>
                    <a:pt x="512" y="3336"/>
                  </a:lnTo>
                  <a:lnTo>
                    <a:pt x="448" y="3528"/>
                  </a:lnTo>
                  <a:lnTo>
                    <a:pt x="333" y="3694"/>
                  </a:lnTo>
                  <a:lnTo>
                    <a:pt x="307" y="4026"/>
                  </a:lnTo>
                  <a:lnTo>
                    <a:pt x="448" y="4422"/>
                  </a:lnTo>
                  <a:lnTo>
                    <a:pt x="320" y="4831"/>
                  </a:lnTo>
                  <a:lnTo>
                    <a:pt x="371" y="4921"/>
                  </a:lnTo>
                  <a:lnTo>
                    <a:pt x="397" y="5087"/>
                  </a:lnTo>
                  <a:lnTo>
                    <a:pt x="320" y="5292"/>
                  </a:lnTo>
                  <a:lnTo>
                    <a:pt x="269" y="5534"/>
                  </a:lnTo>
                  <a:lnTo>
                    <a:pt x="90" y="5611"/>
                  </a:lnTo>
                  <a:lnTo>
                    <a:pt x="154" y="5994"/>
                  </a:lnTo>
                  <a:lnTo>
                    <a:pt x="243" y="6301"/>
                  </a:lnTo>
                  <a:lnTo>
                    <a:pt x="384" y="6403"/>
                  </a:lnTo>
                  <a:lnTo>
                    <a:pt x="371" y="6697"/>
                  </a:lnTo>
                  <a:lnTo>
                    <a:pt x="167" y="6940"/>
                  </a:lnTo>
                  <a:lnTo>
                    <a:pt x="205" y="7170"/>
                  </a:lnTo>
                  <a:lnTo>
                    <a:pt x="320" y="7362"/>
                  </a:lnTo>
                  <a:lnTo>
                    <a:pt x="256" y="7643"/>
                  </a:lnTo>
                  <a:lnTo>
                    <a:pt x="128" y="7963"/>
                  </a:lnTo>
                  <a:lnTo>
                    <a:pt x="141" y="8231"/>
                  </a:lnTo>
                  <a:lnTo>
                    <a:pt x="154" y="8538"/>
                  </a:lnTo>
                  <a:lnTo>
                    <a:pt x="295" y="8729"/>
                  </a:lnTo>
                  <a:lnTo>
                    <a:pt x="512" y="8640"/>
                  </a:lnTo>
                  <a:lnTo>
                    <a:pt x="589" y="8282"/>
                  </a:lnTo>
                  <a:lnTo>
                    <a:pt x="806" y="7912"/>
                  </a:lnTo>
                  <a:lnTo>
                    <a:pt x="998" y="7950"/>
                  </a:lnTo>
                  <a:lnTo>
                    <a:pt x="998" y="8129"/>
                  </a:lnTo>
                  <a:lnTo>
                    <a:pt x="1279" y="8090"/>
                  </a:lnTo>
                  <a:lnTo>
                    <a:pt x="1355" y="8359"/>
                  </a:lnTo>
                  <a:lnTo>
                    <a:pt x="1509" y="8448"/>
                  </a:lnTo>
                  <a:lnTo>
                    <a:pt x="1560" y="8116"/>
                  </a:lnTo>
                  <a:lnTo>
                    <a:pt x="1394" y="7860"/>
                  </a:lnTo>
                  <a:lnTo>
                    <a:pt x="1176" y="7758"/>
                  </a:lnTo>
                  <a:lnTo>
                    <a:pt x="1164" y="7413"/>
                  </a:lnTo>
                  <a:lnTo>
                    <a:pt x="959" y="7170"/>
                  </a:lnTo>
                  <a:lnTo>
                    <a:pt x="780" y="6966"/>
                  </a:lnTo>
                  <a:lnTo>
                    <a:pt x="780" y="6518"/>
                  </a:lnTo>
                  <a:lnTo>
                    <a:pt x="998" y="6148"/>
                  </a:lnTo>
                  <a:lnTo>
                    <a:pt x="1036" y="5841"/>
                  </a:lnTo>
                  <a:lnTo>
                    <a:pt x="1113" y="5726"/>
                  </a:lnTo>
                  <a:lnTo>
                    <a:pt x="1113" y="5419"/>
                  </a:lnTo>
                  <a:lnTo>
                    <a:pt x="1291" y="5317"/>
                  </a:lnTo>
                  <a:lnTo>
                    <a:pt x="1624" y="5292"/>
                  </a:lnTo>
                  <a:lnTo>
                    <a:pt x="1892" y="5394"/>
                  </a:lnTo>
                  <a:lnTo>
                    <a:pt x="2097" y="5624"/>
                  </a:lnTo>
                  <a:lnTo>
                    <a:pt x="2199" y="5585"/>
                  </a:lnTo>
                  <a:lnTo>
                    <a:pt x="2148" y="5138"/>
                  </a:lnTo>
                  <a:lnTo>
                    <a:pt x="1815" y="4665"/>
                  </a:lnTo>
                  <a:lnTo>
                    <a:pt x="1803" y="4307"/>
                  </a:lnTo>
                  <a:lnTo>
                    <a:pt x="1675" y="3950"/>
                  </a:lnTo>
                  <a:lnTo>
                    <a:pt x="1598" y="3247"/>
                  </a:lnTo>
                  <a:lnTo>
                    <a:pt x="1304" y="2774"/>
                  </a:lnTo>
                  <a:lnTo>
                    <a:pt x="1164" y="2646"/>
                  </a:lnTo>
                  <a:lnTo>
                    <a:pt x="1228" y="2058"/>
                  </a:lnTo>
                  <a:lnTo>
                    <a:pt x="1368" y="1969"/>
                  </a:lnTo>
                  <a:lnTo>
                    <a:pt x="1394" y="1330"/>
                  </a:lnTo>
                  <a:lnTo>
                    <a:pt x="1151" y="869"/>
                  </a:lnTo>
                  <a:lnTo>
                    <a:pt x="985" y="435"/>
                  </a:lnTo>
                  <a:lnTo>
                    <a:pt x="1100" y="294"/>
                  </a:lnTo>
                  <a:lnTo>
                    <a:pt x="1100" y="115"/>
                  </a:lnTo>
                  <a:lnTo>
                    <a:pt x="895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4" name="Google Shape;714;p60"/>
            <p:cNvSpPr/>
            <p:nvPr/>
          </p:nvSpPr>
          <p:spPr>
            <a:xfrm>
              <a:off x="6407975" y="2423425"/>
              <a:ext cx="3850" cy="4800"/>
            </a:xfrm>
            <a:custGeom>
              <a:rect b="b" l="l" r="r" t="t"/>
              <a:pathLst>
                <a:path extrusionOk="0" h="192" w="154">
                  <a:moveTo>
                    <a:pt x="52" y="0"/>
                  </a:moveTo>
                  <a:lnTo>
                    <a:pt x="1" y="51"/>
                  </a:lnTo>
                  <a:lnTo>
                    <a:pt x="116" y="192"/>
                  </a:lnTo>
                  <a:lnTo>
                    <a:pt x="154" y="38"/>
                  </a:lnTo>
                  <a:lnTo>
                    <a:pt x="52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5" name="Google Shape;715;p60"/>
            <p:cNvSpPr/>
            <p:nvPr/>
          </p:nvSpPr>
          <p:spPr>
            <a:xfrm>
              <a:off x="6589150" y="3416150"/>
              <a:ext cx="11200" cy="10575"/>
            </a:xfrm>
            <a:custGeom>
              <a:rect b="b" l="l" r="r" t="t"/>
              <a:pathLst>
                <a:path extrusionOk="0" h="423" w="448">
                  <a:moveTo>
                    <a:pt x="77" y="0"/>
                  </a:moveTo>
                  <a:lnTo>
                    <a:pt x="26" y="13"/>
                  </a:lnTo>
                  <a:lnTo>
                    <a:pt x="0" y="26"/>
                  </a:lnTo>
                  <a:lnTo>
                    <a:pt x="141" y="141"/>
                  </a:lnTo>
                  <a:lnTo>
                    <a:pt x="141" y="230"/>
                  </a:lnTo>
                  <a:lnTo>
                    <a:pt x="217" y="333"/>
                  </a:lnTo>
                  <a:lnTo>
                    <a:pt x="332" y="294"/>
                  </a:lnTo>
                  <a:lnTo>
                    <a:pt x="294" y="345"/>
                  </a:lnTo>
                  <a:lnTo>
                    <a:pt x="332" y="422"/>
                  </a:lnTo>
                  <a:lnTo>
                    <a:pt x="396" y="422"/>
                  </a:lnTo>
                  <a:lnTo>
                    <a:pt x="448" y="384"/>
                  </a:lnTo>
                  <a:lnTo>
                    <a:pt x="371" y="307"/>
                  </a:lnTo>
                  <a:lnTo>
                    <a:pt x="332" y="103"/>
                  </a:lnTo>
                  <a:lnTo>
                    <a:pt x="205" y="51"/>
                  </a:lnTo>
                  <a:lnTo>
                    <a:pt x="77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6" name="Google Shape;716;p60"/>
            <p:cNvSpPr/>
            <p:nvPr/>
          </p:nvSpPr>
          <p:spPr>
            <a:xfrm>
              <a:off x="6530025" y="3442350"/>
              <a:ext cx="78950" cy="51150"/>
            </a:xfrm>
            <a:custGeom>
              <a:rect b="b" l="l" r="r" t="t"/>
              <a:pathLst>
                <a:path extrusionOk="0" h="2046" w="3158">
                  <a:moveTo>
                    <a:pt x="2774" y="0"/>
                  </a:moveTo>
                  <a:lnTo>
                    <a:pt x="2582" y="550"/>
                  </a:lnTo>
                  <a:lnTo>
                    <a:pt x="2506" y="946"/>
                  </a:lnTo>
                  <a:lnTo>
                    <a:pt x="2250" y="1023"/>
                  </a:lnTo>
                  <a:lnTo>
                    <a:pt x="2020" y="1163"/>
                  </a:lnTo>
                  <a:lnTo>
                    <a:pt x="1841" y="1483"/>
                  </a:lnTo>
                  <a:lnTo>
                    <a:pt x="1330" y="1649"/>
                  </a:lnTo>
                  <a:lnTo>
                    <a:pt x="985" y="1700"/>
                  </a:lnTo>
                  <a:lnTo>
                    <a:pt x="895" y="1802"/>
                  </a:lnTo>
                  <a:lnTo>
                    <a:pt x="589" y="1802"/>
                  </a:lnTo>
                  <a:lnTo>
                    <a:pt x="410" y="1930"/>
                  </a:lnTo>
                  <a:lnTo>
                    <a:pt x="1" y="1994"/>
                  </a:lnTo>
                  <a:lnTo>
                    <a:pt x="103" y="2045"/>
                  </a:lnTo>
                  <a:lnTo>
                    <a:pt x="1534" y="2045"/>
                  </a:lnTo>
                  <a:lnTo>
                    <a:pt x="2378" y="1508"/>
                  </a:lnTo>
                  <a:lnTo>
                    <a:pt x="2378" y="1304"/>
                  </a:lnTo>
                  <a:lnTo>
                    <a:pt x="2813" y="1151"/>
                  </a:lnTo>
                  <a:lnTo>
                    <a:pt x="3158" y="946"/>
                  </a:lnTo>
                  <a:lnTo>
                    <a:pt x="3158" y="639"/>
                  </a:lnTo>
                  <a:lnTo>
                    <a:pt x="3030" y="333"/>
                  </a:lnTo>
                  <a:lnTo>
                    <a:pt x="2774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7" name="Google Shape;717;p60"/>
            <p:cNvSpPr/>
            <p:nvPr/>
          </p:nvSpPr>
          <p:spPr>
            <a:xfrm>
              <a:off x="6566775" y="3400500"/>
              <a:ext cx="10900" cy="8650"/>
            </a:xfrm>
            <a:custGeom>
              <a:rect b="b" l="l" r="r" t="t"/>
              <a:pathLst>
                <a:path extrusionOk="0" h="346" w="436">
                  <a:moveTo>
                    <a:pt x="192" y="0"/>
                  </a:moveTo>
                  <a:lnTo>
                    <a:pt x="1" y="51"/>
                  </a:lnTo>
                  <a:lnTo>
                    <a:pt x="52" y="243"/>
                  </a:lnTo>
                  <a:lnTo>
                    <a:pt x="256" y="345"/>
                  </a:lnTo>
                  <a:lnTo>
                    <a:pt x="435" y="345"/>
                  </a:lnTo>
                  <a:lnTo>
                    <a:pt x="410" y="179"/>
                  </a:lnTo>
                  <a:lnTo>
                    <a:pt x="435" y="77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8" name="Google Shape;718;p60"/>
            <p:cNvSpPr/>
            <p:nvPr/>
          </p:nvSpPr>
          <p:spPr>
            <a:xfrm>
              <a:off x="6387525" y="2423425"/>
              <a:ext cx="102900" cy="95225"/>
            </a:xfrm>
            <a:custGeom>
              <a:rect b="b" l="l" r="r" t="t"/>
              <a:pathLst>
                <a:path extrusionOk="0" h="3809" w="4116">
                  <a:moveTo>
                    <a:pt x="1560" y="0"/>
                  </a:moveTo>
                  <a:lnTo>
                    <a:pt x="1445" y="115"/>
                  </a:lnTo>
                  <a:lnTo>
                    <a:pt x="1317" y="102"/>
                  </a:lnTo>
                  <a:lnTo>
                    <a:pt x="1279" y="358"/>
                  </a:lnTo>
                  <a:lnTo>
                    <a:pt x="1419" y="703"/>
                  </a:lnTo>
                  <a:lnTo>
                    <a:pt x="1394" y="997"/>
                  </a:lnTo>
                  <a:lnTo>
                    <a:pt x="1330" y="1099"/>
                  </a:lnTo>
                  <a:lnTo>
                    <a:pt x="1291" y="1521"/>
                  </a:lnTo>
                  <a:lnTo>
                    <a:pt x="1125" y="1598"/>
                  </a:lnTo>
                  <a:lnTo>
                    <a:pt x="1113" y="1725"/>
                  </a:lnTo>
                  <a:lnTo>
                    <a:pt x="1176" y="2045"/>
                  </a:lnTo>
                  <a:lnTo>
                    <a:pt x="1061" y="2173"/>
                  </a:lnTo>
                  <a:lnTo>
                    <a:pt x="908" y="2173"/>
                  </a:lnTo>
                  <a:lnTo>
                    <a:pt x="908" y="2109"/>
                  </a:lnTo>
                  <a:lnTo>
                    <a:pt x="755" y="2134"/>
                  </a:lnTo>
                  <a:lnTo>
                    <a:pt x="550" y="1956"/>
                  </a:lnTo>
                  <a:lnTo>
                    <a:pt x="397" y="2019"/>
                  </a:lnTo>
                  <a:lnTo>
                    <a:pt x="525" y="2326"/>
                  </a:lnTo>
                  <a:lnTo>
                    <a:pt x="384" y="2531"/>
                  </a:lnTo>
                  <a:lnTo>
                    <a:pt x="333" y="2492"/>
                  </a:lnTo>
                  <a:lnTo>
                    <a:pt x="243" y="2620"/>
                  </a:lnTo>
                  <a:lnTo>
                    <a:pt x="90" y="2646"/>
                  </a:lnTo>
                  <a:lnTo>
                    <a:pt x="77" y="2825"/>
                  </a:lnTo>
                  <a:lnTo>
                    <a:pt x="1" y="2952"/>
                  </a:lnTo>
                  <a:lnTo>
                    <a:pt x="231" y="3234"/>
                  </a:lnTo>
                  <a:lnTo>
                    <a:pt x="269" y="3425"/>
                  </a:lnTo>
                  <a:lnTo>
                    <a:pt x="141" y="3579"/>
                  </a:lnTo>
                  <a:lnTo>
                    <a:pt x="205" y="3783"/>
                  </a:lnTo>
                  <a:lnTo>
                    <a:pt x="307" y="3809"/>
                  </a:lnTo>
                  <a:lnTo>
                    <a:pt x="448" y="3706"/>
                  </a:lnTo>
                  <a:lnTo>
                    <a:pt x="473" y="3540"/>
                  </a:lnTo>
                  <a:lnTo>
                    <a:pt x="576" y="3528"/>
                  </a:lnTo>
                  <a:lnTo>
                    <a:pt x="601" y="3451"/>
                  </a:lnTo>
                  <a:lnTo>
                    <a:pt x="819" y="3528"/>
                  </a:lnTo>
                  <a:lnTo>
                    <a:pt x="1010" y="3464"/>
                  </a:lnTo>
                  <a:lnTo>
                    <a:pt x="793" y="3297"/>
                  </a:lnTo>
                  <a:lnTo>
                    <a:pt x="716" y="3182"/>
                  </a:lnTo>
                  <a:lnTo>
                    <a:pt x="537" y="3170"/>
                  </a:lnTo>
                  <a:lnTo>
                    <a:pt x="358" y="2978"/>
                  </a:lnTo>
                  <a:lnTo>
                    <a:pt x="563" y="2735"/>
                  </a:lnTo>
                  <a:lnTo>
                    <a:pt x="780" y="2850"/>
                  </a:lnTo>
                  <a:lnTo>
                    <a:pt x="819" y="2991"/>
                  </a:lnTo>
                  <a:lnTo>
                    <a:pt x="895" y="2991"/>
                  </a:lnTo>
                  <a:lnTo>
                    <a:pt x="1343" y="2684"/>
                  </a:lnTo>
                  <a:lnTo>
                    <a:pt x="1649" y="2837"/>
                  </a:lnTo>
                  <a:lnTo>
                    <a:pt x="1969" y="3080"/>
                  </a:lnTo>
                  <a:lnTo>
                    <a:pt x="2212" y="3106"/>
                  </a:lnTo>
                  <a:lnTo>
                    <a:pt x="2365" y="3323"/>
                  </a:lnTo>
                  <a:lnTo>
                    <a:pt x="2480" y="3272"/>
                  </a:lnTo>
                  <a:lnTo>
                    <a:pt x="2506" y="2952"/>
                  </a:lnTo>
                  <a:lnTo>
                    <a:pt x="3055" y="2352"/>
                  </a:lnTo>
                  <a:lnTo>
                    <a:pt x="3387" y="2403"/>
                  </a:lnTo>
                  <a:lnTo>
                    <a:pt x="3439" y="2313"/>
                  </a:lnTo>
                  <a:lnTo>
                    <a:pt x="3554" y="2352"/>
                  </a:lnTo>
                  <a:lnTo>
                    <a:pt x="3707" y="2186"/>
                  </a:lnTo>
                  <a:lnTo>
                    <a:pt x="3963" y="2173"/>
                  </a:lnTo>
                  <a:lnTo>
                    <a:pt x="3975" y="2045"/>
                  </a:lnTo>
                  <a:lnTo>
                    <a:pt x="4116" y="1956"/>
                  </a:lnTo>
                  <a:lnTo>
                    <a:pt x="4052" y="1917"/>
                  </a:lnTo>
                  <a:lnTo>
                    <a:pt x="3886" y="2032"/>
                  </a:lnTo>
                  <a:lnTo>
                    <a:pt x="3745" y="1815"/>
                  </a:lnTo>
                  <a:lnTo>
                    <a:pt x="3618" y="1623"/>
                  </a:lnTo>
                  <a:lnTo>
                    <a:pt x="3848" y="1138"/>
                  </a:lnTo>
                  <a:lnTo>
                    <a:pt x="3784" y="1074"/>
                  </a:lnTo>
                  <a:lnTo>
                    <a:pt x="3426" y="1457"/>
                  </a:lnTo>
                  <a:lnTo>
                    <a:pt x="3119" y="1444"/>
                  </a:lnTo>
                  <a:lnTo>
                    <a:pt x="3106" y="1316"/>
                  </a:lnTo>
                  <a:lnTo>
                    <a:pt x="2646" y="1176"/>
                  </a:lnTo>
                  <a:lnTo>
                    <a:pt x="2212" y="856"/>
                  </a:lnTo>
                  <a:lnTo>
                    <a:pt x="1918" y="460"/>
                  </a:lnTo>
                  <a:lnTo>
                    <a:pt x="1560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9" name="Google Shape;719;p60"/>
            <p:cNvSpPr/>
            <p:nvPr/>
          </p:nvSpPr>
          <p:spPr>
            <a:xfrm>
              <a:off x="6601275" y="3431175"/>
              <a:ext cx="8650" cy="5775"/>
            </a:xfrm>
            <a:custGeom>
              <a:rect b="b" l="l" r="r" t="t"/>
              <a:pathLst>
                <a:path extrusionOk="0" h="231" w="346">
                  <a:moveTo>
                    <a:pt x="1" y="0"/>
                  </a:moveTo>
                  <a:lnTo>
                    <a:pt x="26" y="51"/>
                  </a:lnTo>
                  <a:lnTo>
                    <a:pt x="52" y="89"/>
                  </a:lnTo>
                  <a:lnTo>
                    <a:pt x="103" y="115"/>
                  </a:lnTo>
                  <a:lnTo>
                    <a:pt x="346" y="230"/>
                  </a:lnTo>
                  <a:lnTo>
                    <a:pt x="308" y="141"/>
                  </a:lnTo>
                  <a:lnTo>
                    <a:pt x="154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0" name="Google Shape;720;p60"/>
            <p:cNvSpPr/>
            <p:nvPr/>
          </p:nvSpPr>
          <p:spPr>
            <a:xfrm>
              <a:off x="5504700" y="1428450"/>
              <a:ext cx="26875" cy="10875"/>
            </a:xfrm>
            <a:custGeom>
              <a:rect b="b" l="l" r="r" t="t"/>
              <a:pathLst>
                <a:path extrusionOk="0" h="435" w="1075">
                  <a:moveTo>
                    <a:pt x="806" y="0"/>
                  </a:moveTo>
                  <a:lnTo>
                    <a:pt x="499" y="154"/>
                  </a:lnTo>
                  <a:lnTo>
                    <a:pt x="1" y="282"/>
                  </a:lnTo>
                  <a:lnTo>
                    <a:pt x="1" y="435"/>
                  </a:lnTo>
                  <a:lnTo>
                    <a:pt x="563" y="435"/>
                  </a:lnTo>
                  <a:lnTo>
                    <a:pt x="1074" y="154"/>
                  </a:lnTo>
                  <a:lnTo>
                    <a:pt x="806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1" name="Google Shape;721;p60"/>
            <p:cNvSpPr/>
            <p:nvPr/>
          </p:nvSpPr>
          <p:spPr>
            <a:xfrm>
              <a:off x="5421300" y="1303825"/>
              <a:ext cx="49250" cy="19850"/>
            </a:xfrm>
            <a:custGeom>
              <a:rect b="b" l="l" r="r" t="t"/>
              <a:pathLst>
                <a:path extrusionOk="0" h="794" w="1970">
                  <a:moveTo>
                    <a:pt x="333" y="1"/>
                  </a:moveTo>
                  <a:lnTo>
                    <a:pt x="52" y="154"/>
                  </a:lnTo>
                  <a:lnTo>
                    <a:pt x="1" y="461"/>
                  </a:lnTo>
                  <a:lnTo>
                    <a:pt x="359" y="448"/>
                  </a:lnTo>
                  <a:lnTo>
                    <a:pt x="704" y="589"/>
                  </a:lnTo>
                  <a:lnTo>
                    <a:pt x="793" y="793"/>
                  </a:lnTo>
                  <a:lnTo>
                    <a:pt x="1343" y="793"/>
                  </a:lnTo>
                  <a:lnTo>
                    <a:pt x="1739" y="576"/>
                  </a:lnTo>
                  <a:lnTo>
                    <a:pt x="1969" y="384"/>
                  </a:lnTo>
                  <a:lnTo>
                    <a:pt x="1164" y="142"/>
                  </a:lnTo>
                  <a:lnTo>
                    <a:pt x="333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2" name="Google Shape;722;p60"/>
            <p:cNvSpPr/>
            <p:nvPr/>
          </p:nvSpPr>
          <p:spPr>
            <a:xfrm>
              <a:off x="5583300" y="1330025"/>
              <a:ext cx="110900" cy="70975"/>
            </a:xfrm>
            <a:custGeom>
              <a:rect b="b" l="l" r="r" t="t"/>
              <a:pathLst>
                <a:path extrusionOk="0" h="2839" w="4436">
                  <a:moveTo>
                    <a:pt x="2455" y="1"/>
                  </a:moveTo>
                  <a:lnTo>
                    <a:pt x="2109" y="448"/>
                  </a:lnTo>
                  <a:lnTo>
                    <a:pt x="1905" y="282"/>
                  </a:lnTo>
                  <a:lnTo>
                    <a:pt x="1189" y="755"/>
                  </a:lnTo>
                  <a:lnTo>
                    <a:pt x="1189" y="1113"/>
                  </a:lnTo>
                  <a:lnTo>
                    <a:pt x="998" y="1241"/>
                  </a:lnTo>
                  <a:lnTo>
                    <a:pt x="384" y="2353"/>
                  </a:lnTo>
                  <a:lnTo>
                    <a:pt x="1" y="2557"/>
                  </a:lnTo>
                  <a:lnTo>
                    <a:pt x="1" y="2838"/>
                  </a:lnTo>
                  <a:lnTo>
                    <a:pt x="1547" y="2225"/>
                  </a:lnTo>
                  <a:lnTo>
                    <a:pt x="2685" y="2225"/>
                  </a:lnTo>
                  <a:lnTo>
                    <a:pt x="2812" y="2276"/>
                  </a:lnTo>
                  <a:lnTo>
                    <a:pt x="3068" y="2123"/>
                  </a:lnTo>
                  <a:lnTo>
                    <a:pt x="3720" y="2123"/>
                  </a:lnTo>
                  <a:lnTo>
                    <a:pt x="4308" y="1816"/>
                  </a:lnTo>
                  <a:lnTo>
                    <a:pt x="4436" y="1266"/>
                  </a:lnTo>
                  <a:lnTo>
                    <a:pt x="3771" y="781"/>
                  </a:lnTo>
                  <a:lnTo>
                    <a:pt x="2812" y="857"/>
                  </a:lnTo>
                  <a:lnTo>
                    <a:pt x="2812" y="857"/>
                  </a:lnTo>
                  <a:lnTo>
                    <a:pt x="3017" y="282"/>
                  </a:lnTo>
                  <a:lnTo>
                    <a:pt x="2455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3" name="Google Shape;723;p60"/>
            <p:cNvSpPr/>
            <p:nvPr/>
          </p:nvSpPr>
          <p:spPr>
            <a:xfrm>
              <a:off x="5462850" y="1299050"/>
              <a:ext cx="131975" cy="60075"/>
            </a:xfrm>
            <a:custGeom>
              <a:rect b="b" l="l" r="r" t="t"/>
              <a:pathLst>
                <a:path extrusionOk="0" h="2403" w="5279">
                  <a:moveTo>
                    <a:pt x="3323" y="0"/>
                  </a:moveTo>
                  <a:lnTo>
                    <a:pt x="2646" y="154"/>
                  </a:lnTo>
                  <a:lnTo>
                    <a:pt x="1828" y="154"/>
                  </a:lnTo>
                  <a:lnTo>
                    <a:pt x="1470" y="294"/>
                  </a:lnTo>
                  <a:lnTo>
                    <a:pt x="1048" y="294"/>
                  </a:lnTo>
                  <a:lnTo>
                    <a:pt x="614" y="754"/>
                  </a:lnTo>
                  <a:lnTo>
                    <a:pt x="0" y="1240"/>
                  </a:lnTo>
                  <a:lnTo>
                    <a:pt x="179" y="1496"/>
                  </a:lnTo>
                  <a:lnTo>
                    <a:pt x="869" y="1496"/>
                  </a:lnTo>
                  <a:lnTo>
                    <a:pt x="1202" y="2045"/>
                  </a:lnTo>
                  <a:lnTo>
                    <a:pt x="1547" y="2122"/>
                  </a:lnTo>
                  <a:lnTo>
                    <a:pt x="1675" y="1841"/>
                  </a:lnTo>
                  <a:lnTo>
                    <a:pt x="2109" y="2275"/>
                  </a:lnTo>
                  <a:lnTo>
                    <a:pt x="2787" y="2250"/>
                  </a:lnTo>
                  <a:lnTo>
                    <a:pt x="3911" y="2403"/>
                  </a:lnTo>
                  <a:lnTo>
                    <a:pt x="4819" y="2403"/>
                  </a:lnTo>
                  <a:lnTo>
                    <a:pt x="5049" y="1968"/>
                  </a:lnTo>
                  <a:lnTo>
                    <a:pt x="4819" y="1572"/>
                  </a:lnTo>
                  <a:lnTo>
                    <a:pt x="5279" y="1444"/>
                  </a:lnTo>
                  <a:lnTo>
                    <a:pt x="5279" y="575"/>
                  </a:lnTo>
                  <a:lnTo>
                    <a:pt x="4231" y="345"/>
                  </a:lnTo>
                  <a:lnTo>
                    <a:pt x="4231" y="550"/>
                  </a:lnTo>
                  <a:lnTo>
                    <a:pt x="4013" y="626"/>
                  </a:lnTo>
                  <a:lnTo>
                    <a:pt x="3323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4" name="Google Shape;724;p60"/>
            <p:cNvSpPr/>
            <p:nvPr/>
          </p:nvSpPr>
          <p:spPr>
            <a:xfrm>
              <a:off x="5177200" y="1590750"/>
              <a:ext cx="17275" cy="15375"/>
            </a:xfrm>
            <a:custGeom>
              <a:rect b="b" l="l" r="r" t="t"/>
              <a:pathLst>
                <a:path extrusionOk="0" h="615" w="691">
                  <a:moveTo>
                    <a:pt x="409" y="1"/>
                  </a:moveTo>
                  <a:lnTo>
                    <a:pt x="0" y="359"/>
                  </a:lnTo>
                  <a:lnTo>
                    <a:pt x="205" y="614"/>
                  </a:lnTo>
                  <a:lnTo>
                    <a:pt x="691" y="614"/>
                  </a:lnTo>
                  <a:lnTo>
                    <a:pt x="409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5" name="Google Shape;725;p60"/>
            <p:cNvSpPr/>
            <p:nvPr/>
          </p:nvSpPr>
          <p:spPr>
            <a:xfrm>
              <a:off x="5394150" y="1248550"/>
              <a:ext cx="32925" cy="14725"/>
            </a:xfrm>
            <a:custGeom>
              <a:rect b="b" l="l" r="r" t="t"/>
              <a:pathLst>
                <a:path extrusionOk="0" h="589" w="1317">
                  <a:moveTo>
                    <a:pt x="1" y="1"/>
                  </a:moveTo>
                  <a:lnTo>
                    <a:pt x="1" y="231"/>
                  </a:lnTo>
                  <a:lnTo>
                    <a:pt x="294" y="372"/>
                  </a:lnTo>
                  <a:lnTo>
                    <a:pt x="499" y="487"/>
                  </a:lnTo>
                  <a:lnTo>
                    <a:pt x="563" y="525"/>
                  </a:lnTo>
                  <a:lnTo>
                    <a:pt x="601" y="563"/>
                  </a:lnTo>
                  <a:lnTo>
                    <a:pt x="627" y="576"/>
                  </a:lnTo>
                  <a:lnTo>
                    <a:pt x="678" y="589"/>
                  </a:lnTo>
                  <a:lnTo>
                    <a:pt x="831" y="576"/>
                  </a:lnTo>
                  <a:lnTo>
                    <a:pt x="1023" y="563"/>
                  </a:lnTo>
                  <a:lnTo>
                    <a:pt x="1317" y="9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6" name="Google Shape;726;p60"/>
            <p:cNvSpPr/>
            <p:nvPr/>
          </p:nvSpPr>
          <p:spPr>
            <a:xfrm>
              <a:off x="5228650" y="1496500"/>
              <a:ext cx="19825" cy="16000"/>
            </a:xfrm>
            <a:custGeom>
              <a:rect b="b" l="l" r="r" t="t"/>
              <a:pathLst>
                <a:path extrusionOk="0" h="640" w="793">
                  <a:moveTo>
                    <a:pt x="460" y="1"/>
                  </a:moveTo>
                  <a:lnTo>
                    <a:pt x="0" y="435"/>
                  </a:lnTo>
                  <a:lnTo>
                    <a:pt x="460" y="640"/>
                  </a:lnTo>
                  <a:lnTo>
                    <a:pt x="665" y="320"/>
                  </a:lnTo>
                  <a:lnTo>
                    <a:pt x="793" y="205"/>
                  </a:lnTo>
                  <a:lnTo>
                    <a:pt x="460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7" name="Google Shape;727;p60"/>
            <p:cNvSpPr/>
            <p:nvPr/>
          </p:nvSpPr>
          <p:spPr>
            <a:xfrm>
              <a:off x="5376575" y="1428450"/>
              <a:ext cx="8025" cy="9300"/>
            </a:xfrm>
            <a:custGeom>
              <a:rect b="b" l="l" r="r" t="t"/>
              <a:pathLst>
                <a:path extrusionOk="0" h="372" w="321">
                  <a:moveTo>
                    <a:pt x="192" y="0"/>
                  </a:moveTo>
                  <a:lnTo>
                    <a:pt x="1" y="192"/>
                  </a:lnTo>
                  <a:lnTo>
                    <a:pt x="192" y="371"/>
                  </a:lnTo>
                  <a:lnTo>
                    <a:pt x="320" y="21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8" name="Google Shape;728;p60"/>
            <p:cNvSpPr/>
            <p:nvPr/>
          </p:nvSpPr>
          <p:spPr>
            <a:xfrm>
              <a:off x="5386175" y="1419825"/>
              <a:ext cx="12800" cy="13125"/>
            </a:xfrm>
            <a:custGeom>
              <a:rect b="b" l="l" r="r" t="t"/>
              <a:pathLst>
                <a:path extrusionOk="0" h="525" w="512">
                  <a:moveTo>
                    <a:pt x="141" y="0"/>
                  </a:moveTo>
                  <a:lnTo>
                    <a:pt x="0" y="115"/>
                  </a:lnTo>
                  <a:lnTo>
                    <a:pt x="0" y="397"/>
                  </a:lnTo>
                  <a:lnTo>
                    <a:pt x="268" y="524"/>
                  </a:lnTo>
                  <a:lnTo>
                    <a:pt x="460" y="345"/>
                  </a:lnTo>
                  <a:lnTo>
                    <a:pt x="498" y="218"/>
                  </a:lnTo>
                  <a:lnTo>
                    <a:pt x="511" y="141"/>
                  </a:lnTo>
                  <a:lnTo>
                    <a:pt x="511" y="115"/>
                  </a:lnTo>
                  <a:lnTo>
                    <a:pt x="473" y="115"/>
                  </a:lnTo>
                  <a:lnTo>
                    <a:pt x="435" y="103"/>
                  </a:lnTo>
                  <a:lnTo>
                    <a:pt x="307" y="64"/>
                  </a:lnTo>
                  <a:lnTo>
                    <a:pt x="141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9" name="Google Shape;729;p60"/>
            <p:cNvSpPr/>
            <p:nvPr/>
          </p:nvSpPr>
          <p:spPr>
            <a:xfrm>
              <a:off x="6046600" y="3114200"/>
              <a:ext cx="7700" cy="8325"/>
            </a:xfrm>
            <a:custGeom>
              <a:rect b="b" l="l" r="r" t="t"/>
              <a:pathLst>
                <a:path extrusionOk="0" h="333" w="308">
                  <a:moveTo>
                    <a:pt x="39" y="1"/>
                  </a:moveTo>
                  <a:lnTo>
                    <a:pt x="1" y="116"/>
                  </a:lnTo>
                  <a:lnTo>
                    <a:pt x="307" y="333"/>
                  </a:lnTo>
                  <a:lnTo>
                    <a:pt x="39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0" name="Google Shape;730;p60"/>
            <p:cNvSpPr/>
            <p:nvPr/>
          </p:nvSpPr>
          <p:spPr>
            <a:xfrm>
              <a:off x="6783100" y="1665850"/>
              <a:ext cx="10550" cy="15675"/>
            </a:xfrm>
            <a:custGeom>
              <a:rect b="b" l="l" r="r" t="t"/>
              <a:pathLst>
                <a:path extrusionOk="0" h="627" w="422">
                  <a:moveTo>
                    <a:pt x="345" y="0"/>
                  </a:moveTo>
                  <a:lnTo>
                    <a:pt x="0" y="166"/>
                  </a:lnTo>
                  <a:lnTo>
                    <a:pt x="179" y="627"/>
                  </a:lnTo>
                  <a:lnTo>
                    <a:pt x="422" y="627"/>
                  </a:lnTo>
                  <a:lnTo>
                    <a:pt x="422" y="473"/>
                  </a:lnTo>
                  <a:lnTo>
                    <a:pt x="345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1" name="Google Shape;731;p60"/>
            <p:cNvSpPr/>
            <p:nvPr/>
          </p:nvSpPr>
          <p:spPr>
            <a:xfrm>
              <a:off x="6546000" y="1444100"/>
              <a:ext cx="27200" cy="11200"/>
            </a:xfrm>
            <a:custGeom>
              <a:rect b="b" l="l" r="r" t="t"/>
              <a:pathLst>
                <a:path extrusionOk="0" h="448" w="1088">
                  <a:moveTo>
                    <a:pt x="857" y="1"/>
                  </a:moveTo>
                  <a:lnTo>
                    <a:pt x="1" y="256"/>
                  </a:lnTo>
                  <a:lnTo>
                    <a:pt x="1" y="448"/>
                  </a:lnTo>
                  <a:lnTo>
                    <a:pt x="857" y="448"/>
                  </a:lnTo>
                  <a:lnTo>
                    <a:pt x="1087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2" name="Google Shape;732;p60"/>
            <p:cNvSpPr/>
            <p:nvPr/>
          </p:nvSpPr>
          <p:spPr>
            <a:xfrm>
              <a:off x="6505425" y="1493000"/>
              <a:ext cx="95875" cy="33250"/>
            </a:xfrm>
            <a:custGeom>
              <a:rect b="b" l="l" r="r" t="t"/>
              <a:pathLst>
                <a:path extrusionOk="0" h="1330" w="3835">
                  <a:moveTo>
                    <a:pt x="141" y="0"/>
                  </a:moveTo>
                  <a:lnTo>
                    <a:pt x="77" y="256"/>
                  </a:lnTo>
                  <a:lnTo>
                    <a:pt x="13" y="460"/>
                  </a:lnTo>
                  <a:lnTo>
                    <a:pt x="1" y="588"/>
                  </a:lnTo>
                  <a:lnTo>
                    <a:pt x="1" y="614"/>
                  </a:lnTo>
                  <a:lnTo>
                    <a:pt x="13" y="652"/>
                  </a:lnTo>
                  <a:lnTo>
                    <a:pt x="77" y="729"/>
                  </a:lnTo>
                  <a:lnTo>
                    <a:pt x="141" y="818"/>
                  </a:lnTo>
                  <a:lnTo>
                    <a:pt x="1113" y="1061"/>
                  </a:lnTo>
                  <a:lnTo>
                    <a:pt x="1522" y="1329"/>
                  </a:lnTo>
                  <a:lnTo>
                    <a:pt x="2889" y="1329"/>
                  </a:lnTo>
                  <a:lnTo>
                    <a:pt x="3592" y="1150"/>
                  </a:lnTo>
                  <a:lnTo>
                    <a:pt x="3835" y="665"/>
                  </a:lnTo>
                  <a:lnTo>
                    <a:pt x="3694" y="665"/>
                  </a:lnTo>
                  <a:lnTo>
                    <a:pt x="3324" y="882"/>
                  </a:lnTo>
                  <a:lnTo>
                    <a:pt x="3285" y="665"/>
                  </a:lnTo>
                  <a:lnTo>
                    <a:pt x="1918" y="665"/>
                  </a:lnTo>
                  <a:lnTo>
                    <a:pt x="1918" y="332"/>
                  </a:lnTo>
                  <a:lnTo>
                    <a:pt x="908" y="332"/>
                  </a:lnTo>
                  <a:lnTo>
                    <a:pt x="563" y="486"/>
                  </a:lnTo>
                  <a:lnTo>
                    <a:pt x="448" y="435"/>
                  </a:lnTo>
                  <a:lnTo>
                    <a:pt x="474" y="90"/>
                  </a:lnTo>
                  <a:lnTo>
                    <a:pt x="141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3" name="Google Shape;733;p60"/>
            <p:cNvSpPr/>
            <p:nvPr/>
          </p:nvSpPr>
          <p:spPr>
            <a:xfrm>
              <a:off x="7149900" y="1644750"/>
              <a:ext cx="73500" cy="32950"/>
            </a:xfrm>
            <a:custGeom>
              <a:rect b="b" l="l" r="r" t="t"/>
              <a:pathLst>
                <a:path extrusionOk="0" h="1318" w="2940">
                  <a:moveTo>
                    <a:pt x="1227" y="1"/>
                  </a:moveTo>
                  <a:lnTo>
                    <a:pt x="742" y="218"/>
                  </a:lnTo>
                  <a:lnTo>
                    <a:pt x="0" y="499"/>
                  </a:lnTo>
                  <a:lnTo>
                    <a:pt x="0" y="921"/>
                  </a:lnTo>
                  <a:lnTo>
                    <a:pt x="115" y="1317"/>
                  </a:lnTo>
                  <a:lnTo>
                    <a:pt x="1035" y="998"/>
                  </a:lnTo>
                  <a:lnTo>
                    <a:pt x="1496" y="1100"/>
                  </a:lnTo>
                  <a:lnTo>
                    <a:pt x="1764" y="998"/>
                  </a:lnTo>
                  <a:lnTo>
                    <a:pt x="2735" y="921"/>
                  </a:lnTo>
                  <a:lnTo>
                    <a:pt x="2940" y="576"/>
                  </a:lnTo>
                  <a:lnTo>
                    <a:pt x="2556" y="423"/>
                  </a:lnTo>
                  <a:lnTo>
                    <a:pt x="2199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4" name="Google Shape;734;p60"/>
            <p:cNvSpPr/>
            <p:nvPr/>
          </p:nvSpPr>
          <p:spPr>
            <a:xfrm>
              <a:off x="5717500" y="1379875"/>
              <a:ext cx="34225" cy="13450"/>
            </a:xfrm>
            <a:custGeom>
              <a:rect b="b" l="l" r="r" t="t"/>
              <a:pathLst>
                <a:path extrusionOk="0" h="538" w="1369">
                  <a:moveTo>
                    <a:pt x="333" y="1"/>
                  </a:moveTo>
                  <a:lnTo>
                    <a:pt x="1" y="307"/>
                  </a:lnTo>
                  <a:lnTo>
                    <a:pt x="1" y="448"/>
                  </a:lnTo>
                  <a:lnTo>
                    <a:pt x="371" y="218"/>
                  </a:lnTo>
                  <a:lnTo>
                    <a:pt x="243" y="538"/>
                  </a:lnTo>
                  <a:lnTo>
                    <a:pt x="997" y="538"/>
                  </a:lnTo>
                  <a:lnTo>
                    <a:pt x="1317" y="346"/>
                  </a:lnTo>
                  <a:lnTo>
                    <a:pt x="1330" y="333"/>
                  </a:lnTo>
                  <a:lnTo>
                    <a:pt x="1368" y="282"/>
                  </a:lnTo>
                  <a:lnTo>
                    <a:pt x="1368" y="256"/>
                  </a:lnTo>
                  <a:lnTo>
                    <a:pt x="1368" y="244"/>
                  </a:lnTo>
                  <a:lnTo>
                    <a:pt x="1355" y="218"/>
                  </a:lnTo>
                  <a:lnTo>
                    <a:pt x="1317" y="218"/>
                  </a:lnTo>
                  <a:lnTo>
                    <a:pt x="819" y="244"/>
                  </a:lnTo>
                  <a:lnTo>
                    <a:pt x="410" y="269"/>
                  </a:lnTo>
                  <a:lnTo>
                    <a:pt x="486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5" name="Google Shape;735;p60"/>
            <p:cNvSpPr/>
            <p:nvPr/>
          </p:nvSpPr>
          <p:spPr>
            <a:xfrm>
              <a:off x="6292300" y="1482775"/>
              <a:ext cx="18875" cy="22375"/>
            </a:xfrm>
            <a:custGeom>
              <a:rect b="b" l="l" r="r" t="t"/>
              <a:pathLst>
                <a:path extrusionOk="0" h="895" w="755">
                  <a:moveTo>
                    <a:pt x="205" y="0"/>
                  </a:moveTo>
                  <a:lnTo>
                    <a:pt x="129" y="537"/>
                  </a:lnTo>
                  <a:lnTo>
                    <a:pt x="1" y="741"/>
                  </a:lnTo>
                  <a:lnTo>
                    <a:pt x="205" y="895"/>
                  </a:lnTo>
                  <a:lnTo>
                    <a:pt x="384" y="818"/>
                  </a:lnTo>
                  <a:lnTo>
                    <a:pt x="512" y="767"/>
                  </a:lnTo>
                  <a:lnTo>
                    <a:pt x="551" y="754"/>
                  </a:lnTo>
                  <a:lnTo>
                    <a:pt x="576" y="741"/>
                  </a:lnTo>
                  <a:lnTo>
                    <a:pt x="602" y="690"/>
                  </a:lnTo>
                  <a:lnTo>
                    <a:pt x="666" y="614"/>
                  </a:lnTo>
                  <a:lnTo>
                    <a:pt x="755" y="524"/>
                  </a:lnTo>
                  <a:lnTo>
                    <a:pt x="487" y="281"/>
                  </a:lnTo>
                  <a:lnTo>
                    <a:pt x="397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6" name="Google Shape;736;p60"/>
            <p:cNvSpPr/>
            <p:nvPr/>
          </p:nvSpPr>
          <p:spPr>
            <a:xfrm>
              <a:off x="6293600" y="1546025"/>
              <a:ext cx="17575" cy="16325"/>
            </a:xfrm>
            <a:custGeom>
              <a:rect b="b" l="l" r="r" t="t"/>
              <a:pathLst>
                <a:path extrusionOk="0" h="653" w="703">
                  <a:moveTo>
                    <a:pt x="38" y="1"/>
                  </a:moveTo>
                  <a:lnTo>
                    <a:pt x="0" y="231"/>
                  </a:lnTo>
                  <a:lnTo>
                    <a:pt x="588" y="652"/>
                  </a:lnTo>
                  <a:lnTo>
                    <a:pt x="703" y="474"/>
                  </a:lnTo>
                  <a:lnTo>
                    <a:pt x="537" y="103"/>
                  </a:lnTo>
                  <a:lnTo>
                    <a:pt x="38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7" name="Google Shape;737;p60"/>
            <p:cNvSpPr/>
            <p:nvPr/>
          </p:nvSpPr>
          <p:spPr>
            <a:xfrm>
              <a:off x="6374750" y="1544425"/>
              <a:ext cx="81825" cy="43175"/>
            </a:xfrm>
            <a:custGeom>
              <a:rect b="b" l="l" r="r" t="t"/>
              <a:pathLst>
                <a:path extrusionOk="0" h="1727" w="3273">
                  <a:moveTo>
                    <a:pt x="895" y="1"/>
                  </a:moveTo>
                  <a:lnTo>
                    <a:pt x="460" y="205"/>
                  </a:lnTo>
                  <a:lnTo>
                    <a:pt x="524" y="665"/>
                  </a:lnTo>
                  <a:lnTo>
                    <a:pt x="1176" y="665"/>
                  </a:lnTo>
                  <a:lnTo>
                    <a:pt x="857" y="1228"/>
                  </a:lnTo>
                  <a:lnTo>
                    <a:pt x="563" y="1343"/>
                  </a:lnTo>
                  <a:lnTo>
                    <a:pt x="0" y="1343"/>
                  </a:lnTo>
                  <a:lnTo>
                    <a:pt x="0" y="1573"/>
                  </a:lnTo>
                  <a:lnTo>
                    <a:pt x="588" y="1522"/>
                  </a:lnTo>
                  <a:lnTo>
                    <a:pt x="1176" y="1343"/>
                  </a:lnTo>
                  <a:lnTo>
                    <a:pt x="1330" y="1573"/>
                  </a:lnTo>
                  <a:lnTo>
                    <a:pt x="1700" y="1624"/>
                  </a:lnTo>
                  <a:lnTo>
                    <a:pt x="2096" y="1675"/>
                  </a:lnTo>
                  <a:lnTo>
                    <a:pt x="2493" y="1713"/>
                  </a:lnTo>
                  <a:lnTo>
                    <a:pt x="2863" y="1726"/>
                  </a:lnTo>
                  <a:lnTo>
                    <a:pt x="3272" y="1726"/>
                  </a:lnTo>
                  <a:lnTo>
                    <a:pt x="3272" y="1381"/>
                  </a:lnTo>
                  <a:lnTo>
                    <a:pt x="2799" y="870"/>
                  </a:lnTo>
                  <a:lnTo>
                    <a:pt x="2288" y="589"/>
                  </a:lnTo>
                  <a:lnTo>
                    <a:pt x="1215" y="755"/>
                  </a:lnTo>
                  <a:lnTo>
                    <a:pt x="1215" y="538"/>
                  </a:lnTo>
                  <a:lnTo>
                    <a:pt x="1330" y="129"/>
                  </a:lnTo>
                  <a:lnTo>
                    <a:pt x="895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8" name="Google Shape;738;p60"/>
            <p:cNvSpPr/>
            <p:nvPr/>
          </p:nvSpPr>
          <p:spPr>
            <a:xfrm>
              <a:off x="6321375" y="1469675"/>
              <a:ext cx="167475" cy="62950"/>
            </a:xfrm>
            <a:custGeom>
              <a:rect b="b" l="l" r="r" t="t"/>
              <a:pathLst>
                <a:path extrusionOk="0" h="2518" w="6699">
                  <a:moveTo>
                    <a:pt x="1599" y="0"/>
                  </a:moveTo>
                  <a:lnTo>
                    <a:pt x="1151" y="205"/>
                  </a:lnTo>
                  <a:lnTo>
                    <a:pt x="845" y="320"/>
                  </a:lnTo>
                  <a:lnTo>
                    <a:pt x="384" y="320"/>
                  </a:lnTo>
                  <a:lnTo>
                    <a:pt x="384" y="754"/>
                  </a:lnTo>
                  <a:lnTo>
                    <a:pt x="193" y="754"/>
                  </a:lnTo>
                  <a:lnTo>
                    <a:pt x="295" y="1419"/>
                  </a:lnTo>
                  <a:lnTo>
                    <a:pt x="1" y="1419"/>
                  </a:lnTo>
                  <a:lnTo>
                    <a:pt x="142" y="1802"/>
                  </a:lnTo>
                  <a:lnTo>
                    <a:pt x="614" y="1802"/>
                  </a:lnTo>
                  <a:lnTo>
                    <a:pt x="845" y="2186"/>
                  </a:lnTo>
                  <a:lnTo>
                    <a:pt x="1317" y="2518"/>
                  </a:lnTo>
                  <a:lnTo>
                    <a:pt x="2020" y="2518"/>
                  </a:lnTo>
                  <a:lnTo>
                    <a:pt x="2225" y="2032"/>
                  </a:lnTo>
                  <a:lnTo>
                    <a:pt x="2813" y="2275"/>
                  </a:lnTo>
                  <a:lnTo>
                    <a:pt x="3669" y="1994"/>
                  </a:lnTo>
                  <a:lnTo>
                    <a:pt x="4104" y="2007"/>
                  </a:lnTo>
                  <a:lnTo>
                    <a:pt x="4628" y="2083"/>
                  </a:lnTo>
                  <a:lnTo>
                    <a:pt x="5152" y="2032"/>
                  </a:lnTo>
                  <a:lnTo>
                    <a:pt x="5548" y="2007"/>
                  </a:lnTo>
                  <a:lnTo>
                    <a:pt x="5241" y="1892"/>
                  </a:lnTo>
                  <a:lnTo>
                    <a:pt x="5062" y="1828"/>
                  </a:lnTo>
                  <a:lnTo>
                    <a:pt x="4883" y="1764"/>
                  </a:lnTo>
                  <a:lnTo>
                    <a:pt x="4436" y="1380"/>
                  </a:lnTo>
                  <a:lnTo>
                    <a:pt x="5688" y="1917"/>
                  </a:lnTo>
                  <a:lnTo>
                    <a:pt x="6085" y="1917"/>
                  </a:lnTo>
                  <a:lnTo>
                    <a:pt x="6391" y="1342"/>
                  </a:lnTo>
                  <a:lnTo>
                    <a:pt x="6251" y="1265"/>
                  </a:lnTo>
                  <a:lnTo>
                    <a:pt x="6698" y="1150"/>
                  </a:lnTo>
                  <a:lnTo>
                    <a:pt x="6596" y="907"/>
                  </a:lnTo>
                  <a:lnTo>
                    <a:pt x="5305" y="588"/>
                  </a:lnTo>
                  <a:lnTo>
                    <a:pt x="4794" y="588"/>
                  </a:lnTo>
                  <a:lnTo>
                    <a:pt x="3695" y="153"/>
                  </a:lnTo>
                  <a:lnTo>
                    <a:pt x="3477" y="153"/>
                  </a:lnTo>
                  <a:lnTo>
                    <a:pt x="3311" y="268"/>
                  </a:lnTo>
                  <a:lnTo>
                    <a:pt x="3119" y="971"/>
                  </a:lnTo>
                  <a:lnTo>
                    <a:pt x="3004" y="856"/>
                  </a:lnTo>
                  <a:lnTo>
                    <a:pt x="2800" y="562"/>
                  </a:lnTo>
                  <a:lnTo>
                    <a:pt x="2557" y="562"/>
                  </a:lnTo>
                  <a:lnTo>
                    <a:pt x="2417" y="358"/>
                  </a:lnTo>
                  <a:lnTo>
                    <a:pt x="1905" y="320"/>
                  </a:lnTo>
                  <a:lnTo>
                    <a:pt x="1599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9" name="Google Shape;739;p60"/>
            <p:cNvSpPr/>
            <p:nvPr/>
          </p:nvSpPr>
          <p:spPr>
            <a:xfrm>
              <a:off x="5421300" y="1246650"/>
              <a:ext cx="135825" cy="62650"/>
            </a:xfrm>
            <a:custGeom>
              <a:rect b="b" l="l" r="r" t="t"/>
              <a:pathLst>
                <a:path extrusionOk="0" h="2506" w="5433">
                  <a:moveTo>
                    <a:pt x="3375" y="0"/>
                  </a:moveTo>
                  <a:lnTo>
                    <a:pt x="2570" y="384"/>
                  </a:lnTo>
                  <a:lnTo>
                    <a:pt x="2212" y="448"/>
                  </a:lnTo>
                  <a:lnTo>
                    <a:pt x="1931" y="499"/>
                  </a:lnTo>
                  <a:lnTo>
                    <a:pt x="1726" y="537"/>
                  </a:lnTo>
                  <a:lnTo>
                    <a:pt x="1381" y="665"/>
                  </a:lnTo>
                  <a:lnTo>
                    <a:pt x="1177" y="754"/>
                  </a:lnTo>
                  <a:lnTo>
                    <a:pt x="1138" y="972"/>
                  </a:lnTo>
                  <a:lnTo>
                    <a:pt x="1445" y="1048"/>
                  </a:lnTo>
                  <a:lnTo>
                    <a:pt x="1011" y="1240"/>
                  </a:lnTo>
                  <a:lnTo>
                    <a:pt x="269" y="1611"/>
                  </a:lnTo>
                  <a:lnTo>
                    <a:pt x="1" y="1866"/>
                  </a:lnTo>
                  <a:lnTo>
                    <a:pt x="589" y="1930"/>
                  </a:lnTo>
                  <a:lnTo>
                    <a:pt x="589" y="2096"/>
                  </a:lnTo>
                  <a:lnTo>
                    <a:pt x="1522" y="2096"/>
                  </a:lnTo>
                  <a:lnTo>
                    <a:pt x="1573" y="2314"/>
                  </a:lnTo>
                  <a:lnTo>
                    <a:pt x="2237" y="2505"/>
                  </a:lnTo>
                  <a:lnTo>
                    <a:pt x="2838" y="2211"/>
                  </a:lnTo>
                  <a:lnTo>
                    <a:pt x="3132" y="2301"/>
                  </a:lnTo>
                  <a:lnTo>
                    <a:pt x="3388" y="2096"/>
                  </a:lnTo>
                  <a:lnTo>
                    <a:pt x="3861" y="2135"/>
                  </a:lnTo>
                  <a:lnTo>
                    <a:pt x="4487" y="2096"/>
                  </a:lnTo>
                  <a:lnTo>
                    <a:pt x="4679" y="1994"/>
                  </a:lnTo>
                  <a:lnTo>
                    <a:pt x="4870" y="1790"/>
                  </a:lnTo>
                  <a:lnTo>
                    <a:pt x="4487" y="1572"/>
                  </a:lnTo>
                  <a:lnTo>
                    <a:pt x="4704" y="1240"/>
                  </a:lnTo>
                  <a:lnTo>
                    <a:pt x="5254" y="1202"/>
                  </a:lnTo>
                  <a:lnTo>
                    <a:pt x="5433" y="920"/>
                  </a:lnTo>
                  <a:lnTo>
                    <a:pt x="5100" y="895"/>
                  </a:lnTo>
                  <a:lnTo>
                    <a:pt x="4743" y="869"/>
                  </a:lnTo>
                  <a:lnTo>
                    <a:pt x="4704" y="844"/>
                  </a:lnTo>
                  <a:lnTo>
                    <a:pt x="4653" y="793"/>
                  </a:lnTo>
                  <a:lnTo>
                    <a:pt x="4500" y="652"/>
                  </a:lnTo>
                  <a:lnTo>
                    <a:pt x="4308" y="460"/>
                  </a:lnTo>
                  <a:lnTo>
                    <a:pt x="3682" y="102"/>
                  </a:lnTo>
                  <a:lnTo>
                    <a:pt x="3375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0" name="Google Shape;740;p60"/>
            <p:cNvSpPr/>
            <p:nvPr/>
          </p:nvSpPr>
          <p:spPr>
            <a:xfrm>
              <a:off x="4060175" y="1691100"/>
              <a:ext cx="16950" cy="9600"/>
            </a:xfrm>
            <a:custGeom>
              <a:rect b="b" l="l" r="r" t="t"/>
              <a:pathLst>
                <a:path extrusionOk="0" h="384" w="678">
                  <a:moveTo>
                    <a:pt x="563" y="0"/>
                  </a:moveTo>
                  <a:lnTo>
                    <a:pt x="511" y="26"/>
                  </a:lnTo>
                  <a:lnTo>
                    <a:pt x="473" y="38"/>
                  </a:lnTo>
                  <a:lnTo>
                    <a:pt x="435" y="77"/>
                  </a:lnTo>
                  <a:lnTo>
                    <a:pt x="371" y="141"/>
                  </a:lnTo>
                  <a:lnTo>
                    <a:pt x="320" y="217"/>
                  </a:lnTo>
                  <a:lnTo>
                    <a:pt x="243" y="217"/>
                  </a:lnTo>
                  <a:lnTo>
                    <a:pt x="154" y="205"/>
                  </a:lnTo>
                  <a:lnTo>
                    <a:pt x="103" y="192"/>
                  </a:lnTo>
                  <a:lnTo>
                    <a:pt x="64" y="192"/>
                  </a:lnTo>
                  <a:lnTo>
                    <a:pt x="26" y="205"/>
                  </a:lnTo>
                  <a:lnTo>
                    <a:pt x="13" y="243"/>
                  </a:lnTo>
                  <a:lnTo>
                    <a:pt x="0" y="281"/>
                  </a:lnTo>
                  <a:lnTo>
                    <a:pt x="0" y="307"/>
                  </a:lnTo>
                  <a:lnTo>
                    <a:pt x="26" y="332"/>
                  </a:lnTo>
                  <a:lnTo>
                    <a:pt x="64" y="358"/>
                  </a:lnTo>
                  <a:lnTo>
                    <a:pt x="154" y="371"/>
                  </a:lnTo>
                  <a:lnTo>
                    <a:pt x="243" y="383"/>
                  </a:lnTo>
                  <a:lnTo>
                    <a:pt x="358" y="371"/>
                  </a:lnTo>
                  <a:lnTo>
                    <a:pt x="448" y="345"/>
                  </a:lnTo>
                  <a:lnTo>
                    <a:pt x="537" y="294"/>
                  </a:lnTo>
                  <a:lnTo>
                    <a:pt x="614" y="230"/>
                  </a:lnTo>
                  <a:lnTo>
                    <a:pt x="652" y="179"/>
                  </a:lnTo>
                  <a:lnTo>
                    <a:pt x="678" y="128"/>
                  </a:lnTo>
                  <a:lnTo>
                    <a:pt x="678" y="64"/>
                  </a:lnTo>
                  <a:lnTo>
                    <a:pt x="665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1" name="Google Shape;741;p60"/>
            <p:cNvSpPr/>
            <p:nvPr/>
          </p:nvSpPr>
          <p:spPr>
            <a:xfrm>
              <a:off x="4030125" y="1712175"/>
              <a:ext cx="5475" cy="4825"/>
            </a:xfrm>
            <a:custGeom>
              <a:rect b="b" l="l" r="r" t="t"/>
              <a:pathLst>
                <a:path extrusionOk="0" h="193" w="219">
                  <a:moveTo>
                    <a:pt x="52" y="1"/>
                  </a:moveTo>
                  <a:lnTo>
                    <a:pt x="26" y="13"/>
                  </a:lnTo>
                  <a:lnTo>
                    <a:pt x="1" y="39"/>
                  </a:lnTo>
                  <a:lnTo>
                    <a:pt x="1" y="64"/>
                  </a:lnTo>
                  <a:lnTo>
                    <a:pt x="1" y="90"/>
                  </a:lnTo>
                  <a:lnTo>
                    <a:pt x="26" y="141"/>
                  </a:lnTo>
                  <a:lnTo>
                    <a:pt x="52" y="179"/>
                  </a:lnTo>
                  <a:lnTo>
                    <a:pt x="78" y="192"/>
                  </a:lnTo>
                  <a:lnTo>
                    <a:pt x="116" y="192"/>
                  </a:lnTo>
                  <a:lnTo>
                    <a:pt x="154" y="179"/>
                  </a:lnTo>
                  <a:lnTo>
                    <a:pt x="193" y="167"/>
                  </a:lnTo>
                  <a:lnTo>
                    <a:pt x="218" y="154"/>
                  </a:lnTo>
                  <a:lnTo>
                    <a:pt x="218" y="128"/>
                  </a:lnTo>
                  <a:lnTo>
                    <a:pt x="205" y="103"/>
                  </a:lnTo>
                  <a:lnTo>
                    <a:pt x="167" y="52"/>
                  </a:lnTo>
                  <a:lnTo>
                    <a:pt x="52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2" name="Google Shape;742;p60"/>
            <p:cNvSpPr/>
            <p:nvPr/>
          </p:nvSpPr>
          <p:spPr>
            <a:xfrm>
              <a:off x="3946100" y="1774150"/>
              <a:ext cx="8975" cy="7375"/>
            </a:xfrm>
            <a:custGeom>
              <a:rect b="b" l="l" r="r" t="t"/>
              <a:pathLst>
                <a:path extrusionOk="0" h="295" w="359">
                  <a:moveTo>
                    <a:pt x="179" y="1"/>
                  </a:moveTo>
                  <a:lnTo>
                    <a:pt x="141" y="14"/>
                  </a:lnTo>
                  <a:lnTo>
                    <a:pt x="64" y="78"/>
                  </a:lnTo>
                  <a:lnTo>
                    <a:pt x="26" y="116"/>
                  </a:lnTo>
                  <a:lnTo>
                    <a:pt x="1" y="142"/>
                  </a:lnTo>
                  <a:lnTo>
                    <a:pt x="1" y="218"/>
                  </a:lnTo>
                  <a:lnTo>
                    <a:pt x="1" y="244"/>
                  </a:lnTo>
                  <a:lnTo>
                    <a:pt x="13" y="269"/>
                  </a:lnTo>
                  <a:lnTo>
                    <a:pt x="39" y="295"/>
                  </a:lnTo>
                  <a:lnTo>
                    <a:pt x="77" y="295"/>
                  </a:lnTo>
                  <a:lnTo>
                    <a:pt x="141" y="257"/>
                  </a:lnTo>
                  <a:lnTo>
                    <a:pt x="179" y="231"/>
                  </a:lnTo>
                  <a:lnTo>
                    <a:pt x="205" y="193"/>
                  </a:lnTo>
                  <a:lnTo>
                    <a:pt x="269" y="103"/>
                  </a:lnTo>
                  <a:lnTo>
                    <a:pt x="358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3" name="Google Shape;743;p60"/>
            <p:cNvSpPr/>
            <p:nvPr/>
          </p:nvSpPr>
          <p:spPr>
            <a:xfrm>
              <a:off x="3949300" y="1760425"/>
              <a:ext cx="12800" cy="9600"/>
            </a:xfrm>
            <a:custGeom>
              <a:rect b="b" l="l" r="r" t="t"/>
              <a:pathLst>
                <a:path extrusionOk="0" h="384" w="512">
                  <a:moveTo>
                    <a:pt x="358" y="0"/>
                  </a:moveTo>
                  <a:lnTo>
                    <a:pt x="345" y="103"/>
                  </a:lnTo>
                  <a:lnTo>
                    <a:pt x="345" y="167"/>
                  </a:lnTo>
                  <a:lnTo>
                    <a:pt x="345" y="192"/>
                  </a:lnTo>
                  <a:lnTo>
                    <a:pt x="320" y="218"/>
                  </a:lnTo>
                  <a:lnTo>
                    <a:pt x="294" y="230"/>
                  </a:lnTo>
                  <a:lnTo>
                    <a:pt x="282" y="230"/>
                  </a:lnTo>
                  <a:lnTo>
                    <a:pt x="243" y="218"/>
                  </a:lnTo>
                  <a:lnTo>
                    <a:pt x="218" y="192"/>
                  </a:lnTo>
                  <a:lnTo>
                    <a:pt x="205" y="167"/>
                  </a:lnTo>
                  <a:lnTo>
                    <a:pt x="167" y="128"/>
                  </a:lnTo>
                  <a:lnTo>
                    <a:pt x="26" y="128"/>
                  </a:lnTo>
                  <a:lnTo>
                    <a:pt x="0" y="179"/>
                  </a:lnTo>
                  <a:lnTo>
                    <a:pt x="0" y="243"/>
                  </a:lnTo>
                  <a:lnTo>
                    <a:pt x="13" y="269"/>
                  </a:lnTo>
                  <a:lnTo>
                    <a:pt x="26" y="294"/>
                  </a:lnTo>
                  <a:lnTo>
                    <a:pt x="115" y="294"/>
                  </a:lnTo>
                  <a:lnTo>
                    <a:pt x="128" y="282"/>
                  </a:lnTo>
                  <a:lnTo>
                    <a:pt x="141" y="269"/>
                  </a:lnTo>
                  <a:lnTo>
                    <a:pt x="167" y="256"/>
                  </a:lnTo>
                  <a:lnTo>
                    <a:pt x="218" y="256"/>
                  </a:lnTo>
                  <a:lnTo>
                    <a:pt x="243" y="282"/>
                  </a:lnTo>
                  <a:lnTo>
                    <a:pt x="256" y="294"/>
                  </a:lnTo>
                  <a:lnTo>
                    <a:pt x="269" y="307"/>
                  </a:lnTo>
                  <a:lnTo>
                    <a:pt x="243" y="320"/>
                  </a:lnTo>
                  <a:lnTo>
                    <a:pt x="218" y="333"/>
                  </a:lnTo>
                  <a:lnTo>
                    <a:pt x="192" y="345"/>
                  </a:lnTo>
                  <a:lnTo>
                    <a:pt x="192" y="358"/>
                  </a:lnTo>
                  <a:lnTo>
                    <a:pt x="205" y="371"/>
                  </a:lnTo>
                  <a:lnTo>
                    <a:pt x="256" y="371"/>
                  </a:lnTo>
                  <a:lnTo>
                    <a:pt x="307" y="384"/>
                  </a:lnTo>
                  <a:lnTo>
                    <a:pt x="345" y="371"/>
                  </a:lnTo>
                  <a:lnTo>
                    <a:pt x="371" y="358"/>
                  </a:lnTo>
                  <a:lnTo>
                    <a:pt x="384" y="333"/>
                  </a:lnTo>
                  <a:lnTo>
                    <a:pt x="397" y="294"/>
                  </a:lnTo>
                  <a:lnTo>
                    <a:pt x="448" y="179"/>
                  </a:lnTo>
                  <a:lnTo>
                    <a:pt x="512" y="52"/>
                  </a:lnTo>
                  <a:lnTo>
                    <a:pt x="460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4" name="Google Shape;744;p60"/>
            <p:cNvSpPr/>
            <p:nvPr/>
          </p:nvSpPr>
          <p:spPr>
            <a:xfrm>
              <a:off x="4570125" y="1724000"/>
              <a:ext cx="36750" cy="32625"/>
            </a:xfrm>
            <a:custGeom>
              <a:rect b="b" l="l" r="r" t="t"/>
              <a:pathLst>
                <a:path extrusionOk="0" h="1305" w="1470">
                  <a:moveTo>
                    <a:pt x="550" y="0"/>
                  </a:moveTo>
                  <a:lnTo>
                    <a:pt x="141" y="345"/>
                  </a:lnTo>
                  <a:lnTo>
                    <a:pt x="0" y="1010"/>
                  </a:lnTo>
                  <a:lnTo>
                    <a:pt x="550" y="1304"/>
                  </a:lnTo>
                  <a:lnTo>
                    <a:pt x="869" y="1112"/>
                  </a:lnTo>
                  <a:lnTo>
                    <a:pt x="1099" y="857"/>
                  </a:lnTo>
                  <a:lnTo>
                    <a:pt x="1138" y="997"/>
                  </a:lnTo>
                  <a:lnTo>
                    <a:pt x="1470" y="997"/>
                  </a:lnTo>
                  <a:lnTo>
                    <a:pt x="1470" y="422"/>
                  </a:lnTo>
                  <a:lnTo>
                    <a:pt x="550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5" name="Google Shape;745;p60"/>
            <p:cNvSpPr/>
            <p:nvPr/>
          </p:nvSpPr>
          <p:spPr>
            <a:xfrm>
              <a:off x="3963675" y="1747650"/>
              <a:ext cx="14725" cy="10550"/>
            </a:xfrm>
            <a:custGeom>
              <a:rect b="b" l="l" r="r" t="t"/>
              <a:pathLst>
                <a:path extrusionOk="0" h="422" w="589">
                  <a:moveTo>
                    <a:pt x="512" y="0"/>
                  </a:moveTo>
                  <a:lnTo>
                    <a:pt x="461" y="13"/>
                  </a:lnTo>
                  <a:lnTo>
                    <a:pt x="371" y="64"/>
                  </a:lnTo>
                  <a:lnTo>
                    <a:pt x="282" y="102"/>
                  </a:lnTo>
                  <a:lnTo>
                    <a:pt x="192" y="154"/>
                  </a:lnTo>
                  <a:lnTo>
                    <a:pt x="128" y="192"/>
                  </a:lnTo>
                  <a:lnTo>
                    <a:pt x="64" y="256"/>
                  </a:lnTo>
                  <a:lnTo>
                    <a:pt x="13" y="320"/>
                  </a:lnTo>
                  <a:lnTo>
                    <a:pt x="1" y="358"/>
                  </a:lnTo>
                  <a:lnTo>
                    <a:pt x="1" y="384"/>
                  </a:lnTo>
                  <a:lnTo>
                    <a:pt x="13" y="396"/>
                  </a:lnTo>
                  <a:lnTo>
                    <a:pt x="26" y="409"/>
                  </a:lnTo>
                  <a:lnTo>
                    <a:pt x="64" y="422"/>
                  </a:lnTo>
                  <a:lnTo>
                    <a:pt x="116" y="422"/>
                  </a:lnTo>
                  <a:lnTo>
                    <a:pt x="167" y="409"/>
                  </a:lnTo>
                  <a:lnTo>
                    <a:pt x="218" y="396"/>
                  </a:lnTo>
                  <a:lnTo>
                    <a:pt x="243" y="358"/>
                  </a:lnTo>
                  <a:lnTo>
                    <a:pt x="269" y="320"/>
                  </a:lnTo>
                  <a:lnTo>
                    <a:pt x="307" y="281"/>
                  </a:lnTo>
                  <a:lnTo>
                    <a:pt x="384" y="243"/>
                  </a:lnTo>
                  <a:lnTo>
                    <a:pt x="486" y="179"/>
                  </a:lnTo>
                  <a:lnTo>
                    <a:pt x="563" y="128"/>
                  </a:lnTo>
                  <a:lnTo>
                    <a:pt x="588" y="90"/>
                  </a:lnTo>
                  <a:lnTo>
                    <a:pt x="588" y="64"/>
                  </a:lnTo>
                  <a:lnTo>
                    <a:pt x="588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6" name="Google Shape;746;p60"/>
            <p:cNvSpPr/>
            <p:nvPr/>
          </p:nvSpPr>
          <p:spPr>
            <a:xfrm>
              <a:off x="6170900" y="3602750"/>
              <a:ext cx="31325" cy="12800"/>
            </a:xfrm>
            <a:custGeom>
              <a:rect b="b" l="l" r="r" t="t"/>
              <a:pathLst>
                <a:path extrusionOk="0" h="512" w="1253">
                  <a:moveTo>
                    <a:pt x="358" y="0"/>
                  </a:moveTo>
                  <a:lnTo>
                    <a:pt x="320" y="13"/>
                  </a:lnTo>
                  <a:lnTo>
                    <a:pt x="269" y="39"/>
                  </a:lnTo>
                  <a:lnTo>
                    <a:pt x="230" y="64"/>
                  </a:lnTo>
                  <a:lnTo>
                    <a:pt x="205" y="102"/>
                  </a:lnTo>
                  <a:lnTo>
                    <a:pt x="179" y="141"/>
                  </a:lnTo>
                  <a:lnTo>
                    <a:pt x="179" y="179"/>
                  </a:lnTo>
                  <a:lnTo>
                    <a:pt x="179" y="217"/>
                  </a:lnTo>
                  <a:lnTo>
                    <a:pt x="166" y="256"/>
                  </a:lnTo>
                  <a:lnTo>
                    <a:pt x="141" y="294"/>
                  </a:lnTo>
                  <a:lnTo>
                    <a:pt x="115" y="307"/>
                  </a:lnTo>
                  <a:lnTo>
                    <a:pt x="51" y="358"/>
                  </a:lnTo>
                  <a:lnTo>
                    <a:pt x="26" y="371"/>
                  </a:lnTo>
                  <a:lnTo>
                    <a:pt x="0" y="409"/>
                  </a:lnTo>
                  <a:lnTo>
                    <a:pt x="103" y="435"/>
                  </a:lnTo>
                  <a:lnTo>
                    <a:pt x="205" y="448"/>
                  </a:lnTo>
                  <a:lnTo>
                    <a:pt x="409" y="448"/>
                  </a:lnTo>
                  <a:lnTo>
                    <a:pt x="601" y="460"/>
                  </a:lnTo>
                  <a:lnTo>
                    <a:pt x="703" y="473"/>
                  </a:lnTo>
                  <a:lnTo>
                    <a:pt x="805" y="499"/>
                  </a:lnTo>
                  <a:lnTo>
                    <a:pt x="869" y="511"/>
                  </a:lnTo>
                  <a:lnTo>
                    <a:pt x="933" y="511"/>
                  </a:lnTo>
                  <a:lnTo>
                    <a:pt x="997" y="486"/>
                  </a:lnTo>
                  <a:lnTo>
                    <a:pt x="1048" y="448"/>
                  </a:lnTo>
                  <a:lnTo>
                    <a:pt x="1112" y="396"/>
                  </a:lnTo>
                  <a:lnTo>
                    <a:pt x="1163" y="345"/>
                  </a:lnTo>
                  <a:lnTo>
                    <a:pt x="1240" y="230"/>
                  </a:lnTo>
                  <a:lnTo>
                    <a:pt x="1253" y="192"/>
                  </a:lnTo>
                  <a:lnTo>
                    <a:pt x="1253" y="141"/>
                  </a:lnTo>
                  <a:lnTo>
                    <a:pt x="1240" y="90"/>
                  </a:lnTo>
                  <a:lnTo>
                    <a:pt x="1214" y="51"/>
                  </a:lnTo>
                  <a:lnTo>
                    <a:pt x="1189" y="26"/>
                  </a:lnTo>
                  <a:lnTo>
                    <a:pt x="1151" y="13"/>
                  </a:lnTo>
                  <a:lnTo>
                    <a:pt x="1099" y="13"/>
                  </a:lnTo>
                  <a:lnTo>
                    <a:pt x="1048" y="26"/>
                  </a:lnTo>
                  <a:lnTo>
                    <a:pt x="895" y="77"/>
                  </a:lnTo>
                  <a:lnTo>
                    <a:pt x="831" y="90"/>
                  </a:lnTo>
                  <a:lnTo>
                    <a:pt x="754" y="102"/>
                  </a:lnTo>
                  <a:lnTo>
                    <a:pt x="678" y="102"/>
                  </a:lnTo>
                  <a:lnTo>
                    <a:pt x="601" y="90"/>
                  </a:lnTo>
                  <a:lnTo>
                    <a:pt x="524" y="64"/>
                  </a:lnTo>
                  <a:lnTo>
                    <a:pt x="448" y="26"/>
                  </a:lnTo>
                  <a:lnTo>
                    <a:pt x="409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7" name="Google Shape;747;p60"/>
            <p:cNvSpPr/>
            <p:nvPr/>
          </p:nvSpPr>
          <p:spPr>
            <a:xfrm>
              <a:off x="4637850" y="1436750"/>
              <a:ext cx="347350" cy="249575"/>
            </a:xfrm>
            <a:custGeom>
              <a:rect b="b" l="l" r="r" t="t"/>
              <a:pathLst>
                <a:path extrusionOk="0" h="9983" w="13894">
                  <a:moveTo>
                    <a:pt x="12769" y="1"/>
                  </a:moveTo>
                  <a:lnTo>
                    <a:pt x="12654" y="13"/>
                  </a:lnTo>
                  <a:lnTo>
                    <a:pt x="12551" y="26"/>
                  </a:lnTo>
                  <a:lnTo>
                    <a:pt x="12360" y="90"/>
                  </a:lnTo>
                  <a:lnTo>
                    <a:pt x="12181" y="167"/>
                  </a:lnTo>
                  <a:lnTo>
                    <a:pt x="11989" y="256"/>
                  </a:lnTo>
                  <a:lnTo>
                    <a:pt x="11823" y="320"/>
                  </a:lnTo>
                  <a:lnTo>
                    <a:pt x="11746" y="371"/>
                  </a:lnTo>
                  <a:lnTo>
                    <a:pt x="11669" y="422"/>
                  </a:lnTo>
                  <a:lnTo>
                    <a:pt x="11657" y="448"/>
                  </a:lnTo>
                  <a:lnTo>
                    <a:pt x="11644" y="486"/>
                  </a:lnTo>
                  <a:lnTo>
                    <a:pt x="11618" y="563"/>
                  </a:lnTo>
                  <a:lnTo>
                    <a:pt x="11606" y="640"/>
                  </a:lnTo>
                  <a:lnTo>
                    <a:pt x="11593" y="665"/>
                  </a:lnTo>
                  <a:lnTo>
                    <a:pt x="11567" y="691"/>
                  </a:lnTo>
                  <a:lnTo>
                    <a:pt x="11529" y="716"/>
                  </a:lnTo>
                  <a:lnTo>
                    <a:pt x="11478" y="729"/>
                  </a:lnTo>
                  <a:lnTo>
                    <a:pt x="11350" y="742"/>
                  </a:lnTo>
                  <a:lnTo>
                    <a:pt x="11209" y="755"/>
                  </a:lnTo>
                  <a:lnTo>
                    <a:pt x="11094" y="768"/>
                  </a:lnTo>
                  <a:lnTo>
                    <a:pt x="10621" y="870"/>
                  </a:lnTo>
                  <a:lnTo>
                    <a:pt x="10315" y="921"/>
                  </a:lnTo>
                  <a:lnTo>
                    <a:pt x="10174" y="959"/>
                  </a:lnTo>
                  <a:lnTo>
                    <a:pt x="10021" y="998"/>
                  </a:lnTo>
                  <a:lnTo>
                    <a:pt x="9880" y="1061"/>
                  </a:lnTo>
                  <a:lnTo>
                    <a:pt x="9740" y="1125"/>
                  </a:lnTo>
                  <a:lnTo>
                    <a:pt x="9625" y="1215"/>
                  </a:lnTo>
                  <a:lnTo>
                    <a:pt x="9573" y="1279"/>
                  </a:lnTo>
                  <a:lnTo>
                    <a:pt x="9522" y="1330"/>
                  </a:lnTo>
                  <a:lnTo>
                    <a:pt x="9382" y="1292"/>
                  </a:lnTo>
                  <a:lnTo>
                    <a:pt x="9228" y="1266"/>
                  </a:lnTo>
                  <a:lnTo>
                    <a:pt x="9075" y="1253"/>
                  </a:lnTo>
                  <a:lnTo>
                    <a:pt x="8922" y="1240"/>
                  </a:lnTo>
                  <a:lnTo>
                    <a:pt x="8602" y="1253"/>
                  </a:lnTo>
                  <a:lnTo>
                    <a:pt x="8142" y="1253"/>
                  </a:lnTo>
                  <a:lnTo>
                    <a:pt x="8078" y="1240"/>
                  </a:lnTo>
                  <a:lnTo>
                    <a:pt x="8027" y="1215"/>
                  </a:lnTo>
                  <a:lnTo>
                    <a:pt x="7976" y="1189"/>
                  </a:lnTo>
                  <a:lnTo>
                    <a:pt x="7925" y="1151"/>
                  </a:lnTo>
                  <a:lnTo>
                    <a:pt x="7810" y="1049"/>
                  </a:lnTo>
                  <a:lnTo>
                    <a:pt x="7759" y="1164"/>
                  </a:lnTo>
                  <a:lnTo>
                    <a:pt x="7682" y="1292"/>
                  </a:lnTo>
                  <a:lnTo>
                    <a:pt x="7605" y="1419"/>
                  </a:lnTo>
                  <a:lnTo>
                    <a:pt x="7554" y="1458"/>
                  </a:lnTo>
                  <a:lnTo>
                    <a:pt x="7503" y="1496"/>
                  </a:lnTo>
                  <a:lnTo>
                    <a:pt x="7439" y="1509"/>
                  </a:lnTo>
                  <a:lnTo>
                    <a:pt x="7375" y="1509"/>
                  </a:lnTo>
                  <a:lnTo>
                    <a:pt x="7324" y="1470"/>
                  </a:lnTo>
                  <a:lnTo>
                    <a:pt x="7273" y="1432"/>
                  </a:lnTo>
                  <a:lnTo>
                    <a:pt x="7222" y="1407"/>
                  </a:lnTo>
                  <a:lnTo>
                    <a:pt x="7158" y="1368"/>
                  </a:lnTo>
                  <a:lnTo>
                    <a:pt x="7107" y="1368"/>
                  </a:lnTo>
                  <a:lnTo>
                    <a:pt x="7030" y="1381"/>
                  </a:lnTo>
                  <a:lnTo>
                    <a:pt x="7017" y="1407"/>
                  </a:lnTo>
                  <a:lnTo>
                    <a:pt x="6992" y="1432"/>
                  </a:lnTo>
                  <a:lnTo>
                    <a:pt x="6953" y="1522"/>
                  </a:lnTo>
                  <a:lnTo>
                    <a:pt x="6902" y="1611"/>
                  </a:lnTo>
                  <a:lnTo>
                    <a:pt x="6877" y="1637"/>
                  </a:lnTo>
                  <a:lnTo>
                    <a:pt x="6838" y="1662"/>
                  </a:lnTo>
                  <a:lnTo>
                    <a:pt x="6800" y="1675"/>
                  </a:lnTo>
                  <a:lnTo>
                    <a:pt x="6762" y="1662"/>
                  </a:lnTo>
                  <a:lnTo>
                    <a:pt x="6698" y="1649"/>
                  </a:lnTo>
                  <a:lnTo>
                    <a:pt x="6634" y="1611"/>
                  </a:lnTo>
                  <a:lnTo>
                    <a:pt x="6570" y="1611"/>
                  </a:lnTo>
                  <a:lnTo>
                    <a:pt x="6506" y="1624"/>
                  </a:lnTo>
                  <a:lnTo>
                    <a:pt x="6455" y="1675"/>
                  </a:lnTo>
                  <a:lnTo>
                    <a:pt x="6417" y="1726"/>
                  </a:lnTo>
                  <a:lnTo>
                    <a:pt x="6378" y="1790"/>
                  </a:lnTo>
                  <a:lnTo>
                    <a:pt x="6340" y="1854"/>
                  </a:lnTo>
                  <a:lnTo>
                    <a:pt x="6302" y="1918"/>
                  </a:lnTo>
                  <a:lnTo>
                    <a:pt x="6238" y="1956"/>
                  </a:lnTo>
                  <a:lnTo>
                    <a:pt x="6174" y="1994"/>
                  </a:lnTo>
                  <a:lnTo>
                    <a:pt x="6084" y="2007"/>
                  </a:lnTo>
                  <a:lnTo>
                    <a:pt x="6008" y="1994"/>
                  </a:lnTo>
                  <a:lnTo>
                    <a:pt x="5829" y="1969"/>
                  </a:lnTo>
                  <a:lnTo>
                    <a:pt x="5739" y="1956"/>
                  </a:lnTo>
                  <a:lnTo>
                    <a:pt x="5650" y="1956"/>
                  </a:lnTo>
                  <a:lnTo>
                    <a:pt x="5573" y="1969"/>
                  </a:lnTo>
                  <a:lnTo>
                    <a:pt x="5484" y="2007"/>
                  </a:lnTo>
                  <a:lnTo>
                    <a:pt x="5445" y="2046"/>
                  </a:lnTo>
                  <a:lnTo>
                    <a:pt x="5420" y="2109"/>
                  </a:lnTo>
                  <a:lnTo>
                    <a:pt x="5369" y="2250"/>
                  </a:lnTo>
                  <a:lnTo>
                    <a:pt x="5317" y="2391"/>
                  </a:lnTo>
                  <a:lnTo>
                    <a:pt x="5292" y="2442"/>
                  </a:lnTo>
                  <a:lnTo>
                    <a:pt x="5254" y="2480"/>
                  </a:lnTo>
                  <a:lnTo>
                    <a:pt x="5202" y="2493"/>
                  </a:lnTo>
                  <a:lnTo>
                    <a:pt x="5151" y="2493"/>
                  </a:lnTo>
                  <a:lnTo>
                    <a:pt x="5075" y="2455"/>
                  </a:lnTo>
                  <a:lnTo>
                    <a:pt x="5036" y="2442"/>
                  </a:lnTo>
                  <a:lnTo>
                    <a:pt x="4998" y="2429"/>
                  </a:lnTo>
                  <a:lnTo>
                    <a:pt x="4947" y="2442"/>
                  </a:lnTo>
                  <a:lnTo>
                    <a:pt x="4896" y="2467"/>
                  </a:lnTo>
                  <a:lnTo>
                    <a:pt x="4870" y="2506"/>
                  </a:lnTo>
                  <a:lnTo>
                    <a:pt x="4845" y="2557"/>
                  </a:lnTo>
                  <a:lnTo>
                    <a:pt x="4793" y="2646"/>
                  </a:lnTo>
                  <a:lnTo>
                    <a:pt x="4755" y="2736"/>
                  </a:lnTo>
                  <a:lnTo>
                    <a:pt x="4730" y="2774"/>
                  </a:lnTo>
                  <a:lnTo>
                    <a:pt x="4691" y="2800"/>
                  </a:lnTo>
                  <a:lnTo>
                    <a:pt x="4640" y="2761"/>
                  </a:lnTo>
                  <a:lnTo>
                    <a:pt x="4576" y="2723"/>
                  </a:lnTo>
                  <a:lnTo>
                    <a:pt x="4499" y="2697"/>
                  </a:lnTo>
                  <a:lnTo>
                    <a:pt x="4423" y="2672"/>
                  </a:lnTo>
                  <a:lnTo>
                    <a:pt x="4269" y="2672"/>
                  </a:lnTo>
                  <a:lnTo>
                    <a:pt x="4206" y="2685"/>
                  </a:lnTo>
                  <a:lnTo>
                    <a:pt x="4142" y="2723"/>
                  </a:lnTo>
                  <a:lnTo>
                    <a:pt x="4116" y="2748"/>
                  </a:lnTo>
                  <a:lnTo>
                    <a:pt x="4091" y="2800"/>
                  </a:lnTo>
                  <a:lnTo>
                    <a:pt x="4065" y="2915"/>
                  </a:lnTo>
                  <a:lnTo>
                    <a:pt x="4052" y="3030"/>
                  </a:lnTo>
                  <a:lnTo>
                    <a:pt x="4039" y="3132"/>
                  </a:lnTo>
                  <a:lnTo>
                    <a:pt x="3963" y="3119"/>
                  </a:lnTo>
                  <a:lnTo>
                    <a:pt x="3873" y="3094"/>
                  </a:lnTo>
                  <a:lnTo>
                    <a:pt x="3694" y="3017"/>
                  </a:lnTo>
                  <a:lnTo>
                    <a:pt x="3618" y="2979"/>
                  </a:lnTo>
                  <a:lnTo>
                    <a:pt x="3528" y="2953"/>
                  </a:lnTo>
                  <a:lnTo>
                    <a:pt x="3490" y="2953"/>
                  </a:lnTo>
                  <a:lnTo>
                    <a:pt x="3451" y="2966"/>
                  </a:lnTo>
                  <a:lnTo>
                    <a:pt x="3413" y="2979"/>
                  </a:lnTo>
                  <a:lnTo>
                    <a:pt x="3388" y="3004"/>
                  </a:lnTo>
                  <a:lnTo>
                    <a:pt x="3349" y="3042"/>
                  </a:lnTo>
                  <a:lnTo>
                    <a:pt x="3324" y="3068"/>
                  </a:lnTo>
                  <a:lnTo>
                    <a:pt x="3311" y="3106"/>
                  </a:lnTo>
                  <a:lnTo>
                    <a:pt x="3311" y="3132"/>
                  </a:lnTo>
                  <a:lnTo>
                    <a:pt x="3324" y="3157"/>
                  </a:lnTo>
                  <a:lnTo>
                    <a:pt x="3349" y="3183"/>
                  </a:lnTo>
                  <a:lnTo>
                    <a:pt x="3400" y="3221"/>
                  </a:lnTo>
                  <a:lnTo>
                    <a:pt x="3554" y="3285"/>
                  </a:lnTo>
                  <a:lnTo>
                    <a:pt x="3630" y="3324"/>
                  </a:lnTo>
                  <a:lnTo>
                    <a:pt x="3669" y="3362"/>
                  </a:lnTo>
                  <a:lnTo>
                    <a:pt x="3541" y="3541"/>
                  </a:lnTo>
                  <a:lnTo>
                    <a:pt x="3400" y="3720"/>
                  </a:lnTo>
                  <a:lnTo>
                    <a:pt x="3362" y="3745"/>
                  </a:lnTo>
                  <a:lnTo>
                    <a:pt x="3349" y="3771"/>
                  </a:lnTo>
                  <a:lnTo>
                    <a:pt x="3311" y="3784"/>
                  </a:lnTo>
                  <a:lnTo>
                    <a:pt x="3298" y="3784"/>
                  </a:lnTo>
                  <a:lnTo>
                    <a:pt x="3298" y="3809"/>
                  </a:lnTo>
                  <a:lnTo>
                    <a:pt x="3311" y="3886"/>
                  </a:lnTo>
                  <a:lnTo>
                    <a:pt x="3336" y="3937"/>
                  </a:lnTo>
                  <a:lnTo>
                    <a:pt x="3362" y="3988"/>
                  </a:lnTo>
                  <a:lnTo>
                    <a:pt x="3400" y="4039"/>
                  </a:lnTo>
                  <a:lnTo>
                    <a:pt x="3413" y="4090"/>
                  </a:lnTo>
                  <a:lnTo>
                    <a:pt x="3336" y="4103"/>
                  </a:lnTo>
                  <a:lnTo>
                    <a:pt x="3081" y="4103"/>
                  </a:lnTo>
                  <a:lnTo>
                    <a:pt x="3030" y="4090"/>
                  </a:lnTo>
                  <a:lnTo>
                    <a:pt x="2966" y="4218"/>
                  </a:lnTo>
                  <a:lnTo>
                    <a:pt x="2889" y="4372"/>
                  </a:lnTo>
                  <a:lnTo>
                    <a:pt x="2812" y="4499"/>
                  </a:lnTo>
                  <a:lnTo>
                    <a:pt x="2723" y="4614"/>
                  </a:lnTo>
                  <a:lnTo>
                    <a:pt x="2659" y="4666"/>
                  </a:lnTo>
                  <a:lnTo>
                    <a:pt x="2595" y="4691"/>
                  </a:lnTo>
                  <a:lnTo>
                    <a:pt x="2531" y="4717"/>
                  </a:lnTo>
                  <a:lnTo>
                    <a:pt x="2455" y="4729"/>
                  </a:lnTo>
                  <a:lnTo>
                    <a:pt x="2391" y="4768"/>
                  </a:lnTo>
                  <a:lnTo>
                    <a:pt x="2327" y="4806"/>
                  </a:lnTo>
                  <a:lnTo>
                    <a:pt x="2212" y="4908"/>
                  </a:lnTo>
                  <a:lnTo>
                    <a:pt x="2071" y="5011"/>
                  </a:lnTo>
                  <a:lnTo>
                    <a:pt x="1918" y="5100"/>
                  </a:lnTo>
                  <a:lnTo>
                    <a:pt x="1752" y="5177"/>
                  </a:lnTo>
                  <a:lnTo>
                    <a:pt x="1586" y="5241"/>
                  </a:lnTo>
                  <a:lnTo>
                    <a:pt x="1624" y="5292"/>
                  </a:lnTo>
                  <a:lnTo>
                    <a:pt x="1688" y="5330"/>
                  </a:lnTo>
                  <a:lnTo>
                    <a:pt x="1777" y="5369"/>
                  </a:lnTo>
                  <a:lnTo>
                    <a:pt x="1879" y="5394"/>
                  </a:lnTo>
                  <a:lnTo>
                    <a:pt x="2084" y="5432"/>
                  </a:lnTo>
                  <a:lnTo>
                    <a:pt x="2173" y="5445"/>
                  </a:lnTo>
                  <a:lnTo>
                    <a:pt x="2237" y="5445"/>
                  </a:lnTo>
                  <a:lnTo>
                    <a:pt x="2237" y="5586"/>
                  </a:lnTo>
                  <a:lnTo>
                    <a:pt x="2237" y="5765"/>
                  </a:lnTo>
                  <a:lnTo>
                    <a:pt x="2237" y="5854"/>
                  </a:lnTo>
                  <a:lnTo>
                    <a:pt x="2225" y="5931"/>
                  </a:lnTo>
                  <a:lnTo>
                    <a:pt x="2212" y="6008"/>
                  </a:lnTo>
                  <a:lnTo>
                    <a:pt x="2173" y="6046"/>
                  </a:lnTo>
                  <a:lnTo>
                    <a:pt x="2135" y="6059"/>
                  </a:lnTo>
                  <a:lnTo>
                    <a:pt x="2071" y="6071"/>
                  </a:lnTo>
                  <a:lnTo>
                    <a:pt x="1892" y="6071"/>
                  </a:lnTo>
                  <a:lnTo>
                    <a:pt x="1637" y="6046"/>
                  </a:lnTo>
                  <a:lnTo>
                    <a:pt x="1113" y="6046"/>
                  </a:lnTo>
                  <a:lnTo>
                    <a:pt x="1100" y="6148"/>
                  </a:lnTo>
                  <a:lnTo>
                    <a:pt x="1087" y="6199"/>
                  </a:lnTo>
                  <a:lnTo>
                    <a:pt x="1061" y="6250"/>
                  </a:lnTo>
                  <a:lnTo>
                    <a:pt x="998" y="6314"/>
                  </a:lnTo>
                  <a:lnTo>
                    <a:pt x="895" y="6404"/>
                  </a:lnTo>
                  <a:lnTo>
                    <a:pt x="768" y="6493"/>
                  </a:lnTo>
                  <a:lnTo>
                    <a:pt x="640" y="6570"/>
                  </a:lnTo>
                  <a:lnTo>
                    <a:pt x="512" y="6634"/>
                  </a:lnTo>
                  <a:lnTo>
                    <a:pt x="627" y="6672"/>
                  </a:lnTo>
                  <a:lnTo>
                    <a:pt x="729" y="6710"/>
                  </a:lnTo>
                  <a:lnTo>
                    <a:pt x="844" y="6749"/>
                  </a:lnTo>
                  <a:lnTo>
                    <a:pt x="959" y="6787"/>
                  </a:lnTo>
                  <a:lnTo>
                    <a:pt x="934" y="6889"/>
                  </a:lnTo>
                  <a:lnTo>
                    <a:pt x="921" y="7004"/>
                  </a:lnTo>
                  <a:lnTo>
                    <a:pt x="895" y="7273"/>
                  </a:lnTo>
                  <a:lnTo>
                    <a:pt x="870" y="7401"/>
                  </a:lnTo>
                  <a:lnTo>
                    <a:pt x="844" y="7516"/>
                  </a:lnTo>
                  <a:lnTo>
                    <a:pt x="806" y="7618"/>
                  </a:lnTo>
                  <a:lnTo>
                    <a:pt x="780" y="7656"/>
                  </a:lnTo>
                  <a:lnTo>
                    <a:pt x="742" y="7682"/>
                  </a:lnTo>
                  <a:lnTo>
                    <a:pt x="678" y="7707"/>
                  </a:lnTo>
                  <a:lnTo>
                    <a:pt x="601" y="7720"/>
                  </a:lnTo>
                  <a:lnTo>
                    <a:pt x="499" y="7720"/>
                  </a:lnTo>
                  <a:lnTo>
                    <a:pt x="384" y="7707"/>
                  </a:lnTo>
                  <a:lnTo>
                    <a:pt x="167" y="7695"/>
                  </a:lnTo>
                  <a:lnTo>
                    <a:pt x="1" y="7682"/>
                  </a:lnTo>
                  <a:lnTo>
                    <a:pt x="90" y="7861"/>
                  </a:lnTo>
                  <a:lnTo>
                    <a:pt x="116" y="7937"/>
                  </a:lnTo>
                  <a:lnTo>
                    <a:pt x="154" y="8040"/>
                  </a:lnTo>
                  <a:lnTo>
                    <a:pt x="167" y="8142"/>
                  </a:lnTo>
                  <a:lnTo>
                    <a:pt x="167" y="8244"/>
                  </a:lnTo>
                  <a:lnTo>
                    <a:pt x="180" y="8359"/>
                  </a:lnTo>
                  <a:lnTo>
                    <a:pt x="192" y="8410"/>
                  </a:lnTo>
                  <a:lnTo>
                    <a:pt x="205" y="8449"/>
                  </a:lnTo>
                  <a:lnTo>
                    <a:pt x="244" y="8513"/>
                  </a:lnTo>
                  <a:lnTo>
                    <a:pt x="269" y="8551"/>
                  </a:lnTo>
                  <a:lnTo>
                    <a:pt x="307" y="8576"/>
                  </a:lnTo>
                  <a:lnTo>
                    <a:pt x="359" y="8602"/>
                  </a:lnTo>
                  <a:lnTo>
                    <a:pt x="435" y="8602"/>
                  </a:lnTo>
                  <a:lnTo>
                    <a:pt x="525" y="8576"/>
                  </a:lnTo>
                  <a:lnTo>
                    <a:pt x="627" y="8538"/>
                  </a:lnTo>
                  <a:lnTo>
                    <a:pt x="716" y="8474"/>
                  </a:lnTo>
                  <a:lnTo>
                    <a:pt x="870" y="8385"/>
                  </a:lnTo>
                  <a:lnTo>
                    <a:pt x="908" y="8423"/>
                  </a:lnTo>
                  <a:lnTo>
                    <a:pt x="959" y="8461"/>
                  </a:lnTo>
                  <a:lnTo>
                    <a:pt x="1100" y="8538"/>
                  </a:lnTo>
                  <a:lnTo>
                    <a:pt x="1164" y="8576"/>
                  </a:lnTo>
                  <a:lnTo>
                    <a:pt x="1215" y="8628"/>
                  </a:lnTo>
                  <a:lnTo>
                    <a:pt x="1240" y="8666"/>
                  </a:lnTo>
                  <a:lnTo>
                    <a:pt x="1240" y="8691"/>
                  </a:lnTo>
                  <a:lnTo>
                    <a:pt x="1240" y="8704"/>
                  </a:lnTo>
                  <a:lnTo>
                    <a:pt x="1202" y="8730"/>
                  </a:lnTo>
                  <a:lnTo>
                    <a:pt x="1164" y="8755"/>
                  </a:lnTo>
                  <a:lnTo>
                    <a:pt x="1036" y="8755"/>
                  </a:lnTo>
                  <a:lnTo>
                    <a:pt x="895" y="8743"/>
                  </a:lnTo>
                  <a:lnTo>
                    <a:pt x="844" y="8743"/>
                  </a:lnTo>
                  <a:lnTo>
                    <a:pt x="793" y="8755"/>
                  </a:lnTo>
                  <a:lnTo>
                    <a:pt x="716" y="8819"/>
                  </a:lnTo>
                  <a:lnTo>
                    <a:pt x="704" y="8832"/>
                  </a:lnTo>
                  <a:lnTo>
                    <a:pt x="691" y="8858"/>
                  </a:lnTo>
                  <a:lnTo>
                    <a:pt x="691" y="8883"/>
                  </a:lnTo>
                  <a:lnTo>
                    <a:pt x="704" y="8909"/>
                  </a:lnTo>
                  <a:lnTo>
                    <a:pt x="755" y="8947"/>
                  </a:lnTo>
                  <a:lnTo>
                    <a:pt x="895" y="9011"/>
                  </a:lnTo>
                  <a:lnTo>
                    <a:pt x="1023" y="9062"/>
                  </a:lnTo>
                  <a:lnTo>
                    <a:pt x="1087" y="9113"/>
                  </a:lnTo>
                  <a:lnTo>
                    <a:pt x="1151" y="9164"/>
                  </a:lnTo>
                  <a:lnTo>
                    <a:pt x="1228" y="9254"/>
                  </a:lnTo>
                  <a:lnTo>
                    <a:pt x="1279" y="9279"/>
                  </a:lnTo>
                  <a:lnTo>
                    <a:pt x="1330" y="9279"/>
                  </a:lnTo>
                  <a:lnTo>
                    <a:pt x="1394" y="9267"/>
                  </a:lnTo>
                  <a:lnTo>
                    <a:pt x="1470" y="9215"/>
                  </a:lnTo>
                  <a:lnTo>
                    <a:pt x="1394" y="9139"/>
                  </a:lnTo>
                  <a:lnTo>
                    <a:pt x="1317" y="9075"/>
                  </a:lnTo>
                  <a:lnTo>
                    <a:pt x="1279" y="9049"/>
                  </a:lnTo>
                  <a:lnTo>
                    <a:pt x="1253" y="9011"/>
                  </a:lnTo>
                  <a:lnTo>
                    <a:pt x="1240" y="8960"/>
                  </a:lnTo>
                  <a:lnTo>
                    <a:pt x="1240" y="8909"/>
                  </a:lnTo>
                  <a:lnTo>
                    <a:pt x="1240" y="8858"/>
                  </a:lnTo>
                  <a:lnTo>
                    <a:pt x="1266" y="8819"/>
                  </a:lnTo>
                  <a:lnTo>
                    <a:pt x="1292" y="8781"/>
                  </a:lnTo>
                  <a:lnTo>
                    <a:pt x="1317" y="8768"/>
                  </a:lnTo>
                  <a:lnTo>
                    <a:pt x="1355" y="8755"/>
                  </a:lnTo>
                  <a:lnTo>
                    <a:pt x="1445" y="8755"/>
                  </a:lnTo>
                  <a:lnTo>
                    <a:pt x="1496" y="8781"/>
                  </a:lnTo>
                  <a:lnTo>
                    <a:pt x="1534" y="8806"/>
                  </a:lnTo>
                  <a:lnTo>
                    <a:pt x="1573" y="8845"/>
                  </a:lnTo>
                  <a:lnTo>
                    <a:pt x="1688" y="8973"/>
                  </a:lnTo>
                  <a:lnTo>
                    <a:pt x="1790" y="9126"/>
                  </a:lnTo>
                  <a:lnTo>
                    <a:pt x="1816" y="9177"/>
                  </a:lnTo>
                  <a:lnTo>
                    <a:pt x="1828" y="9228"/>
                  </a:lnTo>
                  <a:lnTo>
                    <a:pt x="1816" y="9267"/>
                  </a:lnTo>
                  <a:lnTo>
                    <a:pt x="1790" y="9305"/>
                  </a:lnTo>
                  <a:lnTo>
                    <a:pt x="1701" y="9356"/>
                  </a:lnTo>
                  <a:lnTo>
                    <a:pt x="1662" y="9382"/>
                  </a:lnTo>
                  <a:lnTo>
                    <a:pt x="1637" y="9420"/>
                  </a:lnTo>
                  <a:lnTo>
                    <a:pt x="1624" y="9458"/>
                  </a:lnTo>
                  <a:lnTo>
                    <a:pt x="1637" y="9522"/>
                  </a:lnTo>
                  <a:lnTo>
                    <a:pt x="1662" y="9548"/>
                  </a:lnTo>
                  <a:lnTo>
                    <a:pt x="1701" y="9561"/>
                  </a:lnTo>
                  <a:lnTo>
                    <a:pt x="1803" y="9586"/>
                  </a:lnTo>
                  <a:lnTo>
                    <a:pt x="1918" y="9586"/>
                  </a:lnTo>
                  <a:lnTo>
                    <a:pt x="1994" y="9599"/>
                  </a:lnTo>
                  <a:lnTo>
                    <a:pt x="2097" y="9624"/>
                  </a:lnTo>
                  <a:lnTo>
                    <a:pt x="2173" y="9650"/>
                  </a:lnTo>
                  <a:lnTo>
                    <a:pt x="2352" y="9739"/>
                  </a:lnTo>
                  <a:lnTo>
                    <a:pt x="2531" y="9829"/>
                  </a:lnTo>
                  <a:lnTo>
                    <a:pt x="2608" y="9867"/>
                  </a:lnTo>
                  <a:lnTo>
                    <a:pt x="2672" y="9880"/>
                  </a:lnTo>
                  <a:lnTo>
                    <a:pt x="2749" y="9893"/>
                  </a:lnTo>
                  <a:lnTo>
                    <a:pt x="2915" y="9893"/>
                  </a:lnTo>
                  <a:lnTo>
                    <a:pt x="3004" y="9867"/>
                  </a:lnTo>
                  <a:lnTo>
                    <a:pt x="3145" y="9816"/>
                  </a:lnTo>
                  <a:lnTo>
                    <a:pt x="3221" y="9791"/>
                  </a:lnTo>
                  <a:lnTo>
                    <a:pt x="3273" y="9791"/>
                  </a:lnTo>
                  <a:lnTo>
                    <a:pt x="3311" y="9803"/>
                  </a:lnTo>
                  <a:lnTo>
                    <a:pt x="3349" y="9829"/>
                  </a:lnTo>
                  <a:lnTo>
                    <a:pt x="3388" y="9854"/>
                  </a:lnTo>
                  <a:lnTo>
                    <a:pt x="3439" y="9906"/>
                  </a:lnTo>
                  <a:lnTo>
                    <a:pt x="3503" y="9957"/>
                  </a:lnTo>
                  <a:lnTo>
                    <a:pt x="3541" y="9970"/>
                  </a:lnTo>
                  <a:lnTo>
                    <a:pt x="3592" y="9982"/>
                  </a:lnTo>
                  <a:lnTo>
                    <a:pt x="3630" y="9970"/>
                  </a:lnTo>
                  <a:lnTo>
                    <a:pt x="3669" y="9957"/>
                  </a:lnTo>
                  <a:lnTo>
                    <a:pt x="3733" y="9918"/>
                  </a:lnTo>
                  <a:lnTo>
                    <a:pt x="3797" y="9880"/>
                  </a:lnTo>
                  <a:lnTo>
                    <a:pt x="3860" y="9842"/>
                  </a:lnTo>
                  <a:lnTo>
                    <a:pt x="3912" y="9829"/>
                  </a:lnTo>
                  <a:lnTo>
                    <a:pt x="3975" y="9816"/>
                  </a:lnTo>
                  <a:lnTo>
                    <a:pt x="4078" y="9816"/>
                  </a:lnTo>
                  <a:lnTo>
                    <a:pt x="4180" y="9842"/>
                  </a:lnTo>
                  <a:lnTo>
                    <a:pt x="4282" y="9880"/>
                  </a:lnTo>
                  <a:lnTo>
                    <a:pt x="4384" y="9918"/>
                  </a:lnTo>
                  <a:lnTo>
                    <a:pt x="4474" y="9944"/>
                  </a:lnTo>
                  <a:lnTo>
                    <a:pt x="4576" y="9970"/>
                  </a:lnTo>
                  <a:lnTo>
                    <a:pt x="4627" y="9970"/>
                  </a:lnTo>
                  <a:lnTo>
                    <a:pt x="4691" y="9957"/>
                  </a:lnTo>
                  <a:lnTo>
                    <a:pt x="4781" y="9931"/>
                  </a:lnTo>
                  <a:lnTo>
                    <a:pt x="4845" y="9893"/>
                  </a:lnTo>
                  <a:lnTo>
                    <a:pt x="4883" y="9842"/>
                  </a:lnTo>
                  <a:lnTo>
                    <a:pt x="4896" y="9791"/>
                  </a:lnTo>
                  <a:lnTo>
                    <a:pt x="4883" y="9739"/>
                  </a:lnTo>
                  <a:lnTo>
                    <a:pt x="4845" y="9688"/>
                  </a:lnTo>
                  <a:lnTo>
                    <a:pt x="4793" y="9637"/>
                  </a:lnTo>
                  <a:lnTo>
                    <a:pt x="4717" y="9573"/>
                  </a:lnTo>
                  <a:lnTo>
                    <a:pt x="4487" y="9471"/>
                  </a:lnTo>
                  <a:lnTo>
                    <a:pt x="4257" y="9356"/>
                  </a:lnTo>
                  <a:lnTo>
                    <a:pt x="4154" y="9305"/>
                  </a:lnTo>
                  <a:lnTo>
                    <a:pt x="4039" y="9228"/>
                  </a:lnTo>
                  <a:lnTo>
                    <a:pt x="3950" y="9152"/>
                  </a:lnTo>
                  <a:lnTo>
                    <a:pt x="3860" y="9062"/>
                  </a:lnTo>
                  <a:lnTo>
                    <a:pt x="3733" y="8896"/>
                  </a:lnTo>
                  <a:lnTo>
                    <a:pt x="3630" y="8730"/>
                  </a:lnTo>
                  <a:lnTo>
                    <a:pt x="3528" y="8551"/>
                  </a:lnTo>
                  <a:lnTo>
                    <a:pt x="3439" y="8359"/>
                  </a:lnTo>
                  <a:lnTo>
                    <a:pt x="3349" y="8206"/>
                  </a:lnTo>
                  <a:lnTo>
                    <a:pt x="3298" y="8116"/>
                  </a:lnTo>
                  <a:lnTo>
                    <a:pt x="3260" y="8027"/>
                  </a:lnTo>
                  <a:lnTo>
                    <a:pt x="3234" y="7937"/>
                  </a:lnTo>
                  <a:lnTo>
                    <a:pt x="3221" y="7848"/>
                  </a:lnTo>
                  <a:lnTo>
                    <a:pt x="3234" y="7758"/>
                  </a:lnTo>
                  <a:lnTo>
                    <a:pt x="3273" y="7682"/>
                  </a:lnTo>
                  <a:lnTo>
                    <a:pt x="3221" y="7643"/>
                  </a:lnTo>
                  <a:lnTo>
                    <a:pt x="3183" y="7618"/>
                  </a:lnTo>
                  <a:lnTo>
                    <a:pt x="3158" y="7592"/>
                  </a:lnTo>
                  <a:lnTo>
                    <a:pt x="3145" y="7554"/>
                  </a:lnTo>
                  <a:lnTo>
                    <a:pt x="3145" y="7516"/>
                  </a:lnTo>
                  <a:lnTo>
                    <a:pt x="3145" y="7477"/>
                  </a:lnTo>
                  <a:lnTo>
                    <a:pt x="3183" y="7413"/>
                  </a:lnTo>
                  <a:lnTo>
                    <a:pt x="3234" y="7337"/>
                  </a:lnTo>
                  <a:lnTo>
                    <a:pt x="3285" y="7273"/>
                  </a:lnTo>
                  <a:lnTo>
                    <a:pt x="3388" y="7145"/>
                  </a:lnTo>
                  <a:lnTo>
                    <a:pt x="3439" y="7081"/>
                  </a:lnTo>
                  <a:lnTo>
                    <a:pt x="3464" y="7004"/>
                  </a:lnTo>
                  <a:lnTo>
                    <a:pt x="3503" y="6928"/>
                  </a:lnTo>
                  <a:lnTo>
                    <a:pt x="3541" y="6864"/>
                  </a:lnTo>
                  <a:lnTo>
                    <a:pt x="3618" y="6800"/>
                  </a:lnTo>
                  <a:lnTo>
                    <a:pt x="3682" y="6749"/>
                  </a:lnTo>
                  <a:lnTo>
                    <a:pt x="3758" y="6710"/>
                  </a:lnTo>
                  <a:lnTo>
                    <a:pt x="3822" y="6659"/>
                  </a:lnTo>
                  <a:lnTo>
                    <a:pt x="3771" y="6608"/>
                  </a:lnTo>
                  <a:lnTo>
                    <a:pt x="3733" y="6557"/>
                  </a:lnTo>
                  <a:lnTo>
                    <a:pt x="3720" y="6506"/>
                  </a:lnTo>
                  <a:lnTo>
                    <a:pt x="3733" y="6429"/>
                  </a:lnTo>
                  <a:lnTo>
                    <a:pt x="3745" y="6404"/>
                  </a:lnTo>
                  <a:lnTo>
                    <a:pt x="3784" y="6391"/>
                  </a:lnTo>
                  <a:lnTo>
                    <a:pt x="3822" y="6378"/>
                  </a:lnTo>
                  <a:lnTo>
                    <a:pt x="3848" y="6353"/>
                  </a:lnTo>
                  <a:lnTo>
                    <a:pt x="3835" y="6314"/>
                  </a:lnTo>
                  <a:lnTo>
                    <a:pt x="3822" y="6289"/>
                  </a:lnTo>
                  <a:lnTo>
                    <a:pt x="3809" y="6250"/>
                  </a:lnTo>
                  <a:lnTo>
                    <a:pt x="3822" y="6225"/>
                  </a:lnTo>
                  <a:lnTo>
                    <a:pt x="3873" y="6148"/>
                  </a:lnTo>
                  <a:lnTo>
                    <a:pt x="3937" y="6084"/>
                  </a:lnTo>
                  <a:lnTo>
                    <a:pt x="4001" y="6033"/>
                  </a:lnTo>
                  <a:lnTo>
                    <a:pt x="4091" y="5982"/>
                  </a:lnTo>
                  <a:lnTo>
                    <a:pt x="4180" y="5944"/>
                  </a:lnTo>
                  <a:lnTo>
                    <a:pt x="4282" y="5918"/>
                  </a:lnTo>
                  <a:lnTo>
                    <a:pt x="4474" y="5880"/>
                  </a:lnTo>
                  <a:lnTo>
                    <a:pt x="4487" y="5765"/>
                  </a:lnTo>
                  <a:lnTo>
                    <a:pt x="4512" y="5726"/>
                  </a:lnTo>
                  <a:lnTo>
                    <a:pt x="4525" y="5714"/>
                  </a:lnTo>
                  <a:lnTo>
                    <a:pt x="4576" y="5675"/>
                  </a:lnTo>
                  <a:lnTo>
                    <a:pt x="4666" y="5624"/>
                  </a:lnTo>
                  <a:lnTo>
                    <a:pt x="4717" y="5560"/>
                  </a:lnTo>
                  <a:lnTo>
                    <a:pt x="4742" y="5496"/>
                  </a:lnTo>
                  <a:lnTo>
                    <a:pt x="4755" y="5420"/>
                  </a:lnTo>
                  <a:lnTo>
                    <a:pt x="4755" y="5330"/>
                  </a:lnTo>
                  <a:lnTo>
                    <a:pt x="4845" y="5343"/>
                  </a:lnTo>
                  <a:lnTo>
                    <a:pt x="4934" y="5343"/>
                  </a:lnTo>
                  <a:lnTo>
                    <a:pt x="5023" y="5330"/>
                  </a:lnTo>
                  <a:lnTo>
                    <a:pt x="5100" y="5305"/>
                  </a:lnTo>
                  <a:lnTo>
                    <a:pt x="5062" y="5177"/>
                  </a:lnTo>
                  <a:lnTo>
                    <a:pt x="5023" y="5049"/>
                  </a:lnTo>
                  <a:lnTo>
                    <a:pt x="4985" y="4908"/>
                  </a:lnTo>
                  <a:lnTo>
                    <a:pt x="4960" y="4832"/>
                  </a:lnTo>
                  <a:lnTo>
                    <a:pt x="4960" y="4755"/>
                  </a:lnTo>
                  <a:lnTo>
                    <a:pt x="4998" y="4806"/>
                  </a:lnTo>
                  <a:lnTo>
                    <a:pt x="5036" y="4857"/>
                  </a:lnTo>
                  <a:lnTo>
                    <a:pt x="5075" y="4883"/>
                  </a:lnTo>
                  <a:lnTo>
                    <a:pt x="5100" y="4896"/>
                  </a:lnTo>
                  <a:lnTo>
                    <a:pt x="5177" y="4896"/>
                  </a:lnTo>
                  <a:lnTo>
                    <a:pt x="5254" y="4857"/>
                  </a:lnTo>
                  <a:lnTo>
                    <a:pt x="5330" y="4806"/>
                  </a:lnTo>
                  <a:lnTo>
                    <a:pt x="5394" y="4742"/>
                  </a:lnTo>
                  <a:lnTo>
                    <a:pt x="5471" y="4666"/>
                  </a:lnTo>
                  <a:lnTo>
                    <a:pt x="5548" y="4602"/>
                  </a:lnTo>
                  <a:lnTo>
                    <a:pt x="5688" y="4499"/>
                  </a:lnTo>
                  <a:lnTo>
                    <a:pt x="5739" y="4448"/>
                  </a:lnTo>
                  <a:lnTo>
                    <a:pt x="5790" y="4397"/>
                  </a:lnTo>
                  <a:lnTo>
                    <a:pt x="5829" y="4333"/>
                  </a:lnTo>
                  <a:lnTo>
                    <a:pt x="5854" y="4269"/>
                  </a:lnTo>
                  <a:lnTo>
                    <a:pt x="5867" y="4180"/>
                  </a:lnTo>
                  <a:lnTo>
                    <a:pt x="5880" y="4090"/>
                  </a:lnTo>
                  <a:lnTo>
                    <a:pt x="5944" y="4103"/>
                  </a:lnTo>
                  <a:lnTo>
                    <a:pt x="5995" y="4142"/>
                  </a:lnTo>
                  <a:lnTo>
                    <a:pt x="6123" y="4218"/>
                  </a:lnTo>
                  <a:lnTo>
                    <a:pt x="6161" y="4180"/>
                  </a:lnTo>
                  <a:lnTo>
                    <a:pt x="6187" y="4129"/>
                  </a:lnTo>
                  <a:lnTo>
                    <a:pt x="6225" y="4014"/>
                  </a:lnTo>
                  <a:lnTo>
                    <a:pt x="6263" y="3899"/>
                  </a:lnTo>
                  <a:lnTo>
                    <a:pt x="6276" y="3860"/>
                  </a:lnTo>
                  <a:lnTo>
                    <a:pt x="6314" y="3835"/>
                  </a:lnTo>
                  <a:lnTo>
                    <a:pt x="6391" y="3835"/>
                  </a:lnTo>
                  <a:lnTo>
                    <a:pt x="6455" y="3886"/>
                  </a:lnTo>
                  <a:lnTo>
                    <a:pt x="6532" y="3950"/>
                  </a:lnTo>
                  <a:lnTo>
                    <a:pt x="6557" y="3963"/>
                  </a:lnTo>
                  <a:lnTo>
                    <a:pt x="6596" y="3975"/>
                  </a:lnTo>
                  <a:lnTo>
                    <a:pt x="6634" y="3963"/>
                  </a:lnTo>
                  <a:lnTo>
                    <a:pt x="6685" y="3950"/>
                  </a:lnTo>
                  <a:lnTo>
                    <a:pt x="6774" y="3899"/>
                  </a:lnTo>
                  <a:lnTo>
                    <a:pt x="6877" y="3835"/>
                  </a:lnTo>
                  <a:lnTo>
                    <a:pt x="6966" y="3758"/>
                  </a:lnTo>
                  <a:lnTo>
                    <a:pt x="7056" y="3681"/>
                  </a:lnTo>
                  <a:lnTo>
                    <a:pt x="7145" y="3592"/>
                  </a:lnTo>
                  <a:lnTo>
                    <a:pt x="7247" y="3451"/>
                  </a:lnTo>
                  <a:lnTo>
                    <a:pt x="7273" y="3413"/>
                  </a:lnTo>
                  <a:lnTo>
                    <a:pt x="7286" y="3375"/>
                  </a:lnTo>
                  <a:lnTo>
                    <a:pt x="7273" y="3336"/>
                  </a:lnTo>
                  <a:lnTo>
                    <a:pt x="7222" y="3311"/>
                  </a:lnTo>
                  <a:lnTo>
                    <a:pt x="7158" y="3298"/>
                  </a:lnTo>
                  <a:lnTo>
                    <a:pt x="7056" y="3285"/>
                  </a:lnTo>
                  <a:lnTo>
                    <a:pt x="7056" y="3234"/>
                  </a:lnTo>
                  <a:lnTo>
                    <a:pt x="7068" y="3196"/>
                  </a:lnTo>
                  <a:lnTo>
                    <a:pt x="7094" y="3183"/>
                  </a:lnTo>
                  <a:lnTo>
                    <a:pt x="7132" y="3170"/>
                  </a:lnTo>
                  <a:lnTo>
                    <a:pt x="7209" y="3183"/>
                  </a:lnTo>
                  <a:lnTo>
                    <a:pt x="7273" y="3183"/>
                  </a:lnTo>
                  <a:lnTo>
                    <a:pt x="7350" y="3145"/>
                  </a:lnTo>
                  <a:lnTo>
                    <a:pt x="7401" y="3094"/>
                  </a:lnTo>
                  <a:lnTo>
                    <a:pt x="7503" y="2991"/>
                  </a:lnTo>
                  <a:lnTo>
                    <a:pt x="7618" y="2876"/>
                  </a:lnTo>
                  <a:lnTo>
                    <a:pt x="7682" y="2825"/>
                  </a:lnTo>
                  <a:lnTo>
                    <a:pt x="7746" y="2787"/>
                  </a:lnTo>
                  <a:lnTo>
                    <a:pt x="7810" y="2774"/>
                  </a:lnTo>
                  <a:lnTo>
                    <a:pt x="7874" y="2774"/>
                  </a:lnTo>
                  <a:lnTo>
                    <a:pt x="7899" y="2787"/>
                  </a:lnTo>
                  <a:lnTo>
                    <a:pt x="7937" y="2812"/>
                  </a:lnTo>
                  <a:lnTo>
                    <a:pt x="7950" y="2838"/>
                  </a:lnTo>
                  <a:lnTo>
                    <a:pt x="7976" y="2889"/>
                  </a:lnTo>
                  <a:lnTo>
                    <a:pt x="8014" y="2851"/>
                  </a:lnTo>
                  <a:lnTo>
                    <a:pt x="8065" y="2812"/>
                  </a:lnTo>
                  <a:lnTo>
                    <a:pt x="8168" y="2787"/>
                  </a:lnTo>
                  <a:lnTo>
                    <a:pt x="8270" y="2761"/>
                  </a:lnTo>
                  <a:lnTo>
                    <a:pt x="8372" y="2736"/>
                  </a:lnTo>
                  <a:lnTo>
                    <a:pt x="8513" y="2672"/>
                  </a:lnTo>
                  <a:lnTo>
                    <a:pt x="8653" y="2621"/>
                  </a:lnTo>
                  <a:lnTo>
                    <a:pt x="8794" y="2557"/>
                  </a:lnTo>
                  <a:lnTo>
                    <a:pt x="8934" y="2493"/>
                  </a:lnTo>
                  <a:lnTo>
                    <a:pt x="9062" y="2455"/>
                  </a:lnTo>
                  <a:lnTo>
                    <a:pt x="9203" y="2429"/>
                  </a:lnTo>
                  <a:lnTo>
                    <a:pt x="9471" y="2378"/>
                  </a:lnTo>
                  <a:lnTo>
                    <a:pt x="9752" y="2327"/>
                  </a:lnTo>
                  <a:lnTo>
                    <a:pt x="9880" y="2288"/>
                  </a:lnTo>
                  <a:lnTo>
                    <a:pt x="10008" y="2237"/>
                  </a:lnTo>
                  <a:lnTo>
                    <a:pt x="10123" y="2212"/>
                  </a:lnTo>
                  <a:lnTo>
                    <a:pt x="10225" y="2199"/>
                  </a:lnTo>
                  <a:lnTo>
                    <a:pt x="10327" y="2186"/>
                  </a:lnTo>
                  <a:lnTo>
                    <a:pt x="10442" y="2173"/>
                  </a:lnTo>
                  <a:lnTo>
                    <a:pt x="10558" y="2135"/>
                  </a:lnTo>
                  <a:lnTo>
                    <a:pt x="10660" y="2084"/>
                  </a:lnTo>
                  <a:lnTo>
                    <a:pt x="10762" y="2033"/>
                  </a:lnTo>
                  <a:lnTo>
                    <a:pt x="10864" y="1994"/>
                  </a:lnTo>
                  <a:lnTo>
                    <a:pt x="11056" y="1931"/>
                  </a:lnTo>
                  <a:lnTo>
                    <a:pt x="11273" y="1867"/>
                  </a:lnTo>
                  <a:lnTo>
                    <a:pt x="11478" y="1816"/>
                  </a:lnTo>
                  <a:lnTo>
                    <a:pt x="11682" y="1752"/>
                  </a:lnTo>
                  <a:lnTo>
                    <a:pt x="11772" y="1726"/>
                  </a:lnTo>
                  <a:lnTo>
                    <a:pt x="11874" y="1713"/>
                  </a:lnTo>
                  <a:lnTo>
                    <a:pt x="12066" y="1700"/>
                  </a:lnTo>
                  <a:lnTo>
                    <a:pt x="12257" y="1688"/>
                  </a:lnTo>
                  <a:lnTo>
                    <a:pt x="12360" y="1688"/>
                  </a:lnTo>
                  <a:lnTo>
                    <a:pt x="12462" y="1662"/>
                  </a:lnTo>
                  <a:lnTo>
                    <a:pt x="12539" y="1637"/>
                  </a:lnTo>
                  <a:lnTo>
                    <a:pt x="12615" y="1611"/>
                  </a:lnTo>
                  <a:lnTo>
                    <a:pt x="12769" y="1534"/>
                  </a:lnTo>
                  <a:lnTo>
                    <a:pt x="12922" y="1445"/>
                  </a:lnTo>
                  <a:lnTo>
                    <a:pt x="13075" y="1368"/>
                  </a:lnTo>
                  <a:lnTo>
                    <a:pt x="13203" y="1292"/>
                  </a:lnTo>
                  <a:lnTo>
                    <a:pt x="13331" y="1202"/>
                  </a:lnTo>
                  <a:lnTo>
                    <a:pt x="13459" y="1100"/>
                  </a:lnTo>
                  <a:lnTo>
                    <a:pt x="13561" y="985"/>
                  </a:lnTo>
                  <a:lnTo>
                    <a:pt x="13676" y="883"/>
                  </a:lnTo>
                  <a:lnTo>
                    <a:pt x="13778" y="780"/>
                  </a:lnTo>
                  <a:lnTo>
                    <a:pt x="13829" y="716"/>
                  </a:lnTo>
                  <a:lnTo>
                    <a:pt x="13868" y="652"/>
                  </a:lnTo>
                  <a:lnTo>
                    <a:pt x="13880" y="589"/>
                  </a:lnTo>
                  <a:lnTo>
                    <a:pt x="13893" y="512"/>
                  </a:lnTo>
                  <a:lnTo>
                    <a:pt x="13868" y="435"/>
                  </a:lnTo>
                  <a:lnTo>
                    <a:pt x="13842" y="359"/>
                  </a:lnTo>
                  <a:lnTo>
                    <a:pt x="13804" y="295"/>
                  </a:lnTo>
                  <a:lnTo>
                    <a:pt x="13740" y="231"/>
                  </a:lnTo>
                  <a:lnTo>
                    <a:pt x="13676" y="180"/>
                  </a:lnTo>
                  <a:lnTo>
                    <a:pt x="13612" y="141"/>
                  </a:lnTo>
                  <a:lnTo>
                    <a:pt x="13535" y="103"/>
                  </a:lnTo>
                  <a:lnTo>
                    <a:pt x="13446" y="77"/>
                  </a:lnTo>
                  <a:lnTo>
                    <a:pt x="13267" y="26"/>
                  </a:lnTo>
                  <a:lnTo>
                    <a:pt x="13088" y="13"/>
                  </a:lnTo>
                  <a:lnTo>
                    <a:pt x="12922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8" name="Google Shape;748;p60"/>
            <p:cNvSpPr/>
            <p:nvPr/>
          </p:nvSpPr>
          <p:spPr>
            <a:xfrm>
              <a:off x="3926300" y="1762975"/>
              <a:ext cx="9600" cy="8325"/>
            </a:xfrm>
            <a:custGeom>
              <a:rect b="b" l="l" r="r" t="t"/>
              <a:pathLst>
                <a:path extrusionOk="0" h="333" w="384">
                  <a:moveTo>
                    <a:pt x="320" y="1"/>
                  </a:moveTo>
                  <a:lnTo>
                    <a:pt x="281" y="13"/>
                  </a:lnTo>
                  <a:lnTo>
                    <a:pt x="243" y="65"/>
                  </a:lnTo>
                  <a:lnTo>
                    <a:pt x="205" y="128"/>
                  </a:lnTo>
                  <a:lnTo>
                    <a:pt x="192" y="180"/>
                  </a:lnTo>
                  <a:lnTo>
                    <a:pt x="39" y="180"/>
                  </a:lnTo>
                  <a:lnTo>
                    <a:pt x="13" y="192"/>
                  </a:lnTo>
                  <a:lnTo>
                    <a:pt x="0" y="218"/>
                  </a:lnTo>
                  <a:lnTo>
                    <a:pt x="0" y="243"/>
                  </a:lnTo>
                  <a:lnTo>
                    <a:pt x="0" y="269"/>
                  </a:lnTo>
                  <a:lnTo>
                    <a:pt x="26" y="295"/>
                  </a:lnTo>
                  <a:lnTo>
                    <a:pt x="51" y="307"/>
                  </a:lnTo>
                  <a:lnTo>
                    <a:pt x="102" y="320"/>
                  </a:lnTo>
                  <a:lnTo>
                    <a:pt x="154" y="333"/>
                  </a:lnTo>
                  <a:lnTo>
                    <a:pt x="217" y="320"/>
                  </a:lnTo>
                  <a:lnTo>
                    <a:pt x="281" y="282"/>
                  </a:lnTo>
                  <a:lnTo>
                    <a:pt x="320" y="243"/>
                  </a:lnTo>
                  <a:lnTo>
                    <a:pt x="358" y="192"/>
                  </a:lnTo>
                  <a:lnTo>
                    <a:pt x="384" y="141"/>
                  </a:lnTo>
                  <a:lnTo>
                    <a:pt x="384" y="90"/>
                  </a:lnTo>
                  <a:lnTo>
                    <a:pt x="371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9" name="Google Shape;749;p60"/>
            <p:cNvSpPr/>
            <p:nvPr/>
          </p:nvSpPr>
          <p:spPr>
            <a:xfrm>
              <a:off x="6168025" y="2698825"/>
              <a:ext cx="2250" cy="2600"/>
            </a:xfrm>
            <a:custGeom>
              <a:rect b="b" l="l" r="r" t="t"/>
              <a:pathLst>
                <a:path extrusionOk="0" h="104" w="90">
                  <a:moveTo>
                    <a:pt x="77" y="1"/>
                  </a:moveTo>
                  <a:lnTo>
                    <a:pt x="0" y="78"/>
                  </a:lnTo>
                  <a:lnTo>
                    <a:pt x="39" y="103"/>
                  </a:lnTo>
                  <a:lnTo>
                    <a:pt x="90" y="65"/>
                  </a:lnTo>
                  <a:lnTo>
                    <a:pt x="77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0" name="Google Shape;750;p60"/>
            <p:cNvSpPr/>
            <p:nvPr/>
          </p:nvSpPr>
          <p:spPr>
            <a:xfrm>
              <a:off x="6153650" y="3328600"/>
              <a:ext cx="9925" cy="11525"/>
            </a:xfrm>
            <a:custGeom>
              <a:rect b="b" l="l" r="r" t="t"/>
              <a:pathLst>
                <a:path extrusionOk="0" h="461" w="397">
                  <a:moveTo>
                    <a:pt x="256" y="0"/>
                  </a:moveTo>
                  <a:lnTo>
                    <a:pt x="0" y="231"/>
                  </a:lnTo>
                  <a:lnTo>
                    <a:pt x="64" y="461"/>
                  </a:lnTo>
                  <a:lnTo>
                    <a:pt x="256" y="422"/>
                  </a:lnTo>
                  <a:lnTo>
                    <a:pt x="396" y="115"/>
                  </a:lnTo>
                  <a:lnTo>
                    <a:pt x="256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1" name="Google Shape;751;p60"/>
            <p:cNvSpPr/>
            <p:nvPr/>
          </p:nvSpPr>
          <p:spPr>
            <a:xfrm>
              <a:off x="6171525" y="2695000"/>
              <a:ext cx="3225" cy="5450"/>
            </a:xfrm>
            <a:custGeom>
              <a:rect b="b" l="l" r="r" t="t"/>
              <a:pathLst>
                <a:path extrusionOk="0" h="218" w="129">
                  <a:moveTo>
                    <a:pt x="90" y="1"/>
                  </a:moveTo>
                  <a:lnTo>
                    <a:pt x="1" y="90"/>
                  </a:lnTo>
                  <a:lnTo>
                    <a:pt x="78" y="218"/>
                  </a:lnTo>
                  <a:lnTo>
                    <a:pt x="129" y="103"/>
                  </a:lnTo>
                  <a:lnTo>
                    <a:pt x="90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2" name="Google Shape;752;p60"/>
            <p:cNvSpPr/>
            <p:nvPr/>
          </p:nvSpPr>
          <p:spPr>
            <a:xfrm>
              <a:off x="6162900" y="2701075"/>
              <a:ext cx="5475" cy="4825"/>
            </a:xfrm>
            <a:custGeom>
              <a:rect b="b" l="l" r="r" t="t"/>
              <a:pathLst>
                <a:path extrusionOk="0" h="193" w="219">
                  <a:moveTo>
                    <a:pt x="77" y="0"/>
                  </a:moveTo>
                  <a:lnTo>
                    <a:pt x="1" y="128"/>
                  </a:lnTo>
                  <a:lnTo>
                    <a:pt x="90" y="192"/>
                  </a:lnTo>
                  <a:lnTo>
                    <a:pt x="141" y="154"/>
                  </a:lnTo>
                  <a:lnTo>
                    <a:pt x="218" y="154"/>
                  </a:lnTo>
                  <a:lnTo>
                    <a:pt x="205" y="90"/>
                  </a:lnTo>
                  <a:lnTo>
                    <a:pt x="129" y="13"/>
                  </a:lnTo>
                  <a:lnTo>
                    <a:pt x="77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3" name="Google Shape;753;p60"/>
            <p:cNvSpPr/>
            <p:nvPr/>
          </p:nvSpPr>
          <p:spPr>
            <a:xfrm>
              <a:off x="6168350" y="2802675"/>
              <a:ext cx="6400" cy="9625"/>
            </a:xfrm>
            <a:custGeom>
              <a:rect b="b" l="l" r="r" t="t"/>
              <a:pathLst>
                <a:path extrusionOk="0" h="385" w="256">
                  <a:moveTo>
                    <a:pt x="256" y="1"/>
                  </a:moveTo>
                  <a:lnTo>
                    <a:pt x="0" y="154"/>
                  </a:lnTo>
                  <a:lnTo>
                    <a:pt x="0" y="384"/>
                  </a:lnTo>
                  <a:lnTo>
                    <a:pt x="205" y="384"/>
                  </a:lnTo>
                  <a:lnTo>
                    <a:pt x="256" y="192"/>
                  </a:lnTo>
                  <a:lnTo>
                    <a:pt x="256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4" name="Google Shape;754;p60"/>
            <p:cNvSpPr/>
            <p:nvPr/>
          </p:nvSpPr>
          <p:spPr>
            <a:xfrm>
              <a:off x="6107950" y="3443950"/>
              <a:ext cx="25575" cy="15675"/>
            </a:xfrm>
            <a:custGeom>
              <a:rect b="b" l="l" r="r" t="t"/>
              <a:pathLst>
                <a:path extrusionOk="0" h="627" w="1023">
                  <a:moveTo>
                    <a:pt x="384" y="0"/>
                  </a:moveTo>
                  <a:lnTo>
                    <a:pt x="179" y="90"/>
                  </a:lnTo>
                  <a:lnTo>
                    <a:pt x="128" y="39"/>
                  </a:lnTo>
                  <a:lnTo>
                    <a:pt x="39" y="64"/>
                  </a:lnTo>
                  <a:lnTo>
                    <a:pt x="1" y="230"/>
                  </a:lnTo>
                  <a:lnTo>
                    <a:pt x="256" y="460"/>
                  </a:lnTo>
                  <a:lnTo>
                    <a:pt x="614" y="627"/>
                  </a:lnTo>
                  <a:lnTo>
                    <a:pt x="921" y="460"/>
                  </a:lnTo>
                  <a:lnTo>
                    <a:pt x="1023" y="448"/>
                  </a:lnTo>
                  <a:lnTo>
                    <a:pt x="1023" y="256"/>
                  </a:lnTo>
                  <a:lnTo>
                    <a:pt x="882" y="256"/>
                  </a:lnTo>
                  <a:lnTo>
                    <a:pt x="857" y="166"/>
                  </a:lnTo>
                  <a:lnTo>
                    <a:pt x="946" y="166"/>
                  </a:lnTo>
                  <a:lnTo>
                    <a:pt x="946" y="77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5" name="Google Shape;755;p60"/>
            <p:cNvSpPr/>
            <p:nvPr/>
          </p:nvSpPr>
          <p:spPr>
            <a:xfrm>
              <a:off x="6033500" y="3470150"/>
              <a:ext cx="20150" cy="26550"/>
            </a:xfrm>
            <a:custGeom>
              <a:rect b="b" l="l" r="r" t="t"/>
              <a:pathLst>
                <a:path extrusionOk="0" h="1062" w="806">
                  <a:moveTo>
                    <a:pt x="640" y="0"/>
                  </a:moveTo>
                  <a:lnTo>
                    <a:pt x="461" y="179"/>
                  </a:lnTo>
                  <a:lnTo>
                    <a:pt x="461" y="358"/>
                  </a:lnTo>
                  <a:lnTo>
                    <a:pt x="384" y="524"/>
                  </a:lnTo>
                  <a:lnTo>
                    <a:pt x="422" y="665"/>
                  </a:lnTo>
                  <a:lnTo>
                    <a:pt x="346" y="754"/>
                  </a:lnTo>
                  <a:lnTo>
                    <a:pt x="282" y="716"/>
                  </a:lnTo>
                  <a:lnTo>
                    <a:pt x="269" y="563"/>
                  </a:lnTo>
                  <a:lnTo>
                    <a:pt x="384" y="473"/>
                  </a:lnTo>
                  <a:lnTo>
                    <a:pt x="422" y="409"/>
                  </a:lnTo>
                  <a:lnTo>
                    <a:pt x="358" y="409"/>
                  </a:lnTo>
                  <a:lnTo>
                    <a:pt x="358" y="179"/>
                  </a:lnTo>
                  <a:lnTo>
                    <a:pt x="192" y="281"/>
                  </a:lnTo>
                  <a:lnTo>
                    <a:pt x="65" y="307"/>
                  </a:lnTo>
                  <a:lnTo>
                    <a:pt x="26" y="396"/>
                  </a:lnTo>
                  <a:lnTo>
                    <a:pt x="65" y="588"/>
                  </a:lnTo>
                  <a:lnTo>
                    <a:pt x="1" y="793"/>
                  </a:lnTo>
                  <a:lnTo>
                    <a:pt x="269" y="831"/>
                  </a:lnTo>
                  <a:lnTo>
                    <a:pt x="320" y="767"/>
                  </a:lnTo>
                  <a:lnTo>
                    <a:pt x="320" y="767"/>
                  </a:lnTo>
                  <a:lnTo>
                    <a:pt x="243" y="959"/>
                  </a:lnTo>
                  <a:lnTo>
                    <a:pt x="384" y="1061"/>
                  </a:lnTo>
                  <a:lnTo>
                    <a:pt x="499" y="997"/>
                  </a:lnTo>
                  <a:lnTo>
                    <a:pt x="512" y="831"/>
                  </a:lnTo>
                  <a:lnTo>
                    <a:pt x="678" y="844"/>
                  </a:lnTo>
                  <a:lnTo>
                    <a:pt x="806" y="754"/>
                  </a:lnTo>
                  <a:lnTo>
                    <a:pt x="601" y="575"/>
                  </a:lnTo>
                  <a:lnTo>
                    <a:pt x="601" y="358"/>
                  </a:lnTo>
                  <a:lnTo>
                    <a:pt x="691" y="294"/>
                  </a:lnTo>
                  <a:lnTo>
                    <a:pt x="729" y="333"/>
                  </a:lnTo>
                  <a:lnTo>
                    <a:pt x="767" y="384"/>
                  </a:lnTo>
                  <a:lnTo>
                    <a:pt x="767" y="166"/>
                  </a:lnTo>
                  <a:lnTo>
                    <a:pt x="640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6" name="Google Shape;756;p60"/>
            <p:cNvSpPr/>
            <p:nvPr/>
          </p:nvSpPr>
          <p:spPr>
            <a:xfrm>
              <a:off x="6044050" y="3405275"/>
              <a:ext cx="16950" cy="11850"/>
            </a:xfrm>
            <a:custGeom>
              <a:rect b="b" l="l" r="r" t="t"/>
              <a:pathLst>
                <a:path extrusionOk="0" h="474" w="678">
                  <a:moveTo>
                    <a:pt x="90" y="1"/>
                  </a:moveTo>
                  <a:lnTo>
                    <a:pt x="0" y="141"/>
                  </a:lnTo>
                  <a:lnTo>
                    <a:pt x="64" y="333"/>
                  </a:lnTo>
                  <a:lnTo>
                    <a:pt x="154" y="244"/>
                  </a:lnTo>
                  <a:lnTo>
                    <a:pt x="243" y="141"/>
                  </a:lnTo>
                  <a:lnTo>
                    <a:pt x="333" y="167"/>
                  </a:lnTo>
                  <a:lnTo>
                    <a:pt x="243" y="333"/>
                  </a:lnTo>
                  <a:lnTo>
                    <a:pt x="371" y="397"/>
                  </a:lnTo>
                  <a:lnTo>
                    <a:pt x="371" y="154"/>
                  </a:lnTo>
                  <a:lnTo>
                    <a:pt x="460" y="256"/>
                  </a:lnTo>
                  <a:lnTo>
                    <a:pt x="563" y="269"/>
                  </a:lnTo>
                  <a:lnTo>
                    <a:pt x="550" y="474"/>
                  </a:lnTo>
                  <a:lnTo>
                    <a:pt x="550" y="474"/>
                  </a:lnTo>
                  <a:lnTo>
                    <a:pt x="614" y="448"/>
                  </a:lnTo>
                  <a:lnTo>
                    <a:pt x="678" y="423"/>
                  </a:lnTo>
                  <a:lnTo>
                    <a:pt x="639" y="256"/>
                  </a:lnTo>
                  <a:lnTo>
                    <a:pt x="563" y="231"/>
                  </a:lnTo>
                  <a:lnTo>
                    <a:pt x="627" y="129"/>
                  </a:lnTo>
                  <a:lnTo>
                    <a:pt x="563" y="26"/>
                  </a:lnTo>
                  <a:lnTo>
                    <a:pt x="435" y="39"/>
                  </a:lnTo>
                  <a:lnTo>
                    <a:pt x="409" y="154"/>
                  </a:lnTo>
                  <a:lnTo>
                    <a:pt x="282" y="129"/>
                  </a:lnTo>
                  <a:lnTo>
                    <a:pt x="384" y="39"/>
                  </a:lnTo>
                  <a:lnTo>
                    <a:pt x="333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7" name="Google Shape;757;p60"/>
            <p:cNvSpPr/>
            <p:nvPr/>
          </p:nvSpPr>
          <p:spPr>
            <a:xfrm>
              <a:off x="6075675" y="3413900"/>
              <a:ext cx="40300" cy="17300"/>
            </a:xfrm>
            <a:custGeom>
              <a:rect b="b" l="l" r="r" t="t"/>
              <a:pathLst>
                <a:path extrusionOk="0" h="692" w="1612">
                  <a:moveTo>
                    <a:pt x="141" y="1"/>
                  </a:moveTo>
                  <a:lnTo>
                    <a:pt x="39" y="65"/>
                  </a:lnTo>
                  <a:lnTo>
                    <a:pt x="1" y="359"/>
                  </a:lnTo>
                  <a:lnTo>
                    <a:pt x="180" y="346"/>
                  </a:lnTo>
                  <a:lnTo>
                    <a:pt x="359" y="231"/>
                  </a:lnTo>
                  <a:lnTo>
                    <a:pt x="461" y="256"/>
                  </a:lnTo>
                  <a:lnTo>
                    <a:pt x="601" y="231"/>
                  </a:lnTo>
                  <a:lnTo>
                    <a:pt x="768" y="218"/>
                  </a:lnTo>
                  <a:lnTo>
                    <a:pt x="806" y="205"/>
                  </a:lnTo>
                  <a:lnTo>
                    <a:pt x="831" y="193"/>
                  </a:lnTo>
                  <a:lnTo>
                    <a:pt x="857" y="180"/>
                  </a:lnTo>
                  <a:lnTo>
                    <a:pt x="857" y="256"/>
                  </a:lnTo>
                  <a:lnTo>
                    <a:pt x="1215" y="269"/>
                  </a:lnTo>
                  <a:lnTo>
                    <a:pt x="1266" y="359"/>
                  </a:lnTo>
                  <a:lnTo>
                    <a:pt x="1215" y="397"/>
                  </a:lnTo>
                  <a:lnTo>
                    <a:pt x="1355" y="691"/>
                  </a:lnTo>
                  <a:lnTo>
                    <a:pt x="1381" y="665"/>
                  </a:lnTo>
                  <a:lnTo>
                    <a:pt x="1317" y="435"/>
                  </a:lnTo>
                  <a:lnTo>
                    <a:pt x="1317" y="256"/>
                  </a:lnTo>
                  <a:lnTo>
                    <a:pt x="1496" y="244"/>
                  </a:lnTo>
                  <a:lnTo>
                    <a:pt x="1611" y="154"/>
                  </a:lnTo>
                  <a:lnTo>
                    <a:pt x="1292" y="141"/>
                  </a:lnTo>
                  <a:lnTo>
                    <a:pt x="985" y="180"/>
                  </a:lnTo>
                  <a:lnTo>
                    <a:pt x="895" y="167"/>
                  </a:lnTo>
                  <a:lnTo>
                    <a:pt x="691" y="129"/>
                  </a:lnTo>
                  <a:lnTo>
                    <a:pt x="652" y="52"/>
                  </a:lnTo>
                  <a:lnTo>
                    <a:pt x="537" y="129"/>
                  </a:lnTo>
                  <a:lnTo>
                    <a:pt x="141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8" name="Google Shape;758;p60"/>
            <p:cNvSpPr/>
            <p:nvPr/>
          </p:nvSpPr>
          <p:spPr>
            <a:xfrm>
              <a:off x="6137025" y="3337225"/>
              <a:ext cx="13775" cy="27175"/>
            </a:xfrm>
            <a:custGeom>
              <a:rect b="b" l="l" r="r" t="t"/>
              <a:pathLst>
                <a:path extrusionOk="0" h="1087" w="551">
                  <a:moveTo>
                    <a:pt x="410" y="1"/>
                  </a:moveTo>
                  <a:lnTo>
                    <a:pt x="128" y="384"/>
                  </a:lnTo>
                  <a:lnTo>
                    <a:pt x="103" y="614"/>
                  </a:lnTo>
                  <a:lnTo>
                    <a:pt x="1" y="780"/>
                  </a:lnTo>
                  <a:lnTo>
                    <a:pt x="1" y="908"/>
                  </a:lnTo>
                  <a:lnTo>
                    <a:pt x="77" y="959"/>
                  </a:lnTo>
                  <a:lnTo>
                    <a:pt x="128" y="1087"/>
                  </a:lnTo>
                  <a:lnTo>
                    <a:pt x="179" y="1023"/>
                  </a:lnTo>
                  <a:lnTo>
                    <a:pt x="282" y="882"/>
                  </a:lnTo>
                  <a:lnTo>
                    <a:pt x="473" y="665"/>
                  </a:lnTo>
                  <a:lnTo>
                    <a:pt x="512" y="358"/>
                  </a:lnTo>
                  <a:lnTo>
                    <a:pt x="384" y="320"/>
                  </a:lnTo>
                  <a:lnTo>
                    <a:pt x="384" y="269"/>
                  </a:lnTo>
                  <a:lnTo>
                    <a:pt x="550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9" name="Google Shape;759;p60"/>
            <p:cNvSpPr/>
            <p:nvPr/>
          </p:nvSpPr>
          <p:spPr>
            <a:xfrm>
              <a:off x="6047550" y="3462150"/>
              <a:ext cx="5800" cy="5775"/>
            </a:xfrm>
            <a:custGeom>
              <a:rect b="b" l="l" r="r" t="t"/>
              <a:pathLst>
                <a:path extrusionOk="0" h="231" w="232">
                  <a:moveTo>
                    <a:pt x="52" y="1"/>
                  </a:moveTo>
                  <a:lnTo>
                    <a:pt x="1" y="116"/>
                  </a:lnTo>
                  <a:lnTo>
                    <a:pt x="142" y="231"/>
                  </a:lnTo>
                  <a:lnTo>
                    <a:pt x="231" y="129"/>
                  </a:lnTo>
                  <a:lnTo>
                    <a:pt x="193" y="26"/>
                  </a:lnTo>
                  <a:lnTo>
                    <a:pt x="167" y="39"/>
                  </a:lnTo>
                  <a:lnTo>
                    <a:pt x="52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0" name="Google Shape;760;p60"/>
            <p:cNvSpPr/>
            <p:nvPr/>
          </p:nvSpPr>
          <p:spPr>
            <a:xfrm>
              <a:off x="6107000" y="2577750"/>
              <a:ext cx="71900" cy="95550"/>
            </a:xfrm>
            <a:custGeom>
              <a:rect b="b" l="l" r="r" t="t"/>
              <a:pathLst>
                <a:path extrusionOk="0" h="3822" w="2876">
                  <a:moveTo>
                    <a:pt x="1904" y="0"/>
                  </a:moveTo>
                  <a:lnTo>
                    <a:pt x="1508" y="307"/>
                  </a:lnTo>
                  <a:lnTo>
                    <a:pt x="920" y="307"/>
                  </a:lnTo>
                  <a:lnTo>
                    <a:pt x="550" y="614"/>
                  </a:lnTo>
                  <a:lnTo>
                    <a:pt x="320" y="869"/>
                  </a:lnTo>
                  <a:lnTo>
                    <a:pt x="396" y="882"/>
                  </a:lnTo>
                  <a:lnTo>
                    <a:pt x="422" y="933"/>
                  </a:lnTo>
                  <a:lnTo>
                    <a:pt x="447" y="1010"/>
                  </a:lnTo>
                  <a:lnTo>
                    <a:pt x="435" y="1048"/>
                  </a:lnTo>
                  <a:lnTo>
                    <a:pt x="422" y="1086"/>
                  </a:lnTo>
                  <a:lnTo>
                    <a:pt x="588" y="1240"/>
                  </a:lnTo>
                  <a:lnTo>
                    <a:pt x="486" y="1368"/>
                  </a:lnTo>
                  <a:lnTo>
                    <a:pt x="550" y="1572"/>
                  </a:lnTo>
                  <a:lnTo>
                    <a:pt x="550" y="1572"/>
                  </a:lnTo>
                  <a:lnTo>
                    <a:pt x="384" y="1495"/>
                  </a:lnTo>
                  <a:lnTo>
                    <a:pt x="154" y="1521"/>
                  </a:lnTo>
                  <a:lnTo>
                    <a:pt x="0" y="1572"/>
                  </a:lnTo>
                  <a:lnTo>
                    <a:pt x="39" y="1674"/>
                  </a:lnTo>
                  <a:lnTo>
                    <a:pt x="77" y="1892"/>
                  </a:lnTo>
                  <a:lnTo>
                    <a:pt x="179" y="1917"/>
                  </a:lnTo>
                  <a:lnTo>
                    <a:pt x="243" y="1789"/>
                  </a:lnTo>
                  <a:lnTo>
                    <a:pt x="358" y="1943"/>
                  </a:lnTo>
                  <a:lnTo>
                    <a:pt x="409" y="2109"/>
                  </a:lnTo>
                  <a:lnTo>
                    <a:pt x="307" y="2186"/>
                  </a:lnTo>
                  <a:lnTo>
                    <a:pt x="281" y="2365"/>
                  </a:lnTo>
                  <a:lnTo>
                    <a:pt x="422" y="2352"/>
                  </a:lnTo>
                  <a:lnTo>
                    <a:pt x="499" y="2441"/>
                  </a:lnTo>
                  <a:lnTo>
                    <a:pt x="537" y="2518"/>
                  </a:lnTo>
                  <a:lnTo>
                    <a:pt x="499" y="2543"/>
                  </a:lnTo>
                  <a:lnTo>
                    <a:pt x="435" y="2569"/>
                  </a:lnTo>
                  <a:lnTo>
                    <a:pt x="409" y="2569"/>
                  </a:lnTo>
                  <a:lnTo>
                    <a:pt x="371" y="2595"/>
                  </a:lnTo>
                  <a:lnTo>
                    <a:pt x="332" y="2620"/>
                  </a:lnTo>
                  <a:lnTo>
                    <a:pt x="358" y="2710"/>
                  </a:lnTo>
                  <a:lnTo>
                    <a:pt x="256" y="2799"/>
                  </a:lnTo>
                  <a:lnTo>
                    <a:pt x="179" y="2876"/>
                  </a:lnTo>
                  <a:lnTo>
                    <a:pt x="179" y="2952"/>
                  </a:lnTo>
                  <a:lnTo>
                    <a:pt x="205" y="3093"/>
                  </a:lnTo>
                  <a:lnTo>
                    <a:pt x="90" y="3272"/>
                  </a:lnTo>
                  <a:lnTo>
                    <a:pt x="102" y="3361"/>
                  </a:lnTo>
                  <a:lnTo>
                    <a:pt x="281" y="3425"/>
                  </a:lnTo>
                  <a:lnTo>
                    <a:pt x="64" y="3643"/>
                  </a:lnTo>
                  <a:lnTo>
                    <a:pt x="64" y="3796"/>
                  </a:lnTo>
                  <a:lnTo>
                    <a:pt x="217" y="3822"/>
                  </a:lnTo>
                  <a:lnTo>
                    <a:pt x="294" y="3783"/>
                  </a:lnTo>
                  <a:lnTo>
                    <a:pt x="499" y="3822"/>
                  </a:lnTo>
                  <a:lnTo>
                    <a:pt x="678" y="3694"/>
                  </a:lnTo>
                  <a:lnTo>
                    <a:pt x="729" y="3591"/>
                  </a:lnTo>
                  <a:lnTo>
                    <a:pt x="831" y="3604"/>
                  </a:lnTo>
                  <a:lnTo>
                    <a:pt x="895" y="3745"/>
                  </a:lnTo>
                  <a:lnTo>
                    <a:pt x="972" y="3732"/>
                  </a:lnTo>
                  <a:lnTo>
                    <a:pt x="1023" y="3630"/>
                  </a:lnTo>
                  <a:lnTo>
                    <a:pt x="1176" y="3591"/>
                  </a:lnTo>
                  <a:lnTo>
                    <a:pt x="1265" y="3438"/>
                  </a:lnTo>
                  <a:lnTo>
                    <a:pt x="1393" y="3361"/>
                  </a:lnTo>
                  <a:lnTo>
                    <a:pt x="1496" y="3425"/>
                  </a:lnTo>
                  <a:lnTo>
                    <a:pt x="1649" y="3464"/>
                  </a:lnTo>
                  <a:lnTo>
                    <a:pt x="1662" y="3387"/>
                  </a:lnTo>
                  <a:lnTo>
                    <a:pt x="1789" y="3361"/>
                  </a:lnTo>
                  <a:lnTo>
                    <a:pt x="1879" y="3515"/>
                  </a:lnTo>
                  <a:lnTo>
                    <a:pt x="1994" y="3515"/>
                  </a:lnTo>
                  <a:lnTo>
                    <a:pt x="2032" y="3400"/>
                  </a:lnTo>
                  <a:lnTo>
                    <a:pt x="1994" y="3323"/>
                  </a:lnTo>
                  <a:lnTo>
                    <a:pt x="2032" y="3246"/>
                  </a:lnTo>
                  <a:lnTo>
                    <a:pt x="2262" y="3285"/>
                  </a:lnTo>
                  <a:lnTo>
                    <a:pt x="2518" y="3182"/>
                  </a:lnTo>
                  <a:lnTo>
                    <a:pt x="2646" y="3131"/>
                  </a:lnTo>
                  <a:lnTo>
                    <a:pt x="2620" y="2889"/>
                  </a:lnTo>
                  <a:lnTo>
                    <a:pt x="2799" y="2620"/>
                  </a:lnTo>
                  <a:lnTo>
                    <a:pt x="2876" y="2173"/>
                  </a:lnTo>
                  <a:lnTo>
                    <a:pt x="2876" y="2173"/>
                  </a:lnTo>
                  <a:lnTo>
                    <a:pt x="2761" y="2186"/>
                  </a:lnTo>
                  <a:lnTo>
                    <a:pt x="2748" y="1777"/>
                  </a:lnTo>
                  <a:lnTo>
                    <a:pt x="2544" y="1125"/>
                  </a:lnTo>
                  <a:lnTo>
                    <a:pt x="2198" y="614"/>
                  </a:lnTo>
                  <a:lnTo>
                    <a:pt x="1981" y="243"/>
                  </a:lnTo>
                  <a:lnTo>
                    <a:pt x="1904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1" name="Google Shape;761;p60"/>
            <p:cNvSpPr/>
            <p:nvPr/>
          </p:nvSpPr>
          <p:spPr>
            <a:xfrm>
              <a:off x="6073750" y="3126675"/>
              <a:ext cx="29750" cy="54325"/>
            </a:xfrm>
            <a:custGeom>
              <a:rect b="b" l="l" r="r" t="t"/>
              <a:pathLst>
                <a:path extrusionOk="0" h="2173" w="1190">
                  <a:moveTo>
                    <a:pt x="742" y="0"/>
                  </a:moveTo>
                  <a:lnTo>
                    <a:pt x="614" y="77"/>
                  </a:lnTo>
                  <a:lnTo>
                    <a:pt x="231" y="64"/>
                  </a:lnTo>
                  <a:lnTo>
                    <a:pt x="1" y="0"/>
                  </a:lnTo>
                  <a:lnTo>
                    <a:pt x="1" y="0"/>
                  </a:lnTo>
                  <a:lnTo>
                    <a:pt x="142" y="384"/>
                  </a:lnTo>
                  <a:lnTo>
                    <a:pt x="269" y="371"/>
                  </a:lnTo>
                  <a:lnTo>
                    <a:pt x="512" y="690"/>
                  </a:lnTo>
                  <a:lnTo>
                    <a:pt x="614" y="678"/>
                  </a:lnTo>
                  <a:lnTo>
                    <a:pt x="525" y="793"/>
                  </a:lnTo>
                  <a:lnTo>
                    <a:pt x="512" y="793"/>
                  </a:lnTo>
                  <a:lnTo>
                    <a:pt x="487" y="780"/>
                  </a:lnTo>
                  <a:lnTo>
                    <a:pt x="461" y="767"/>
                  </a:lnTo>
                  <a:lnTo>
                    <a:pt x="448" y="767"/>
                  </a:lnTo>
                  <a:lnTo>
                    <a:pt x="448" y="780"/>
                  </a:lnTo>
                  <a:lnTo>
                    <a:pt x="461" y="882"/>
                  </a:lnTo>
                  <a:lnTo>
                    <a:pt x="487" y="971"/>
                  </a:lnTo>
                  <a:lnTo>
                    <a:pt x="333" y="1048"/>
                  </a:lnTo>
                  <a:lnTo>
                    <a:pt x="129" y="895"/>
                  </a:lnTo>
                  <a:lnTo>
                    <a:pt x="308" y="895"/>
                  </a:lnTo>
                  <a:lnTo>
                    <a:pt x="269" y="767"/>
                  </a:lnTo>
                  <a:lnTo>
                    <a:pt x="129" y="678"/>
                  </a:lnTo>
                  <a:lnTo>
                    <a:pt x="90" y="690"/>
                  </a:lnTo>
                  <a:lnTo>
                    <a:pt x="65" y="690"/>
                  </a:lnTo>
                  <a:lnTo>
                    <a:pt x="52" y="703"/>
                  </a:lnTo>
                  <a:lnTo>
                    <a:pt x="90" y="793"/>
                  </a:lnTo>
                  <a:lnTo>
                    <a:pt x="129" y="856"/>
                  </a:lnTo>
                  <a:lnTo>
                    <a:pt x="27" y="869"/>
                  </a:lnTo>
                  <a:lnTo>
                    <a:pt x="116" y="1393"/>
                  </a:lnTo>
                  <a:lnTo>
                    <a:pt x="205" y="1393"/>
                  </a:lnTo>
                  <a:lnTo>
                    <a:pt x="257" y="1291"/>
                  </a:lnTo>
                  <a:lnTo>
                    <a:pt x="436" y="1457"/>
                  </a:lnTo>
                  <a:lnTo>
                    <a:pt x="359" y="1930"/>
                  </a:lnTo>
                  <a:lnTo>
                    <a:pt x="640" y="2058"/>
                  </a:lnTo>
                  <a:lnTo>
                    <a:pt x="640" y="1866"/>
                  </a:lnTo>
                  <a:lnTo>
                    <a:pt x="793" y="2173"/>
                  </a:lnTo>
                  <a:lnTo>
                    <a:pt x="832" y="2134"/>
                  </a:lnTo>
                  <a:lnTo>
                    <a:pt x="729" y="1968"/>
                  </a:lnTo>
                  <a:lnTo>
                    <a:pt x="729" y="1879"/>
                  </a:lnTo>
                  <a:lnTo>
                    <a:pt x="870" y="1879"/>
                  </a:lnTo>
                  <a:lnTo>
                    <a:pt x="870" y="1764"/>
                  </a:lnTo>
                  <a:lnTo>
                    <a:pt x="729" y="1547"/>
                  </a:lnTo>
                  <a:lnTo>
                    <a:pt x="576" y="1457"/>
                  </a:lnTo>
                  <a:lnTo>
                    <a:pt x="666" y="1023"/>
                  </a:lnTo>
                  <a:lnTo>
                    <a:pt x="819" y="1189"/>
                  </a:lnTo>
                  <a:lnTo>
                    <a:pt x="1190" y="1138"/>
                  </a:lnTo>
                  <a:lnTo>
                    <a:pt x="1100" y="997"/>
                  </a:lnTo>
                  <a:lnTo>
                    <a:pt x="998" y="856"/>
                  </a:lnTo>
                  <a:lnTo>
                    <a:pt x="1023" y="307"/>
                  </a:lnTo>
                  <a:lnTo>
                    <a:pt x="960" y="230"/>
                  </a:lnTo>
                  <a:lnTo>
                    <a:pt x="819" y="230"/>
                  </a:lnTo>
                  <a:lnTo>
                    <a:pt x="870" y="102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2" name="Google Shape;762;p60"/>
            <p:cNvSpPr/>
            <p:nvPr/>
          </p:nvSpPr>
          <p:spPr>
            <a:xfrm>
              <a:off x="6024875" y="2991200"/>
              <a:ext cx="2900" cy="6725"/>
            </a:xfrm>
            <a:custGeom>
              <a:rect b="b" l="l" r="r" t="t"/>
              <a:pathLst>
                <a:path extrusionOk="0" h="269" w="116">
                  <a:moveTo>
                    <a:pt x="64" y="0"/>
                  </a:moveTo>
                  <a:lnTo>
                    <a:pt x="1" y="269"/>
                  </a:lnTo>
                  <a:lnTo>
                    <a:pt x="116" y="128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3" name="Google Shape;763;p60"/>
            <p:cNvSpPr/>
            <p:nvPr/>
          </p:nvSpPr>
          <p:spPr>
            <a:xfrm>
              <a:off x="6181125" y="2657300"/>
              <a:ext cx="6100" cy="8325"/>
            </a:xfrm>
            <a:custGeom>
              <a:rect b="b" l="l" r="r" t="t"/>
              <a:pathLst>
                <a:path extrusionOk="0" h="333" w="244">
                  <a:moveTo>
                    <a:pt x="192" y="0"/>
                  </a:moveTo>
                  <a:lnTo>
                    <a:pt x="39" y="115"/>
                  </a:lnTo>
                  <a:lnTo>
                    <a:pt x="51" y="192"/>
                  </a:lnTo>
                  <a:lnTo>
                    <a:pt x="0" y="320"/>
                  </a:lnTo>
                  <a:lnTo>
                    <a:pt x="64" y="333"/>
                  </a:lnTo>
                  <a:lnTo>
                    <a:pt x="205" y="205"/>
                  </a:lnTo>
                  <a:lnTo>
                    <a:pt x="243" y="52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4" name="Google Shape;764;p60"/>
            <p:cNvSpPr/>
            <p:nvPr/>
          </p:nvSpPr>
          <p:spPr>
            <a:xfrm>
              <a:off x="6139900" y="3349675"/>
              <a:ext cx="25900" cy="48925"/>
            </a:xfrm>
            <a:custGeom>
              <a:rect b="b" l="l" r="r" t="t"/>
              <a:pathLst>
                <a:path extrusionOk="0" h="1957" w="1036">
                  <a:moveTo>
                    <a:pt x="908" y="1"/>
                  </a:moveTo>
                  <a:lnTo>
                    <a:pt x="691" y="39"/>
                  </a:lnTo>
                  <a:lnTo>
                    <a:pt x="435" y="269"/>
                  </a:lnTo>
                  <a:lnTo>
                    <a:pt x="486" y="359"/>
                  </a:lnTo>
                  <a:lnTo>
                    <a:pt x="346" y="397"/>
                  </a:lnTo>
                  <a:lnTo>
                    <a:pt x="295" y="512"/>
                  </a:lnTo>
                  <a:lnTo>
                    <a:pt x="295" y="627"/>
                  </a:lnTo>
                  <a:lnTo>
                    <a:pt x="90" y="589"/>
                  </a:lnTo>
                  <a:lnTo>
                    <a:pt x="1" y="717"/>
                  </a:lnTo>
                  <a:lnTo>
                    <a:pt x="1" y="998"/>
                  </a:lnTo>
                  <a:lnTo>
                    <a:pt x="103" y="1036"/>
                  </a:lnTo>
                  <a:lnTo>
                    <a:pt x="77" y="1445"/>
                  </a:lnTo>
                  <a:lnTo>
                    <a:pt x="256" y="1560"/>
                  </a:lnTo>
                  <a:lnTo>
                    <a:pt x="397" y="1841"/>
                  </a:lnTo>
                  <a:lnTo>
                    <a:pt x="550" y="1867"/>
                  </a:lnTo>
                  <a:lnTo>
                    <a:pt x="652" y="1956"/>
                  </a:lnTo>
                  <a:lnTo>
                    <a:pt x="614" y="1854"/>
                  </a:lnTo>
                  <a:lnTo>
                    <a:pt x="295" y="1330"/>
                  </a:lnTo>
                  <a:lnTo>
                    <a:pt x="320" y="883"/>
                  </a:lnTo>
                  <a:lnTo>
                    <a:pt x="486" y="883"/>
                  </a:lnTo>
                  <a:lnTo>
                    <a:pt x="627" y="972"/>
                  </a:lnTo>
                  <a:lnTo>
                    <a:pt x="806" y="972"/>
                  </a:lnTo>
                  <a:lnTo>
                    <a:pt x="908" y="1062"/>
                  </a:lnTo>
                  <a:lnTo>
                    <a:pt x="1036" y="1062"/>
                  </a:lnTo>
                  <a:lnTo>
                    <a:pt x="946" y="972"/>
                  </a:lnTo>
                  <a:lnTo>
                    <a:pt x="946" y="819"/>
                  </a:lnTo>
                  <a:lnTo>
                    <a:pt x="678" y="768"/>
                  </a:lnTo>
                  <a:lnTo>
                    <a:pt x="550" y="640"/>
                  </a:lnTo>
                  <a:lnTo>
                    <a:pt x="742" y="499"/>
                  </a:lnTo>
                  <a:lnTo>
                    <a:pt x="908" y="499"/>
                  </a:lnTo>
                  <a:lnTo>
                    <a:pt x="1010" y="218"/>
                  </a:lnTo>
                  <a:lnTo>
                    <a:pt x="946" y="116"/>
                  </a:lnTo>
                  <a:lnTo>
                    <a:pt x="972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5" name="Google Shape;765;p60"/>
            <p:cNvSpPr/>
            <p:nvPr/>
          </p:nvSpPr>
          <p:spPr>
            <a:xfrm>
              <a:off x="6136375" y="2838150"/>
              <a:ext cx="14100" cy="14075"/>
            </a:xfrm>
            <a:custGeom>
              <a:rect b="b" l="l" r="r" t="t"/>
              <a:pathLst>
                <a:path extrusionOk="0" h="563" w="564">
                  <a:moveTo>
                    <a:pt x="512" y="0"/>
                  </a:moveTo>
                  <a:lnTo>
                    <a:pt x="333" y="128"/>
                  </a:lnTo>
                  <a:lnTo>
                    <a:pt x="333" y="256"/>
                  </a:lnTo>
                  <a:lnTo>
                    <a:pt x="1" y="563"/>
                  </a:lnTo>
                  <a:lnTo>
                    <a:pt x="116" y="563"/>
                  </a:lnTo>
                  <a:lnTo>
                    <a:pt x="384" y="384"/>
                  </a:lnTo>
                  <a:lnTo>
                    <a:pt x="372" y="281"/>
                  </a:lnTo>
                  <a:lnTo>
                    <a:pt x="563" y="115"/>
                  </a:lnTo>
                  <a:lnTo>
                    <a:pt x="512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6" name="Google Shape;766;p60"/>
            <p:cNvSpPr/>
            <p:nvPr/>
          </p:nvSpPr>
          <p:spPr>
            <a:xfrm>
              <a:off x="6177275" y="2666575"/>
              <a:ext cx="5150" cy="5450"/>
            </a:xfrm>
            <a:custGeom>
              <a:rect b="b" l="l" r="r" t="t"/>
              <a:pathLst>
                <a:path extrusionOk="0" h="218" w="206">
                  <a:moveTo>
                    <a:pt x="142" y="0"/>
                  </a:moveTo>
                  <a:lnTo>
                    <a:pt x="1" y="217"/>
                  </a:lnTo>
                  <a:lnTo>
                    <a:pt x="1" y="217"/>
                  </a:lnTo>
                  <a:lnTo>
                    <a:pt x="129" y="192"/>
                  </a:lnTo>
                  <a:lnTo>
                    <a:pt x="205" y="38"/>
                  </a:lnTo>
                  <a:lnTo>
                    <a:pt x="154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7" name="Google Shape;767;p60"/>
            <p:cNvSpPr/>
            <p:nvPr/>
          </p:nvSpPr>
          <p:spPr>
            <a:xfrm>
              <a:off x="6175700" y="3380675"/>
              <a:ext cx="5775" cy="5150"/>
            </a:xfrm>
            <a:custGeom>
              <a:rect b="b" l="l" r="r" t="t"/>
              <a:pathLst>
                <a:path extrusionOk="0" h="206" w="231">
                  <a:moveTo>
                    <a:pt x="0" y="1"/>
                  </a:moveTo>
                  <a:lnTo>
                    <a:pt x="26" y="103"/>
                  </a:lnTo>
                  <a:lnTo>
                    <a:pt x="141" y="205"/>
                  </a:lnTo>
                  <a:lnTo>
                    <a:pt x="230" y="167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8" name="Google Shape;768;p60"/>
            <p:cNvSpPr/>
            <p:nvPr/>
          </p:nvSpPr>
          <p:spPr>
            <a:xfrm>
              <a:off x="6178575" y="2770100"/>
              <a:ext cx="3850" cy="3850"/>
            </a:xfrm>
            <a:custGeom>
              <a:rect b="b" l="l" r="r" t="t"/>
              <a:pathLst>
                <a:path extrusionOk="0" h="154" w="154">
                  <a:moveTo>
                    <a:pt x="77" y="0"/>
                  </a:moveTo>
                  <a:lnTo>
                    <a:pt x="0" y="38"/>
                  </a:lnTo>
                  <a:lnTo>
                    <a:pt x="77" y="153"/>
                  </a:lnTo>
                  <a:lnTo>
                    <a:pt x="153" y="77"/>
                  </a:lnTo>
                  <a:lnTo>
                    <a:pt x="77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9" name="Google Shape;769;p60"/>
            <p:cNvSpPr/>
            <p:nvPr/>
          </p:nvSpPr>
          <p:spPr>
            <a:xfrm>
              <a:off x="6024550" y="3138500"/>
              <a:ext cx="27500" cy="33250"/>
            </a:xfrm>
            <a:custGeom>
              <a:rect b="b" l="l" r="r" t="t"/>
              <a:pathLst>
                <a:path extrusionOk="0" h="1330" w="1100">
                  <a:moveTo>
                    <a:pt x="116" y="0"/>
                  </a:moveTo>
                  <a:lnTo>
                    <a:pt x="1" y="153"/>
                  </a:lnTo>
                  <a:lnTo>
                    <a:pt x="231" y="217"/>
                  </a:lnTo>
                  <a:lnTo>
                    <a:pt x="129" y="550"/>
                  </a:lnTo>
                  <a:lnTo>
                    <a:pt x="192" y="767"/>
                  </a:lnTo>
                  <a:lnTo>
                    <a:pt x="90" y="869"/>
                  </a:lnTo>
                  <a:lnTo>
                    <a:pt x="129" y="1048"/>
                  </a:lnTo>
                  <a:lnTo>
                    <a:pt x="129" y="1291"/>
                  </a:lnTo>
                  <a:lnTo>
                    <a:pt x="371" y="1074"/>
                  </a:lnTo>
                  <a:lnTo>
                    <a:pt x="614" y="1048"/>
                  </a:lnTo>
                  <a:lnTo>
                    <a:pt x="614" y="1048"/>
                  </a:lnTo>
                  <a:lnTo>
                    <a:pt x="512" y="1150"/>
                  </a:lnTo>
                  <a:lnTo>
                    <a:pt x="525" y="1329"/>
                  </a:lnTo>
                  <a:lnTo>
                    <a:pt x="704" y="1201"/>
                  </a:lnTo>
                  <a:lnTo>
                    <a:pt x="768" y="1074"/>
                  </a:lnTo>
                  <a:lnTo>
                    <a:pt x="640" y="1022"/>
                  </a:lnTo>
                  <a:lnTo>
                    <a:pt x="755" y="984"/>
                  </a:lnTo>
                  <a:lnTo>
                    <a:pt x="780" y="792"/>
                  </a:lnTo>
                  <a:lnTo>
                    <a:pt x="1062" y="690"/>
                  </a:lnTo>
                  <a:lnTo>
                    <a:pt x="1100" y="537"/>
                  </a:lnTo>
                  <a:lnTo>
                    <a:pt x="1062" y="371"/>
                  </a:lnTo>
                  <a:lnTo>
                    <a:pt x="934" y="473"/>
                  </a:lnTo>
                  <a:lnTo>
                    <a:pt x="832" y="320"/>
                  </a:lnTo>
                  <a:lnTo>
                    <a:pt x="704" y="435"/>
                  </a:lnTo>
                  <a:lnTo>
                    <a:pt x="448" y="179"/>
                  </a:lnTo>
                  <a:lnTo>
                    <a:pt x="282" y="166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0" name="Google Shape;770;p60"/>
            <p:cNvSpPr/>
            <p:nvPr/>
          </p:nvSpPr>
          <p:spPr>
            <a:xfrm>
              <a:off x="6024875" y="3105900"/>
              <a:ext cx="6425" cy="8325"/>
            </a:xfrm>
            <a:custGeom>
              <a:rect b="b" l="l" r="r" t="t"/>
              <a:pathLst>
                <a:path extrusionOk="0" h="333" w="257">
                  <a:moveTo>
                    <a:pt x="1" y="0"/>
                  </a:moveTo>
                  <a:lnTo>
                    <a:pt x="1" y="218"/>
                  </a:lnTo>
                  <a:lnTo>
                    <a:pt x="116" y="333"/>
                  </a:lnTo>
                  <a:lnTo>
                    <a:pt x="256" y="167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1" name="Google Shape;771;p60"/>
            <p:cNvSpPr/>
            <p:nvPr/>
          </p:nvSpPr>
          <p:spPr>
            <a:xfrm>
              <a:off x="5982700" y="3273325"/>
              <a:ext cx="8975" cy="6425"/>
            </a:xfrm>
            <a:custGeom>
              <a:rect b="b" l="l" r="r" t="t"/>
              <a:pathLst>
                <a:path extrusionOk="0" h="257" w="359">
                  <a:moveTo>
                    <a:pt x="358" y="0"/>
                  </a:moveTo>
                  <a:lnTo>
                    <a:pt x="0" y="205"/>
                  </a:lnTo>
                  <a:lnTo>
                    <a:pt x="0" y="256"/>
                  </a:lnTo>
                  <a:lnTo>
                    <a:pt x="358" y="141"/>
                  </a:lnTo>
                  <a:lnTo>
                    <a:pt x="358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2" name="Google Shape;772;p60"/>
            <p:cNvSpPr/>
            <p:nvPr/>
          </p:nvSpPr>
          <p:spPr>
            <a:xfrm>
              <a:off x="6035100" y="3128275"/>
              <a:ext cx="7050" cy="5125"/>
            </a:xfrm>
            <a:custGeom>
              <a:rect b="b" l="l" r="r" t="t"/>
              <a:pathLst>
                <a:path extrusionOk="0" h="205" w="282">
                  <a:moveTo>
                    <a:pt x="256" y="0"/>
                  </a:moveTo>
                  <a:lnTo>
                    <a:pt x="1" y="26"/>
                  </a:lnTo>
                  <a:lnTo>
                    <a:pt x="231" y="205"/>
                  </a:lnTo>
                  <a:lnTo>
                    <a:pt x="282" y="102"/>
                  </a:lnTo>
                  <a:lnTo>
                    <a:pt x="256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3" name="Google Shape;773;p60"/>
            <p:cNvSpPr/>
            <p:nvPr/>
          </p:nvSpPr>
          <p:spPr>
            <a:xfrm>
              <a:off x="6026800" y="3123800"/>
              <a:ext cx="5450" cy="11200"/>
            </a:xfrm>
            <a:custGeom>
              <a:rect b="b" l="l" r="r" t="t"/>
              <a:pathLst>
                <a:path extrusionOk="0" h="448" w="218">
                  <a:moveTo>
                    <a:pt x="217" y="0"/>
                  </a:moveTo>
                  <a:lnTo>
                    <a:pt x="51" y="64"/>
                  </a:lnTo>
                  <a:lnTo>
                    <a:pt x="39" y="77"/>
                  </a:lnTo>
                  <a:lnTo>
                    <a:pt x="39" y="90"/>
                  </a:lnTo>
                  <a:lnTo>
                    <a:pt x="39" y="128"/>
                  </a:lnTo>
                  <a:lnTo>
                    <a:pt x="51" y="179"/>
                  </a:lnTo>
                  <a:lnTo>
                    <a:pt x="0" y="217"/>
                  </a:lnTo>
                  <a:lnTo>
                    <a:pt x="64" y="447"/>
                  </a:lnTo>
                  <a:lnTo>
                    <a:pt x="217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4" name="Google Shape;774;p60"/>
            <p:cNvSpPr/>
            <p:nvPr/>
          </p:nvSpPr>
          <p:spPr>
            <a:xfrm>
              <a:off x="6051075" y="3126975"/>
              <a:ext cx="18250" cy="16650"/>
            </a:xfrm>
            <a:custGeom>
              <a:rect b="b" l="l" r="r" t="t"/>
              <a:pathLst>
                <a:path extrusionOk="0" h="666" w="730">
                  <a:moveTo>
                    <a:pt x="243" y="1"/>
                  </a:moveTo>
                  <a:lnTo>
                    <a:pt x="103" y="193"/>
                  </a:lnTo>
                  <a:lnTo>
                    <a:pt x="128" y="257"/>
                  </a:lnTo>
                  <a:lnTo>
                    <a:pt x="1" y="512"/>
                  </a:lnTo>
                  <a:lnTo>
                    <a:pt x="52" y="512"/>
                  </a:lnTo>
                  <a:lnTo>
                    <a:pt x="295" y="257"/>
                  </a:lnTo>
                  <a:lnTo>
                    <a:pt x="461" y="512"/>
                  </a:lnTo>
                  <a:lnTo>
                    <a:pt x="703" y="666"/>
                  </a:lnTo>
                  <a:lnTo>
                    <a:pt x="729" y="461"/>
                  </a:lnTo>
                  <a:lnTo>
                    <a:pt x="563" y="231"/>
                  </a:lnTo>
                  <a:lnTo>
                    <a:pt x="499" y="231"/>
                  </a:lnTo>
                  <a:lnTo>
                    <a:pt x="243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5" name="Google Shape;775;p60"/>
            <p:cNvSpPr/>
            <p:nvPr/>
          </p:nvSpPr>
          <p:spPr>
            <a:xfrm>
              <a:off x="6064500" y="3175550"/>
              <a:ext cx="16325" cy="11850"/>
            </a:xfrm>
            <a:custGeom>
              <a:rect b="b" l="l" r="r" t="t"/>
              <a:pathLst>
                <a:path extrusionOk="0" h="474" w="653">
                  <a:moveTo>
                    <a:pt x="345" y="1"/>
                  </a:moveTo>
                  <a:lnTo>
                    <a:pt x="0" y="307"/>
                  </a:lnTo>
                  <a:lnTo>
                    <a:pt x="77" y="473"/>
                  </a:lnTo>
                  <a:lnTo>
                    <a:pt x="422" y="473"/>
                  </a:lnTo>
                  <a:lnTo>
                    <a:pt x="588" y="358"/>
                  </a:lnTo>
                  <a:lnTo>
                    <a:pt x="652" y="52"/>
                  </a:lnTo>
                  <a:lnTo>
                    <a:pt x="601" y="77"/>
                  </a:lnTo>
                  <a:lnTo>
                    <a:pt x="563" y="90"/>
                  </a:lnTo>
                  <a:lnTo>
                    <a:pt x="524" y="90"/>
                  </a:lnTo>
                  <a:lnTo>
                    <a:pt x="345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6" name="Google Shape;776;p60"/>
            <p:cNvSpPr/>
            <p:nvPr/>
          </p:nvSpPr>
          <p:spPr>
            <a:xfrm>
              <a:off x="6035750" y="3152875"/>
              <a:ext cx="34200" cy="45375"/>
            </a:xfrm>
            <a:custGeom>
              <a:rect b="b" l="l" r="r" t="t"/>
              <a:pathLst>
                <a:path extrusionOk="0" h="1815" w="1368">
                  <a:moveTo>
                    <a:pt x="1368" y="0"/>
                  </a:moveTo>
                  <a:lnTo>
                    <a:pt x="1291" y="38"/>
                  </a:lnTo>
                  <a:lnTo>
                    <a:pt x="1099" y="601"/>
                  </a:lnTo>
                  <a:lnTo>
                    <a:pt x="818" y="1023"/>
                  </a:lnTo>
                  <a:lnTo>
                    <a:pt x="741" y="1585"/>
                  </a:lnTo>
                  <a:lnTo>
                    <a:pt x="588" y="1342"/>
                  </a:lnTo>
                  <a:lnTo>
                    <a:pt x="639" y="1125"/>
                  </a:lnTo>
                  <a:lnTo>
                    <a:pt x="716" y="971"/>
                  </a:lnTo>
                  <a:lnTo>
                    <a:pt x="716" y="754"/>
                  </a:lnTo>
                  <a:lnTo>
                    <a:pt x="959" y="524"/>
                  </a:lnTo>
                  <a:lnTo>
                    <a:pt x="984" y="384"/>
                  </a:lnTo>
                  <a:lnTo>
                    <a:pt x="780" y="205"/>
                  </a:lnTo>
                  <a:lnTo>
                    <a:pt x="665" y="256"/>
                  </a:lnTo>
                  <a:lnTo>
                    <a:pt x="460" y="256"/>
                  </a:lnTo>
                  <a:lnTo>
                    <a:pt x="486" y="524"/>
                  </a:lnTo>
                  <a:lnTo>
                    <a:pt x="384" y="665"/>
                  </a:lnTo>
                  <a:lnTo>
                    <a:pt x="396" y="920"/>
                  </a:lnTo>
                  <a:lnTo>
                    <a:pt x="294" y="1023"/>
                  </a:lnTo>
                  <a:lnTo>
                    <a:pt x="51" y="1061"/>
                  </a:lnTo>
                  <a:lnTo>
                    <a:pt x="0" y="1278"/>
                  </a:lnTo>
                  <a:lnTo>
                    <a:pt x="230" y="1547"/>
                  </a:lnTo>
                  <a:lnTo>
                    <a:pt x="371" y="1598"/>
                  </a:lnTo>
                  <a:lnTo>
                    <a:pt x="409" y="1815"/>
                  </a:lnTo>
                  <a:lnTo>
                    <a:pt x="562" y="1815"/>
                  </a:lnTo>
                  <a:lnTo>
                    <a:pt x="767" y="1726"/>
                  </a:lnTo>
                  <a:lnTo>
                    <a:pt x="780" y="1534"/>
                  </a:lnTo>
                  <a:lnTo>
                    <a:pt x="895" y="1419"/>
                  </a:lnTo>
                  <a:lnTo>
                    <a:pt x="997" y="1163"/>
                  </a:lnTo>
                  <a:lnTo>
                    <a:pt x="1035" y="1023"/>
                  </a:lnTo>
                  <a:lnTo>
                    <a:pt x="1125" y="882"/>
                  </a:lnTo>
                  <a:lnTo>
                    <a:pt x="1240" y="818"/>
                  </a:lnTo>
                  <a:lnTo>
                    <a:pt x="1342" y="665"/>
                  </a:lnTo>
                  <a:lnTo>
                    <a:pt x="1368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7" name="Google Shape;777;p60"/>
            <p:cNvSpPr/>
            <p:nvPr/>
          </p:nvSpPr>
          <p:spPr>
            <a:xfrm>
              <a:off x="6059375" y="3123800"/>
              <a:ext cx="5475" cy="7050"/>
            </a:xfrm>
            <a:custGeom>
              <a:rect b="b" l="l" r="r" t="t"/>
              <a:pathLst>
                <a:path extrusionOk="0" h="282" w="219">
                  <a:moveTo>
                    <a:pt x="39" y="0"/>
                  </a:moveTo>
                  <a:lnTo>
                    <a:pt x="1" y="90"/>
                  </a:lnTo>
                  <a:lnTo>
                    <a:pt x="167" y="281"/>
                  </a:lnTo>
                  <a:lnTo>
                    <a:pt x="218" y="217"/>
                  </a:lnTo>
                  <a:lnTo>
                    <a:pt x="39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8" name="Google Shape;778;p60"/>
            <p:cNvSpPr/>
            <p:nvPr/>
          </p:nvSpPr>
          <p:spPr>
            <a:xfrm>
              <a:off x="5993875" y="3107175"/>
              <a:ext cx="26550" cy="27175"/>
            </a:xfrm>
            <a:custGeom>
              <a:rect b="b" l="l" r="r" t="t"/>
              <a:pathLst>
                <a:path extrusionOk="0" h="1087" w="1062">
                  <a:moveTo>
                    <a:pt x="65" y="1"/>
                  </a:moveTo>
                  <a:lnTo>
                    <a:pt x="1" y="77"/>
                  </a:lnTo>
                  <a:lnTo>
                    <a:pt x="1" y="128"/>
                  </a:lnTo>
                  <a:lnTo>
                    <a:pt x="103" y="64"/>
                  </a:lnTo>
                  <a:lnTo>
                    <a:pt x="154" y="192"/>
                  </a:lnTo>
                  <a:lnTo>
                    <a:pt x="359" y="320"/>
                  </a:lnTo>
                  <a:lnTo>
                    <a:pt x="397" y="678"/>
                  </a:lnTo>
                  <a:lnTo>
                    <a:pt x="423" y="665"/>
                  </a:lnTo>
                  <a:lnTo>
                    <a:pt x="435" y="665"/>
                  </a:lnTo>
                  <a:lnTo>
                    <a:pt x="448" y="678"/>
                  </a:lnTo>
                  <a:lnTo>
                    <a:pt x="525" y="921"/>
                  </a:lnTo>
                  <a:lnTo>
                    <a:pt x="614" y="997"/>
                  </a:lnTo>
                  <a:lnTo>
                    <a:pt x="614" y="1061"/>
                  </a:lnTo>
                  <a:lnTo>
                    <a:pt x="780" y="1087"/>
                  </a:lnTo>
                  <a:lnTo>
                    <a:pt x="857" y="946"/>
                  </a:lnTo>
                  <a:lnTo>
                    <a:pt x="895" y="844"/>
                  </a:lnTo>
                  <a:lnTo>
                    <a:pt x="1062" y="755"/>
                  </a:lnTo>
                  <a:lnTo>
                    <a:pt x="947" y="627"/>
                  </a:lnTo>
                  <a:lnTo>
                    <a:pt x="934" y="307"/>
                  </a:lnTo>
                  <a:lnTo>
                    <a:pt x="704" y="77"/>
                  </a:lnTo>
                  <a:lnTo>
                    <a:pt x="550" y="103"/>
                  </a:lnTo>
                  <a:lnTo>
                    <a:pt x="486" y="1"/>
                  </a:lnTo>
                  <a:lnTo>
                    <a:pt x="282" y="52"/>
                  </a:lnTo>
                  <a:lnTo>
                    <a:pt x="65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9" name="Google Shape;779;p60"/>
            <p:cNvSpPr/>
            <p:nvPr/>
          </p:nvSpPr>
          <p:spPr>
            <a:xfrm>
              <a:off x="5996450" y="3498575"/>
              <a:ext cx="2900" cy="13125"/>
            </a:xfrm>
            <a:custGeom>
              <a:rect b="b" l="l" r="r" t="t"/>
              <a:pathLst>
                <a:path extrusionOk="0" h="525" w="116">
                  <a:moveTo>
                    <a:pt x="38" y="1"/>
                  </a:moveTo>
                  <a:lnTo>
                    <a:pt x="0" y="320"/>
                  </a:lnTo>
                  <a:lnTo>
                    <a:pt x="77" y="525"/>
                  </a:lnTo>
                  <a:lnTo>
                    <a:pt x="115" y="192"/>
                  </a:lnTo>
                  <a:lnTo>
                    <a:pt x="38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0" name="Google Shape;780;p60"/>
            <p:cNvSpPr/>
            <p:nvPr/>
          </p:nvSpPr>
          <p:spPr>
            <a:xfrm>
              <a:off x="6023600" y="3483575"/>
              <a:ext cx="5775" cy="9275"/>
            </a:xfrm>
            <a:custGeom>
              <a:rect b="b" l="l" r="r" t="t"/>
              <a:pathLst>
                <a:path extrusionOk="0" h="371" w="231">
                  <a:moveTo>
                    <a:pt x="103" y="0"/>
                  </a:moveTo>
                  <a:lnTo>
                    <a:pt x="0" y="128"/>
                  </a:lnTo>
                  <a:lnTo>
                    <a:pt x="90" y="268"/>
                  </a:lnTo>
                  <a:lnTo>
                    <a:pt x="205" y="371"/>
                  </a:lnTo>
                  <a:lnTo>
                    <a:pt x="230" y="294"/>
                  </a:lnTo>
                  <a:lnTo>
                    <a:pt x="230" y="128"/>
                  </a:lnTo>
                  <a:lnTo>
                    <a:pt x="103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1" name="Google Shape;781;p60"/>
            <p:cNvSpPr/>
            <p:nvPr/>
          </p:nvSpPr>
          <p:spPr>
            <a:xfrm>
              <a:off x="5985250" y="3138500"/>
              <a:ext cx="4175" cy="6725"/>
            </a:xfrm>
            <a:custGeom>
              <a:rect b="b" l="l" r="r" t="t"/>
              <a:pathLst>
                <a:path extrusionOk="0" h="269" w="167">
                  <a:moveTo>
                    <a:pt x="39" y="0"/>
                  </a:moveTo>
                  <a:lnTo>
                    <a:pt x="1" y="26"/>
                  </a:lnTo>
                  <a:lnTo>
                    <a:pt x="65" y="268"/>
                  </a:lnTo>
                  <a:lnTo>
                    <a:pt x="116" y="217"/>
                  </a:lnTo>
                  <a:lnTo>
                    <a:pt x="167" y="153"/>
                  </a:lnTo>
                  <a:lnTo>
                    <a:pt x="103" y="77"/>
                  </a:lnTo>
                  <a:lnTo>
                    <a:pt x="39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2" name="Google Shape;782;p60"/>
            <p:cNvSpPr/>
            <p:nvPr/>
          </p:nvSpPr>
          <p:spPr>
            <a:xfrm>
              <a:off x="6020400" y="3388350"/>
              <a:ext cx="10900" cy="4825"/>
            </a:xfrm>
            <a:custGeom>
              <a:rect b="b" l="l" r="r" t="t"/>
              <a:pathLst>
                <a:path extrusionOk="0" h="193" w="436">
                  <a:moveTo>
                    <a:pt x="231" y="0"/>
                  </a:moveTo>
                  <a:lnTo>
                    <a:pt x="205" y="39"/>
                  </a:lnTo>
                  <a:lnTo>
                    <a:pt x="192" y="64"/>
                  </a:lnTo>
                  <a:lnTo>
                    <a:pt x="77" y="64"/>
                  </a:lnTo>
                  <a:lnTo>
                    <a:pt x="1" y="192"/>
                  </a:lnTo>
                  <a:lnTo>
                    <a:pt x="65" y="192"/>
                  </a:lnTo>
                  <a:lnTo>
                    <a:pt x="90" y="115"/>
                  </a:lnTo>
                  <a:lnTo>
                    <a:pt x="218" y="167"/>
                  </a:lnTo>
                  <a:lnTo>
                    <a:pt x="218" y="52"/>
                  </a:lnTo>
                  <a:lnTo>
                    <a:pt x="410" y="77"/>
                  </a:lnTo>
                  <a:lnTo>
                    <a:pt x="435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3" name="Google Shape;783;p60"/>
            <p:cNvSpPr/>
            <p:nvPr/>
          </p:nvSpPr>
          <p:spPr>
            <a:xfrm>
              <a:off x="5999325" y="3522875"/>
              <a:ext cx="4175" cy="3200"/>
            </a:xfrm>
            <a:custGeom>
              <a:rect b="b" l="l" r="r" t="t"/>
              <a:pathLst>
                <a:path extrusionOk="0" h="128" w="167">
                  <a:moveTo>
                    <a:pt x="51" y="0"/>
                  </a:moveTo>
                  <a:lnTo>
                    <a:pt x="0" y="128"/>
                  </a:lnTo>
                  <a:lnTo>
                    <a:pt x="166" y="128"/>
                  </a:lnTo>
                  <a:lnTo>
                    <a:pt x="166" y="64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4" name="Google Shape;784;p60"/>
            <p:cNvSpPr/>
            <p:nvPr/>
          </p:nvSpPr>
          <p:spPr>
            <a:xfrm>
              <a:off x="5974400" y="3552575"/>
              <a:ext cx="4800" cy="6750"/>
            </a:xfrm>
            <a:custGeom>
              <a:rect b="b" l="l" r="r" t="t"/>
              <a:pathLst>
                <a:path extrusionOk="0" h="270" w="192">
                  <a:moveTo>
                    <a:pt x="64" y="1"/>
                  </a:moveTo>
                  <a:lnTo>
                    <a:pt x="0" y="77"/>
                  </a:lnTo>
                  <a:lnTo>
                    <a:pt x="64" y="180"/>
                  </a:lnTo>
                  <a:lnTo>
                    <a:pt x="26" y="256"/>
                  </a:lnTo>
                  <a:lnTo>
                    <a:pt x="154" y="269"/>
                  </a:lnTo>
                  <a:lnTo>
                    <a:pt x="77" y="192"/>
                  </a:lnTo>
                  <a:lnTo>
                    <a:pt x="192" y="77"/>
                  </a:lnTo>
                  <a:lnTo>
                    <a:pt x="64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5" name="Google Shape;785;p60"/>
            <p:cNvSpPr/>
            <p:nvPr/>
          </p:nvSpPr>
          <p:spPr>
            <a:xfrm>
              <a:off x="5985250" y="3130825"/>
              <a:ext cx="9625" cy="11200"/>
            </a:xfrm>
            <a:custGeom>
              <a:rect b="b" l="l" r="r" t="t"/>
              <a:pathLst>
                <a:path extrusionOk="0" h="448" w="385">
                  <a:moveTo>
                    <a:pt x="26" y="0"/>
                  </a:moveTo>
                  <a:lnTo>
                    <a:pt x="1" y="166"/>
                  </a:lnTo>
                  <a:lnTo>
                    <a:pt x="167" y="333"/>
                  </a:lnTo>
                  <a:lnTo>
                    <a:pt x="205" y="307"/>
                  </a:lnTo>
                  <a:lnTo>
                    <a:pt x="231" y="230"/>
                  </a:lnTo>
                  <a:lnTo>
                    <a:pt x="269" y="333"/>
                  </a:lnTo>
                  <a:lnTo>
                    <a:pt x="295" y="448"/>
                  </a:lnTo>
                  <a:lnTo>
                    <a:pt x="384" y="281"/>
                  </a:lnTo>
                  <a:lnTo>
                    <a:pt x="320" y="154"/>
                  </a:lnTo>
                  <a:lnTo>
                    <a:pt x="256" y="205"/>
                  </a:lnTo>
                  <a:lnTo>
                    <a:pt x="167" y="192"/>
                  </a:lnTo>
                  <a:lnTo>
                    <a:pt x="26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6" name="Google Shape;786;p60"/>
            <p:cNvSpPr/>
            <p:nvPr/>
          </p:nvSpPr>
          <p:spPr>
            <a:xfrm>
              <a:off x="6005075" y="3258300"/>
              <a:ext cx="11850" cy="5450"/>
            </a:xfrm>
            <a:custGeom>
              <a:rect b="b" l="l" r="r" t="t"/>
              <a:pathLst>
                <a:path extrusionOk="0" h="218" w="474">
                  <a:moveTo>
                    <a:pt x="141" y="1"/>
                  </a:moveTo>
                  <a:lnTo>
                    <a:pt x="0" y="77"/>
                  </a:lnTo>
                  <a:lnTo>
                    <a:pt x="26" y="154"/>
                  </a:lnTo>
                  <a:lnTo>
                    <a:pt x="256" y="103"/>
                  </a:lnTo>
                  <a:lnTo>
                    <a:pt x="332" y="218"/>
                  </a:lnTo>
                  <a:lnTo>
                    <a:pt x="460" y="167"/>
                  </a:lnTo>
                  <a:lnTo>
                    <a:pt x="473" y="103"/>
                  </a:lnTo>
                  <a:lnTo>
                    <a:pt x="320" y="39"/>
                  </a:lnTo>
                  <a:lnTo>
                    <a:pt x="294" y="103"/>
                  </a:lnTo>
                  <a:lnTo>
                    <a:pt x="256" y="26"/>
                  </a:lnTo>
                  <a:lnTo>
                    <a:pt x="141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7" name="Google Shape;787;p60"/>
            <p:cNvSpPr/>
            <p:nvPr/>
          </p:nvSpPr>
          <p:spPr>
            <a:xfrm>
              <a:off x="5962900" y="3346175"/>
              <a:ext cx="131325" cy="151800"/>
            </a:xfrm>
            <a:custGeom>
              <a:rect b="b" l="l" r="r" t="t"/>
              <a:pathLst>
                <a:path extrusionOk="0" h="6072" w="5253">
                  <a:moveTo>
                    <a:pt x="5023" y="0"/>
                  </a:moveTo>
                  <a:lnTo>
                    <a:pt x="4844" y="154"/>
                  </a:lnTo>
                  <a:lnTo>
                    <a:pt x="4831" y="243"/>
                  </a:lnTo>
                  <a:lnTo>
                    <a:pt x="4652" y="282"/>
                  </a:lnTo>
                  <a:lnTo>
                    <a:pt x="4639" y="397"/>
                  </a:lnTo>
                  <a:lnTo>
                    <a:pt x="4691" y="460"/>
                  </a:lnTo>
                  <a:lnTo>
                    <a:pt x="4499" y="473"/>
                  </a:lnTo>
                  <a:lnTo>
                    <a:pt x="4486" y="576"/>
                  </a:lnTo>
                  <a:lnTo>
                    <a:pt x="4077" y="767"/>
                  </a:lnTo>
                  <a:lnTo>
                    <a:pt x="3438" y="601"/>
                  </a:lnTo>
                  <a:lnTo>
                    <a:pt x="3259" y="729"/>
                  </a:lnTo>
                  <a:lnTo>
                    <a:pt x="3067" y="588"/>
                  </a:lnTo>
                  <a:lnTo>
                    <a:pt x="2684" y="550"/>
                  </a:lnTo>
                  <a:lnTo>
                    <a:pt x="2569" y="601"/>
                  </a:lnTo>
                  <a:lnTo>
                    <a:pt x="2505" y="499"/>
                  </a:lnTo>
                  <a:lnTo>
                    <a:pt x="2224" y="576"/>
                  </a:lnTo>
                  <a:lnTo>
                    <a:pt x="2109" y="435"/>
                  </a:lnTo>
                  <a:lnTo>
                    <a:pt x="2160" y="384"/>
                  </a:lnTo>
                  <a:lnTo>
                    <a:pt x="2160" y="384"/>
                  </a:lnTo>
                  <a:lnTo>
                    <a:pt x="1968" y="435"/>
                  </a:lnTo>
                  <a:lnTo>
                    <a:pt x="1866" y="333"/>
                  </a:lnTo>
                  <a:lnTo>
                    <a:pt x="1700" y="333"/>
                  </a:lnTo>
                  <a:lnTo>
                    <a:pt x="1623" y="601"/>
                  </a:lnTo>
                  <a:lnTo>
                    <a:pt x="1534" y="627"/>
                  </a:lnTo>
                  <a:lnTo>
                    <a:pt x="1470" y="780"/>
                  </a:lnTo>
                  <a:lnTo>
                    <a:pt x="1278" y="742"/>
                  </a:lnTo>
                  <a:lnTo>
                    <a:pt x="1304" y="601"/>
                  </a:lnTo>
                  <a:lnTo>
                    <a:pt x="1176" y="627"/>
                  </a:lnTo>
                  <a:lnTo>
                    <a:pt x="1176" y="754"/>
                  </a:lnTo>
                  <a:lnTo>
                    <a:pt x="1061" y="831"/>
                  </a:lnTo>
                  <a:lnTo>
                    <a:pt x="1023" y="997"/>
                  </a:lnTo>
                  <a:lnTo>
                    <a:pt x="869" y="1036"/>
                  </a:lnTo>
                  <a:lnTo>
                    <a:pt x="792" y="1304"/>
                  </a:lnTo>
                  <a:lnTo>
                    <a:pt x="869" y="1355"/>
                  </a:lnTo>
                  <a:lnTo>
                    <a:pt x="831" y="1483"/>
                  </a:lnTo>
                  <a:lnTo>
                    <a:pt x="703" y="1406"/>
                  </a:lnTo>
                  <a:lnTo>
                    <a:pt x="703" y="1483"/>
                  </a:lnTo>
                  <a:lnTo>
                    <a:pt x="831" y="1534"/>
                  </a:lnTo>
                  <a:lnTo>
                    <a:pt x="818" y="1841"/>
                  </a:lnTo>
                  <a:lnTo>
                    <a:pt x="869" y="2045"/>
                  </a:lnTo>
                  <a:lnTo>
                    <a:pt x="703" y="1969"/>
                  </a:lnTo>
                  <a:lnTo>
                    <a:pt x="460" y="2416"/>
                  </a:lnTo>
                  <a:lnTo>
                    <a:pt x="460" y="2927"/>
                  </a:lnTo>
                  <a:lnTo>
                    <a:pt x="511" y="2978"/>
                  </a:lnTo>
                  <a:lnTo>
                    <a:pt x="345" y="3068"/>
                  </a:lnTo>
                  <a:lnTo>
                    <a:pt x="256" y="3362"/>
                  </a:lnTo>
                  <a:lnTo>
                    <a:pt x="307" y="3387"/>
                  </a:lnTo>
                  <a:lnTo>
                    <a:pt x="90" y="3528"/>
                  </a:lnTo>
                  <a:lnTo>
                    <a:pt x="0" y="3528"/>
                  </a:lnTo>
                  <a:lnTo>
                    <a:pt x="0" y="3681"/>
                  </a:lnTo>
                  <a:lnTo>
                    <a:pt x="102" y="3732"/>
                  </a:lnTo>
                  <a:lnTo>
                    <a:pt x="0" y="3924"/>
                  </a:lnTo>
                  <a:lnTo>
                    <a:pt x="64" y="4269"/>
                  </a:lnTo>
                  <a:lnTo>
                    <a:pt x="332" y="4269"/>
                  </a:lnTo>
                  <a:lnTo>
                    <a:pt x="396" y="4192"/>
                  </a:lnTo>
                  <a:lnTo>
                    <a:pt x="588" y="4269"/>
                  </a:lnTo>
                  <a:lnTo>
                    <a:pt x="511" y="4384"/>
                  </a:lnTo>
                  <a:lnTo>
                    <a:pt x="639" y="4640"/>
                  </a:lnTo>
                  <a:lnTo>
                    <a:pt x="652" y="4742"/>
                  </a:lnTo>
                  <a:lnTo>
                    <a:pt x="652" y="4921"/>
                  </a:lnTo>
                  <a:lnTo>
                    <a:pt x="639" y="5164"/>
                  </a:lnTo>
                  <a:lnTo>
                    <a:pt x="550" y="5240"/>
                  </a:lnTo>
                  <a:lnTo>
                    <a:pt x="626" y="5343"/>
                  </a:lnTo>
                  <a:lnTo>
                    <a:pt x="435" y="5764"/>
                  </a:lnTo>
                  <a:lnTo>
                    <a:pt x="780" y="6071"/>
                  </a:lnTo>
                  <a:lnTo>
                    <a:pt x="946" y="5892"/>
                  </a:lnTo>
                  <a:lnTo>
                    <a:pt x="1112" y="5905"/>
                  </a:lnTo>
                  <a:lnTo>
                    <a:pt x="1329" y="5867"/>
                  </a:lnTo>
                  <a:lnTo>
                    <a:pt x="1393" y="5982"/>
                  </a:lnTo>
                  <a:lnTo>
                    <a:pt x="1253" y="5496"/>
                  </a:lnTo>
                  <a:lnTo>
                    <a:pt x="1240" y="5368"/>
                  </a:lnTo>
                  <a:lnTo>
                    <a:pt x="1317" y="5317"/>
                  </a:lnTo>
                  <a:lnTo>
                    <a:pt x="1368" y="5164"/>
                  </a:lnTo>
                  <a:lnTo>
                    <a:pt x="1278" y="5100"/>
                  </a:lnTo>
                  <a:lnTo>
                    <a:pt x="1265" y="4499"/>
                  </a:lnTo>
                  <a:lnTo>
                    <a:pt x="1317" y="4474"/>
                  </a:lnTo>
                  <a:lnTo>
                    <a:pt x="1342" y="4013"/>
                  </a:lnTo>
                  <a:lnTo>
                    <a:pt x="1112" y="3822"/>
                  </a:lnTo>
                  <a:lnTo>
                    <a:pt x="1662" y="3528"/>
                  </a:lnTo>
                  <a:lnTo>
                    <a:pt x="1866" y="3617"/>
                  </a:lnTo>
                  <a:lnTo>
                    <a:pt x="1802" y="3707"/>
                  </a:lnTo>
                  <a:lnTo>
                    <a:pt x="1866" y="3796"/>
                  </a:lnTo>
                  <a:lnTo>
                    <a:pt x="1866" y="3988"/>
                  </a:lnTo>
                  <a:lnTo>
                    <a:pt x="1649" y="4231"/>
                  </a:lnTo>
                  <a:lnTo>
                    <a:pt x="2032" y="4563"/>
                  </a:lnTo>
                  <a:lnTo>
                    <a:pt x="2096" y="4538"/>
                  </a:lnTo>
                  <a:lnTo>
                    <a:pt x="2122" y="4614"/>
                  </a:lnTo>
                  <a:lnTo>
                    <a:pt x="2288" y="4665"/>
                  </a:lnTo>
                  <a:lnTo>
                    <a:pt x="2288" y="4806"/>
                  </a:lnTo>
                  <a:lnTo>
                    <a:pt x="2237" y="4844"/>
                  </a:lnTo>
                  <a:lnTo>
                    <a:pt x="2211" y="4972"/>
                  </a:lnTo>
                  <a:lnTo>
                    <a:pt x="2173" y="5138"/>
                  </a:lnTo>
                  <a:lnTo>
                    <a:pt x="2198" y="5177"/>
                  </a:lnTo>
                  <a:lnTo>
                    <a:pt x="2249" y="5240"/>
                  </a:lnTo>
                  <a:lnTo>
                    <a:pt x="2313" y="5330"/>
                  </a:lnTo>
                  <a:lnTo>
                    <a:pt x="2671" y="5317"/>
                  </a:lnTo>
                  <a:lnTo>
                    <a:pt x="2607" y="5100"/>
                  </a:lnTo>
                  <a:lnTo>
                    <a:pt x="3093" y="4985"/>
                  </a:lnTo>
                  <a:lnTo>
                    <a:pt x="3208" y="5049"/>
                  </a:lnTo>
                  <a:lnTo>
                    <a:pt x="3310" y="4946"/>
                  </a:lnTo>
                  <a:lnTo>
                    <a:pt x="3310" y="4729"/>
                  </a:lnTo>
                  <a:lnTo>
                    <a:pt x="3170" y="4729"/>
                  </a:lnTo>
                  <a:lnTo>
                    <a:pt x="3067" y="4538"/>
                  </a:lnTo>
                  <a:lnTo>
                    <a:pt x="2927" y="4422"/>
                  </a:lnTo>
                  <a:lnTo>
                    <a:pt x="2735" y="4333"/>
                  </a:lnTo>
                  <a:lnTo>
                    <a:pt x="2850" y="4282"/>
                  </a:lnTo>
                  <a:lnTo>
                    <a:pt x="2812" y="4141"/>
                  </a:lnTo>
                  <a:lnTo>
                    <a:pt x="2812" y="4141"/>
                  </a:lnTo>
                  <a:lnTo>
                    <a:pt x="3004" y="4295"/>
                  </a:lnTo>
                  <a:lnTo>
                    <a:pt x="3004" y="4192"/>
                  </a:lnTo>
                  <a:lnTo>
                    <a:pt x="2850" y="4065"/>
                  </a:lnTo>
                  <a:lnTo>
                    <a:pt x="2978" y="4026"/>
                  </a:lnTo>
                  <a:lnTo>
                    <a:pt x="2991" y="3911"/>
                  </a:lnTo>
                  <a:lnTo>
                    <a:pt x="2825" y="3873"/>
                  </a:lnTo>
                  <a:lnTo>
                    <a:pt x="2850" y="3822"/>
                  </a:lnTo>
                  <a:lnTo>
                    <a:pt x="2863" y="3783"/>
                  </a:lnTo>
                  <a:lnTo>
                    <a:pt x="2876" y="3758"/>
                  </a:lnTo>
                  <a:lnTo>
                    <a:pt x="2825" y="3720"/>
                  </a:lnTo>
                  <a:lnTo>
                    <a:pt x="2748" y="3681"/>
                  </a:lnTo>
                  <a:lnTo>
                    <a:pt x="2633" y="3617"/>
                  </a:lnTo>
                  <a:lnTo>
                    <a:pt x="2607" y="3451"/>
                  </a:lnTo>
                  <a:lnTo>
                    <a:pt x="2416" y="3157"/>
                  </a:lnTo>
                  <a:lnTo>
                    <a:pt x="2198" y="3144"/>
                  </a:lnTo>
                  <a:lnTo>
                    <a:pt x="2096" y="3004"/>
                  </a:lnTo>
                  <a:lnTo>
                    <a:pt x="2083" y="2850"/>
                  </a:lnTo>
                  <a:lnTo>
                    <a:pt x="2224" y="3004"/>
                  </a:lnTo>
                  <a:lnTo>
                    <a:pt x="2377" y="2940"/>
                  </a:lnTo>
                  <a:lnTo>
                    <a:pt x="2492" y="2774"/>
                  </a:lnTo>
                  <a:lnTo>
                    <a:pt x="2901" y="2659"/>
                  </a:lnTo>
                  <a:lnTo>
                    <a:pt x="3221" y="2160"/>
                  </a:lnTo>
                  <a:lnTo>
                    <a:pt x="3464" y="2148"/>
                  </a:lnTo>
                  <a:lnTo>
                    <a:pt x="3643" y="2263"/>
                  </a:lnTo>
                  <a:lnTo>
                    <a:pt x="3809" y="2033"/>
                  </a:lnTo>
                  <a:lnTo>
                    <a:pt x="3604" y="1866"/>
                  </a:lnTo>
                  <a:lnTo>
                    <a:pt x="3208" y="1905"/>
                  </a:lnTo>
                  <a:lnTo>
                    <a:pt x="3349" y="2020"/>
                  </a:lnTo>
                  <a:lnTo>
                    <a:pt x="3131" y="2033"/>
                  </a:lnTo>
                  <a:lnTo>
                    <a:pt x="2646" y="2033"/>
                  </a:lnTo>
                  <a:lnTo>
                    <a:pt x="2671" y="2160"/>
                  </a:lnTo>
                  <a:lnTo>
                    <a:pt x="2390" y="2160"/>
                  </a:lnTo>
                  <a:lnTo>
                    <a:pt x="2288" y="2045"/>
                  </a:lnTo>
                  <a:lnTo>
                    <a:pt x="1994" y="2301"/>
                  </a:lnTo>
                  <a:lnTo>
                    <a:pt x="1956" y="2518"/>
                  </a:lnTo>
                  <a:lnTo>
                    <a:pt x="1534" y="2518"/>
                  </a:lnTo>
                  <a:lnTo>
                    <a:pt x="1419" y="2160"/>
                  </a:lnTo>
                  <a:lnTo>
                    <a:pt x="1214" y="2109"/>
                  </a:lnTo>
                  <a:lnTo>
                    <a:pt x="1010" y="1802"/>
                  </a:lnTo>
                  <a:lnTo>
                    <a:pt x="1061" y="1304"/>
                  </a:lnTo>
                  <a:lnTo>
                    <a:pt x="1444" y="959"/>
                  </a:lnTo>
                  <a:lnTo>
                    <a:pt x="1751" y="1061"/>
                  </a:lnTo>
                  <a:lnTo>
                    <a:pt x="1956" y="1074"/>
                  </a:lnTo>
                  <a:lnTo>
                    <a:pt x="2147" y="1036"/>
                  </a:lnTo>
                  <a:lnTo>
                    <a:pt x="2416" y="1087"/>
                  </a:lnTo>
                  <a:lnTo>
                    <a:pt x="2671" y="1036"/>
                  </a:lnTo>
                  <a:lnTo>
                    <a:pt x="3515" y="997"/>
                  </a:lnTo>
                  <a:lnTo>
                    <a:pt x="3655" y="1151"/>
                  </a:lnTo>
                  <a:lnTo>
                    <a:pt x="3809" y="1176"/>
                  </a:lnTo>
                  <a:lnTo>
                    <a:pt x="3937" y="1215"/>
                  </a:lnTo>
                  <a:lnTo>
                    <a:pt x="4601" y="1061"/>
                  </a:lnTo>
                  <a:lnTo>
                    <a:pt x="4755" y="754"/>
                  </a:lnTo>
                  <a:lnTo>
                    <a:pt x="4946" y="665"/>
                  </a:lnTo>
                  <a:lnTo>
                    <a:pt x="5138" y="282"/>
                  </a:lnTo>
                  <a:lnTo>
                    <a:pt x="5215" y="282"/>
                  </a:lnTo>
                  <a:lnTo>
                    <a:pt x="5253" y="192"/>
                  </a:lnTo>
                  <a:lnTo>
                    <a:pt x="5176" y="167"/>
                  </a:lnTo>
                  <a:lnTo>
                    <a:pt x="5151" y="39"/>
                  </a:lnTo>
                  <a:lnTo>
                    <a:pt x="5023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8" name="Google Shape;788;p60"/>
            <p:cNvSpPr/>
            <p:nvPr/>
          </p:nvSpPr>
          <p:spPr>
            <a:xfrm>
              <a:off x="6136700" y="3404975"/>
              <a:ext cx="16325" cy="12475"/>
            </a:xfrm>
            <a:custGeom>
              <a:rect b="b" l="l" r="r" t="t"/>
              <a:pathLst>
                <a:path extrusionOk="0" h="499" w="653">
                  <a:moveTo>
                    <a:pt x="154" y="0"/>
                  </a:moveTo>
                  <a:lnTo>
                    <a:pt x="77" y="13"/>
                  </a:lnTo>
                  <a:lnTo>
                    <a:pt x="52" y="13"/>
                  </a:lnTo>
                  <a:lnTo>
                    <a:pt x="39" y="26"/>
                  </a:lnTo>
                  <a:lnTo>
                    <a:pt x="52" y="38"/>
                  </a:lnTo>
                  <a:lnTo>
                    <a:pt x="65" y="51"/>
                  </a:lnTo>
                  <a:lnTo>
                    <a:pt x="103" y="77"/>
                  </a:lnTo>
                  <a:lnTo>
                    <a:pt x="154" y="102"/>
                  </a:lnTo>
                  <a:lnTo>
                    <a:pt x="231" y="77"/>
                  </a:lnTo>
                  <a:lnTo>
                    <a:pt x="231" y="77"/>
                  </a:lnTo>
                  <a:lnTo>
                    <a:pt x="192" y="141"/>
                  </a:lnTo>
                  <a:lnTo>
                    <a:pt x="1" y="243"/>
                  </a:lnTo>
                  <a:lnTo>
                    <a:pt x="14" y="422"/>
                  </a:lnTo>
                  <a:lnTo>
                    <a:pt x="26" y="435"/>
                  </a:lnTo>
                  <a:lnTo>
                    <a:pt x="65" y="460"/>
                  </a:lnTo>
                  <a:lnTo>
                    <a:pt x="129" y="498"/>
                  </a:lnTo>
                  <a:lnTo>
                    <a:pt x="282" y="422"/>
                  </a:lnTo>
                  <a:lnTo>
                    <a:pt x="627" y="447"/>
                  </a:lnTo>
                  <a:lnTo>
                    <a:pt x="653" y="332"/>
                  </a:lnTo>
                  <a:lnTo>
                    <a:pt x="218" y="141"/>
                  </a:lnTo>
                  <a:lnTo>
                    <a:pt x="282" y="77"/>
                  </a:lnTo>
                  <a:lnTo>
                    <a:pt x="269" y="13"/>
                  </a:lnTo>
                  <a:lnTo>
                    <a:pt x="154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9" name="Google Shape;789;p60"/>
            <p:cNvSpPr/>
            <p:nvPr/>
          </p:nvSpPr>
          <p:spPr>
            <a:xfrm>
              <a:off x="5668925" y="3378125"/>
              <a:ext cx="16650" cy="16325"/>
            </a:xfrm>
            <a:custGeom>
              <a:rect b="b" l="l" r="r" t="t"/>
              <a:pathLst>
                <a:path extrusionOk="0" h="653" w="666">
                  <a:moveTo>
                    <a:pt x="141" y="0"/>
                  </a:moveTo>
                  <a:lnTo>
                    <a:pt x="257" y="154"/>
                  </a:lnTo>
                  <a:lnTo>
                    <a:pt x="141" y="307"/>
                  </a:lnTo>
                  <a:lnTo>
                    <a:pt x="205" y="371"/>
                  </a:lnTo>
                  <a:lnTo>
                    <a:pt x="1" y="473"/>
                  </a:lnTo>
                  <a:lnTo>
                    <a:pt x="129" y="652"/>
                  </a:lnTo>
                  <a:lnTo>
                    <a:pt x="346" y="588"/>
                  </a:lnTo>
                  <a:lnTo>
                    <a:pt x="180" y="422"/>
                  </a:lnTo>
                  <a:lnTo>
                    <a:pt x="359" y="282"/>
                  </a:lnTo>
                  <a:lnTo>
                    <a:pt x="602" y="422"/>
                  </a:lnTo>
                  <a:lnTo>
                    <a:pt x="665" y="346"/>
                  </a:lnTo>
                  <a:lnTo>
                    <a:pt x="448" y="243"/>
                  </a:lnTo>
                  <a:lnTo>
                    <a:pt x="333" y="192"/>
                  </a:lnTo>
                  <a:lnTo>
                    <a:pt x="359" y="179"/>
                  </a:lnTo>
                  <a:lnTo>
                    <a:pt x="141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0" name="Google Shape;790;p60"/>
            <p:cNvSpPr/>
            <p:nvPr/>
          </p:nvSpPr>
          <p:spPr>
            <a:xfrm>
              <a:off x="5586175" y="3247125"/>
              <a:ext cx="84050" cy="108350"/>
            </a:xfrm>
            <a:custGeom>
              <a:rect b="b" l="l" r="r" t="t"/>
              <a:pathLst>
                <a:path extrusionOk="0" h="4334" w="3362">
                  <a:moveTo>
                    <a:pt x="77" y="0"/>
                  </a:moveTo>
                  <a:lnTo>
                    <a:pt x="1" y="205"/>
                  </a:lnTo>
                  <a:lnTo>
                    <a:pt x="167" y="524"/>
                  </a:lnTo>
                  <a:lnTo>
                    <a:pt x="231" y="959"/>
                  </a:lnTo>
                  <a:lnTo>
                    <a:pt x="180" y="1100"/>
                  </a:lnTo>
                  <a:lnTo>
                    <a:pt x="231" y="1215"/>
                  </a:lnTo>
                  <a:lnTo>
                    <a:pt x="218" y="1368"/>
                  </a:lnTo>
                  <a:lnTo>
                    <a:pt x="397" y="1470"/>
                  </a:lnTo>
                  <a:lnTo>
                    <a:pt x="384" y="1739"/>
                  </a:lnTo>
                  <a:lnTo>
                    <a:pt x="371" y="1943"/>
                  </a:lnTo>
                  <a:lnTo>
                    <a:pt x="448" y="2135"/>
                  </a:lnTo>
                  <a:lnTo>
                    <a:pt x="499" y="2263"/>
                  </a:lnTo>
                  <a:lnTo>
                    <a:pt x="921" y="2748"/>
                  </a:lnTo>
                  <a:lnTo>
                    <a:pt x="946" y="2876"/>
                  </a:lnTo>
                  <a:lnTo>
                    <a:pt x="934" y="3055"/>
                  </a:lnTo>
                  <a:lnTo>
                    <a:pt x="1113" y="3208"/>
                  </a:lnTo>
                  <a:lnTo>
                    <a:pt x="1279" y="3234"/>
                  </a:lnTo>
                  <a:lnTo>
                    <a:pt x="1368" y="3438"/>
                  </a:lnTo>
                  <a:lnTo>
                    <a:pt x="1458" y="3451"/>
                  </a:lnTo>
                  <a:lnTo>
                    <a:pt x="1675" y="3617"/>
                  </a:lnTo>
                  <a:lnTo>
                    <a:pt x="1879" y="3656"/>
                  </a:lnTo>
                  <a:lnTo>
                    <a:pt x="2058" y="3886"/>
                  </a:lnTo>
                  <a:lnTo>
                    <a:pt x="2122" y="3898"/>
                  </a:lnTo>
                  <a:lnTo>
                    <a:pt x="2327" y="4001"/>
                  </a:lnTo>
                  <a:lnTo>
                    <a:pt x="2634" y="4167"/>
                  </a:lnTo>
                  <a:lnTo>
                    <a:pt x="2697" y="4320"/>
                  </a:lnTo>
                  <a:lnTo>
                    <a:pt x="2761" y="4307"/>
                  </a:lnTo>
                  <a:lnTo>
                    <a:pt x="2851" y="4333"/>
                  </a:lnTo>
                  <a:lnTo>
                    <a:pt x="2927" y="4295"/>
                  </a:lnTo>
                  <a:lnTo>
                    <a:pt x="3081" y="4333"/>
                  </a:lnTo>
                  <a:lnTo>
                    <a:pt x="3145" y="4205"/>
                  </a:lnTo>
                  <a:lnTo>
                    <a:pt x="3158" y="4116"/>
                  </a:lnTo>
                  <a:lnTo>
                    <a:pt x="3158" y="4141"/>
                  </a:lnTo>
                  <a:lnTo>
                    <a:pt x="3260" y="4129"/>
                  </a:lnTo>
                  <a:lnTo>
                    <a:pt x="3362" y="4244"/>
                  </a:lnTo>
                  <a:lnTo>
                    <a:pt x="3362" y="4154"/>
                  </a:lnTo>
                  <a:lnTo>
                    <a:pt x="3311" y="4039"/>
                  </a:lnTo>
                  <a:lnTo>
                    <a:pt x="3311" y="3911"/>
                  </a:lnTo>
                  <a:lnTo>
                    <a:pt x="3209" y="3860"/>
                  </a:lnTo>
                  <a:lnTo>
                    <a:pt x="3183" y="3745"/>
                  </a:lnTo>
                  <a:lnTo>
                    <a:pt x="3119" y="3656"/>
                  </a:lnTo>
                  <a:lnTo>
                    <a:pt x="3106" y="3515"/>
                  </a:lnTo>
                  <a:lnTo>
                    <a:pt x="3030" y="3426"/>
                  </a:lnTo>
                  <a:lnTo>
                    <a:pt x="2953" y="3272"/>
                  </a:lnTo>
                  <a:lnTo>
                    <a:pt x="2851" y="3272"/>
                  </a:lnTo>
                  <a:lnTo>
                    <a:pt x="2761" y="3157"/>
                  </a:lnTo>
                  <a:lnTo>
                    <a:pt x="2672" y="2914"/>
                  </a:lnTo>
                  <a:lnTo>
                    <a:pt x="2710" y="2531"/>
                  </a:lnTo>
                  <a:lnTo>
                    <a:pt x="2595" y="2352"/>
                  </a:lnTo>
                  <a:lnTo>
                    <a:pt x="2595" y="2250"/>
                  </a:lnTo>
                  <a:lnTo>
                    <a:pt x="2685" y="2148"/>
                  </a:lnTo>
                  <a:lnTo>
                    <a:pt x="2646" y="2020"/>
                  </a:lnTo>
                  <a:lnTo>
                    <a:pt x="2723" y="1930"/>
                  </a:lnTo>
                  <a:lnTo>
                    <a:pt x="2710" y="1509"/>
                  </a:lnTo>
                  <a:lnTo>
                    <a:pt x="2506" y="1227"/>
                  </a:lnTo>
                  <a:lnTo>
                    <a:pt x="2314" y="921"/>
                  </a:lnTo>
                  <a:lnTo>
                    <a:pt x="2173" y="869"/>
                  </a:lnTo>
                  <a:lnTo>
                    <a:pt x="1956" y="678"/>
                  </a:lnTo>
                  <a:lnTo>
                    <a:pt x="1777" y="397"/>
                  </a:lnTo>
                  <a:lnTo>
                    <a:pt x="1637" y="371"/>
                  </a:lnTo>
                  <a:lnTo>
                    <a:pt x="1611" y="345"/>
                  </a:lnTo>
                  <a:lnTo>
                    <a:pt x="1470" y="550"/>
                  </a:lnTo>
                  <a:lnTo>
                    <a:pt x="1470" y="652"/>
                  </a:lnTo>
                  <a:lnTo>
                    <a:pt x="1458" y="665"/>
                  </a:lnTo>
                  <a:lnTo>
                    <a:pt x="1381" y="767"/>
                  </a:lnTo>
                  <a:lnTo>
                    <a:pt x="1368" y="780"/>
                  </a:lnTo>
                  <a:lnTo>
                    <a:pt x="1343" y="780"/>
                  </a:lnTo>
                  <a:lnTo>
                    <a:pt x="1151" y="614"/>
                  </a:lnTo>
                  <a:lnTo>
                    <a:pt x="780" y="857"/>
                  </a:lnTo>
                  <a:lnTo>
                    <a:pt x="768" y="869"/>
                  </a:lnTo>
                  <a:lnTo>
                    <a:pt x="755" y="857"/>
                  </a:lnTo>
                  <a:lnTo>
                    <a:pt x="653" y="703"/>
                  </a:lnTo>
                  <a:lnTo>
                    <a:pt x="653" y="691"/>
                  </a:lnTo>
                  <a:lnTo>
                    <a:pt x="653" y="678"/>
                  </a:lnTo>
                  <a:lnTo>
                    <a:pt x="755" y="563"/>
                  </a:lnTo>
                  <a:lnTo>
                    <a:pt x="704" y="320"/>
                  </a:lnTo>
                  <a:lnTo>
                    <a:pt x="550" y="371"/>
                  </a:lnTo>
                  <a:lnTo>
                    <a:pt x="525" y="358"/>
                  </a:lnTo>
                  <a:lnTo>
                    <a:pt x="525" y="345"/>
                  </a:lnTo>
                  <a:lnTo>
                    <a:pt x="499" y="179"/>
                  </a:lnTo>
                  <a:lnTo>
                    <a:pt x="167" y="141"/>
                  </a:lnTo>
                  <a:lnTo>
                    <a:pt x="154" y="141"/>
                  </a:lnTo>
                  <a:lnTo>
                    <a:pt x="154" y="115"/>
                  </a:lnTo>
                  <a:lnTo>
                    <a:pt x="154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1" name="Google Shape;791;p60"/>
            <p:cNvSpPr/>
            <p:nvPr/>
          </p:nvSpPr>
          <p:spPr>
            <a:xfrm>
              <a:off x="5544950" y="3158625"/>
              <a:ext cx="4200" cy="7050"/>
            </a:xfrm>
            <a:custGeom>
              <a:rect b="b" l="l" r="r" t="t"/>
              <a:pathLst>
                <a:path extrusionOk="0" h="282" w="168">
                  <a:moveTo>
                    <a:pt x="52" y="0"/>
                  </a:moveTo>
                  <a:lnTo>
                    <a:pt x="1" y="90"/>
                  </a:lnTo>
                  <a:lnTo>
                    <a:pt x="103" y="281"/>
                  </a:lnTo>
                  <a:lnTo>
                    <a:pt x="167" y="205"/>
                  </a:lnTo>
                  <a:lnTo>
                    <a:pt x="52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2" name="Google Shape;792;p60"/>
            <p:cNvSpPr/>
            <p:nvPr/>
          </p:nvSpPr>
          <p:spPr>
            <a:xfrm>
              <a:off x="5698650" y="3319325"/>
              <a:ext cx="3550" cy="5150"/>
            </a:xfrm>
            <a:custGeom>
              <a:rect b="b" l="l" r="r" t="t"/>
              <a:pathLst>
                <a:path extrusionOk="0" h="206" w="142">
                  <a:moveTo>
                    <a:pt x="0" y="1"/>
                  </a:moveTo>
                  <a:lnTo>
                    <a:pt x="0" y="205"/>
                  </a:lnTo>
                  <a:lnTo>
                    <a:pt x="141" y="10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3" name="Google Shape;793;p60"/>
            <p:cNvSpPr/>
            <p:nvPr/>
          </p:nvSpPr>
          <p:spPr>
            <a:xfrm>
              <a:off x="5541775" y="3128900"/>
              <a:ext cx="3850" cy="7050"/>
            </a:xfrm>
            <a:custGeom>
              <a:rect b="b" l="l" r="r" t="t"/>
              <a:pathLst>
                <a:path extrusionOk="0" h="282" w="154">
                  <a:moveTo>
                    <a:pt x="90" y="1"/>
                  </a:moveTo>
                  <a:lnTo>
                    <a:pt x="0" y="141"/>
                  </a:lnTo>
                  <a:lnTo>
                    <a:pt x="154" y="282"/>
                  </a:lnTo>
                  <a:lnTo>
                    <a:pt x="154" y="180"/>
                  </a:lnTo>
                  <a:lnTo>
                    <a:pt x="102" y="103"/>
                  </a:lnTo>
                  <a:lnTo>
                    <a:pt x="141" y="65"/>
                  </a:lnTo>
                  <a:lnTo>
                    <a:pt x="90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4" name="Google Shape;794;p60"/>
            <p:cNvSpPr/>
            <p:nvPr/>
          </p:nvSpPr>
          <p:spPr>
            <a:xfrm>
              <a:off x="5576925" y="3250650"/>
              <a:ext cx="5125" cy="6725"/>
            </a:xfrm>
            <a:custGeom>
              <a:rect b="b" l="l" r="r" t="t"/>
              <a:pathLst>
                <a:path extrusionOk="0" h="269" w="205">
                  <a:moveTo>
                    <a:pt x="0" y="0"/>
                  </a:moveTo>
                  <a:lnTo>
                    <a:pt x="26" y="166"/>
                  </a:lnTo>
                  <a:lnTo>
                    <a:pt x="77" y="230"/>
                  </a:lnTo>
                  <a:lnTo>
                    <a:pt x="115" y="268"/>
                  </a:lnTo>
                  <a:lnTo>
                    <a:pt x="141" y="268"/>
                  </a:lnTo>
                  <a:lnTo>
                    <a:pt x="179" y="192"/>
                  </a:lnTo>
                  <a:lnTo>
                    <a:pt x="205" y="115"/>
                  </a:lnTo>
                  <a:lnTo>
                    <a:pt x="166" y="38"/>
                  </a:lnTo>
                  <a:lnTo>
                    <a:pt x="64" y="6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5" name="Google Shape;795;p60"/>
            <p:cNvSpPr/>
            <p:nvPr/>
          </p:nvSpPr>
          <p:spPr>
            <a:xfrm>
              <a:off x="5651050" y="3362775"/>
              <a:ext cx="4800" cy="6425"/>
            </a:xfrm>
            <a:custGeom>
              <a:rect b="b" l="l" r="r" t="t"/>
              <a:pathLst>
                <a:path extrusionOk="0" h="257" w="192">
                  <a:moveTo>
                    <a:pt x="64" y="1"/>
                  </a:moveTo>
                  <a:lnTo>
                    <a:pt x="0" y="129"/>
                  </a:lnTo>
                  <a:lnTo>
                    <a:pt x="51" y="193"/>
                  </a:lnTo>
                  <a:lnTo>
                    <a:pt x="102" y="257"/>
                  </a:lnTo>
                  <a:lnTo>
                    <a:pt x="192" y="218"/>
                  </a:lnTo>
                  <a:lnTo>
                    <a:pt x="166" y="142"/>
                  </a:lnTo>
                  <a:lnTo>
                    <a:pt x="141" y="65"/>
                  </a:lnTo>
                  <a:lnTo>
                    <a:pt x="64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6" name="Google Shape;796;p60"/>
            <p:cNvSpPr/>
            <p:nvPr/>
          </p:nvSpPr>
          <p:spPr>
            <a:xfrm>
              <a:off x="5686825" y="3410400"/>
              <a:ext cx="37100" cy="33900"/>
            </a:xfrm>
            <a:custGeom>
              <a:rect b="b" l="l" r="r" t="t"/>
              <a:pathLst>
                <a:path extrusionOk="0" h="1356" w="1484">
                  <a:moveTo>
                    <a:pt x="627" y="0"/>
                  </a:moveTo>
                  <a:lnTo>
                    <a:pt x="525" y="77"/>
                  </a:lnTo>
                  <a:lnTo>
                    <a:pt x="563" y="294"/>
                  </a:lnTo>
                  <a:lnTo>
                    <a:pt x="473" y="256"/>
                  </a:lnTo>
                  <a:lnTo>
                    <a:pt x="410" y="64"/>
                  </a:lnTo>
                  <a:lnTo>
                    <a:pt x="358" y="77"/>
                  </a:lnTo>
                  <a:lnTo>
                    <a:pt x="154" y="192"/>
                  </a:lnTo>
                  <a:lnTo>
                    <a:pt x="180" y="243"/>
                  </a:lnTo>
                  <a:lnTo>
                    <a:pt x="256" y="281"/>
                  </a:lnTo>
                  <a:lnTo>
                    <a:pt x="218" y="333"/>
                  </a:lnTo>
                  <a:lnTo>
                    <a:pt x="1" y="435"/>
                  </a:lnTo>
                  <a:lnTo>
                    <a:pt x="1" y="524"/>
                  </a:lnTo>
                  <a:lnTo>
                    <a:pt x="116" y="537"/>
                  </a:lnTo>
                  <a:lnTo>
                    <a:pt x="180" y="588"/>
                  </a:lnTo>
                  <a:lnTo>
                    <a:pt x="435" y="550"/>
                  </a:lnTo>
                  <a:lnTo>
                    <a:pt x="563" y="652"/>
                  </a:lnTo>
                  <a:lnTo>
                    <a:pt x="563" y="742"/>
                  </a:lnTo>
                  <a:lnTo>
                    <a:pt x="665" y="844"/>
                  </a:lnTo>
                  <a:lnTo>
                    <a:pt x="665" y="1048"/>
                  </a:lnTo>
                  <a:lnTo>
                    <a:pt x="780" y="1138"/>
                  </a:lnTo>
                  <a:lnTo>
                    <a:pt x="985" y="1214"/>
                  </a:lnTo>
                  <a:lnTo>
                    <a:pt x="1074" y="1317"/>
                  </a:lnTo>
                  <a:lnTo>
                    <a:pt x="1202" y="1304"/>
                  </a:lnTo>
                  <a:lnTo>
                    <a:pt x="1202" y="1355"/>
                  </a:lnTo>
                  <a:lnTo>
                    <a:pt x="1330" y="1355"/>
                  </a:lnTo>
                  <a:lnTo>
                    <a:pt x="1304" y="1266"/>
                  </a:lnTo>
                  <a:lnTo>
                    <a:pt x="1458" y="1317"/>
                  </a:lnTo>
                  <a:lnTo>
                    <a:pt x="1483" y="1227"/>
                  </a:lnTo>
                  <a:lnTo>
                    <a:pt x="1343" y="1176"/>
                  </a:lnTo>
                  <a:lnTo>
                    <a:pt x="1279" y="1253"/>
                  </a:lnTo>
                  <a:lnTo>
                    <a:pt x="1164" y="1253"/>
                  </a:lnTo>
                  <a:lnTo>
                    <a:pt x="1215" y="1112"/>
                  </a:lnTo>
                  <a:lnTo>
                    <a:pt x="1228" y="1023"/>
                  </a:lnTo>
                  <a:lnTo>
                    <a:pt x="1394" y="1023"/>
                  </a:lnTo>
                  <a:lnTo>
                    <a:pt x="1330" y="933"/>
                  </a:lnTo>
                  <a:lnTo>
                    <a:pt x="1266" y="869"/>
                  </a:lnTo>
                  <a:lnTo>
                    <a:pt x="972" y="844"/>
                  </a:lnTo>
                  <a:lnTo>
                    <a:pt x="895" y="678"/>
                  </a:lnTo>
                  <a:lnTo>
                    <a:pt x="895" y="524"/>
                  </a:lnTo>
                  <a:lnTo>
                    <a:pt x="857" y="333"/>
                  </a:lnTo>
                  <a:lnTo>
                    <a:pt x="767" y="218"/>
                  </a:lnTo>
                  <a:lnTo>
                    <a:pt x="767" y="141"/>
                  </a:lnTo>
                  <a:lnTo>
                    <a:pt x="627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7" name="Google Shape;797;p60"/>
            <p:cNvSpPr/>
            <p:nvPr/>
          </p:nvSpPr>
          <p:spPr>
            <a:xfrm>
              <a:off x="5532175" y="2964350"/>
              <a:ext cx="165225" cy="303250"/>
            </a:xfrm>
            <a:custGeom>
              <a:rect b="b" l="l" r="r" t="t"/>
              <a:pathLst>
                <a:path extrusionOk="0" h="12130" w="6609">
                  <a:moveTo>
                    <a:pt x="2084" y="1"/>
                  </a:moveTo>
                  <a:lnTo>
                    <a:pt x="1854" y="65"/>
                  </a:lnTo>
                  <a:lnTo>
                    <a:pt x="1841" y="65"/>
                  </a:lnTo>
                  <a:lnTo>
                    <a:pt x="1688" y="13"/>
                  </a:lnTo>
                  <a:lnTo>
                    <a:pt x="1688" y="180"/>
                  </a:lnTo>
                  <a:lnTo>
                    <a:pt x="1675" y="192"/>
                  </a:lnTo>
                  <a:lnTo>
                    <a:pt x="1534" y="282"/>
                  </a:lnTo>
                  <a:lnTo>
                    <a:pt x="1522" y="282"/>
                  </a:lnTo>
                  <a:lnTo>
                    <a:pt x="1330" y="243"/>
                  </a:lnTo>
                  <a:lnTo>
                    <a:pt x="1304" y="499"/>
                  </a:lnTo>
                  <a:lnTo>
                    <a:pt x="1292" y="512"/>
                  </a:lnTo>
                  <a:lnTo>
                    <a:pt x="1279" y="512"/>
                  </a:lnTo>
                  <a:lnTo>
                    <a:pt x="729" y="614"/>
                  </a:lnTo>
                  <a:lnTo>
                    <a:pt x="716" y="614"/>
                  </a:lnTo>
                  <a:lnTo>
                    <a:pt x="499" y="512"/>
                  </a:lnTo>
                  <a:lnTo>
                    <a:pt x="474" y="640"/>
                  </a:lnTo>
                  <a:lnTo>
                    <a:pt x="461" y="652"/>
                  </a:lnTo>
                  <a:lnTo>
                    <a:pt x="320" y="755"/>
                  </a:lnTo>
                  <a:lnTo>
                    <a:pt x="218" y="959"/>
                  </a:lnTo>
                  <a:lnTo>
                    <a:pt x="282" y="1023"/>
                  </a:lnTo>
                  <a:lnTo>
                    <a:pt x="282" y="1036"/>
                  </a:lnTo>
                  <a:lnTo>
                    <a:pt x="282" y="1049"/>
                  </a:lnTo>
                  <a:lnTo>
                    <a:pt x="205" y="1202"/>
                  </a:lnTo>
                  <a:lnTo>
                    <a:pt x="231" y="1496"/>
                  </a:lnTo>
                  <a:lnTo>
                    <a:pt x="231" y="1509"/>
                  </a:lnTo>
                  <a:lnTo>
                    <a:pt x="218" y="1521"/>
                  </a:lnTo>
                  <a:lnTo>
                    <a:pt x="1" y="1611"/>
                  </a:lnTo>
                  <a:lnTo>
                    <a:pt x="77" y="1764"/>
                  </a:lnTo>
                  <a:lnTo>
                    <a:pt x="129" y="1739"/>
                  </a:lnTo>
                  <a:lnTo>
                    <a:pt x="141" y="1739"/>
                  </a:lnTo>
                  <a:lnTo>
                    <a:pt x="154" y="1752"/>
                  </a:lnTo>
                  <a:lnTo>
                    <a:pt x="269" y="2033"/>
                  </a:lnTo>
                  <a:lnTo>
                    <a:pt x="269" y="2045"/>
                  </a:lnTo>
                  <a:lnTo>
                    <a:pt x="256" y="2058"/>
                  </a:lnTo>
                  <a:lnTo>
                    <a:pt x="167" y="2109"/>
                  </a:lnTo>
                  <a:lnTo>
                    <a:pt x="742" y="2800"/>
                  </a:lnTo>
                  <a:lnTo>
                    <a:pt x="844" y="2800"/>
                  </a:lnTo>
                  <a:lnTo>
                    <a:pt x="857" y="2812"/>
                  </a:lnTo>
                  <a:lnTo>
                    <a:pt x="870" y="2825"/>
                  </a:lnTo>
                  <a:lnTo>
                    <a:pt x="870" y="3157"/>
                  </a:lnTo>
                  <a:lnTo>
                    <a:pt x="959" y="3375"/>
                  </a:lnTo>
                  <a:lnTo>
                    <a:pt x="1062" y="3336"/>
                  </a:lnTo>
                  <a:lnTo>
                    <a:pt x="1177" y="3336"/>
                  </a:lnTo>
                  <a:lnTo>
                    <a:pt x="1177" y="3362"/>
                  </a:lnTo>
                  <a:lnTo>
                    <a:pt x="1125" y="3579"/>
                  </a:lnTo>
                  <a:lnTo>
                    <a:pt x="1125" y="3592"/>
                  </a:lnTo>
                  <a:lnTo>
                    <a:pt x="1113" y="3605"/>
                  </a:lnTo>
                  <a:lnTo>
                    <a:pt x="959" y="3605"/>
                  </a:lnTo>
                  <a:lnTo>
                    <a:pt x="883" y="4116"/>
                  </a:lnTo>
                  <a:lnTo>
                    <a:pt x="883" y="4129"/>
                  </a:lnTo>
                  <a:lnTo>
                    <a:pt x="844" y="4154"/>
                  </a:lnTo>
                  <a:lnTo>
                    <a:pt x="563" y="4308"/>
                  </a:lnTo>
                  <a:lnTo>
                    <a:pt x="601" y="4576"/>
                  </a:lnTo>
                  <a:lnTo>
                    <a:pt x="985" y="5087"/>
                  </a:lnTo>
                  <a:lnTo>
                    <a:pt x="1279" y="5330"/>
                  </a:lnTo>
                  <a:lnTo>
                    <a:pt x="1292" y="5343"/>
                  </a:lnTo>
                  <a:lnTo>
                    <a:pt x="1407" y="5905"/>
                  </a:lnTo>
                  <a:lnTo>
                    <a:pt x="1407" y="5918"/>
                  </a:lnTo>
                  <a:lnTo>
                    <a:pt x="1330" y="6071"/>
                  </a:lnTo>
                  <a:lnTo>
                    <a:pt x="1394" y="6353"/>
                  </a:lnTo>
                  <a:lnTo>
                    <a:pt x="1573" y="6468"/>
                  </a:lnTo>
                  <a:lnTo>
                    <a:pt x="1586" y="6480"/>
                  </a:lnTo>
                  <a:lnTo>
                    <a:pt x="1637" y="6800"/>
                  </a:lnTo>
                  <a:lnTo>
                    <a:pt x="1701" y="6825"/>
                  </a:lnTo>
                  <a:lnTo>
                    <a:pt x="1701" y="6838"/>
                  </a:lnTo>
                  <a:lnTo>
                    <a:pt x="1790" y="7145"/>
                  </a:lnTo>
                  <a:lnTo>
                    <a:pt x="1790" y="7158"/>
                  </a:lnTo>
                  <a:lnTo>
                    <a:pt x="1713" y="7273"/>
                  </a:lnTo>
                  <a:lnTo>
                    <a:pt x="1688" y="7286"/>
                  </a:lnTo>
                  <a:lnTo>
                    <a:pt x="1649" y="7286"/>
                  </a:lnTo>
                  <a:lnTo>
                    <a:pt x="1624" y="7452"/>
                  </a:lnTo>
                  <a:lnTo>
                    <a:pt x="1624" y="7464"/>
                  </a:lnTo>
                  <a:lnTo>
                    <a:pt x="1317" y="7822"/>
                  </a:lnTo>
                  <a:lnTo>
                    <a:pt x="1304" y="7822"/>
                  </a:lnTo>
                  <a:lnTo>
                    <a:pt x="1253" y="7861"/>
                  </a:lnTo>
                  <a:lnTo>
                    <a:pt x="1240" y="7937"/>
                  </a:lnTo>
                  <a:lnTo>
                    <a:pt x="1228" y="7950"/>
                  </a:lnTo>
                  <a:lnTo>
                    <a:pt x="1087" y="8014"/>
                  </a:lnTo>
                  <a:lnTo>
                    <a:pt x="1049" y="8334"/>
                  </a:lnTo>
                  <a:lnTo>
                    <a:pt x="883" y="8589"/>
                  </a:lnTo>
                  <a:lnTo>
                    <a:pt x="895" y="8615"/>
                  </a:lnTo>
                  <a:lnTo>
                    <a:pt x="832" y="8921"/>
                  </a:lnTo>
                  <a:lnTo>
                    <a:pt x="691" y="9241"/>
                  </a:lnTo>
                  <a:lnTo>
                    <a:pt x="729" y="9394"/>
                  </a:lnTo>
                  <a:lnTo>
                    <a:pt x="678" y="9522"/>
                  </a:lnTo>
                  <a:lnTo>
                    <a:pt x="576" y="9803"/>
                  </a:lnTo>
                  <a:lnTo>
                    <a:pt x="678" y="10072"/>
                  </a:lnTo>
                  <a:lnTo>
                    <a:pt x="755" y="10110"/>
                  </a:lnTo>
                  <a:lnTo>
                    <a:pt x="653" y="10136"/>
                  </a:lnTo>
                  <a:lnTo>
                    <a:pt x="653" y="10238"/>
                  </a:lnTo>
                  <a:lnTo>
                    <a:pt x="704" y="10391"/>
                  </a:lnTo>
                  <a:lnTo>
                    <a:pt x="793" y="10340"/>
                  </a:lnTo>
                  <a:lnTo>
                    <a:pt x="793" y="10046"/>
                  </a:lnTo>
                  <a:lnTo>
                    <a:pt x="857" y="9918"/>
                  </a:lnTo>
                  <a:lnTo>
                    <a:pt x="985" y="10021"/>
                  </a:lnTo>
                  <a:lnTo>
                    <a:pt x="1036" y="10187"/>
                  </a:lnTo>
                  <a:lnTo>
                    <a:pt x="1189" y="10187"/>
                  </a:lnTo>
                  <a:lnTo>
                    <a:pt x="1266" y="10327"/>
                  </a:lnTo>
                  <a:lnTo>
                    <a:pt x="1317" y="10545"/>
                  </a:lnTo>
                  <a:lnTo>
                    <a:pt x="1317" y="10430"/>
                  </a:lnTo>
                  <a:lnTo>
                    <a:pt x="1547" y="10583"/>
                  </a:lnTo>
                  <a:lnTo>
                    <a:pt x="1560" y="10839"/>
                  </a:lnTo>
                  <a:lnTo>
                    <a:pt x="1726" y="10724"/>
                  </a:lnTo>
                  <a:lnTo>
                    <a:pt x="1726" y="10724"/>
                  </a:lnTo>
                  <a:lnTo>
                    <a:pt x="1662" y="10839"/>
                  </a:lnTo>
                  <a:lnTo>
                    <a:pt x="1777" y="10954"/>
                  </a:lnTo>
                  <a:lnTo>
                    <a:pt x="1790" y="11132"/>
                  </a:lnTo>
                  <a:lnTo>
                    <a:pt x="2135" y="11452"/>
                  </a:lnTo>
                  <a:lnTo>
                    <a:pt x="2135" y="11465"/>
                  </a:lnTo>
                  <a:lnTo>
                    <a:pt x="2212" y="11286"/>
                  </a:lnTo>
                  <a:lnTo>
                    <a:pt x="2225" y="11273"/>
                  </a:lnTo>
                  <a:lnTo>
                    <a:pt x="2340" y="11273"/>
                  </a:lnTo>
                  <a:lnTo>
                    <a:pt x="2352" y="11286"/>
                  </a:lnTo>
                  <a:lnTo>
                    <a:pt x="2352" y="11414"/>
                  </a:lnTo>
                  <a:lnTo>
                    <a:pt x="2672" y="11452"/>
                  </a:lnTo>
                  <a:lnTo>
                    <a:pt x="2685" y="11465"/>
                  </a:lnTo>
                  <a:lnTo>
                    <a:pt x="2697" y="11465"/>
                  </a:lnTo>
                  <a:lnTo>
                    <a:pt x="2723" y="11631"/>
                  </a:lnTo>
                  <a:lnTo>
                    <a:pt x="2864" y="11580"/>
                  </a:lnTo>
                  <a:lnTo>
                    <a:pt x="2889" y="11580"/>
                  </a:lnTo>
                  <a:lnTo>
                    <a:pt x="2902" y="11593"/>
                  </a:lnTo>
                  <a:lnTo>
                    <a:pt x="2953" y="11874"/>
                  </a:lnTo>
                  <a:lnTo>
                    <a:pt x="2953" y="11899"/>
                  </a:lnTo>
                  <a:lnTo>
                    <a:pt x="2864" y="12002"/>
                  </a:lnTo>
                  <a:lnTo>
                    <a:pt x="2940" y="12129"/>
                  </a:lnTo>
                  <a:lnTo>
                    <a:pt x="3298" y="11887"/>
                  </a:lnTo>
                  <a:lnTo>
                    <a:pt x="3311" y="11874"/>
                  </a:lnTo>
                  <a:lnTo>
                    <a:pt x="3324" y="11887"/>
                  </a:lnTo>
                  <a:lnTo>
                    <a:pt x="3515" y="12040"/>
                  </a:lnTo>
                  <a:lnTo>
                    <a:pt x="3579" y="11950"/>
                  </a:lnTo>
                  <a:lnTo>
                    <a:pt x="3579" y="11861"/>
                  </a:lnTo>
                  <a:lnTo>
                    <a:pt x="3592" y="11848"/>
                  </a:lnTo>
                  <a:lnTo>
                    <a:pt x="3733" y="11631"/>
                  </a:lnTo>
                  <a:lnTo>
                    <a:pt x="3541" y="11478"/>
                  </a:lnTo>
                  <a:lnTo>
                    <a:pt x="3337" y="11196"/>
                  </a:lnTo>
                  <a:lnTo>
                    <a:pt x="3183" y="11081"/>
                  </a:lnTo>
                  <a:lnTo>
                    <a:pt x="3030" y="11171"/>
                  </a:lnTo>
                  <a:lnTo>
                    <a:pt x="2876" y="11145"/>
                  </a:lnTo>
                  <a:lnTo>
                    <a:pt x="2710" y="11030"/>
                  </a:lnTo>
                  <a:lnTo>
                    <a:pt x="2455" y="10711"/>
                  </a:lnTo>
                  <a:lnTo>
                    <a:pt x="2404" y="10698"/>
                  </a:lnTo>
                  <a:lnTo>
                    <a:pt x="2327" y="10749"/>
                  </a:lnTo>
                  <a:lnTo>
                    <a:pt x="2199" y="10455"/>
                  </a:lnTo>
                  <a:lnTo>
                    <a:pt x="2250" y="10391"/>
                  </a:lnTo>
                  <a:lnTo>
                    <a:pt x="2327" y="10417"/>
                  </a:lnTo>
                  <a:lnTo>
                    <a:pt x="2429" y="10685"/>
                  </a:lnTo>
                  <a:lnTo>
                    <a:pt x="2416" y="10596"/>
                  </a:lnTo>
                  <a:lnTo>
                    <a:pt x="2378" y="10404"/>
                  </a:lnTo>
                  <a:lnTo>
                    <a:pt x="2212" y="9803"/>
                  </a:lnTo>
                  <a:lnTo>
                    <a:pt x="2212" y="9918"/>
                  </a:lnTo>
                  <a:lnTo>
                    <a:pt x="2058" y="9778"/>
                  </a:lnTo>
                  <a:lnTo>
                    <a:pt x="2007" y="9382"/>
                  </a:lnTo>
                  <a:lnTo>
                    <a:pt x="1931" y="9139"/>
                  </a:lnTo>
                  <a:lnTo>
                    <a:pt x="1803" y="9100"/>
                  </a:lnTo>
                  <a:lnTo>
                    <a:pt x="1675" y="9190"/>
                  </a:lnTo>
                  <a:lnTo>
                    <a:pt x="1522" y="9241"/>
                  </a:lnTo>
                  <a:lnTo>
                    <a:pt x="1419" y="9164"/>
                  </a:lnTo>
                  <a:lnTo>
                    <a:pt x="1509" y="9088"/>
                  </a:lnTo>
                  <a:lnTo>
                    <a:pt x="1407" y="8870"/>
                  </a:lnTo>
                  <a:lnTo>
                    <a:pt x="1394" y="8436"/>
                  </a:lnTo>
                  <a:lnTo>
                    <a:pt x="1445" y="8385"/>
                  </a:lnTo>
                  <a:lnTo>
                    <a:pt x="1368" y="8321"/>
                  </a:lnTo>
                  <a:lnTo>
                    <a:pt x="1458" y="8334"/>
                  </a:lnTo>
                  <a:lnTo>
                    <a:pt x="1496" y="8282"/>
                  </a:lnTo>
                  <a:lnTo>
                    <a:pt x="1458" y="8167"/>
                  </a:lnTo>
                  <a:lnTo>
                    <a:pt x="1649" y="7912"/>
                  </a:lnTo>
                  <a:lnTo>
                    <a:pt x="1649" y="7707"/>
                  </a:lnTo>
                  <a:lnTo>
                    <a:pt x="1713" y="7669"/>
                  </a:lnTo>
                  <a:lnTo>
                    <a:pt x="1713" y="7567"/>
                  </a:lnTo>
                  <a:lnTo>
                    <a:pt x="1777" y="7311"/>
                  </a:lnTo>
                  <a:lnTo>
                    <a:pt x="1943" y="7107"/>
                  </a:lnTo>
                  <a:lnTo>
                    <a:pt x="1931" y="7030"/>
                  </a:lnTo>
                  <a:lnTo>
                    <a:pt x="2097" y="6813"/>
                  </a:lnTo>
                  <a:lnTo>
                    <a:pt x="2020" y="6314"/>
                  </a:lnTo>
                  <a:lnTo>
                    <a:pt x="2148" y="6033"/>
                  </a:lnTo>
                  <a:lnTo>
                    <a:pt x="2020" y="5892"/>
                  </a:lnTo>
                  <a:lnTo>
                    <a:pt x="2161" y="5726"/>
                  </a:lnTo>
                  <a:lnTo>
                    <a:pt x="2519" y="5688"/>
                  </a:lnTo>
                  <a:lnTo>
                    <a:pt x="2800" y="5714"/>
                  </a:lnTo>
                  <a:lnTo>
                    <a:pt x="2851" y="5816"/>
                  </a:lnTo>
                  <a:lnTo>
                    <a:pt x="2710" y="5944"/>
                  </a:lnTo>
                  <a:lnTo>
                    <a:pt x="2774" y="6135"/>
                  </a:lnTo>
                  <a:lnTo>
                    <a:pt x="2825" y="6276"/>
                  </a:lnTo>
                  <a:lnTo>
                    <a:pt x="2774" y="6404"/>
                  </a:lnTo>
                  <a:lnTo>
                    <a:pt x="2876" y="6442"/>
                  </a:lnTo>
                  <a:lnTo>
                    <a:pt x="3017" y="6391"/>
                  </a:lnTo>
                  <a:lnTo>
                    <a:pt x="3106" y="6442"/>
                  </a:lnTo>
                  <a:lnTo>
                    <a:pt x="3145" y="6442"/>
                  </a:lnTo>
                  <a:lnTo>
                    <a:pt x="3273" y="6404"/>
                  </a:lnTo>
                  <a:lnTo>
                    <a:pt x="3452" y="6455"/>
                  </a:lnTo>
                  <a:lnTo>
                    <a:pt x="3515" y="6391"/>
                  </a:lnTo>
                  <a:lnTo>
                    <a:pt x="3579" y="6493"/>
                  </a:lnTo>
                  <a:lnTo>
                    <a:pt x="3758" y="6519"/>
                  </a:lnTo>
                  <a:lnTo>
                    <a:pt x="3784" y="6621"/>
                  </a:lnTo>
                  <a:lnTo>
                    <a:pt x="3912" y="6736"/>
                  </a:lnTo>
                  <a:lnTo>
                    <a:pt x="3937" y="6787"/>
                  </a:lnTo>
                  <a:lnTo>
                    <a:pt x="3873" y="6851"/>
                  </a:lnTo>
                  <a:lnTo>
                    <a:pt x="3899" y="6979"/>
                  </a:lnTo>
                  <a:lnTo>
                    <a:pt x="4039" y="6966"/>
                  </a:lnTo>
                  <a:lnTo>
                    <a:pt x="3976" y="6851"/>
                  </a:lnTo>
                  <a:lnTo>
                    <a:pt x="4039" y="6838"/>
                  </a:lnTo>
                  <a:lnTo>
                    <a:pt x="4167" y="6915"/>
                  </a:lnTo>
                  <a:lnTo>
                    <a:pt x="4167" y="6813"/>
                  </a:lnTo>
                  <a:lnTo>
                    <a:pt x="4231" y="6877"/>
                  </a:lnTo>
                  <a:lnTo>
                    <a:pt x="4244" y="6647"/>
                  </a:lnTo>
                  <a:lnTo>
                    <a:pt x="4052" y="6455"/>
                  </a:lnTo>
                  <a:lnTo>
                    <a:pt x="4039" y="6442"/>
                  </a:lnTo>
                  <a:lnTo>
                    <a:pt x="4039" y="6123"/>
                  </a:lnTo>
                  <a:lnTo>
                    <a:pt x="3912" y="5982"/>
                  </a:lnTo>
                  <a:lnTo>
                    <a:pt x="3912" y="5969"/>
                  </a:lnTo>
                  <a:lnTo>
                    <a:pt x="3861" y="5688"/>
                  </a:lnTo>
                  <a:lnTo>
                    <a:pt x="3873" y="5675"/>
                  </a:lnTo>
                  <a:lnTo>
                    <a:pt x="3886" y="5662"/>
                  </a:lnTo>
                  <a:lnTo>
                    <a:pt x="4065" y="5662"/>
                  </a:lnTo>
                  <a:lnTo>
                    <a:pt x="4065" y="5573"/>
                  </a:lnTo>
                  <a:lnTo>
                    <a:pt x="4065" y="5560"/>
                  </a:lnTo>
                  <a:lnTo>
                    <a:pt x="4167" y="5496"/>
                  </a:lnTo>
                  <a:lnTo>
                    <a:pt x="4487" y="5074"/>
                  </a:lnTo>
                  <a:lnTo>
                    <a:pt x="4500" y="5062"/>
                  </a:lnTo>
                  <a:lnTo>
                    <a:pt x="4985" y="4921"/>
                  </a:lnTo>
                  <a:lnTo>
                    <a:pt x="5011" y="4921"/>
                  </a:lnTo>
                  <a:lnTo>
                    <a:pt x="5024" y="4934"/>
                  </a:lnTo>
                  <a:lnTo>
                    <a:pt x="5036" y="4998"/>
                  </a:lnTo>
                  <a:lnTo>
                    <a:pt x="5663" y="5023"/>
                  </a:lnTo>
                  <a:lnTo>
                    <a:pt x="5816" y="4959"/>
                  </a:lnTo>
                  <a:lnTo>
                    <a:pt x="5829" y="4959"/>
                  </a:lnTo>
                  <a:lnTo>
                    <a:pt x="6059" y="4998"/>
                  </a:lnTo>
                  <a:lnTo>
                    <a:pt x="6084" y="4998"/>
                  </a:lnTo>
                  <a:lnTo>
                    <a:pt x="6161" y="5113"/>
                  </a:lnTo>
                  <a:lnTo>
                    <a:pt x="6212" y="5023"/>
                  </a:lnTo>
                  <a:lnTo>
                    <a:pt x="6442" y="4870"/>
                  </a:lnTo>
                  <a:lnTo>
                    <a:pt x="6506" y="4474"/>
                  </a:lnTo>
                  <a:lnTo>
                    <a:pt x="6468" y="4372"/>
                  </a:lnTo>
                  <a:lnTo>
                    <a:pt x="6468" y="4359"/>
                  </a:lnTo>
                  <a:lnTo>
                    <a:pt x="6519" y="4295"/>
                  </a:lnTo>
                  <a:lnTo>
                    <a:pt x="6468" y="4193"/>
                  </a:lnTo>
                  <a:lnTo>
                    <a:pt x="6468" y="4167"/>
                  </a:lnTo>
                  <a:lnTo>
                    <a:pt x="6481" y="4154"/>
                  </a:lnTo>
                  <a:lnTo>
                    <a:pt x="6570" y="4154"/>
                  </a:lnTo>
                  <a:lnTo>
                    <a:pt x="6608" y="3963"/>
                  </a:lnTo>
                  <a:lnTo>
                    <a:pt x="6429" y="3822"/>
                  </a:lnTo>
                  <a:lnTo>
                    <a:pt x="6417" y="3796"/>
                  </a:lnTo>
                  <a:lnTo>
                    <a:pt x="6455" y="3656"/>
                  </a:lnTo>
                  <a:lnTo>
                    <a:pt x="6161" y="3592"/>
                  </a:lnTo>
                  <a:lnTo>
                    <a:pt x="6135" y="3579"/>
                  </a:lnTo>
                  <a:lnTo>
                    <a:pt x="6097" y="3387"/>
                  </a:lnTo>
                  <a:lnTo>
                    <a:pt x="6046" y="3439"/>
                  </a:lnTo>
                  <a:lnTo>
                    <a:pt x="6033" y="3439"/>
                  </a:lnTo>
                  <a:lnTo>
                    <a:pt x="6020" y="3426"/>
                  </a:lnTo>
                  <a:lnTo>
                    <a:pt x="5931" y="3209"/>
                  </a:lnTo>
                  <a:lnTo>
                    <a:pt x="5880" y="2825"/>
                  </a:lnTo>
                  <a:lnTo>
                    <a:pt x="5880" y="2812"/>
                  </a:lnTo>
                  <a:lnTo>
                    <a:pt x="5957" y="2582"/>
                  </a:lnTo>
                  <a:lnTo>
                    <a:pt x="5842" y="2518"/>
                  </a:lnTo>
                  <a:lnTo>
                    <a:pt x="5842" y="2506"/>
                  </a:lnTo>
                  <a:lnTo>
                    <a:pt x="5842" y="2480"/>
                  </a:lnTo>
                  <a:lnTo>
                    <a:pt x="5944" y="2391"/>
                  </a:lnTo>
                  <a:lnTo>
                    <a:pt x="5739" y="2276"/>
                  </a:lnTo>
                  <a:lnTo>
                    <a:pt x="5407" y="2007"/>
                  </a:lnTo>
                  <a:lnTo>
                    <a:pt x="5394" y="2007"/>
                  </a:lnTo>
                  <a:lnTo>
                    <a:pt x="5266" y="1752"/>
                  </a:lnTo>
                  <a:lnTo>
                    <a:pt x="5190" y="1815"/>
                  </a:lnTo>
                  <a:lnTo>
                    <a:pt x="5177" y="1828"/>
                  </a:lnTo>
                  <a:lnTo>
                    <a:pt x="5164" y="1828"/>
                  </a:lnTo>
                  <a:lnTo>
                    <a:pt x="5113" y="1790"/>
                  </a:lnTo>
                  <a:lnTo>
                    <a:pt x="4730" y="1637"/>
                  </a:lnTo>
                  <a:lnTo>
                    <a:pt x="4666" y="1675"/>
                  </a:lnTo>
                  <a:lnTo>
                    <a:pt x="4742" y="1790"/>
                  </a:lnTo>
                  <a:lnTo>
                    <a:pt x="4742" y="1815"/>
                  </a:lnTo>
                  <a:lnTo>
                    <a:pt x="4742" y="1828"/>
                  </a:lnTo>
                  <a:lnTo>
                    <a:pt x="4551" y="1956"/>
                  </a:lnTo>
                  <a:lnTo>
                    <a:pt x="4448" y="2020"/>
                  </a:lnTo>
                  <a:lnTo>
                    <a:pt x="4385" y="2045"/>
                  </a:lnTo>
                  <a:lnTo>
                    <a:pt x="4039" y="2020"/>
                  </a:lnTo>
                  <a:lnTo>
                    <a:pt x="4027" y="2020"/>
                  </a:lnTo>
                  <a:lnTo>
                    <a:pt x="3694" y="1918"/>
                  </a:lnTo>
                  <a:lnTo>
                    <a:pt x="3605" y="2033"/>
                  </a:lnTo>
                  <a:lnTo>
                    <a:pt x="3592" y="2045"/>
                  </a:lnTo>
                  <a:lnTo>
                    <a:pt x="3579" y="2045"/>
                  </a:lnTo>
                  <a:lnTo>
                    <a:pt x="3579" y="2033"/>
                  </a:lnTo>
                  <a:lnTo>
                    <a:pt x="3567" y="2020"/>
                  </a:lnTo>
                  <a:lnTo>
                    <a:pt x="3567" y="1994"/>
                  </a:lnTo>
                  <a:lnTo>
                    <a:pt x="2915" y="2467"/>
                  </a:lnTo>
                  <a:lnTo>
                    <a:pt x="2902" y="2467"/>
                  </a:lnTo>
                  <a:lnTo>
                    <a:pt x="2749" y="2416"/>
                  </a:lnTo>
                  <a:lnTo>
                    <a:pt x="2736" y="2403"/>
                  </a:lnTo>
                  <a:lnTo>
                    <a:pt x="2736" y="2391"/>
                  </a:lnTo>
                  <a:lnTo>
                    <a:pt x="2953" y="1790"/>
                  </a:lnTo>
                  <a:lnTo>
                    <a:pt x="2876" y="1624"/>
                  </a:lnTo>
                  <a:lnTo>
                    <a:pt x="2864" y="1611"/>
                  </a:lnTo>
                  <a:lnTo>
                    <a:pt x="2876" y="1598"/>
                  </a:lnTo>
                  <a:lnTo>
                    <a:pt x="3017" y="1458"/>
                  </a:lnTo>
                  <a:lnTo>
                    <a:pt x="3030" y="1279"/>
                  </a:lnTo>
                  <a:lnTo>
                    <a:pt x="3030" y="1266"/>
                  </a:lnTo>
                  <a:lnTo>
                    <a:pt x="3119" y="1138"/>
                  </a:lnTo>
                  <a:lnTo>
                    <a:pt x="3068" y="1138"/>
                  </a:lnTo>
                  <a:lnTo>
                    <a:pt x="3043" y="1125"/>
                  </a:lnTo>
                  <a:lnTo>
                    <a:pt x="2953" y="844"/>
                  </a:lnTo>
                  <a:lnTo>
                    <a:pt x="2953" y="831"/>
                  </a:lnTo>
                  <a:lnTo>
                    <a:pt x="2991" y="704"/>
                  </a:lnTo>
                  <a:lnTo>
                    <a:pt x="2825" y="640"/>
                  </a:lnTo>
                  <a:lnTo>
                    <a:pt x="2710" y="806"/>
                  </a:lnTo>
                  <a:lnTo>
                    <a:pt x="2697" y="819"/>
                  </a:lnTo>
                  <a:lnTo>
                    <a:pt x="2685" y="819"/>
                  </a:lnTo>
                  <a:lnTo>
                    <a:pt x="2582" y="755"/>
                  </a:lnTo>
                  <a:lnTo>
                    <a:pt x="2404" y="780"/>
                  </a:lnTo>
                  <a:lnTo>
                    <a:pt x="2391" y="780"/>
                  </a:lnTo>
                  <a:lnTo>
                    <a:pt x="2378" y="767"/>
                  </a:lnTo>
                  <a:lnTo>
                    <a:pt x="2301" y="614"/>
                  </a:lnTo>
                  <a:lnTo>
                    <a:pt x="2301" y="601"/>
                  </a:lnTo>
                  <a:lnTo>
                    <a:pt x="2519" y="231"/>
                  </a:lnTo>
                  <a:lnTo>
                    <a:pt x="2327" y="26"/>
                  </a:lnTo>
                  <a:lnTo>
                    <a:pt x="2186" y="141"/>
                  </a:lnTo>
                  <a:lnTo>
                    <a:pt x="2161" y="141"/>
                  </a:lnTo>
                  <a:lnTo>
                    <a:pt x="2084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8" name="Google Shape;798;p60"/>
            <p:cNvSpPr/>
            <p:nvPr/>
          </p:nvSpPr>
          <p:spPr>
            <a:xfrm>
              <a:off x="5707925" y="3313250"/>
              <a:ext cx="2900" cy="7075"/>
            </a:xfrm>
            <a:custGeom>
              <a:rect b="b" l="l" r="r" t="t"/>
              <a:pathLst>
                <a:path extrusionOk="0" h="283" w="116">
                  <a:moveTo>
                    <a:pt x="64" y="1"/>
                  </a:moveTo>
                  <a:lnTo>
                    <a:pt x="0" y="244"/>
                  </a:lnTo>
                  <a:lnTo>
                    <a:pt x="115" y="282"/>
                  </a:lnTo>
                  <a:lnTo>
                    <a:pt x="115" y="27"/>
                  </a:lnTo>
                  <a:lnTo>
                    <a:pt x="64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9" name="Google Shape;799;p60"/>
            <p:cNvSpPr/>
            <p:nvPr/>
          </p:nvSpPr>
          <p:spPr>
            <a:xfrm>
              <a:off x="6181450" y="3539475"/>
              <a:ext cx="5450" cy="6100"/>
            </a:xfrm>
            <a:custGeom>
              <a:rect b="b" l="l" r="r" t="t"/>
              <a:pathLst>
                <a:path extrusionOk="0" h="244" w="218">
                  <a:moveTo>
                    <a:pt x="0" y="1"/>
                  </a:moveTo>
                  <a:lnTo>
                    <a:pt x="90" y="243"/>
                  </a:lnTo>
                  <a:lnTo>
                    <a:pt x="217" y="90"/>
                  </a:lnTo>
                  <a:lnTo>
                    <a:pt x="179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0" name="Google Shape;800;p60"/>
            <p:cNvSpPr/>
            <p:nvPr/>
          </p:nvSpPr>
          <p:spPr>
            <a:xfrm>
              <a:off x="5980475" y="3545550"/>
              <a:ext cx="85000" cy="17600"/>
            </a:xfrm>
            <a:custGeom>
              <a:rect b="b" l="l" r="r" t="t"/>
              <a:pathLst>
                <a:path extrusionOk="0" h="704" w="3400">
                  <a:moveTo>
                    <a:pt x="2671" y="0"/>
                  </a:moveTo>
                  <a:lnTo>
                    <a:pt x="2492" y="90"/>
                  </a:lnTo>
                  <a:lnTo>
                    <a:pt x="2671" y="90"/>
                  </a:lnTo>
                  <a:lnTo>
                    <a:pt x="2658" y="128"/>
                  </a:lnTo>
                  <a:lnTo>
                    <a:pt x="2454" y="243"/>
                  </a:lnTo>
                  <a:lnTo>
                    <a:pt x="2313" y="294"/>
                  </a:lnTo>
                  <a:lnTo>
                    <a:pt x="2262" y="384"/>
                  </a:lnTo>
                  <a:lnTo>
                    <a:pt x="2058" y="346"/>
                  </a:lnTo>
                  <a:lnTo>
                    <a:pt x="1892" y="256"/>
                  </a:lnTo>
                  <a:lnTo>
                    <a:pt x="1700" y="346"/>
                  </a:lnTo>
                  <a:lnTo>
                    <a:pt x="1585" y="307"/>
                  </a:lnTo>
                  <a:lnTo>
                    <a:pt x="1470" y="371"/>
                  </a:lnTo>
                  <a:lnTo>
                    <a:pt x="895" y="154"/>
                  </a:lnTo>
                  <a:lnTo>
                    <a:pt x="729" y="116"/>
                  </a:lnTo>
                  <a:lnTo>
                    <a:pt x="562" y="90"/>
                  </a:lnTo>
                  <a:lnTo>
                    <a:pt x="268" y="256"/>
                  </a:lnTo>
                  <a:lnTo>
                    <a:pt x="141" y="307"/>
                  </a:lnTo>
                  <a:lnTo>
                    <a:pt x="0" y="422"/>
                  </a:lnTo>
                  <a:lnTo>
                    <a:pt x="179" y="614"/>
                  </a:lnTo>
                  <a:lnTo>
                    <a:pt x="435" y="512"/>
                  </a:lnTo>
                  <a:lnTo>
                    <a:pt x="460" y="550"/>
                  </a:lnTo>
                  <a:lnTo>
                    <a:pt x="703" y="550"/>
                  </a:lnTo>
                  <a:lnTo>
                    <a:pt x="1010" y="640"/>
                  </a:lnTo>
                  <a:lnTo>
                    <a:pt x="1022" y="703"/>
                  </a:lnTo>
                  <a:lnTo>
                    <a:pt x="1278" y="678"/>
                  </a:lnTo>
                  <a:lnTo>
                    <a:pt x="1419" y="576"/>
                  </a:lnTo>
                  <a:lnTo>
                    <a:pt x="1585" y="640"/>
                  </a:lnTo>
                  <a:lnTo>
                    <a:pt x="1917" y="512"/>
                  </a:lnTo>
                  <a:lnTo>
                    <a:pt x="2045" y="448"/>
                  </a:lnTo>
                  <a:lnTo>
                    <a:pt x="2109" y="537"/>
                  </a:lnTo>
                  <a:lnTo>
                    <a:pt x="2479" y="448"/>
                  </a:lnTo>
                  <a:lnTo>
                    <a:pt x="2620" y="448"/>
                  </a:lnTo>
                  <a:lnTo>
                    <a:pt x="2543" y="307"/>
                  </a:lnTo>
                  <a:lnTo>
                    <a:pt x="2722" y="167"/>
                  </a:lnTo>
                  <a:lnTo>
                    <a:pt x="2748" y="294"/>
                  </a:lnTo>
                  <a:lnTo>
                    <a:pt x="3055" y="231"/>
                  </a:lnTo>
                  <a:lnTo>
                    <a:pt x="2991" y="371"/>
                  </a:lnTo>
                  <a:lnTo>
                    <a:pt x="3093" y="448"/>
                  </a:lnTo>
                  <a:lnTo>
                    <a:pt x="3234" y="282"/>
                  </a:lnTo>
                  <a:lnTo>
                    <a:pt x="3182" y="205"/>
                  </a:lnTo>
                  <a:lnTo>
                    <a:pt x="3272" y="269"/>
                  </a:lnTo>
                  <a:lnTo>
                    <a:pt x="3400" y="103"/>
                  </a:lnTo>
                  <a:lnTo>
                    <a:pt x="3336" y="52"/>
                  </a:lnTo>
                  <a:lnTo>
                    <a:pt x="3208" y="179"/>
                  </a:lnTo>
                  <a:lnTo>
                    <a:pt x="3093" y="231"/>
                  </a:lnTo>
                  <a:lnTo>
                    <a:pt x="2927" y="103"/>
                  </a:lnTo>
                  <a:lnTo>
                    <a:pt x="2761" y="179"/>
                  </a:lnTo>
                  <a:lnTo>
                    <a:pt x="2722" y="116"/>
                  </a:lnTo>
                  <a:lnTo>
                    <a:pt x="2671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1" name="Google Shape;801;p60"/>
            <p:cNvSpPr/>
            <p:nvPr/>
          </p:nvSpPr>
          <p:spPr>
            <a:xfrm>
              <a:off x="6141500" y="3437550"/>
              <a:ext cx="66475" cy="22075"/>
            </a:xfrm>
            <a:custGeom>
              <a:rect b="b" l="l" r="r" t="t"/>
              <a:pathLst>
                <a:path extrusionOk="0" h="883" w="2659">
                  <a:moveTo>
                    <a:pt x="1496" y="1"/>
                  </a:moveTo>
                  <a:lnTo>
                    <a:pt x="1202" y="141"/>
                  </a:lnTo>
                  <a:lnTo>
                    <a:pt x="1227" y="39"/>
                  </a:lnTo>
                  <a:lnTo>
                    <a:pt x="1112" y="39"/>
                  </a:lnTo>
                  <a:lnTo>
                    <a:pt x="972" y="90"/>
                  </a:lnTo>
                  <a:lnTo>
                    <a:pt x="461" y="52"/>
                  </a:lnTo>
                  <a:lnTo>
                    <a:pt x="435" y="65"/>
                  </a:lnTo>
                  <a:lnTo>
                    <a:pt x="346" y="231"/>
                  </a:lnTo>
                  <a:lnTo>
                    <a:pt x="205" y="333"/>
                  </a:lnTo>
                  <a:lnTo>
                    <a:pt x="128" y="307"/>
                  </a:lnTo>
                  <a:lnTo>
                    <a:pt x="77" y="295"/>
                  </a:lnTo>
                  <a:lnTo>
                    <a:pt x="0" y="346"/>
                  </a:lnTo>
                  <a:lnTo>
                    <a:pt x="90" y="422"/>
                  </a:lnTo>
                  <a:lnTo>
                    <a:pt x="154" y="333"/>
                  </a:lnTo>
                  <a:lnTo>
                    <a:pt x="243" y="422"/>
                  </a:lnTo>
                  <a:lnTo>
                    <a:pt x="243" y="563"/>
                  </a:lnTo>
                  <a:lnTo>
                    <a:pt x="371" y="435"/>
                  </a:lnTo>
                  <a:lnTo>
                    <a:pt x="397" y="256"/>
                  </a:lnTo>
                  <a:lnTo>
                    <a:pt x="461" y="218"/>
                  </a:lnTo>
                  <a:lnTo>
                    <a:pt x="461" y="358"/>
                  </a:lnTo>
                  <a:lnTo>
                    <a:pt x="524" y="384"/>
                  </a:lnTo>
                  <a:lnTo>
                    <a:pt x="716" y="601"/>
                  </a:lnTo>
                  <a:lnTo>
                    <a:pt x="601" y="665"/>
                  </a:lnTo>
                  <a:lnTo>
                    <a:pt x="550" y="601"/>
                  </a:lnTo>
                  <a:lnTo>
                    <a:pt x="461" y="665"/>
                  </a:lnTo>
                  <a:lnTo>
                    <a:pt x="333" y="665"/>
                  </a:lnTo>
                  <a:lnTo>
                    <a:pt x="192" y="806"/>
                  </a:lnTo>
                  <a:lnTo>
                    <a:pt x="333" y="844"/>
                  </a:lnTo>
                  <a:lnTo>
                    <a:pt x="563" y="665"/>
                  </a:lnTo>
                  <a:lnTo>
                    <a:pt x="652" y="704"/>
                  </a:lnTo>
                  <a:lnTo>
                    <a:pt x="793" y="640"/>
                  </a:lnTo>
                  <a:lnTo>
                    <a:pt x="908" y="691"/>
                  </a:lnTo>
                  <a:lnTo>
                    <a:pt x="921" y="652"/>
                  </a:lnTo>
                  <a:lnTo>
                    <a:pt x="921" y="614"/>
                  </a:lnTo>
                  <a:lnTo>
                    <a:pt x="908" y="601"/>
                  </a:lnTo>
                  <a:lnTo>
                    <a:pt x="716" y="614"/>
                  </a:lnTo>
                  <a:lnTo>
                    <a:pt x="729" y="550"/>
                  </a:lnTo>
                  <a:lnTo>
                    <a:pt x="882" y="550"/>
                  </a:lnTo>
                  <a:lnTo>
                    <a:pt x="985" y="371"/>
                  </a:lnTo>
                  <a:lnTo>
                    <a:pt x="1100" y="410"/>
                  </a:lnTo>
                  <a:lnTo>
                    <a:pt x="1100" y="474"/>
                  </a:lnTo>
                  <a:lnTo>
                    <a:pt x="1304" y="499"/>
                  </a:lnTo>
                  <a:lnTo>
                    <a:pt x="1496" y="563"/>
                  </a:lnTo>
                  <a:lnTo>
                    <a:pt x="1560" y="525"/>
                  </a:lnTo>
                  <a:lnTo>
                    <a:pt x="1547" y="435"/>
                  </a:lnTo>
                  <a:lnTo>
                    <a:pt x="1892" y="474"/>
                  </a:lnTo>
                  <a:lnTo>
                    <a:pt x="1905" y="563"/>
                  </a:lnTo>
                  <a:lnTo>
                    <a:pt x="2224" y="640"/>
                  </a:lnTo>
                  <a:lnTo>
                    <a:pt x="2544" y="883"/>
                  </a:lnTo>
                  <a:lnTo>
                    <a:pt x="2621" y="883"/>
                  </a:lnTo>
                  <a:lnTo>
                    <a:pt x="2595" y="742"/>
                  </a:lnTo>
                  <a:lnTo>
                    <a:pt x="2659" y="665"/>
                  </a:lnTo>
                  <a:lnTo>
                    <a:pt x="2582" y="537"/>
                  </a:lnTo>
                  <a:lnTo>
                    <a:pt x="2429" y="537"/>
                  </a:lnTo>
                  <a:lnTo>
                    <a:pt x="2416" y="358"/>
                  </a:lnTo>
                  <a:lnTo>
                    <a:pt x="2135" y="180"/>
                  </a:lnTo>
                  <a:lnTo>
                    <a:pt x="1866" y="205"/>
                  </a:lnTo>
                  <a:lnTo>
                    <a:pt x="1496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2" name="Google Shape;802;p60"/>
            <p:cNvSpPr/>
            <p:nvPr/>
          </p:nvSpPr>
          <p:spPr>
            <a:xfrm>
              <a:off x="6021350" y="3592850"/>
              <a:ext cx="7375" cy="4175"/>
            </a:xfrm>
            <a:custGeom>
              <a:rect b="b" l="l" r="r" t="t"/>
              <a:pathLst>
                <a:path extrusionOk="0" h="167" w="295">
                  <a:moveTo>
                    <a:pt x="244" y="0"/>
                  </a:moveTo>
                  <a:lnTo>
                    <a:pt x="1" y="128"/>
                  </a:lnTo>
                  <a:lnTo>
                    <a:pt x="180" y="166"/>
                  </a:lnTo>
                  <a:lnTo>
                    <a:pt x="295" y="51"/>
                  </a:lnTo>
                  <a:lnTo>
                    <a:pt x="244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3" name="Google Shape;803;p60"/>
            <p:cNvSpPr/>
            <p:nvPr/>
          </p:nvSpPr>
          <p:spPr>
            <a:xfrm>
              <a:off x="5762550" y="3293450"/>
              <a:ext cx="205475" cy="173850"/>
            </a:xfrm>
            <a:custGeom>
              <a:rect b="b" l="l" r="r" t="t"/>
              <a:pathLst>
                <a:path extrusionOk="0" h="6954" w="8219">
                  <a:moveTo>
                    <a:pt x="5650" y="1"/>
                  </a:moveTo>
                  <a:lnTo>
                    <a:pt x="5407" y="205"/>
                  </a:lnTo>
                  <a:lnTo>
                    <a:pt x="5458" y="384"/>
                  </a:lnTo>
                  <a:lnTo>
                    <a:pt x="5458" y="397"/>
                  </a:lnTo>
                  <a:lnTo>
                    <a:pt x="5343" y="1087"/>
                  </a:lnTo>
                  <a:lnTo>
                    <a:pt x="5343" y="1100"/>
                  </a:lnTo>
                  <a:lnTo>
                    <a:pt x="5177" y="1100"/>
                  </a:lnTo>
                  <a:lnTo>
                    <a:pt x="5049" y="1381"/>
                  </a:lnTo>
                  <a:lnTo>
                    <a:pt x="5151" y="1406"/>
                  </a:lnTo>
                  <a:lnTo>
                    <a:pt x="5164" y="1406"/>
                  </a:lnTo>
                  <a:lnTo>
                    <a:pt x="5215" y="1470"/>
                  </a:lnTo>
                  <a:lnTo>
                    <a:pt x="5215" y="1496"/>
                  </a:lnTo>
                  <a:lnTo>
                    <a:pt x="5202" y="1509"/>
                  </a:lnTo>
                  <a:lnTo>
                    <a:pt x="4781" y="1739"/>
                  </a:lnTo>
                  <a:lnTo>
                    <a:pt x="4729" y="1790"/>
                  </a:lnTo>
                  <a:lnTo>
                    <a:pt x="4857" y="1969"/>
                  </a:lnTo>
                  <a:lnTo>
                    <a:pt x="4857" y="1982"/>
                  </a:lnTo>
                  <a:lnTo>
                    <a:pt x="4844" y="1994"/>
                  </a:lnTo>
                  <a:lnTo>
                    <a:pt x="4729" y="2045"/>
                  </a:lnTo>
                  <a:lnTo>
                    <a:pt x="4640" y="2403"/>
                  </a:lnTo>
                  <a:lnTo>
                    <a:pt x="4627" y="2416"/>
                  </a:lnTo>
                  <a:lnTo>
                    <a:pt x="4614" y="2416"/>
                  </a:lnTo>
                  <a:lnTo>
                    <a:pt x="4410" y="2378"/>
                  </a:lnTo>
                  <a:lnTo>
                    <a:pt x="4333" y="2391"/>
                  </a:lnTo>
                  <a:lnTo>
                    <a:pt x="4320" y="2391"/>
                  </a:lnTo>
                  <a:lnTo>
                    <a:pt x="4142" y="2327"/>
                  </a:lnTo>
                  <a:lnTo>
                    <a:pt x="3950" y="2557"/>
                  </a:lnTo>
                  <a:lnTo>
                    <a:pt x="3924" y="2557"/>
                  </a:lnTo>
                  <a:lnTo>
                    <a:pt x="3336" y="2391"/>
                  </a:lnTo>
                  <a:lnTo>
                    <a:pt x="3324" y="2378"/>
                  </a:lnTo>
                  <a:lnTo>
                    <a:pt x="3324" y="2365"/>
                  </a:lnTo>
                  <a:lnTo>
                    <a:pt x="3375" y="2263"/>
                  </a:lnTo>
                  <a:lnTo>
                    <a:pt x="2889" y="2263"/>
                  </a:lnTo>
                  <a:lnTo>
                    <a:pt x="2659" y="2365"/>
                  </a:lnTo>
                  <a:lnTo>
                    <a:pt x="2582" y="2595"/>
                  </a:lnTo>
                  <a:lnTo>
                    <a:pt x="2570" y="2608"/>
                  </a:lnTo>
                  <a:lnTo>
                    <a:pt x="2224" y="2774"/>
                  </a:lnTo>
                  <a:lnTo>
                    <a:pt x="2212" y="2774"/>
                  </a:lnTo>
                  <a:lnTo>
                    <a:pt x="1943" y="2685"/>
                  </a:lnTo>
                  <a:lnTo>
                    <a:pt x="1585" y="2723"/>
                  </a:lnTo>
                  <a:lnTo>
                    <a:pt x="1560" y="2800"/>
                  </a:lnTo>
                  <a:lnTo>
                    <a:pt x="1547" y="2812"/>
                  </a:lnTo>
                  <a:lnTo>
                    <a:pt x="1343" y="2863"/>
                  </a:lnTo>
                  <a:lnTo>
                    <a:pt x="1317" y="2863"/>
                  </a:lnTo>
                  <a:lnTo>
                    <a:pt x="652" y="2263"/>
                  </a:lnTo>
                  <a:lnTo>
                    <a:pt x="640" y="2250"/>
                  </a:lnTo>
                  <a:lnTo>
                    <a:pt x="640" y="2109"/>
                  </a:lnTo>
                  <a:lnTo>
                    <a:pt x="499" y="2071"/>
                  </a:lnTo>
                  <a:lnTo>
                    <a:pt x="486" y="2058"/>
                  </a:lnTo>
                  <a:lnTo>
                    <a:pt x="486" y="2045"/>
                  </a:lnTo>
                  <a:lnTo>
                    <a:pt x="537" y="1918"/>
                  </a:lnTo>
                  <a:lnTo>
                    <a:pt x="371" y="1943"/>
                  </a:lnTo>
                  <a:lnTo>
                    <a:pt x="320" y="2161"/>
                  </a:lnTo>
                  <a:lnTo>
                    <a:pt x="154" y="2301"/>
                  </a:lnTo>
                  <a:lnTo>
                    <a:pt x="154" y="2416"/>
                  </a:lnTo>
                  <a:lnTo>
                    <a:pt x="26" y="2582"/>
                  </a:lnTo>
                  <a:lnTo>
                    <a:pt x="65" y="2748"/>
                  </a:lnTo>
                  <a:lnTo>
                    <a:pt x="1" y="2863"/>
                  </a:lnTo>
                  <a:lnTo>
                    <a:pt x="26" y="3030"/>
                  </a:lnTo>
                  <a:lnTo>
                    <a:pt x="90" y="3119"/>
                  </a:lnTo>
                  <a:lnTo>
                    <a:pt x="90" y="3247"/>
                  </a:lnTo>
                  <a:lnTo>
                    <a:pt x="192" y="3362"/>
                  </a:lnTo>
                  <a:lnTo>
                    <a:pt x="282" y="3707"/>
                  </a:lnTo>
                  <a:lnTo>
                    <a:pt x="128" y="3707"/>
                  </a:lnTo>
                  <a:lnTo>
                    <a:pt x="218" y="3963"/>
                  </a:lnTo>
                  <a:lnTo>
                    <a:pt x="231" y="3975"/>
                  </a:lnTo>
                  <a:lnTo>
                    <a:pt x="256" y="3988"/>
                  </a:lnTo>
                  <a:lnTo>
                    <a:pt x="346" y="4001"/>
                  </a:lnTo>
                  <a:lnTo>
                    <a:pt x="474" y="4014"/>
                  </a:lnTo>
                  <a:lnTo>
                    <a:pt x="422" y="4078"/>
                  </a:lnTo>
                  <a:lnTo>
                    <a:pt x="320" y="4078"/>
                  </a:lnTo>
                  <a:lnTo>
                    <a:pt x="346" y="4244"/>
                  </a:lnTo>
                  <a:lnTo>
                    <a:pt x="422" y="4244"/>
                  </a:lnTo>
                  <a:lnTo>
                    <a:pt x="474" y="4205"/>
                  </a:lnTo>
                  <a:lnTo>
                    <a:pt x="627" y="4282"/>
                  </a:lnTo>
                  <a:lnTo>
                    <a:pt x="550" y="4295"/>
                  </a:lnTo>
                  <a:lnTo>
                    <a:pt x="486" y="4308"/>
                  </a:lnTo>
                  <a:lnTo>
                    <a:pt x="474" y="4320"/>
                  </a:lnTo>
                  <a:lnTo>
                    <a:pt x="474" y="4602"/>
                  </a:lnTo>
                  <a:lnTo>
                    <a:pt x="844" y="4410"/>
                  </a:lnTo>
                  <a:lnTo>
                    <a:pt x="870" y="4525"/>
                  </a:lnTo>
                  <a:lnTo>
                    <a:pt x="972" y="4602"/>
                  </a:lnTo>
                  <a:lnTo>
                    <a:pt x="972" y="4883"/>
                  </a:lnTo>
                  <a:lnTo>
                    <a:pt x="793" y="4985"/>
                  </a:lnTo>
                  <a:lnTo>
                    <a:pt x="972" y="5100"/>
                  </a:lnTo>
                  <a:lnTo>
                    <a:pt x="1049" y="5343"/>
                  </a:lnTo>
                  <a:lnTo>
                    <a:pt x="1087" y="5547"/>
                  </a:lnTo>
                  <a:lnTo>
                    <a:pt x="1036" y="5637"/>
                  </a:lnTo>
                  <a:lnTo>
                    <a:pt x="1049" y="5701"/>
                  </a:lnTo>
                  <a:lnTo>
                    <a:pt x="1087" y="5918"/>
                  </a:lnTo>
                  <a:lnTo>
                    <a:pt x="1394" y="5841"/>
                  </a:lnTo>
                  <a:lnTo>
                    <a:pt x="1432" y="6033"/>
                  </a:lnTo>
                  <a:lnTo>
                    <a:pt x="1764" y="6033"/>
                  </a:lnTo>
                  <a:lnTo>
                    <a:pt x="1994" y="5867"/>
                  </a:lnTo>
                  <a:lnTo>
                    <a:pt x="2173" y="5969"/>
                  </a:lnTo>
                  <a:lnTo>
                    <a:pt x="2301" y="5803"/>
                  </a:lnTo>
                  <a:lnTo>
                    <a:pt x="2429" y="6071"/>
                  </a:lnTo>
                  <a:lnTo>
                    <a:pt x="2352" y="6404"/>
                  </a:lnTo>
                  <a:lnTo>
                    <a:pt x="2429" y="6404"/>
                  </a:lnTo>
                  <a:lnTo>
                    <a:pt x="2697" y="6212"/>
                  </a:lnTo>
                  <a:lnTo>
                    <a:pt x="2966" y="6289"/>
                  </a:lnTo>
                  <a:lnTo>
                    <a:pt x="3349" y="6110"/>
                  </a:lnTo>
                  <a:lnTo>
                    <a:pt x="3298" y="6033"/>
                  </a:lnTo>
                  <a:lnTo>
                    <a:pt x="3387" y="5944"/>
                  </a:lnTo>
                  <a:lnTo>
                    <a:pt x="3503" y="6059"/>
                  </a:lnTo>
                  <a:lnTo>
                    <a:pt x="3579" y="6135"/>
                  </a:lnTo>
                  <a:lnTo>
                    <a:pt x="3630" y="6174"/>
                  </a:lnTo>
                  <a:lnTo>
                    <a:pt x="3758" y="6135"/>
                  </a:lnTo>
                  <a:lnTo>
                    <a:pt x="3886" y="6084"/>
                  </a:lnTo>
                  <a:lnTo>
                    <a:pt x="3886" y="6340"/>
                  </a:lnTo>
                  <a:lnTo>
                    <a:pt x="4308" y="6212"/>
                  </a:lnTo>
                  <a:lnTo>
                    <a:pt x="4614" y="6429"/>
                  </a:lnTo>
                  <a:lnTo>
                    <a:pt x="4666" y="6953"/>
                  </a:lnTo>
                  <a:lnTo>
                    <a:pt x="5611" y="6493"/>
                  </a:lnTo>
                  <a:lnTo>
                    <a:pt x="5739" y="6404"/>
                  </a:lnTo>
                  <a:lnTo>
                    <a:pt x="5790" y="6238"/>
                  </a:lnTo>
                  <a:lnTo>
                    <a:pt x="5944" y="6122"/>
                  </a:lnTo>
                  <a:lnTo>
                    <a:pt x="5816" y="6263"/>
                  </a:lnTo>
                  <a:lnTo>
                    <a:pt x="5765" y="6442"/>
                  </a:lnTo>
                  <a:lnTo>
                    <a:pt x="5816" y="6570"/>
                  </a:lnTo>
                  <a:lnTo>
                    <a:pt x="5829" y="6787"/>
                  </a:lnTo>
                  <a:lnTo>
                    <a:pt x="6071" y="6608"/>
                  </a:lnTo>
                  <a:lnTo>
                    <a:pt x="6033" y="6455"/>
                  </a:lnTo>
                  <a:lnTo>
                    <a:pt x="6033" y="6455"/>
                  </a:lnTo>
                  <a:lnTo>
                    <a:pt x="6123" y="6493"/>
                  </a:lnTo>
                  <a:lnTo>
                    <a:pt x="6123" y="6289"/>
                  </a:lnTo>
                  <a:lnTo>
                    <a:pt x="6046" y="6301"/>
                  </a:lnTo>
                  <a:lnTo>
                    <a:pt x="6020" y="6416"/>
                  </a:lnTo>
                  <a:lnTo>
                    <a:pt x="5995" y="6148"/>
                  </a:lnTo>
                  <a:lnTo>
                    <a:pt x="5956" y="6135"/>
                  </a:lnTo>
                  <a:lnTo>
                    <a:pt x="5982" y="6046"/>
                  </a:lnTo>
                  <a:lnTo>
                    <a:pt x="5867" y="5931"/>
                  </a:lnTo>
                  <a:lnTo>
                    <a:pt x="6020" y="5956"/>
                  </a:lnTo>
                  <a:lnTo>
                    <a:pt x="6097" y="5790"/>
                  </a:lnTo>
                  <a:lnTo>
                    <a:pt x="6020" y="5637"/>
                  </a:lnTo>
                  <a:lnTo>
                    <a:pt x="6161" y="5586"/>
                  </a:lnTo>
                  <a:lnTo>
                    <a:pt x="6250" y="5279"/>
                  </a:lnTo>
                  <a:lnTo>
                    <a:pt x="6071" y="5266"/>
                  </a:lnTo>
                  <a:lnTo>
                    <a:pt x="6033" y="5253"/>
                  </a:lnTo>
                  <a:lnTo>
                    <a:pt x="6148" y="5113"/>
                  </a:lnTo>
                  <a:lnTo>
                    <a:pt x="6097" y="4972"/>
                  </a:lnTo>
                  <a:lnTo>
                    <a:pt x="6020" y="4972"/>
                  </a:lnTo>
                  <a:lnTo>
                    <a:pt x="6174" y="4844"/>
                  </a:lnTo>
                  <a:lnTo>
                    <a:pt x="6199" y="4717"/>
                  </a:lnTo>
                  <a:lnTo>
                    <a:pt x="6429" y="4640"/>
                  </a:lnTo>
                  <a:lnTo>
                    <a:pt x="6608" y="4512"/>
                  </a:lnTo>
                  <a:lnTo>
                    <a:pt x="6672" y="4372"/>
                  </a:lnTo>
                  <a:lnTo>
                    <a:pt x="6736" y="4269"/>
                  </a:lnTo>
                  <a:lnTo>
                    <a:pt x="6774" y="4205"/>
                  </a:lnTo>
                  <a:lnTo>
                    <a:pt x="6838" y="4193"/>
                  </a:lnTo>
                  <a:lnTo>
                    <a:pt x="6941" y="4193"/>
                  </a:lnTo>
                  <a:lnTo>
                    <a:pt x="7068" y="4180"/>
                  </a:lnTo>
                  <a:lnTo>
                    <a:pt x="7004" y="4078"/>
                  </a:lnTo>
                  <a:lnTo>
                    <a:pt x="7132" y="3873"/>
                  </a:lnTo>
                  <a:lnTo>
                    <a:pt x="7017" y="3848"/>
                  </a:lnTo>
                  <a:lnTo>
                    <a:pt x="6953" y="3694"/>
                  </a:lnTo>
                  <a:lnTo>
                    <a:pt x="6941" y="3349"/>
                  </a:lnTo>
                  <a:lnTo>
                    <a:pt x="7132" y="3094"/>
                  </a:lnTo>
                  <a:lnTo>
                    <a:pt x="7132" y="2902"/>
                  </a:lnTo>
                  <a:lnTo>
                    <a:pt x="7324" y="2838"/>
                  </a:lnTo>
                  <a:lnTo>
                    <a:pt x="7413" y="2902"/>
                  </a:lnTo>
                  <a:lnTo>
                    <a:pt x="7324" y="2633"/>
                  </a:lnTo>
                  <a:lnTo>
                    <a:pt x="7477" y="2838"/>
                  </a:lnTo>
                  <a:lnTo>
                    <a:pt x="7797" y="2876"/>
                  </a:lnTo>
                  <a:lnTo>
                    <a:pt x="7963" y="2825"/>
                  </a:lnTo>
                  <a:lnTo>
                    <a:pt x="8040" y="2889"/>
                  </a:lnTo>
                  <a:lnTo>
                    <a:pt x="8219" y="2685"/>
                  </a:lnTo>
                  <a:lnTo>
                    <a:pt x="8155" y="2633"/>
                  </a:lnTo>
                  <a:lnTo>
                    <a:pt x="8078" y="2646"/>
                  </a:lnTo>
                  <a:lnTo>
                    <a:pt x="7963" y="2442"/>
                  </a:lnTo>
                  <a:lnTo>
                    <a:pt x="7426" y="2135"/>
                  </a:lnTo>
                  <a:lnTo>
                    <a:pt x="7477" y="2071"/>
                  </a:lnTo>
                  <a:lnTo>
                    <a:pt x="7298" y="2045"/>
                  </a:lnTo>
                  <a:lnTo>
                    <a:pt x="7247" y="1867"/>
                  </a:lnTo>
                  <a:lnTo>
                    <a:pt x="7477" y="1713"/>
                  </a:lnTo>
                  <a:lnTo>
                    <a:pt x="7337" y="1509"/>
                  </a:lnTo>
                  <a:lnTo>
                    <a:pt x="7222" y="1279"/>
                  </a:lnTo>
                  <a:lnTo>
                    <a:pt x="7107" y="1253"/>
                  </a:lnTo>
                  <a:lnTo>
                    <a:pt x="7183" y="1189"/>
                  </a:lnTo>
                  <a:lnTo>
                    <a:pt x="7094" y="1023"/>
                  </a:lnTo>
                  <a:lnTo>
                    <a:pt x="6889" y="985"/>
                  </a:lnTo>
                  <a:lnTo>
                    <a:pt x="6774" y="921"/>
                  </a:lnTo>
                  <a:lnTo>
                    <a:pt x="7004" y="844"/>
                  </a:lnTo>
                  <a:lnTo>
                    <a:pt x="6953" y="742"/>
                  </a:lnTo>
                  <a:lnTo>
                    <a:pt x="6877" y="767"/>
                  </a:lnTo>
                  <a:lnTo>
                    <a:pt x="6774" y="716"/>
                  </a:lnTo>
                  <a:lnTo>
                    <a:pt x="6877" y="729"/>
                  </a:lnTo>
                  <a:lnTo>
                    <a:pt x="6979" y="704"/>
                  </a:lnTo>
                  <a:lnTo>
                    <a:pt x="6915" y="640"/>
                  </a:lnTo>
                  <a:lnTo>
                    <a:pt x="6749" y="614"/>
                  </a:lnTo>
                  <a:lnTo>
                    <a:pt x="6736" y="678"/>
                  </a:lnTo>
                  <a:lnTo>
                    <a:pt x="6710" y="601"/>
                  </a:lnTo>
                  <a:lnTo>
                    <a:pt x="6774" y="589"/>
                  </a:lnTo>
                  <a:lnTo>
                    <a:pt x="7107" y="601"/>
                  </a:lnTo>
                  <a:lnTo>
                    <a:pt x="7183" y="550"/>
                  </a:lnTo>
                  <a:lnTo>
                    <a:pt x="7132" y="486"/>
                  </a:lnTo>
                  <a:lnTo>
                    <a:pt x="7260" y="461"/>
                  </a:lnTo>
                  <a:lnTo>
                    <a:pt x="7234" y="397"/>
                  </a:lnTo>
                  <a:lnTo>
                    <a:pt x="7043" y="371"/>
                  </a:lnTo>
                  <a:lnTo>
                    <a:pt x="6992" y="295"/>
                  </a:lnTo>
                  <a:lnTo>
                    <a:pt x="6928" y="192"/>
                  </a:lnTo>
                  <a:lnTo>
                    <a:pt x="7056" y="307"/>
                  </a:lnTo>
                  <a:lnTo>
                    <a:pt x="7081" y="205"/>
                  </a:lnTo>
                  <a:lnTo>
                    <a:pt x="7081" y="307"/>
                  </a:lnTo>
                  <a:lnTo>
                    <a:pt x="7209" y="320"/>
                  </a:lnTo>
                  <a:lnTo>
                    <a:pt x="7209" y="231"/>
                  </a:lnTo>
                  <a:lnTo>
                    <a:pt x="7260" y="295"/>
                  </a:lnTo>
                  <a:lnTo>
                    <a:pt x="7375" y="269"/>
                  </a:lnTo>
                  <a:lnTo>
                    <a:pt x="7298" y="167"/>
                  </a:lnTo>
                  <a:lnTo>
                    <a:pt x="7132" y="90"/>
                  </a:lnTo>
                  <a:lnTo>
                    <a:pt x="7094" y="116"/>
                  </a:lnTo>
                  <a:lnTo>
                    <a:pt x="7183" y="205"/>
                  </a:lnTo>
                  <a:lnTo>
                    <a:pt x="7068" y="141"/>
                  </a:lnTo>
                  <a:lnTo>
                    <a:pt x="7056" y="141"/>
                  </a:lnTo>
                  <a:lnTo>
                    <a:pt x="6966" y="180"/>
                  </a:lnTo>
                  <a:lnTo>
                    <a:pt x="7030" y="141"/>
                  </a:lnTo>
                  <a:lnTo>
                    <a:pt x="6774" y="39"/>
                  </a:lnTo>
                  <a:lnTo>
                    <a:pt x="6263" y="1"/>
                  </a:lnTo>
                  <a:lnTo>
                    <a:pt x="6059" y="52"/>
                  </a:lnTo>
                  <a:lnTo>
                    <a:pt x="6046" y="52"/>
                  </a:lnTo>
                  <a:lnTo>
                    <a:pt x="5867" y="1"/>
                  </a:lnTo>
                  <a:lnTo>
                    <a:pt x="5765" y="77"/>
                  </a:lnTo>
                  <a:lnTo>
                    <a:pt x="5739" y="77"/>
                  </a:lnTo>
                  <a:lnTo>
                    <a:pt x="5650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4" name="Google Shape;804;p60"/>
            <p:cNvSpPr/>
            <p:nvPr/>
          </p:nvSpPr>
          <p:spPr>
            <a:xfrm>
              <a:off x="5731550" y="3432750"/>
              <a:ext cx="20475" cy="14725"/>
            </a:xfrm>
            <a:custGeom>
              <a:rect b="b" l="l" r="r" t="t"/>
              <a:pathLst>
                <a:path extrusionOk="0" h="589" w="819">
                  <a:moveTo>
                    <a:pt x="320" y="1"/>
                  </a:moveTo>
                  <a:lnTo>
                    <a:pt x="244" y="116"/>
                  </a:lnTo>
                  <a:lnTo>
                    <a:pt x="231" y="282"/>
                  </a:lnTo>
                  <a:lnTo>
                    <a:pt x="205" y="282"/>
                  </a:lnTo>
                  <a:lnTo>
                    <a:pt x="116" y="205"/>
                  </a:lnTo>
                  <a:lnTo>
                    <a:pt x="1" y="218"/>
                  </a:lnTo>
                  <a:lnTo>
                    <a:pt x="26" y="346"/>
                  </a:lnTo>
                  <a:lnTo>
                    <a:pt x="65" y="372"/>
                  </a:lnTo>
                  <a:lnTo>
                    <a:pt x="103" y="384"/>
                  </a:lnTo>
                  <a:lnTo>
                    <a:pt x="129" y="384"/>
                  </a:lnTo>
                  <a:lnTo>
                    <a:pt x="167" y="295"/>
                  </a:lnTo>
                  <a:lnTo>
                    <a:pt x="231" y="333"/>
                  </a:lnTo>
                  <a:lnTo>
                    <a:pt x="231" y="589"/>
                  </a:lnTo>
                  <a:lnTo>
                    <a:pt x="359" y="525"/>
                  </a:lnTo>
                  <a:lnTo>
                    <a:pt x="410" y="435"/>
                  </a:lnTo>
                  <a:lnTo>
                    <a:pt x="512" y="512"/>
                  </a:lnTo>
                  <a:lnTo>
                    <a:pt x="512" y="589"/>
                  </a:lnTo>
                  <a:lnTo>
                    <a:pt x="602" y="589"/>
                  </a:lnTo>
                  <a:lnTo>
                    <a:pt x="640" y="525"/>
                  </a:lnTo>
                  <a:lnTo>
                    <a:pt x="717" y="461"/>
                  </a:lnTo>
                  <a:lnTo>
                    <a:pt x="729" y="346"/>
                  </a:lnTo>
                  <a:lnTo>
                    <a:pt x="819" y="269"/>
                  </a:lnTo>
                  <a:lnTo>
                    <a:pt x="678" y="90"/>
                  </a:lnTo>
                  <a:lnTo>
                    <a:pt x="410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5" name="Google Shape;805;p60"/>
            <p:cNvSpPr/>
            <p:nvPr/>
          </p:nvSpPr>
          <p:spPr>
            <a:xfrm>
              <a:off x="5744650" y="3295700"/>
              <a:ext cx="8650" cy="12475"/>
            </a:xfrm>
            <a:custGeom>
              <a:rect b="b" l="l" r="r" t="t"/>
              <a:pathLst>
                <a:path extrusionOk="0" h="499" w="346">
                  <a:moveTo>
                    <a:pt x="205" y="0"/>
                  </a:moveTo>
                  <a:lnTo>
                    <a:pt x="1" y="179"/>
                  </a:lnTo>
                  <a:lnTo>
                    <a:pt x="39" y="320"/>
                  </a:lnTo>
                  <a:lnTo>
                    <a:pt x="218" y="358"/>
                  </a:lnTo>
                  <a:lnTo>
                    <a:pt x="218" y="422"/>
                  </a:lnTo>
                  <a:lnTo>
                    <a:pt x="180" y="396"/>
                  </a:lnTo>
                  <a:lnTo>
                    <a:pt x="78" y="435"/>
                  </a:lnTo>
                  <a:lnTo>
                    <a:pt x="116" y="499"/>
                  </a:lnTo>
                  <a:lnTo>
                    <a:pt x="269" y="473"/>
                  </a:lnTo>
                  <a:lnTo>
                    <a:pt x="346" y="294"/>
                  </a:lnTo>
                  <a:lnTo>
                    <a:pt x="346" y="192"/>
                  </a:lnTo>
                  <a:lnTo>
                    <a:pt x="218" y="115"/>
                  </a:lnTo>
                  <a:lnTo>
                    <a:pt x="244" y="26"/>
                  </a:lnTo>
                  <a:lnTo>
                    <a:pt x="205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6" name="Google Shape;806;p60"/>
            <p:cNvSpPr/>
            <p:nvPr/>
          </p:nvSpPr>
          <p:spPr>
            <a:xfrm>
              <a:off x="5890350" y="3518400"/>
              <a:ext cx="8025" cy="6075"/>
            </a:xfrm>
            <a:custGeom>
              <a:rect b="b" l="l" r="r" t="t"/>
              <a:pathLst>
                <a:path extrusionOk="0" h="243" w="321">
                  <a:moveTo>
                    <a:pt x="1" y="0"/>
                  </a:moveTo>
                  <a:lnTo>
                    <a:pt x="1" y="243"/>
                  </a:lnTo>
                  <a:lnTo>
                    <a:pt x="154" y="128"/>
                  </a:lnTo>
                  <a:lnTo>
                    <a:pt x="320" y="128"/>
                  </a:lnTo>
                  <a:lnTo>
                    <a:pt x="180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7" name="Google Shape;807;p60"/>
            <p:cNvSpPr/>
            <p:nvPr/>
          </p:nvSpPr>
          <p:spPr>
            <a:xfrm>
              <a:off x="5627075" y="2900775"/>
              <a:ext cx="148600" cy="307075"/>
            </a:xfrm>
            <a:custGeom>
              <a:rect b="b" l="l" r="r" t="t"/>
              <a:pathLst>
                <a:path extrusionOk="0" h="12283" w="5944">
                  <a:moveTo>
                    <a:pt x="2544" y="0"/>
                  </a:moveTo>
                  <a:lnTo>
                    <a:pt x="2506" y="90"/>
                  </a:lnTo>
                  <a:lnTo>
                    <a:pt x="2173" y="269"/>
                  </a:lnTo>
                  <a:lnTo>
                    <a:pt x="2173" y="371"/>
                  </a:lnTo>
                  <a:lnTo>
                    <a:pt x="2071" y="511"/>
                  </a:lnTo>
                  <a:lnTo>
                    <a:pt x="1841" y="575"/>
                  </a:lnTo>
                  <a:lnTo>
                    <a:pt x="1688" y="639"/>
                  </a:lnTo>
                  <a:lnTo>
                    <a:pt x="1343" y="793"/>
                  </a:lnTo>
                  <a:lnTo>
                    <a:pt x="1317" y="639"/>
                  </a:lnTo>
                  <a:lnTo>
                    <a:pt x="1202" y="639"/>
                  </a:lnTo>
                  <a:lnTo>
                    <a:pt x="1100" y="933"/>
                  </a:lnTo>
                  <a:lnTo>
                    <a:pt x="870" y="550"/>
                  </a:lnTo>
                  <a:lnTo>
                    <a:pt x="742" y="908"/>
                  </a:lnTo>
                  <a:lnTo>
                    <a:pt x="512" y="627"/>
                  </a:lnTo>
                  <a:lnTo>
                    <a:pt x="269" y="550"/>
                  </a:lnTo>
                  <a:lnTo>
                    <a:pt x="90" y="831"/>
                  </a:lnTo>
                  <a:lnTo>
                    <a:pt x="1" y="831"/>
                  </a:lnTo>
                  <a:lnTo>
                    <a:pt x="397" y="1291"/>
                  </a:lnTo>
                  <a:lnTo>
                    <a:pt x="410" y="1304"/>
                  </a:lnTo>
                  <a:lnTo>
                    <a:pt x="422" y="1419"/>
                  </a:lnTo>
                  <a:lnTo>
                    <a:pt x="499" y="1342"/>
                  </a:lnTo>
                  <a:lnTo>
                    <a:pt x="525" y="1329"/>
                  </a:lnTo>
                  <a:lnTo>
                    <a:pt x="627" y="1355"/>
                  </a:lnTo>
                  <a:lnTo>
                    <a:pt x="652" y="1368"/>
                  </a:lnTo>
                  <a:lnTo>
                    <a:pt x="691" y="1534"/>
                  </a:lnTo>
                  <a:lnTo>
                    <a:pt x="691" y="1547"/>
                  </a:lnTo>
                  <a:lnTo>
                    <a:pt x="589" y="1853"/>
                  </a:lnTo>
                  <a:lnTo>
                    <a:pt x="819" y="2135"/>
                  </a:lnTo>
                  <a:lnTo>
                    <a:pt x="998" y="2186"/>
                  </a:lnTo>
                  <a:lnTo>
                    <a:pt x="1240" y="2262"/>
                  </a:lnTo>
                  <a:lnTo>
                    <a:pt x="1279" y="2173"/>
                  </a:lnTo>
                  <a:lnTo>
                    <a:pt x="1279" y="2160"/>
                  </a:lnTo>
                  <a:lnTo>
                    <a:pt x="1598" y="2020"/>
                  </a:lnTo>
                  <a:lnTo>
                    <a:pt x="1611" y="2020"/>
                  </a:lnTo>
                  <a:lnTo>
                    <a:pt x="1931" y="2250"/>
                  </a:lnTo>
                  <a:lnTo>
                    <a:pt x="2058" y="2326"/>
                  </a:lnTo>
                  <a:lnTo>
                    <a:pt x="2058" y="2352"/>
                  </a:lnTo>
                  <a:lnTo>
                    <a:pt x="2058" y="2365"/>
                  </a:lnTo>
                  <a:lnTo>
                    <a:pt x="1828" y="2518"/>
                  </a:lnTo>
                  <a:lnTo>
                    <a:pt x="1969" y="2646"/>
                  </a:lnTo>
                  <a:lnTo>
                    <a:pt x="2224" y="2671"/>
                  </a:lnTo>
                  <a:lnTo>
                    <a:pt x="2237" y="2671"/>
                  </a:lnTo>
                  <a:lnTo>
                    <a:pt x="2327" y="2838"/>
                  </a:lnTo>
                  <a:lnTo>
                    <a:pt x="2327" y="2850"/>
                  </a:lnTo>
                  <a:lnTo>
                    <a:pt x="2314" y="2863"/>
                  </a:lnTo>
                  <a:lnTo>
                    <a:pt x="2161" y="2953"/>
                  </a:lnTo>
                  <a:lnTo>
                    <a:pt x="2148" y="3029"/>
                  </a:lnTo>
                  <a:lnTo>
                    <a:pt x="2148" y="3042"/>
                  </a:lnTo>
                  <a:lnTo>
                    <a:pt x="1982" y="3221"/>
                  </a:lnTo>
                  <a:lnTo>
                    <a:pt x="1956" y="3234"/>
                  </a:lnTo>
                  <a:lnTo>
                    <a:pt x="1649" y="3132"/>
                  </a:lnTo>
                  <a:lnTo>
                    <a:pt x="1547" y="3183"/>
                  </a:lnTo>
                  <a:lnTo>
                    <a:pt x="1624" y="3285"/>
                  </a:lnTo>
                  <a:lnTo>
                    <a:pt x="1624" y="3298"/>
                  </a:lnTo>
                  <a:lnTo>
                    <a:pt x="1624" y="3310"/>
                  </a:lnTo>
                  <a:lnTo>
                    <a:pt x="1432" y="3438"/>
                  </a:lnTo>
                  <a:lnTo>
                    <a:pt x="2071" y="3834"/>
                  </a:lnTo>
                  <a:lnTo>
                    <a:pt x="2416" y="3937"/>
                  </a:lnTo>
                  <a:lnTo>
                    <a:pt x="2442" y="3949"/>
                  </a:lnTo>
                  <a:lnTo>
                    <a:pt x="2429" y="3975"/>
                  </a:lnTo>
                  <a:lnTo>
                    <a:pt x="2339" y="4090"/>
                  </a:lnTo>
                  <a:lnTo>
                    <a:pt x="2595" y="4346"/>
                  </a:lnTo>
                  <a:lnTo>
                    <a:pt x="2659" y="4333"/>
                  </a:lnTo>
                  <a:lnTo>
                    <a:pt x="2685" y="4333"/>
                  </a:lnTo>
                  <a:lnTo>
                    <a:pt x="2774" y="4486"/>
                  </a:lnTo>
                  <a:lnTo>
                    <a:pt x="2787" y="4486"/>
                  </a:lnTo>
                  <a:lnTo>
                    <a:pt x="2812" y="4691"/>
                  </a:lnTo>
                  <a:lnTo>
                    <a:pt x="3196" y="5087"/>
                  </a:lnTo>
                  <a:lnTo>
                    <a:pt x="3272" y="5087"/>
                  </a:lnTo>
                  <a:lnTo>
                    <a:pt x="3285" y="5100"/>
                  </a:lnTo>
                  <a:lnTo>
                    <a:pt x="3413" y="5304"/>
                  </a:lnTo>
                  <a:lnTo>
                    <a:pt x="3528" y="5368"/>
                  </a:lnTo>
                  <a:lnTo>
                    <a:pt x="3541" y="5381"/>
                  </a:lnTo>
                  <a:lnTo>
                    <a:pt x="3618" y="5688"/>
                  </a:lnTo>
                  <a:lnTo>
                    <a:pt x="3656" y="5803"/>
                  </a:lnTo>
                  <a:lnTo>
                    <a:pt x="3784" y="5752"/>
                  </a:lnTo>
                  <a:lnTo>
                    <a:pt x="3809" y="5752"/>
                  </a:lnTo>
                  <a:lnTo>
                    <a:pt x="3809" y="5777"/>
                  </a:lnTo>
                  <a:lnTo>
                    <a:pt x="3796" y="5841"/>
                  </a:lnTo>
                  <a:lnTo>
                    <a:pt x="4142" y="6122"/>
                  </a:lnTo>
                  <a:lnTo>
                    <a:pt x="4282" y="6122"/>
                  </a:lnTo>
                  <a:lnTo>
                    <a:pt x="4295" y="6135"/>
                  </a:lnTo>
                  <a:lnTo>
                    <a:pt x="4295" y="6148"/>
                  </a:lnTo>
                  <a:lnTo>
                    <a:pt x="4282" y="6224"/>
                  </a:lnTo>
                  <a:lnTo>
                    <a:pt x="4282" y="6237"/>
                  </a:lnTo>
                  <a:lnTo>
                    <a:pt x="4052" y="6416"/>
                  </a:lnTo>
                  <a:lnTo>
                    <a:pt x="4474" y="6863"/>
                  </a:lnTo>
                  <a:lnTo>
                    <a:pt x="4474" y="6889"/>
                  </a:lnTo>
                  <a:lnTo>
                    <a:pt x="4474" y="6902"/>
                  </a:lnTo>
                  <a:lnTo>
                    <a:pt x="4295" y="7055"/>
                  </a:lnTo>
                  <a:lnTo>
                    <a:pt x="4372" y="7234"/>
                  </a:lnTo>
                  <a:lnTo>
                    <a:pt x="4372" y="7247"/>
                  </a:lnTo>
                  <a:lnTo>
                    <a:pt x="4384" y="7451"/>
                  </a:lnTo>
                  <a:lnTo>
                    <a:pt x="4372" y="7477"/>
                  </a:lnTo>
                  <a:lnTo>
                    <a:pt x="4257" y="7554"/>
                  </a:lnTo>
                  <a:lnTo>
                    <a:pt x="4218" y="7784"/>
                  </a:lnTo>
                  <a:lnTo>
                    <a:pt x="4282" y="7848"/>
                  </a:lnTo>
                  <a:lnTo>
                    <a:pt x="4282" y="7860"/>
                  </a:lnTo>
                  <a:lnTo>
                    <a:pt x="4474" y="8244"/>
                  </a:lnTo>
                  <a:lnTo>
                    <a:pt x="4474" y="8257"/>
                  </a:lnTo>
                  <a:lnTo>
                    <a:pt x="4257" y="8666"/>
                  </a:lnTo>
                  <a:lnTo>
                    <a:pt x="4397" y="9036"/>
                  </a:lnTo>
                  <a:lnTo>
                    <a:pt x="4397" y="9049"/>
                  </a:lnTo>
                  <a:lnTo>
                    <a:pt x="4320" y="9317"/>
                  </a:lnTo>
                  <a:lnTo>
                    <a:pt x="4308" y="9330"/>
                  </a:lnTo>
                  <a:lnTo>
                    <a:pt x="4295" y="9330"/>
                  </a:lnTo>
                  <a:lnTo>
                    <a:pt x="4103" y="9279"/>
                  </a:lnTo>
                  <a:lnTo>
                    <a:pt x="3860" y="9509"/>
                  </a:lnTo>
                  <a:lnTo>
                    <a:pt x="3848" y="9522"/>
                  </a:lnTo>
                  <a:lnTo>
                    <a:pt x="3490" y="9573"/>
                  </a:lnTo>
                  <a:lnTo>
                    <a:pt x="3426" y="9816"/>
                  </a:lnTo>
                  <a:lnTo>
                    <a:pt x="3413" y="9829"/>
                  </a:lnTo>
                  <a:lnTo>
                    <a:pt x="3400" y="9829"/>
                  </a:lnTo>
                  <a:lnTo>
                    <a:pt x="3132" y="9726"/>
                  </a:lnTo>
                  <a:lnTo>
                    <a:pt x="2940" y="9854"/>
                  </a:lnTo>
                  <a:lnTo>
                    <a:pt x="3004" y="9944"/>
                  </a:lnTo>
                  <a:lnTo>
                    <a:pt x="3004" y="9956"/>
                  </a:lnTo>
                  <a:lnTo>
                    <a:pt x="2953" y="10110"/>
                  </a:lnTo>
                  <a:lnTo>
                    <a:pt x="3260" y="10263"/>
                  </a:lnTo>
                  <a:lnTo>
                    <a:pt x="3272" y="10289"/>
                  </a:lnTo>
                  <a:lnTo>
                    <a:pt x="3272" y="10493"/>
                  </a:lnTo>
                  <a:lnTo>
                    <a:pt x="3272" y="10506"/>
                  </a:lnTo>
                  <a:lnTo>
                    <a:pt x="3260" y="10519"/>
                  </a:lnTo>
                  <a:lnTo>
                    <a:pt x="3094" y="10531"/>
                  </a:lnTo>
                  <a:lnTo>
                    <a:pt x="3068" y="10519"/>
                  </a:lnTo>
                  <a:lnTo>
                    <a:pt x="2915" y="10314"/>
                  </a:lnTo>
                  <a:lnTo>
                    <a:pt x="2608" y="10404"/>
                  </a:lnTo>
                  <a:lnTo>
                    <a:pt x="2276" y="10404"/>
                  </a:lnTo>
                  <a:lnTo>
                    <a:pt x="2276" y="10506"/>
                  </a:lnTo>
                  <a:lnTo>
                    <a:pt x="2276" y="10519"/>
                  </a:lnTo>
                  <a:lnTo>
                    <a:pt x="2122" y="10723"/>
                  </a:lnTo>
                  <a:lnTo>
                    <a:pt x="2109" y="10723"/>
                  </a:lnTo>
                  <a:lnTo>
                    <a:pt x="1841" y="10813"/>
                  </a:lnTo>
                  <a:lnTo>
                    <a:pt x="1918" y="10864"/>
                  </a:lnTo>
                  <a:lnTo>
                    <a:pt x="2007" y="10992"/>
                  </a:lnTo>
                  <a:lnTo>
                    <a:pt x="2135" y="10953"/>
                  </a:lnTo>
                  <a:lnTo>
                    <a:pt x="2161" y="11030"/>
                  </a:lnTo>
                  <a:lnTo>
                    <a:pt x="2276" y="11055"/>
                  </a:lnTo>
                  <a:lnTo>
                    <a:pt x="2378" y="11170"/>
                  </a:lnTo>
                  <a:lnTo>
                    <a:pt x="2288" y="11209"/>
                  </a:lnTo>
                  <a:lnTo>
                    <a:pt x="2161" y="11388"/>
                  </a:lnTo>
                  <a:lnTo>
                    <a:pt x="2135" y="12052"/>
                  </a:lnTo>
                  <a:lnTo>
                    <a:pt x="2135" y="12155"/>
                  </a:lnTo>
                  <a:lnTo>
                    <a:pt x="2224" y="12180"/>
                  </a:lnTo>
                  <a:lnTo>
                    <a:pt x="2084" y="12282"/>
                  </a:lnTo>
                  <a:lnTo>
                    <a:pt x="2173" y="12282"/>
                  </a:lnTo>
                  <a:lnTo>
                    <a:pt x="2314" y="12257"/>
                  </a:lnTo>
                  <a:lnTo>
                    <a:pt x="2582" y="12091"/>
                  </a:lnTo>
                  <a:lnTo>
                    <a:pt x="2685" y="11886"/>
                  </a:lnTo>
                  <a:lnTo>
                    <a:pt x="2863" y="11784"/>
                  </a:lnTo>
                  <a:lnTo>
                    <a:pt x="3081" y="11707"/>
                  </a:lnTo>
                  <a:lnTo>
                    <a:pt x="3247" y="11669"/>
                  </a:lnTo>
                  <a:lnTo>
                    <a:pt x="3311" y="11516"/>
                  </a:lnTo>
                  <a:lnTo>
                    <a:pt x="2736" y="10889"/>
                  </a:lnTo>
                  <a:lnTo>
                    <a:pt x="3349" y="11477"/>
                  </a:lnTo>
                  <a:lnTo>
                    <a:pt x="3387" y="11516"/>
                  </a:lnTo>
                  <a:lnTo>
                    <a:pt x="3541" y="11477"/>
                  </a:lnTo>
                  <a:lnTo>
                    <a:pt x="3579" y="11375"/>
                  </a:lnTo>
                  <a:lnTo>
                    <a:pt x="3247" y="11043"/>
                  </a:lnTo>
                  <a:lnTo>
                    <a:pt x="3247" y="10966"/>
                  </a:lnTo>
                  <a:lnTo>
                    <a:pt x="3004" y="10851"/>
                  </a:lnTo>
                  <a:lnTo>
                    <a:pt x="3272" y="10928"/>
                  </a:lnTo>
                  <a:lnTo>
                    <a:pt x="3298" y="11068"/>
                  </a:lnTo>
                  <a:lnTo>
                    <a:pt x="3503" y="11260"/>
                  </a:lnTo>
                  <a:lnTo>
                    <a:pt x="3630" y="11260"/>
                  </a:lnTo>
                  <a:lnTo>
                    <a:pt x="3669" y="11183"/>
                  </a:lnTo>
                  <a:lnTo>
                    <a:pt x="3336" y="10915"/>
                  </a:lnTo>
                  <a:lnTo>
                    <a:pt x="3336" y="10915"/>
                  </a:lnTo>
                  <a:lnTo>
                    <a:pt x="3745" y="11081"/>
                  </a:lnTo>
                  <a:lnTo>
                    <a:pt x="3745" y="10940"/>
                  </a:lnTo>
                  <a:lnTo>
                    <a:pt x="3413" y="10838"/>
                  </a:lnTo>
                  <a:lnTo>
                    <a:pt x="3745" y="10902"/>
                  </a:lnTo>
                  <a:lnTo>
                    <a:pt x="3809" y="10800"/>
                  </a:lnTo>
                  <a:lnTo>
                    <a:pt x="3554" y="10762"/>
                  </a:lnTo>
                  <a:lnTo>
                    <a:pt x="3630" y="10710"/>
                  </a:lnTo>
                  <a:lnTo>
                    <a:pt x="3784" y="10659"/>
                  </a:lnTo>
                  <a:lnTo>
                    <a:pt x="3733" y="10583"/>
                  </a:lnTo>
                  <a:lnTo>
                    <a:pt x="3784" y="10583"/>
                  </a:lnTo>
                  <a:lnTo>
                    <a:pt x="3848" y="10595"/>
                  </a:lnTo>
                  <a:lnTo>
                    <a:pt x="3912" y="10723"/>
                  </a:lnTo>
                  <a:lnTo>
                    <a:pt x="4090" y="10800"/>
                  </a:lnTo>
                  <a:lnTo>
                    <a:pt x="4231" y="10800"/>
                  </a:lnTo>
                  <a:lnTo>
                    <a:pt x="4499" y="10595"/>
                  </a:lnTo>
                  <a:lnTo>
                    <a:pt x="4781" y="10493"/>
                  </a:lnTo>
                  <a:lnTo>
                    <a:pt x="4857" y="10378"/>
                  </a:lnTo>
                  <a:lnTo>
                    <a:pt x="4985" y="10365"/>
                  </a:lnTo>
                  <a:lnTo>
                    <a:pt x="5151" y="10212"/>
                  </a:lnTo>
                  <a:lnTo>
                    <a:pt x="5228" y="10212"/>
                  </a:lnTo>
                  <a:lnTo>
                    <a:pt x="5407" y="10084"/>
                  </a:lnTo>
                  <a:lnTo>
                    <a:pt x="5547" y="10033"/>
                  </a:lnTo>
                  <a:lnTo>
                    <a:pt x="5560" y="9854"/>
                  </a:lnTo>
                  <a:lnTo>
                    <a:pt x="5726" y="9854"/>
                  </a:lnTo>
                  <a:lnTo>
                    <a:pt x="5752" y="9777"/>
                  </a:lnTo>
                  <a:lnTo>
                    <a:pt x="5675" y="9662"/>
                  </a:lnTo>
                  <a:lnTo>
                    <a:pt x="5803" y="9547"/>
                  </a:lnTo>
                  <a:lnTo>
                    <a:pt x="5714" y="9471"/>
                  </a:lnTo>
                  <a:lnTo>
                    <a:pt x="5688" y="9356"/>
                  </a:lnTo>
                  <a:lnTo>
                    <a:pt x="5752" y="9317"/>
                  </a:lnTo>
                  <a:lnTo>
                    <a:pt x="5701" y="9164"/>
                  </a:lnTo>
                  <a:lnTo>
                    <a:pt x="5777" y="9151"/>
                  </a:lnTo>
                  <a:lnTo>
                    <a:pt x="5714" y="9011"/>
                  </a:lnTo>
                  <a:lnTo>
                    <a:pt x="5752" y="8908"/>
                  </a:lnTo>
                  <a:lnTo>
                    <a:pt x="5829" y="8896"/>
                  </a:lnTo>
                  <a:lnTo>
                    <a:pt x="5790" y="8985"/>
                  </a:lnTo>
                  <a:lnTo>
                    <a:pt x="5854" y="9049"/>
                  </a:lnTo>
                  <a:lnTo>
                    <a:pt x="5944" y="8972"/>
                  </a:lnTo>
                  <a:lnTo>
                    <a:pt x="5803" y="8844"/>
                  </a:lnTo>
                  <a:lnTo>
                    <a:pt x="5905" y="8781"/>
                  </a:lnTo>
                  <a:lnTo>
                    <a:pt x="5777" y="8487"/>
                  </a:lnTo>
                  <a:lnTo>
                    <a:pt x="5816" y="8193"/>
                  </a:lnTo>
                  <a:lnTo>
                    <a:pt x="5714" y="8154"/>
                  </a:lnTo>
                  <a:lnTo>
                    <a:pt x="5726" y="8090"/>
                  </a:lnTo>
                  <a:lnTo>
                    <a:pt x="5765" y="8052"/>
                  </a:lnTo>
                  <a:lnTo>
                    <a:pt x="5816" y="8001"/>
                  </a:lnTo>
                  <a:lnTo>
                    <a:pt x="5599" y="7451"/>
                  </a:lnTo>
                  <a:lnTo>
                    <a:pt x="5637" y="7234"/>
                  </a:lnTo>
                  <a:lnTo>
                    <a:pt x="5432" y="7030"/>
                  </a:lnTo>
                  <a:lnTo>
                    <a:pt x="5458" y="6915"/>
                  </a:lnTo>
                  <a:lnTo>
                    <a:pt x="5484" y="6838"/>
                  </a:lnTo>
                  <a:lnTo>
                    <a:pt x="5432" y="6697"/>
                  </a:lnTo>
                  <a:lnTo>
                    <a:pt x="5330" y="6697"/>
                  </a:lnTo>
                  <a:lnTo>
                    <a:pt x="4972" y="6263"/>
                  </a:lnTo>
                  <a:lnTo>
                    <a:pt x="4972" y="6084"/>
                  </a:lnTo>
                  <a:lnTo>
                    <a:pt x="4806" y="6045"/>
                  </a:lnTo>
                  <a:lnTo>
                    <a:pt x="4806" y="5969"/>
                  </a:lnTo>
                  <a:lnTo>
                    <a:pt x="4704" y="5918"/>
                  </a:lnTo>
                  <a:lnTo>
                    <a:pt x="4640" y="5969"/>
                  </a:lnTo>
                  <a:lnTo>
                    <a:pt x="4525" y="5815"/>
                  </a:lnTo>
                  <a:lnTo>
                    <a:pt x="4052" y="5496"/>
                  </a:lnTo>
                  <a:lnTo>
                    <a:pt x="4052" y="5355"/>
                  </a:lnTo>
                  <a:lnTo>
                    <a:pt x="3643" y="5036"/>
                  </a:lnTo>
                  <a:lnTo>
                    <a:pt x="3643" y="4921"/>
                  </a:lnTo>
                  <a:lnTo>
                    <a:pt x="3528" y="4780"/>
                  </a:lnTo>
                  <a:lnTo>
                    <a:pt x="3451" y="4678"/>
                  </a:lnTo>
                  <a:lnTo>
                    <a:pt x="3541" y="4576"/>
                  </a:lnTo>
                  <a:lnTo>
                    <a:pt x="3451" y="4422"/>
                  </a:lnTo>
                  <a:lnTo>
                    <a:pt x="3400" y="4473"/>
                  </a:lnTo>
                  <a:lnTo>
                    <a:pt x="3349" y="4397"/>
                  </a:lnTo>
                  <a:lnTo>
                    <a:pt x="3209" y="4295"/>
                  </a:lnTo>
                  <a:lnTo>
                    <a:pt x="3017" y="4128"/>
                  </a:lnTo>
                  <a:lnTo>
                    <a:pt x="2863" y="3873"/>
                  </a:lnTo>
                  <a:lnTo>
                    <a:pt x="2774" y="3681"/>
                  </a:lnTo>
                  <a:lnTo>
                    <a:pt x="2902" y="3643"/>
                  </a:lnTo>
                  <a:lnTo>
                    <a:pt x="2902" y="3553"/>
                  </a:lnTo>
                  <a:lnTo>
                    <a:pt x="2940" y="3387"/>
                  </a:lnTo>
                  <a:lnTo>
                    <a:pt x="2940" y="3195"/>
                  </a:lnTo>
                  <a:lnTo>
                    <a:pt x="3004" y="3080"/>
                  </a:lnTo>
                  <a:lnTo>
                    <a:pt x="3094" y="2927"/>
                  </a:lnTo>
                  <a:lnTo>
                    <a:pt x="3234" y="2927"/>
                  </a:lnTo>
                  <a:lnTo>
                    <a:pt x="3362" y="2825"/>
                  </a:lnTo>
                  <a:lnTo>
                    <a:pt x="3413" y="2710"/>
                  </a:lnTo>
                  <a:lnTo>
                    <a:pt x="3592" y="2659"/>
                  </a:lnTo>
                  <a:lnTo>
                    <a:pt x="3592" y="2326"/>
                  </a:lnTo>
                  <a:lnTo>
                    <a:pt x="3784" y="2224"/>
                  </a:lnTo>
                  <a:lnTo>
                    <a:pt x="3835" y="2020"/>
                  </a:lnTo>
                  <a:lnTo>
                    <a:pt x="4027" y="2084"/>
                  </a:lnTo>
                  <a:lnTo>
                    <a:pt x="4180" y="2020"/>
                  </a:lnTo>
                  <a:lnTo>
                    <a:pt x="4180" y="1905"/>
                  </a:lnTo>
                  <a:lnTo>
                    <a:pt x="4231" y="1764"/>
                  </a:lnTo>
                  <a:lnTo>
                    <a:pt x="4397" y="1764"/>
                  </a:lnTo>
                  <a:lnTo>
                    <a:pt x="4704" y="1585"/>
                  </a:lnTo>
                  <a:lnTo>
                    <a:pt x="4512" y="1496"/>
                  </a:lnTo>
                  <a:lnTo>
                    <a:pt x="4295" y="1496"/>
                  </a:lnTo>
                  <a:lnTo>
                    <a:pt x="4014" y="1406"/>
                  </a:lnTo>
                  <a:lnTo>
                    <a:pt x="3924" y="1253"/>
                  </a:lnTo>
                  <a:lnTo>
                    <a:pt x="3656" y="1189"/>
                  </a:lnTo>
                  <a:lnTo>
                    <a:pt x="3656" y="959"/>
                  </a:lnTo>
                  <a:lnTo>
                    <a:pt x="3579" y="920"/>
                  </a:lnTo>
                  <a:lnTo>
                    <a:pt x="3605" y="690"/>
                  </a:lnTo>
                  <a:lnTo>
                    <a:pt x="3669" y="665"/>
                  </a:lnTo>
                  <a:lnTo>
                    <a:pt x="3720" y="511"/>
                  </a:lnTo>
                  <a:lnTo>
                    <a:pt x="3541" y="396"/>
                  </a:lnTo>
                  <a:lnTo>
                    <a:pt x="3285" y="473"/>
                  </a:lnTo>
                  <a:lnTo>
                    <a:pt x="3260" y="371"/>
                  </a:lnTo>
                  <a:lnTo>
                    <a:pt x="3132" y="333"/>
                  </a:lnTo>
                  <a:lnTo>
                    <a:pt x="2991" y="422"/>
                  </a:lnTo>
                  <a:lnTo>
                    <a:pt x="2889" y="294"/>
                  </a:lnTo>
                  <a:lnTo>
                    <a:pt x="2748" y="281"/>
                  </a:lnTo>
                  <a:lnTo>
                    <a:pt x="2685" y="154"/>
                  </a:lnTo>
                  <a:lnTo>
                    <a:pt x="2621" y="51"/>
                  </a:lnTo>
                  <a:lnTo>
                    <a:pt x="2544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8" name="Google Shape;808;p60"/>
            <p:cNvSpPr/>
            <p:nvPr/>
          </p:nvSpPr>
          <p:spPr>
            <a:xfrm>
              <a:off x="5660625" y="3358000"/>
              <a:ext cx="7050" cy="4175"/>
            </a:xfrm>
            <a:custGeom>
              <a:rect b="b" l="l" r="r" t="t"/>
              <a:pathLst>
                <a:path extrusionOk="0" h="167" w="282">
                  <a:moveTo>
                    <a:pt x="180" y="0"/>
                  </a:moveTo>
                  <a:lnTo>
                    <a:pt x="1" y="154"/>
                  </a:lnTo>
                  <a:lnTo>
                    <a:pt x="141" y="166"/>
                  </a:lnTo>
                  <a:lnTo>
                    <a:pt x="282" y="90"/>
                  </a:lnTo>
                  <a:lnTo>
                    <a:pt x="269" y="26"/>
                  </a:lnTo>
                  <a:lnTo>
                    <a:pt x="180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9" name="Google Shape;809;p60"/>
            <p:cNvSpPr/>
            <p:nvPr/>
          </p:nvSpPr>
          <p:spPr>
            <a:xfrm>
              <a:off x="5757750" y="2981275"/>
              <a:ext cx="44125" cy="33900"/>
            </a:xfrm>
            <a:custGeom>
              <a:rect b="b" l="l" r="r" t="t"/>
              <a:pathLst>
                <a:path extrusionOk="0" h="1356" w="1765">
                  <a:moveTo>
                    <a:pt x="653" y="1"/>
                  </a:moveTo>
                  <a:lnTo>
                    <a:pt x="499" y="167"/>
                  </a:lnTo>
                  <a:lnTo>
                    <a:pt x="346" y="333"/>
                  </a:lnTo>
                  <a:lnTo>
                    <a:pt x="1" y="551"/>
                  </a:lnTo>
                  <a:lnTo>
                    <a:pt x="103" y="921"/>
                  </a:lnTo>
                  <a:lnTo>
                    <a:pt x="1" y="1151"/>
                  </a:lnTo>
                  <a:lnTo>
                    <a:pt x="589" y="1356"/>
                  </a:lnTo>
                  <a:lnTo>
                    <a:pt x="985" y="1228"/>
                  </a:lnTo>
                  <a:lnTo>
                    <a:pt x="1164" y="1190"/>
                  </a:lnTo>
                  <a:lnTo>
                    <a:pt x="1394" y="947"/>
                  </a:lnTo>
                  <a:lnTo>
                    <a:pt x="1394" y="678"/>
                  </a:lnTo>
                  <a:lnTo>
                    <a:pt x="1765" y="218"/>
                  </a:lnTo>
                  <a:lnTo>
                    <a:pt x="1765" y="1"/>
                  </a:lnTo>
                  <a:lnTo>
                    <a:pt x="1049" y="1"/>
                  </a:lnTo>
                  <a:lnTo>
                    <a:pt x="934" y="78"/>
                  </a:lnTo>
                  <a:lnTo>
                    <a:pt x="653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0" name="Google Shape;810;p60"/>
            <p:cNvSpPr/>
            <p:nvPr/>
          </p:nvSpPr>
          <p:spPr>
            <a:xfrm>
              <a:off x="5867675" y="3282275"/>
              <a:ext cx="17275" cy="18225"/>
            </a:xfrm>
            <a:custGeom>
              <a:rect b="b" l="l" r="r" t="t"/>
              <a:pathLst>
                <a:path extrusionOk="0" h="729" w="691">
                  <a:moveTo>
                    <a:pt x="639" y="0"/>
                  </a:moveTo>
                  <a:lnTo>
                    <a:pt x="307" y="205"/>
                  </a:lnTo>
                  <a:lnTo>
                    <a:pt x="0" y="243"/>
                  </a:lnTo>
                  <a:lnTo>
                    <a:pt x="205" y="409"/>
                  </a:lnTo>
                  <a:lnTo>
                    <a:pt x="218" y="422"/>
                  </a:lnTo>
                  <a:lnTo>
                    <a:pt x="231" y="524"/>
                  </a:lnTo>
                  <a:lnTo>
                    <a:pt x="320" y="537"/>
                  </a:lnTo>
                  <a:lnTo>
                    <a:pt x="333" y="550"/>
                  </a:lnTo>
                  <a:lnTo>
                    <a:pt x="473" y="729"/>
                  </a:lnTo>
                  <a:lnTo>
                    <a:pt x="639" y="460"/>
                  </a:lnTo>
                  <a:lnTo>
                    <a:pt x="576" y="358"/>
                  </a:lnTo>
                  <a:lnTo>
                    <a:pt x="576" y="345"/>
                  </a:lnTo>
                  <a:lnTo>
                    <a:pt x="691" y="13"/>
                  </a:lnTo>
                  <a:lnTo>
                    <a:pt x="639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1" name="Google Shape;811;p60"/>
            <p:cNvSpPr/>
            <p:nvPr/>
          </p:nvSpPr>
          <p:spPr>
            <a:xfrm>
              <a:off x="5860000" y="2925050"/>
              <a:ext cx="18250" cy="12800"/>
            </a:xfrm>
            <a:custGeom>
              <a:rect b="b" l="l" r="r" t="t"/>
              <a:pathLst>
                <a:path extrusionOk="0" h="512" w="730">
                  <a:moveTo>
                    <a:pt x="410" y="1"/>
                  </a:moveTo>
                  <a:lnTo>
                    <a:pt x="307" y="39"/>
                  </a:lnTo>
                  <a:lnTo>
                    <a:pt x="141" y="103"/>
                  </a:lnTo>
                  <a:lnTo>
                    <a:pt x="77" y="154"/>
                  </a:lnTo>
                  <a:lnTo>
                    <a:pt x="1" y="205"/>
                  </a:lnTo>
                  <a:lnTo>
                    <a:pt x="77" y="218"/>
                  </a:lnTo>
                  <a:lnTo>
                    <a:pt x="129" y="256"/>
                  </a:lnTo>
                  <a:lnTo>
                    <a:pt x="52" y="397"/>
                  </a:lnTo>
                  <a:lnTo>
                    <a:pt x="116" y="422"/>
                  </a:lnTo>
                  <a:lnTo>
                    <a:pt x="231" y="358"/>
                  </a:lnTo>
                  <a:lnTo>
                    <a:pt x="295" y="397"/>
                  </a:lnTo>
                  <a:lnTo>
                    <a:pt x="269" y="473"/>
                  </a:lnTo>
                  <a:lnTo>
                    <a:pt x="435" y="512"/>
                  </a:lnTo>
                  <a:lnTo>
                    <a:pt x="461" y="448"/>
                  </a:lnTo>
                  <a:lnTo>
                    <a:pt x="640" y="422"/>
                  </a:lnTo>
                  <a:lnTo>
                    <a:pt x="665" y="320"/>
                  </a:lnTo>
                  <a:lnTo>
                    <a:pt x="729" y="256"/>
                  </a:lnTo>
                  <a:lnTo>
                    <a:pt x="678" y="141"/>
                  </a:lnTo>
                  <a:lnTo>
                    <a:pt x="576" y="77"/>
                  </a:lnTo>
                  <a:lnTo>
                    <a:pt x="538" y="39"/>
                  </a:lnTo>
                  <a:lnTo>
                    <a:pt x="410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2" name="Google Shape;812;p60"/>
            <p:cNvSpPr/>
            <p:nvPr/>
          </p:nvSpPr>
          <p:spPr>
            <a:xfrm>
              <a:off x="5775975" y="3239450"/>
              <a:ext cx="196850" cy="124650"/>
            </a:xfrm>
            <a:custGeom>
              <a:rect b="b" l="l" r="r" t="t"/>
              <a:pathLst>
                <a:path extrusionOk="0" h="4986" w="7874">
                  <a:moveTo>
                    <a:pt x="5803" y="1"/>
                  </a:moveTo>
                  <a:lnTo>
                    <a:pt x="5701" y="333"/>
                  </a:lnTo>
                  <a:lnTo>
                    <a:pt x="5317" y="716"/>
                  </a:lnTo>
                  <a:lnTo>
                    <a:pt x="5317" y="844"/>
                  </a:lnTo>
                  <a:lnTo>
                    <a:pt x="5177" y="1049"/>
                  </a:lnTo>
                  <a:lnTo>
                    <a:pt x="5087" y="1240"/>
                  </a:lnTo>
                  <a:lnTo>
                    <a:pt x="4959" y="1215"/>
                  </a:lnTo>
                  <a:lnTo>
                    <a:pt x="4921" y="1151"/>
                  </a:lnTo>
                  <a:lnTo>
                    <a:pt x="4729" y="1355"/>
                  </a:lnTo>
                  <a:lnTo>
                    <a:pt x="4793" y="1483"/>
                  </a:lnTo>
                  <a:lnTo>
                    <a:pt x="4883" y="1483"/>
                  </a:lnTo>
                  <a:lnTo>
                    <a:pt x="4908" y="1496"/>
                  </a:lnTo>
                  <a:lnTo>
                    <a:pt x="4870" y="1585"/>
                  </a:lnTo>
                  <a:lnTo>
                    <a:pt x="4844" y="1662"/>
                  </a:lnTo>
                  <a:lnTo>
                    <a:pt x="4716" y="1739"/>
                  </a:lnTo>
                  <a:lnTo>
                    <a:pt x="4614" y="1713"/>
                  </a:lnTo>
                  <a:lnTo>
                    <a:pt x="4729" y="2212"/>
                  </a:lnTo>
                  <a:lnTo>
                    <a:pt x="4729" y="2237"/>
                  </a:lnTo>
                  <a:lnTo>
                    <a:pt x="4704" y="2237"/>
                  </a:lnTo>
                  <a:lnTo>
                    <a:pt x="4448" y="2084"/>
                  </a:lnTo>
                  <a:lnTo>
                    <a:pt x="4435" y="2071"/>
                  </a:lnTo>
                  <a:lnTo>
                    <a:pt x="4371" y="1790"/>
                  </a:lnTo>
                  <a:lnTo>
                    <a:pt x="4282" y="2058"/>
                  </a:lnTo>
                  <a:lnTo>
                    <a:pt x="4359" y="2161"/>
                  </a:lnTo>
                  <a:lnTo>
                    <a:pt x="4359" y="2186"/>
                  </a:lnTo>
                  <a:lnTo>
                    <a:pt x="4154" y="2493"/>
                  </a:lnTo>
                  <a:lnTo>
                    <a:pt x="4141" y="2506"/>
                  </a:lnTo>
                  <a:lnTo>
                    <a:pt x="4116" y="2493"/>
                  </a:lnTo>
                  <a:lnTo>
                    <a:pt x="3962" y="2288"/>
                  </a:lnTo>
                  <a:lnTo>
                    <a:pt x="3873" y="2276"/>
                  </a:lnTo>
                  <a:lnTo>
                    <a:pt x="3860" y="2250"/>
                  </a:lnTo>
                  <a:lnTo>
                    <a:pt x="3847" y="2148"/>
                  </a:lnTo>
                  <a:lnTo>
                    <a:pt x="3605" y="1969"/>
                  </a:lnTo>
                  <a:lnTo>
                    <a:pt x="3566" y="1969"/>
                  </a:lnTo>
                  <a:lnTo>
                    <a:pt x="3553" y="2237"/>
                  </a:lnTo>
                  <a:lnTo>
                    <a:pt x="3132" y="2672"/>
                  </a:lnTo>
                  <a:lnTo>
                    <a:pt x="3068" y="2889"/>
                  </a:lnTo>
                  <a:lnTo>
                    <a:pt x="2735" y="3157"/>
                  </a:lnTo>
                  <a:lnTo>
                    <a:pt x="2007" y="3336"/>
                  </a:lnTo>
                  <a:lnTo>
                    <a:pt x="1726" y="3349"/>
                  </a:lnTo>
                  <a:lnTo>
                    <a:pt x="1534" y="3515"/>
                  </a:lnTo>
                  <a:lnTo>
                    <a:pt x="1470" y="3413"/>
                  </a:lnTo>
                  <a:lnTo>
                    <a:pt x="1406" y="3464"/>
                  </a:lnTo>
                  <a:lnTo>
                    <a:pt x="1381" y="3797"/>
                  </a:lnTo>
                  <a:lnTo>
                    <a:pt x="1253" y="3771"/>
                  </a:lnTo>
                  <a:lnTo>
                    <a:pt x="1355" y="3988"/>
                  </a:lnTo>
                  <a:lnTo>
                    <a:pt x="1291" y="4180"/>
                  </a:lnTo>
                  <a:lnTo>
                    <a:pt x="1266" y="4346"/>
                  </a:lnTo>
                  <a:lnTo>
                    <a:pt x="1151" y="4397"/>
                  </a:lnTo>
                  <a:lnTo>
                    <a:pt x="1151" y="4487"/>
                  </a:lnTo>
                  <a:lnTo>
                    <a:pt x="754" y="4384"/>
                  </a:lnTo>
                  <a:lnTo>
                    <a:pt x="639" y="4231"/>
                  </a:lnTo>
                  <a:lnTo>
                    <a:pt x="563" y="4295"/>
                  </a:lnTo>
                  <a:lnTo>
                    <a:pt x="307" y="4269"/>
                  </a:lnTo>
                  <a:lnTo>
                    <a:pt x="115" y="4116"/>
                  </a:lnTo>
                  <a:lnTo>
                    <a:pt x="90" y="4001"/>
                  </a:lnTo>
                  <a:lnTo>
                    <a:pt x="64" y="4027"/>
                  </a:lnTo>
                  <a:lnTo>
                    <a:pt x="0" y="4193"/>
                  </a:lnTo>
                  <a:lnTo>
                    <a:pt x="128" y="4244"/>
                  </a:lnTo>
                  <a:lnTo>
                    <a:pt x="141" y="4244"/>
                  </a:lnTo>
                  <a:lnTo>
                    <a:pt x="141" y="4257"/>
                  </a:lnTo>
                  <a:lnTo>
                    <a:pt x="141" y="4397"/>
                  </a:lnTo>
                  <a:lnTo>
                    <a:pt x="806" y="4985"/>
                  </a:lnTo>
                  <a:lnTo>
                    <a:pt x="985" y="4934"/>
                  </a:lnTo>
                  <a:lnTo>
                    <a:pt x="1010" y="4857"/>
                  </a:lnTo>
                  <a:lnTo>
                    <a:pt x="1036" y="4845"/>
                  </a:lnTo>
                  <a:lnTo>
                    <a:pt x="1406" y="4806"/>
                  </a:lnTo>
                  <a:lnTo>
                    <a:pt x="1675" y="4883"/>
                  </a:lnTo>
                  <a:lnTo>
                    <a:pt x="2007" y="4729"/>
                  </a:lnTo>
                  <a:lnTo>
                    <a:pt x="2084" y="4499"/>
                  </a:lnTo>
                  <a:lnTo>
                    <a:pt x="2096" y="4487"/>
                  </a:lnTo>
                  <a:lnTo>
                    <a:pt x="2339" y="4384"/>
                  </a:lnTo>
                  <a:lnTo>
                    <a:pt x="2352" y="4372"/>
                  </a:lnTo>
                  <a:lnTo>
                    <a:pt x="2876" y="4372"/>
                  </a:lnTo>
                  <a:lnTo>
                    <a:pt x="2889" y="4384"/>
                  </a:lnTo>
                  <a:lnTo>
                    <a:pt x="2889" y="4410"/>
                  </a:lnTo>
                  <a:lnTo>
                    <a:pt x="2838" y="4512"/>
                  </a:lnTo>
                  <a:lnTo>
                    <a:pt x="3387" y="4678"/>
                  </a:lnTo>
                  <a:lnTo>
                    <a:pt x="3592" y="4448"/>
                  </a:lnTo>
                  <a:lnTo>
                    <a:pt x="3617" y="4448"/>
                  </a:lnTo>
                  <a:lnTo>
                    <a:pt x="3796" y="4512"/>
                  </a:lnTo>
                  <a:lnTo>
                    <a:pt x="3873" y="4499"/>
                  </a:lnTo>
                  <a:lnTo>
                    <a:pt x="4065" y="4538"/>
                  </a:lnTo>
                  <a:lnTo>
                    <a:pt x="4154" y="4193"/>
                  </a:lnTo>
                  <a:lnTo>
                    <a:pt x="4167" y="4180"/>
                  </a:lnTo>
                  <a:lnTo>
                    <a:pt x="4269" y="4129"/>
                  </a:lnTo>
                  <a:lnTo>
                    <a:pt x="4154" y="3950"/>
                  </a:lnTo>
                  <a:lnTo>
                    <a:pt x="4154" y="3937"/>
                  </a:lnTo>
                  <a:lnTo>
                    <a:pt x="4154" y="3924"/>
                  </a:lnTo>
                  <a:lnTo>
                    <a:pt x="4218" y="3860"/>
                  </a:lnTo>
                  <a:lnTo>
                    <a:pt x="4231" y="3860"/>
                  </a:lnTo>
                  <a:lnTo>
                    <a:pt x="4627" y="3643"/>
                  </a:lnTo>
                  <a:lnTo>
                    <a:pt x="4589" y="3605"/>
                  </a:lnTo>
                  <a:lnTo>
                    <a:pt x="4486" y="3566"/>
                  </a:lnTo>
                  <a:lnTo>
                    <a:pt x="4474" y="3554"/>
                  </a:lnTo>
                  <a:lnTo>
                    <a:pt x="4474" y="3541"/>
                  </a:lnTo>
                  <a:lnTo>
                    <a:pt x="4601" y="3234"/>
                  </a:lnTo>
                  <a:lnTo>
                    <a:pt x="4614" y="3221"/>
                  </a:lnTo>
                  <a:lnTo>
                    <a:pt x="4768" y="3221"/>
                  </a:lnTo>
                  <a:lnTo>
                    <a:pt x="4883" y="2544"/>
                  </a:lnTo>
                  <a:lnTo>
                    <a:pt x="4831" y="2365"/>
                  </a:lnTo>
                  <a:lnTo>
                    <a:pt x="4831" y="2340"/>
                  </a:lnTo>
                  <a:lnTo>
                    <a:pt x="5100" y="2122"/>
                  </a:lnTo>
                  <a:lnTo>
                    <a:pt x="5113" y="2109"/>
                  </a:lnTo>
                  <a:lnTo>
                    <a:pt x="5125" y="2122"/>
                  </a:lnTo>
                  <a:lnTo>
                    <a:pt x="5215" y="2199"/>
                  </a:lnTo>
                  <a:lnTo>
                    <a:pt x="5304" y="2122"/>
                  </a:lnTo>
                  <a:lnTo>
                    <a:pt x="5330" y="2122"/>
                  </a:lnTo>
                  <a:lnTo>
                    <a:pt x="5522" y="2161"/>
                  </a:lnTo>
                  <a:lnTo>
                    <a:pt x="5726" y="2109"/>
                  </a:lnTo>
                  <a:lnTo>
                    <a:pt x="6237" y="2161"/>
                  </a:lnTo>
                  <a:lnTo>
                    <a:pt x="6250" y="2161"/>
                  </a:lnTo>
                  <a:lnTo>
                    <a:pt x="6531" y="2263"/>
                  </a:lnTo>
                  <a:lnTo>
                    <a:pt x="6621" y="2199"/>
                  </a:lnTo>
                  <a:lnTo>
                    <a:pt x="6787" y="2301"/>
                  </a:lnTo>
                  <a:lnTo>
                    <a:pt x="6979" y="2237"/>
                  </a:lnTo>
                  <a:lnTo>
                    <a:pt x="7170" y="2173"/>
                  </a:lnTo>
                  <a:lnTo>
                    <a:pt x="7298" y="2199"/>
                  </a:lnTo>
                  <a:lnTo>
                    <a:pt x="7375" y="2161"/>
                  </a:lnTo>
                  <a:lnTo>
                    <a:pt x="7362" y="2097"/>
                  </a:lnTo>
                  <a:lnTo>
                    <a:pt x="7196" y="2007"/>
                  </a:lnTo>
                  <a:lnTo>
                    <a:pt x="7260" y="1956"/>
                  </a:lnTo>
                  <a:lnTo>
                    <a:pt x="7119" y="1905"/>
                  </a:lnTo>
                  <a:lnTo>
                    <a:pt x="6940" y="1726"/>
                  </a:lnTo>
                  <a:lnTo>
                    <a:pt x="7068" y="1662"/>
                  </a:lnTo>
                  <a:lnTo>
                    <a:pt x="7247" y="1726"/>
                  </a:lnTo>
                  <a:lnTo>
                    <a:pt x="7426" y="1688"/>
                  </a:lnTo>
                  <a:lnTo>
                    <a:pt x="7873" y="1470"/>
                  </a:lnTo>
                  <a:lnTo>
                    <a:pt x="7861" y="1279"/>
                  </a:lnTo>
                  <a:lnTo>
                    <a:pt x="7784" y="1279"/>
                  </a:lnTo>
                  <a:lnTo>
                    <a:pt x="7669" y="1304"/>
                  </a:lnTo>
                  <a:lnTo>
                    <a:pt x="7541" y="1253"/>
                  </a:lnTo>
                  <a:lnTo>
                    <a:pt x="7196" y="1010"/>
                  </a:lnTo>
                  <a:lnTo>
                    <a:pt x="7043" y="972"/>
                  </a:lnTo>
                  <a:lnTo>
                    <a:pt x="6915" y="1100"/>
                  </a:lnTo>
                  <a:lnTo>
                    <a:pt x="6800" y="1023"/>
                  </a:lnTo>
                  <a:lnTo>
                    <a:pt x="6915" y="895"/>
                  </a:lnTo>
                  <a:lnTo>
                    <a:pt x="6864" y="768"/>
                  </a:lnTo>
                  <a:lnTo>
                    <a:pt x="6634" y="921"/>
                  </a:lnTo>
                  <a:lnTo>
                    <a:pt x="6519" y="908"/>
                  </a:lnTo>
                  <a:lnTo>
                    <a:pt x="6595" y="742"/>
                  </a:lnTo>
                  <a:lnTo>
                    <a:pt x="6544" y="691"/>
                  </a:lnTo>
                  <a:lnTo>
                    <a:pt x="6608" y="614"/>
                  </a:lnTo>
                  <a:lnTo>
                    <a:pt x="6608" y="461"/>
                  </a:lnTo>
                  <a:lnTo>
                    <a:pt x="6442" y="384"/>
                  </a:lnTo>
                  <a:lnTo>
                    <a:pt x="6314" y="346"/>
                  </a:lnTo>
                  <a:lnTo>
                    <a:pt x="6237" y="39"/>
                  </a:lnTo>
                  <a:lnTo>
                    <a:pt x="6161" y="13"/>
                  </a:lnTo>
                  <a:lnTo>
                    <a:pt x="6071" y="90"/>
                  </a:lnTo>
                  <a:lnTo>
                    <a:pt x="6084" y="205"/>
                  </a:lnTo>
                  <a:lnTo>
                    <a:pt x="5854" y="410"/>
                  </a:lnTo>
                  <a:lnTo>
                    <a:pt x="5854" y="410"/>
                  </a:lnTo>
                  <a:lnTo>
                    <a:pt x="5931" y="218"/>
                  </a:lnTo>
                  <a:lnTo>
                    <a:pt x="5918" y="26"/>
                  </a:lnTo>
                  <a:lnTo>
                    <a:pt x="5803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3" name="Google Shape;813;p60"/>
            <p:cNvSpPr/>
            <p:nvPr/>
          </p:nvSpPr>
          <p:spPr>
            <a:xfrm>
              <a:off x="5886200" y="3281950"/>
              <a:ext cx="6750" cy="11850"/>
            </a:xfrm>
            <a:custGeom>
              <a:rect b="b" l="l" r="r" t="t"/>
              <a:pathLst>
                <a:path extrusionOk="0" h="474" w="270">
                  <a:moveTo>
                    <a:pt x="167" y="1"/>
                  </a:moveTo>
                  <a:lnTo>
                    <a:pt x="52" y="64"/>
                  </a:lnTo>
                  <a:lnTo>
                    <a:pt x="1" y="39"/>
                  </a:lnTo>
                  <a:lnTo>
                    <a:pt x="1" y="39"/>
                  </a:lnTo>
                  <a:lnTo>
                    <a:pt x="65" y="358"/>
                  </a:lnTo>
                  <a:lnTo>
                    <a:pt x="269" y="473"/>
                  </a:lnTo>
                  <a:lnTo>
                    <a:pt x="167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4" name="Google Shape;814;p60"/>
            <p:cNvSpPr/>
            <p:nvPr/>
          </p:nvSpPr>
          <p:spPr>
            <a:xfrm>
              <a:off x="5986225" y="2870725"/>
              <a:ext cx="37075" cy="70650"/>
            </a:xfrm>
            <a:custGeom>
              <a:rect b="b" l="l" r="r" t="t"/>
              <a:pathLst>
                <a:path extrusionOk="0" h="2826" w="1483">
                  <a:moveTo>
                    <a:pt x="1368" y="1"/>
                  </a:moveTo>
                  <a:lnTo>
                    <a:pt x="895" y="180"/>
                  </a:lnTo>
                  <a:lnTo>
                    <a:pt x="639" y="180"/>
                  </a:lnTo>
                  <a:lnTo>
                    <a:pt x="409" y="627"/>
                  </a:lnTo>
                  <a:lnTo>
                    <a:pt x="115" y="1011"/>
                  </a:lnTo>
                  <a:lnTo>
                    <a:pt x="0" y="1611"/>
                  </a:lnTo>
                  <a:lnTo>
                    <a:pt x="0" y="2135"/>
                  </a:lnTo>
                  <a:lnTo>
                    <a:pt x="435" y="2493"/>
                  </a:lnTo>
                  <a:lnTo>
                    <a:pt x="473" y="2825"/>
                  </a:lnTo>
                  <a:lnTo>
                    <a:pt x="601" y="2736"/>
                  </a:lnTo>
                  <a:lnTo>
                    <a:pt x="677" y="2416"/>
                  </a:lnTo>
                  <a:lnTo>
                    <a:pt x="1010" y="1892"/>
                  </a:lnTo>
                  <a:lnTo>
                    <a:pt x="1176" y="1407"/>
                  </a:lnTo>
                  <a:lnTo>
                    <a:pt x="1138" y="1113"/>
                  </a:lnTo>
                  <a:lnTo>
                    <a:pt x="1368" y="768"/>
                  </a:lnTo>
                  <a:lnTo>
                    <a:pt x="1368" y="282"/>
                  </a:lnTo>
                  <a:lnTo>
                    <a:pt x="1483" y="141"/>
                  </a:lnTo>
                  <a:lnTo>
                    <a:pt x="1368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5" name="Google Shape;815;p60"/>
            <p:cNvSpPr/>
            <p:nvPr/>
          </p:nvSpPr>
          <p:spPr>
            <a:xfrm>
              <a:off x="5983650" y="2999175"/>
              <a:ext cx="88550" cy="129125"/>
            </a:xfrm>
            <a:custGeom>
              <a:rect b="b" l="l" r="r" t="t"/>
              <a:pathLst>
                <a:path extrusionOk="0" h="5165" w="3542">
                  <a:moveTo>
                    <a:pt x="1126" y="1"/>
                  </a:moveTo>
                  <a:lnTo>
                    <a:pt x="870" y="116"/>
                  </a:lnTo>
                  <a:lnTo>
                    <a:pt x="832" y="65"/>
                  </a:lnTo>
                  <a:lnTo>
                    <a:pt x="742" y="154"/>
                  </a:lnTo>
                  <a:lnTo>
                    <a:pt x="640" y="154"/>
                  </a:lnTo>
                  <a:lnTo>
                    <a:pt x="678" y="346"/>
                  </a:lnTo>
                  <a:lnTo>
                    <a:pt x="589" y="435"/>
                  </a:lnTo>
                  <a:lnTo>
                    <a:pt x="487" y="883"/>
                  </a:lnTo>
                  <a:lnTo>
                    <a:pt x="423" y="921"/>
                  </a:lnTo>
                  <a:lnTo>
                    <a:pt x="448" y="1036"/>
                  </a:lnTo>
                  <a:lnTo>
                    <a:pt x="550" y="1087"/>
                  </a:lnTo>
                  <a:lnTo>
                    <a:pt x="538" y="1240"/>
                  </a:lnTo>
                  <a:lnTo>
                    <a:pt x="550" y="1483"/>
                  </a:lnTo>
                  <a:lnTo>
                    <a:pt x="423" y="1573"/>
                  </a:lnTo>
                  <a:lnTo>
                    <a:pt x="423" y="2020"/>
                  </a:lnTo>
                  <a:lnTo>
                    <a:pt x="512" y="2161"/>
                  </a:lnTo>
                  <a:lnTo>
                    <a:pt x="371" y="2225"/>
                  </a:lnTo>
                  <a:lnTo>
                    <a:pt x="231" y="2173"/>
                  </a:lnTo>
                  <a:lnTo>
                    <a:pt x="103" y="2097"/>
                  </a:lnTo>
                  <a:lnTo>
                    <a:pt x="103" y="1943"/>
                  </a:lnTo>
                  <a:lnTo>
                    <a:pt x="1" y="2007"/>
                  </a:lnTo>
                  <a:lnTo>
                    <a:pt x="1" y="2314"/>
                  </a:lnTo>
                  <a:lnTo>
                    <a:pt x="90" y="2378"/>
                  </a:lnTo>
                  <a:lnTo>
                    <a:pt x="65" y="2570"/>
                  </a:lnTo>
                  <a:lnTo>
                    <a:pt x="103" y="2646"/>
                  </a:lnTo>
                  <a:lnTo>
                    <a:pt x="90" y="2723"/>
                  </a:lnTo>
                  <a:lnTo>
                    <a:pt x="205" y="2953"/>
                  </a:lnTo>
                  <a:lnTo>
                    <a:pt x="180" y="3209"/>
                  </a:lnTo>
                  <a:lnTo>
                    <a:pt x="346" y="3273"/>
                  </a:lnTo>
                  <a:lnTo>
                    <a:pt x="487" y="3541"/>
                  </a:lnTo>
                  <a:lnTo>
                    <a:pt x="627" y="3541"/>
                  </a:lnTo>
                  <a:lnTo>
                    <a:pt x="525" y="3209"/>
                  </a:lnTo>
                  <a:lnTo>
                    <a:pt x="640" y="3132"/>
                  </a:lnTo>
                  <a:lnTo>
                    <a:pt x="691" y="3298"/>
                  </a:lnTo>
                  <a:lnTo>
                    <a:pt x="1062" y="3298"/>
                  </a:lnTo>
                  <a:lnTo>
                    <a:pt x="1087" y="3541"/>
                  </a:lnTo>
                  <a:lnTo>
                    <a:pt x="1279" y="3605"/>
                  </a:lnTo>
                  <a:lnTo>
                    <a:pt x="1138" y="3745"/>
                  </a:lnTo>
                  <a:lnTo>
                    <a:pt x="985" y="3426"/>
                  </a:lnTo>
                  <a:lnTo>
                    <a:pt x="729" y="3669"/>
                  </a:lnTo>
                  <a:lnTo>
                    <a:pt x="640" y="3681"/>
                  </a:lnTo>
                  <a:lnTo>
                    <a:pt x="640" y="3988"/>
                  </a:lnTo>
                  <a:lnTo>
                    <a:pt x="883" y="4052"/>
                  </a:lnTo>
                  <a:lnTo>
                    <a:pt x="921" y="4218"/>
                  </a:lnTo>
                  <a:lnTo>
                    <a:pt x="998" y="4167"/>
                  </a:lnTo>
                  <a:lnTo>
                    <a:pt x="1023" y="4257"/>
                  </a:lnTo>
                  <a:lnTo>
                    <a:pt x="1279" y="4257"/>
                  </a:lnTo>
                  <a:lnTo>
                    <a:pt x="1343" y="4065"/>
                  </a:lnTo>
                  <a:lnTo>
                    <a:pt x="1573" y="4001"/>
                  </a:lnTo>
                  <a:lnTo>
                    <a:pt x="1611" y="3975"/>
                  </a:lnTo>
                  <a:lnTo>
                    <a:pt x="1790" y="4116"/>
                  </a:lnTo>
                  <a:lnTo>
                    <a:pt x="1905" y="4257"/>
                  </a:lnTo>
                  <a:lnTo>
                    <a:pt x="2097" y="4295"/>
                  </a:lnTo>
                  <a:lnTo>
                    <a:pt x="2199" y="4602"/>
                  </a:lnTo>
                  <a:lnTo>
                    <a:pt x="2352" y="4602"/>
                  </a:lnTo>
                  <a:lnTo>
                    <a:pt x="2352" y="4346"/>
                  </a:lnTo>
                  <a:lnTo>
                    <a:pt x="2174" y="4180"/>
                  </a:lnTo>
                  <a:lnTo>
                    <a:pt x="2225" y="4052"/>
                  </a:lnTo>
                  <a:lnTo>
                    <a:pt x="2097" y="3899"/>
                  </a:lnTo>
                  <a:lnTo>
                    <a:pt x="2314" y="4078"/>
                  </a:lnTo>
                  <a:lnTo>
                    <a:pt x="2404" y="4090"/>
                  </a:lnTo>
                  <a:lnTo>
                    <a:pt x="2404" y="4257"/>
                  </a:lnTo>
                  <a:lnTo>
                    <a:pt x="2761" y="4423"/>
                  </a:lnTo>
                  <a:lnTo>
                    <a:pt x="2761" y="4512"/>
                  </a:lnTo>
                  <a:lnTo>
                    <a:pt x="2825" y="4602"/>
                  </a:lnTo>
                  <a:lnTo>
                    <a:pt x="2800" y="4666"/>
                  </a:lnTo>
                  <a:lnTo>
                    <a:pt x="3081" y="4845"/>
                  </a:lnTo>
                  <a:lnTo>
                    <a:pt x="3273" y="4845"/>
                  </a:lnTo>
                  <a:lnTo>
                    <a:pt x="3311" y="5113"/>
                  </a:lnTo>
                  <a:lnTo>
                    <a:pt x="3477" y="5164"/>
                  </a:lnTo>
                  <a:lnTo>
                    <a:pt x="3541" y="4947"/>
                  </a:lnTo>
                  <a:lnTo>
                    <a:pt x="3541" y="4717"/>
                  </a:lnTo>
                  <a:lnTo>
                    <a:pt x="3349" y="4896"/>
                  </a:lnTo>
                  <a:lnTo>
                    <a:pt x="3273" y="4781"/>
                  </a:lnTo>
                  <a:lnTo>
                    <a:pt x="3452" y="4742"/>
                  </a:lnTo>
                  <a:lnTo>
                    <a:pt x="3222" y="4614"/>
                  </a:lnTo>
                  <a:lnTo>
                    <a:pt x="3247" y="4499"/>
                  </a:lnTo>
                  <a:lnTo>
                    <a:pt x="3081" y="4333"/>
                  </a:lnTo>
                  <a:lnTo>
                    <a:pt x="3081" y="4180"/>
                  </a:lnTo>
                  <a:lnTo>
                    <a:pt x="3311" y="4154"/>
                  </a:lnTo>
                  <a:lnTo>
                    <a:pt x="3285" y="4065"/>
                  </a:lnTo>
                  <a:lnTo>
                    <a:pt x="3055" y="3963"/>
                  </a:lnTo>
                  <a:lnTo>
                    <a:pt x="2813" y="3963"/>
                  </a:lnTo>
                  <a:lnTo>
                    <a:pt x="2761" y="4193"/>
                  </a:lnTo>
                  <a:lnTo>
                    <a:pt x="2595" y="4103"/>
                  </a:lnTo>
                  <a:lnTo>
                    <a:pt x="2659" y="3924"/>
                  </a:lnTo>
                  <a:lnTo>
                    <a:pt x="2429" y="3630"/>
                  </a:lnTo>
                  <a:lnTo>
                    <a:pt x="2250" y="3656"/>
                  </a:lnTo>
                  <a:lnTo>
                    <a:pt x="2174" y="3656"/>
                  </a:lnTo>
                  <a:lnTo>
                    <a:pt x="2071" y="3694"/>
                  </a:lnTo>
                  <a:lnTo>
                    <a:pt x="2059" y="3975"/>
                  </a:lnTo>
                  <a:lnTo>
                    <a:pt x="1956" y="4078"/>
                  </a:lnTo>
                  <a:lnTo>
                    <a:pt x="1611" y="3822"/>
                  </a:lnTo>
                  <a:lnTo>
                    <a:pt x="1624" y="3643"/>
                  </a:lnTo>
                  <a:lnTo>
                    <a:pt x="1509" y="3503"/>
                  </a:lnTo>
                  <a:lnTo>
                    <a:pt x="1560" y="3400"/>
                  </a:lnTo>
                  <a:lnTo>
                    <a:pt x="1624" y="3349"/>
                  </a:lnTo>
                  <a:lnTo>
                    <a:pt x="1586" y="3132"/>
                  </a:lnTo>
                  <a:lnTo>
                    <a:pt x="1713" y="3234"/>
                  </a:lnTo>
                  <a:lnTo>
                    <a:pt x="1675" y="3375"/>
                  </a:lnTo>
                  <a:lnTo>
                    <a:pt x="1841" y="3413"/>
                  </a:lnTo>
                  <a:lnTo>
                    <a:pt x="1765" y="3260"/>
                  </a:lnTo>
                  <a:lnTo>
                    <a:pt x="1867" y="3106"/>
                  </a:lnTo>
                  <a:lnTo>
                    <a:pt x="1701" y="2979"/>
                  </a:lnTo>
                  <a:lnTo>
                    <a:pt x="1637" y="3068"/>
                  </a:lnTo>
                  <a:lnTo>
                    <a:pt x="1701" y="3183"/>
                  </a:lnTo>
                  <a:lnTo>
                    <a:pt x="1573" y="3094"/>
                  </a:lnTo>
                  <a:lnTo>
                    <a:pt x="1471" y="3247"/>
                  </a:lnTo>
                  <a:lnTo>
                    <a:pt x="1483" y="3362"/>
                  </a:lnTo>
                  <a:lnTo>
                    <a:pt x="1419" y="3106"/>
                  </a:lnTo>
                  <a:lnTo>
                    <a:pt x="1279" y="2838"/>
                  </a:lnTo>
                  <a:lnTo>
                    <a:pt x="1509" y="2557"/>
                  </a:lnTo>
                  <a:lnTo>
                    <a:pt x="1432" y="2429"/>
                  </a:lnTo>
                  <a:lnTo>
                    <a:pt x="1445" y="2403"/>
                  </a:lnTo>
                  <a:lnTo>
                    <a:pt x="1471" y="2340"/>
                  </a:lnTo>
                  <a:lnTo>
                    <a:pt x="1522" y="2250"/>
                  </a:lnTo>
                  <a:lnTo>
                    <a:pt x="1841" y="2084"/>
                  </a:lnTo>
                  <a:lnTo>
                    <a:pt x="1803" y="2173"/>
                  </a:lnTo>
                  <a:lnTo>
                    <a:pt x="1803" y="2173"/>
                  </a:lnTo>
                  <a:lnTo>
                    <a:pt x="1931" y="2046"/>
                  </a:lnTo>
                  <a:lnTo>
                    <a:pt x="1982" y="1867"/>
                  </a:lnTo>
                  <a:lnTo>
                    <a:pt x="2174" y="1496"/>
                  </a:lnTo>
                  <a:lnTo>
                    <a:pt x="2174" y="1432"/>
                  </a:lnTo>
                  <a:lnTo>
                    <a:pt x="2237" y="1394"/>
                  </a:lnTo>
                  <a:lnTo>
                    <a:pt x="2186" y="1330"/>
                  </a:lnTo>
                  <a:lnTo>
                    <a:pt x="2110" y="1317"/>
                  </a:lnTo>
                  <a:lnTo>
                    <a:pt x="2148" y="1215"/>
                  </a:lnTo>
                  <a:lnTo>
                    <a:pt x="2110" y="1151"/>
                  </a:lnTo>
                  <a:lnTo>
                    <a:pt x="2020" y="1151"/>
                  </a:lnTo>
                  <a:lnTo>
                    <a:pt x="1918" y="946"/>
                  </a:lnTo>
                  <a:lnTo>
                    <a:pt x="1918" y="512"/>
                  </a:lnTo>
                  <a:lnTo>
                    <a:pt x="2097" y="359"/>
                  </a:lnTo>
                  <a:lnTo>
                    <a:pt x="1931" y="141"/>
                  </a:lnTo>
                  <a:lnTo>
                    <a:pt x="1841" y="269"/>
                  </a:lnTo>
                  <a:lnTo>
                    <a:pt x="1713" y="359"/>
                  </a:lnTo>
                  <a:lnTo>
                    <a:pt x="1279" y="244"/>
                  </a:lnTo>
                  <a:lnTo>
                    <a:pt x="1126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6" name="Google Shape;816;p60"/>
            <p:cNvSpPr/>
            <p:nvPr/>
          </p:nvSpPr>
          <p:spPr>
            <a:xfrm>
              <a:off x="5930625" y="3162450"/>
              <a:ext cx="57525" cy="53375"/>
            </a:xfrm>
            <a:custGeom>
              <a:rect b="b" l="l" r="r" t="t"/>
              <a:pathLst>
                <a:path extrusionOk="0" h="2135" w="2301">
                  <a:moveTo>
                    <a:pt x="1943" y="1"/>
                  </a:moveTo>
                  <a:lnTo>
                    <a:pt x="1764" y="64"/>
                  </a:lnTo>
                  <a:lnTo>
                    <a:pt x="1764" y="192"/>
                  </a:lnTo>
                  <a:lnTo>
                    <a:pt x="1611" y="333"/>
                  </a:lnTo>
                  <a:lnTo>
                    <a:pt x="1521" y="256"/>
                  </a:lnTo>
                  <a:lnTo>
                    <a:pt x="1444" y="397"/>
                  </a:lnTo>
                  <a:lnTo>
                    <a:pt x="1444" y="473"/>
                  </a:lnTo>
                  <a:lnTo>
                    <a:pt x="1355" y="537"/>
                  </a:lnTo>
                  <a:lnTo>
                    <a:pt x="1317" y="627"/>
                  </a:lnTo>
                  <a:lnTo>
                    <a:pt x="1240" y="665"/>
                  </a:lnTo>
                  <a:lnTo>
                    <a:pt x="1061" y="870"/>
                  </a:lnTo>
                  <a:lnTo>
                    <a:pt x="997" y="934"/>
                  </a:lnTo>
                  <a:lnTo>
                    <a:pt x="665" y="1279"/>
                  </a:lnTo>
                  <a:lnTo>
                    <a:pt x="575" y="1279"/>
                  </a:lnTo>
                  <a:lnTo>
                    <a:pt x="422" y="1419"/>
                  </a:lnTo>
                  <a:lnTo>
                    <a:pt x="333" y="1470"/>
                  </a:lnTo>
                  <a:lnTo>
                    <a:pt x="39" y="1943"/>
                  </a:lnTo>
                  <a:lnTo>
                    <a:pt x="0" y="2071"/>
                  </a:lnTo>
                  <a:lnTo>
                    <a:pt x="166" y="2135"/>
                  </a:lnTo>
                  <a:lnTo>
                    <a:pt x="154" y="2071"/>
                  </a:lnTo>
                  <a:lnTo>
                    <a:pt x="39" y="1994"/>
                  </a:lnTo>
                  <a:lnTo>
                    <a:pt x="269" y="1841"/>
                  </a:lnTo>
                  <a:lnTo>
                    <a:pt x="448" y="1867"/>
                  </a:lnTo>
                  <a:lnTo>
                    <a:pt x="563" y="1828"/>
                  </a:lnTo>
                  <a:lnTo>
                    <a:pt x="511" y="1739"/>
                  </a:lnTo>
                  <a:lnTo>
                    <a:pt x="716" y="1521"/>
                  </a:lnTo>
                  <a:lnTo>
                    <a:pt x="742" y="1368"/>
                  </a:lnTo>
                  <a:lnTo>
                    <a:pt x="972" y="1343"/>
                  </a:lnTo>
                  <a:lnTo>
                    <a:pt x="1202" y="1010"/>
                  </a:lnTo>
                  <a:lnTo>
                    <a:pt x="1317" y="985"/>
                  </a:lnTo>
                  <a:lnTo>
                    <a:pt x="1266" y="729"/>
                  </a:lnTo>
                  <a:lnTo>
                    <a:pt x="1355" y="665"/>
                  </a:lnTo>
                  <a:lnTo>
                    <a:pt x="1675" y="614"/>
                  </a:lnTo>
                  <a:lnTo>
                    <a:pt x="1675" y="410"/>
                  </a:lnTo>
                  <a:lnTo>
                    <a:pt x="1572" y="384"/>
                  </a:lnTo>
                  <a:lnTo>
                    <a:pt x="1841" y="358"/>
                  </a:lnTo>
                  <a:lnTo>
                    <a:pt x="1994" y="282"/>
                  </a:lnTo>
                  <a:lnTo>
                    <a:pt x="2083" y="269"/>
                  </a:lnTo>
                  <a:lnTo>
                    <a:pt x="2147" y="320"/>
                  </a:lnTo>
                  <a:lnTo>
                    <a:pt x="2301" y="231"/>
                  </a:lnTo>
                  <a:lnTo>
                    <a:pt x="2237" y="116"/>
                  </a:lnTo>
                  <a:lnTo>
                    <a:pt x="2122" y="167"/>
                  </a:lnTo>
                  <a:lnTo>
                    <a:pt x="2109" y="243"/>
                  </a:lnTo>
                  <a:lnTo>
                    <a:pt x="2007" y="243"/>
                  </a:lnTo>
                  <a:lnTo>
                    <a:pt x="1981" y="128"/>
                  </a:lnTo>
                  <a:lnTo>
                    <a:pt x="1943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7" name="Google Shape;817;p60"/>
            <p:cNvSpPr/>
            <p:nvPr/>
          </p:nvSpPr>
          <p:spPr>
            <a:xfrm>
              <a:off x="5971825" y="3150000"/>
              <a:ext cx="8975" cy="13125"/>
            </a:xfrm>
            <a:custGeom>
              <a:rect b="b" l="l" r="r" t="t"/>
              <a:pathLst>
                <a:path extrusionOk="0" h="525" w="359">
                  <a:moveTo>
                    <a:pt x="244" y="0"/>
                  </a:moveTo>
                  <a:lnTo>
                    <a:pt x="154" y="77"/>
                  </a:lnTo>
                  <a:lnTo>
                    <a:pt x="154" y="230"/>
                  </a:lnTo>
                  <a:lnTo>
                    <a:pt x="1" y="345"/>
                  </a:lnTo>
                  <a:lnTo>
                    <a:pt x="39" y="524"/>
                  </a:lnTo>
                  <a:lnTo>
                    <a:pt x="205" y="486"/>
                  </a:lnTo>
                  <a:lnTo>
                    <a:pt x="244" y="358"/>
                  </a:lnTo>
                  <a:lnTo>
                    <a:pt x="359" y="358"/>
                  </a:lnTo>
                  <a:lnTo>
                    <a:pt x="295" y="192"/>
                  </a:lnTo>
                  <a:lnTo>
                    <a:pt x="282" y="38"/>
                  </a:lnTo>
                  <a:lnTo>
                    <a:pt x="244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8" name="Google Shape;818;p60"/>
            <p:cNvSpPr/>
            <p:nvPr/>
          </p:nvSpPr>
          <p:spPr>
            <a:xfrm>
              <a:off x="5581375" y="3187050"/>
              <a:ext cx="4200" cy="5775"/>
            </a:xfrm>
            <a:custGeom>
              <a:rect b="b" l="l" r="r" t="t"/>
              <a:pathLst>
                <a:path extrusionOk="0" h="231" w="168">
                  <a:moveTo>
                    <a:pt x="1" y="1"/>
                  </a:moveTo>
                  <a:lnTo>
                    <a:pt x="39" y="231"/>
                  </a:lnTo>
                  <a:lnTo>
                    <a:pt x="167" y="116"/>
                  </a:lnTo>
                  <a:lnTo>
                    <a:pt x="167" y="26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9" name="Google Shape;819;p60"/>
            <p:cNvSpPr/>
            <p:nvPr/>
          </p:nvSpPr>
          <p:spPr>
            <a:xfrm>
              <a:off x="5629950" y="3082575"/>
              <a:ext cx="108025" cy="87900"/>
            </a:xfrm>
            <a:custGeom>
              <a:rect b="b" l="l" r="r" t="t"/>
              <a:pathLst>
                <a:path extrusionOk="0" h="3516" w="4321">
                  <a:moveTo>
                    <a:pt x="4218" y="0"/>
                  </a:moveTo>
                  <a:lnTo>
                    <a:pt x="4090" y="115"/>
                  </a:lnTo>
                  <a:lnTo>
                    <a:pt x="3988" y="192"/>
                  </a:lnTo>
                  <a:lnTo>
                    <a:pt x="3975" y="205"/>
                  </a:lnTo>
                  <a:lnTo>
                    <a:pt x="3873" y="218"/>
                  </a:lnTo>
                  <a:lnTo>
                    <a:pt x="3694" y="397"/>
                  </a:lnTo>
                  <a:lnTo>
                    <a:pt x="3669" y="397"/>
                  </a:lnTo>
                  <a:lnTo>
                    <a:pt x="3439" y="128"/>
                  </a:lnTo>
                  <a:lnTo>
                    <a:pt x="3183" y="230"/>
                  </a:lnTo>
                  <a:lnTo>
                    <a:pt x="3132" y="294"/>
                  </a:lnTo>
                  <a:lnTo>
                    <a:pt x="3119" y="307"/>
                  </a:lnTo>
                  <a:lnTo>
                    <a:pt x="3004" y="307"/>
                  </a:lnTo>
                  <a:lnTo>
                    <a:pt x="3132" y="512"/>
                  </a:lnTo>
                  <a:lnTo>
                    <a:pt x="3132" y="524"/>
                  </a:lnTo>
                  <a:lnTo>
                    <a:pt x="3068" y="652"/>
                  </a:lnTo>
                  <a:lnTo>
                    <a:pt x="3055" y="652"/>
                  </a:lnTo>
                  <a:lnTo>
                    <a:pt x="2927" y="716"/>
                  </a:lnTo>
                  <a:lnTo>
                    <a:pt x="2915" y="716"/>
                  </a:lnTo>
                  <a:lnTo>
                    <a:pt x="2902" y="703"/>
                  </a:lnTo>
                  <a:lnTo>
                    <a:pt x="2800" y="563"/>
                  </a:lnTo>
                  <a:lnTo>
                    <a:pt x="2621" y="486"/>
                  </a:lnTo>
                  <a:lnTo>
                    <a:pt x="2442" y="537"/>
                  </a:lnTo>
                  <a:lnTo>
                    <a:pt x="2416" y="524"/>
                  </a:lnTo>
                  <a:lnTo>
                    <a:pt x="2301" y="384"/>
                  </a:lnTo>
                  <a:lnTo>
                    <a:pt x="2276" y="422"/>
                  </a:lnTo>
                  <a:lnTo>
                    <a:pt x="2263" y="435"/>
                  </a:lnTo>
                  <a:lnTo>
                    <a:pt x="2237" y="435"/>
                  </a:lnTo>
                  <a:lnTo>
                    <a:pt x="2135" y="307"/>
                  </a:lnTo>
                  <a:lnTo>
                    <a:pt x="1918" y="269"/>
                  </a:lnTo>
                  <a:lnTo>
                    <a:pt x="1764" y="333"/>
                  </a:lnTo>
                  <a:lnTo>
                    <a:pt x="1752" y="345"/>
                  </a:lnTo>
                  <a:lnTo>
                    <a:pt x="1113" y="307"/>
                  </a:lnTo>
                  <a:lnTo>
                    <a:pt x="1100" y="294"/>
                  </a:lnTo>
                  <a:lnTo>
                    <a:pt x="1074" y="230"/>
                  </a:lnTo>
                  <a:lnTo>
                    <a:pt x="601" y="371"/>
                  </a:lnTo>
                  <a:lnTo>
                    <a:pt x="282" y="806"/>
                  </a:lnTo>
                  <a:lnTo>
                    <a:pt x="192" y="857"/>
                  </a:lnTo>
                  <a:lnTo>
                    <a:pt x="192" y="959"/>
                  </a:lnTo>
                  <a:lnTo>
                    <a:pt x="180" y="972"/>
                  </a:lnTo>
                  <a:lnTo>
                    <a:pt x="1" y="972"/>
                  </a:lnTo>
                  <a:lnTo>
                    <a:pt x="39" y="1227"/>
                  </a:lnTo>
                  <a:lnTo>
                    <a:pt x="167" y="1381"/>
                  </a:lnTo>
                  <a:lnTo>
                    <a:pt x="167" y="1394"/>
                  </a:lnTo>
                  <a:lnTo>
                    <a:pt x="180" y="1700"/>
                  </a:lnTo>
                  <a:lnTo>
                    <a:pt x="371" y="1892"/>
                  </a:lnTo>
                  <a:lnTo>
                    <a:pt x="371" y="1905"/>
                  </a:lnTo>
                  <a:lnTo>
                    <a:pt x="359" y="2173"/>
                  </a:lnTo>
                  <a:lnTo>
                    <a:pt x="371" y="2186"/>
                  </a:lnTo>
                  <a:lnTo>
                    <a:pt x="371" y="2301"/>
                  </a:lnTo>
                  <a:lnTo>
                    <a:pt x="499" y="2493"/>
                  </a:lnTo>
                  <a:lnTo>
                    <a:pt x="499" y="2620"/>
                  </a:lnTo>
                  <a:lnTo>
                    <a:pt x="589" y="2659"/>
                  </a:lnTo>
                  <a:lnTo>
                    <a:pt x="614" y="2838"/>
                  </a:lnTo>
                  <a:lnTo>
                    <a:pt x="691" y="2889"/>
                  </a:lnTo>
                  <a:lnTo>
                    <a:pt x="665" y="3017"/>
                  </a:lnTo>
                  <a:lnTo>
                    <a:pt x="652" y="3093"/>
                  </a:lnTo>
                  <a:lnTo>
                    <a:pt x="640" y="3132"/>
                  </a:lnTo>
                  <a:lnTo>
                    <a:pt x="640" y="3144"/>
                  </a:lnTo>
                  <a:lnTo>
                    <a:pt x="665" y="3144"/>
                  </a:lnTo>
                  <a:lnTo>
                    <a:pt x="716" y="3132"/>
                  </a:lnTo>
                  <a:lnTo>
                    <a:pt x="767" y="3221"/>
                  </a:lnTo>
                  <a:lnTo>
                    <a:pt x="742" y="3311"/>
                  </a:lnTo>
                  <a:lnTo>
                    <a:pt x="844" y="3438"/>
                  </a:lnTo>
                  <a:lnTo>
                    <a:pt x="806" y="3234"/>
                  </a:lnTo>
                  <a:lnTo>
                    <a:pt x="780" y="3196"/>
                  </a:lnTo>
                  <a:lnTo>
                    <a:pt x="742" y="3132"/>
                  </a:lnTo>
                  <a:lnTo>
                    <a:pt x="806" y="3093"/>
                  </a:lnTo>
                  <a:lnTo>
                    <a:pt x="883" y="3132"/>
                  </a:lnTo>
                  <a:lnTo>
                    <a:pt x="972" y="2902"/>
                  </a:lnTo>
                  <a:lnTo>
                    <a:pt x="1176" y="3093"/>
                  </a:lnTo>
                  <a:lnTo>
                    <a:pt x="1151" y="3234"/>
                  </a:lnTo>
                  <a:lnTo>
                    <a:pt x="1049" y="3272"/>
                  </a:lnTo>
                  <a:lnTo>
                    <a:pt x="946" y="3323"/>
                  </a:lnTo>
                  <a:lnTo>
                    <a:pt x="959" y="3336"/>
                  </a:lnTo>
                  <a:lnTo>
                    <a:pt x="998" y="3387"/>
                  </a:lnTo>
                  <a:lnTo>
                    <a:pt x="1049" y="3438"/>
                  </a:lnTo>
                  <a:lnTo>
                    <a:pt x="1215" y="3451"/>
                  </a:lnTo>
                  <a:lnTo>
                    <a:pt x="1291" y="3285"/>
                  </a:lnTo>
                  <a:lnTo>
                    <a:pt x="1407" y="3400"/>
                  </a:lnTo>
                  <a:lnTo>
                    <a:pt x="1560" y="3400"/>
                  </a:lnTo>
                  <a:lnTo>
                    <a:pt x="1637" y="3477"/>
                  </a:lnTo>
                  <a:lnTo>
                    <a:pt x="1688" y="3515"/>
                  </a:lnTo>
                  <a:lnTo>
                    <a:pt x="1969" y="3413"/>
                  </a:lnTo>
                  <a:lnTo>
                    <a:pt x="2122" y="3221"/>
                  </a:lnTo>
                  <a:lnTo>
                    <a:pt x="2122" y="3106"/>
                  </a:lnTo>
                  <a:lnTo>
                    <a:pt x="2135" y="3093"/>
                  </a:lnTo>
                  <a:lnTo>
                    <a:pt x="2493" y="3093"/>
                  </a:lnTo>
                  <a:lnTo>
                    <a:pt x="2800" y="2991"/>
                  </a:lnTo>
                  <a:lnTo>
                    <a:pt x="2825" y="3004"/>
                  </a:lnTo>
                  <a:lnTo>
                    <a:pt x="2979" y="3208"/>
                  </a:lnTo>
                  <a:lnTo>
                    <a:pt x="3119" y="3208"/>
                  </a:lnTo>
                  <a:lnTo>
                    <a:pt x="3119" y="3029"/>
                  </a:lnTo>
                  <a:lnTo>
                    <a:pt x="2812" y="2863"/>
                  </a:lnTo>
                  <a:lnTo>
                    <a:pt x="2800" y="2850"/>
                  </a:lnTo>
                  <a:lnTo>
                    <a:pt x="2800" y="2838"/>
                  </a:lnTo>
                  <a:lnTo>
                    <a:pt x="2851" y="2684"/>
                  </a:lnTo>
                  <a:lnTo>
                    <a:pt x="2774" y="2582"/>
                  </a:lnTo>
                  <a:lnTo>
                    <a:pt x="2774" y="2569"/>
                  </a:lnTo>
                  <a:lnTo>
                    <a:pt x="2787" y="2557"/>
                  </a:lnTo>
                  <a:lnTo>
                    <a:pt x="3004" y="2416"/>
                  </a:lnTo>
                  <a:lnTo>
                    <a:pt x="3017" y="2416"/>
                  </a:lnTo>
                  <a:lnTo>
                    <a:pt x="3272" y="2518"/>
                  </a:lnTo>
                  <a:lnTo>
                    <a:pt x="3336" y="2275"/>
                  </a:lnTo>
                  <a:lnTo>
                    <a:pt x="3349" y="2263"/>
                  </a:lnTo>
                  <a:lnTo>
                    <a:pt x="3720" y="2211"/>
                  </a:lnTo>
                  <a:lnTo>
                    <a:pt x="3963" y="1969"/>
                  </a:lnTo>
                  <a:lnTo>
                    <a:pt x="3988" y="1969"/>
                  </a:lnTo>
                  <a:lnTo>
                    <a:pt x="4167" y="2007"/>
                  </a:lnTo>
                  <a:lnTo>
                    <a:pt x="4244" y="1777"/>
                  </a:lnTo>
                  <a:lnTo>
                    <a:pt x="4103" y="1394"/>
                  </a:lnTo>
                  <a:lnTo>
                    <a:pt x="4103" y="1381"/>
                  </a:lnTo>
                  <a:lnTo>
                    <a:pt x="4321" y="972"/>
                  </a:lnTo>
                  <a:lnTo>
                    <a:pt x="4129" y="601"/>
                  </a:lnTo>
                  <a:lnTo>
                    <a:pt x="4065" y="537"/>
                  </a:lnTo>
                  <a:lnTo>
                    <a:pt x="4065" y="512"/>
                  </a:lnTo>
                  <a:lnTo>
                    <a:pt x="4103" y="256"/>
                  </a:lnTo>
                  <a:lnTo>
                    <a:pt x="4116" y="243"/>
                  </a:lnTo>
                  <a:lnTo>
                    <a:pt x="4218" y="179"/>
                  </a:lnTo>
                  <a:lnTo>
                    <a:pt x="4218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0" name="Google Shape;820;p60"/>
            <p:cNvSpPr/>
            <p:nvPr/>
          </p:nvSpPr>
          <p:spPr>
            <a:xfrm>
              <a:off x="5666375" y="3363425"/>
              <a:ext cx="4175" cy="5775"/>
            </a:xfrm>
            <a:custGeom>
              <a:rect b="b" l="l" r="r" t="t"/>
              <a:pathLst>
                <a:path extrusionOk="0" h="231" w="167">
                  <a:moveTo>
                    <a:pt x="52" y="1"/>
                  </a:moveTo>
                  <a:lnTo>
                    <a:pt x="1" y="39"/>
                  </a:lnTo>
                  <a:lnTo>
                    <a:pt x="141" y="231"/>
                  </a:lnTo>
                  <a:lnTo>
                    <a:pt x="167" y="39"/>
                  </a:lnTo>
                  <a:lnTo>
                    <a:pt x="52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1" name="Google Shape;821;p60"/>
            <p:cNvSpPr/>
            <p:nvPr/>
          </p:nvSpPr>
          <p:spPr>
            <a:xfrm>
              <a:off x="5585550" y="2919300"/>
              <a:ext cx="152100" cy="179925"/>
            </a:xfrm>
            <a:custGeom>
              <a:rect b="b" l="l" r="r" t="t"/>
              <a:pathLst>
                <a:path extrusionOk="0" h="7197" w="6084">
                  <a:moveTo>
                    <a:pt x="1380" y="1"/>
                  </a:moveTo>
                  <a:lnTo>
                    <a:pt x="1189" y="64"/>
                  </a:lnTo>
                  <a:lnTo>
                    <a:pt x="1227" y="320"/>
                  </a:lnTo>
                  <a:lnTo>
                    <a:pt x="1265" y="537"/>
                  </a:lnTo>
                  <a:lnTo>
                    <a:pt x="1329" y="1087"/>
                  </a:lnTo>
                  <a:lnTo>
                    <a:pt x="1329" y="1087"/>
                  </a:lnTo>
                  <a:lnTo>
                    <a:pt x="908" y="1061"/>
                  </a:lnTo>
                  <a:lnTo>
                    <a:pt x="844" y="882"/>
                  </a:lnTo>
                  <a:lnTo>
                    <a:pt x="575" y="1010"/>
                  </a:lnTo>
                  <a:lnTo>
                    <a:pt x="422" y="1343"/>
                  </a:lnTo>
                  <a:lnTo>
                    <a:pt x="422" y="1406"/>
                  </a:lnTo>
                  <a:lnTo>
                    <a:pt x="409" y="1419"/>
                  </a:lnTo>
                  <a:lnTo>
                    <a:pt x="396" y="1432"/>
                  </a:lnTo>
                  <a:lnTo>
                    <a:pt x="38" y="1521"/>
                  </a:lnTo>
                  <a:lnTo>
                    <a:pt x="38" y="1751"/>
                  </a:lnTo>
                  <a:lnTo>
                    <a:pt x="38" y="1764"/>
                  </a:lnTo>
                  <a:lnTo>
                    <a:pt x="26" y="1777"/>
                  </a:lnTo>
                  <a:lnTo>
                    <a:pt x="0" y="1790"/>
                  </a:lnTo>
                  <a:lnTo>
                    <a:pt x="51" y="1892"/>
                  </a:lnTo>
                  <a:lnTo>
                    <a:pt x="179" y="1790"/>
                  </a:lnTo>
                  <a:lnTo>
                    <a:pt x="192" y="1777"/>
                  </a:lnTo>
                  <a:lnTo>
                    <a:pt x="205" y="1790"/>
                  </a:lnTo>
                  <a:lnTo>
                    <a:pt x="422" y="2007"/>
                  </a:lnTo>
                  <a:lnTo>
                    <a:pt x="435" y="2020"/>
                  </a:lnTo>
                  <a:lnTo>
                    <a:pt x="435" y="2033"/>
                  </a:lnTo>
                  <a:lnTo>
                    <a:pt x="217" y="2416"/>
                  </a:lnTo>
                  <a:lnTo>
                    <a:pt x="281" y="2531"/>
                  </a:lnTo>
                  <a:lnTo>
                    <a:pt x="447" y="2506"/>
                  </a:lnTo>
                  <a:lnTo>
                    <a:pt x="460" y="2518"/>
                  </a:lnTo>
                  <a:lnTo>
                    <a:pt x="550" y="2569"/>
                  </a:lnTo>
                  <a:lnTo>
                    <a:pt x="665" y="2403"/>
                  </a:lnTo>
                  <a:lnTo>
                    <a:pt x="690" y="2403"/>
                  </a:lnTo>
                  <a:lnTo>
                    <a:pt x="895" y="2480"/>
                  </a:lnTo>
                  <a:lnTo>
                    <a:pt x="908" y="2480"/>
                  </a:lnTo>
                  <a:lnTo>
                    <a:pt x="908" y="2506"/>
                  </a:lnTo>
                  <a:lnTo>
                    <a:pt x="856" y="2646"/>
                  </a:lnTo>
                  <a:lnTo>
                    <a:pt x="946" y="2889"/>
                  </a:lnTo>
                  <a:lnTo>
                    <a:pt x="1023" y="2889"/>
                  </a:lnTo>
                  <a:lnTo>
                    <a:pt x="1035" y="2902"/>
                  </a:lnTo>
                  <a:lnTo>
                    <a:pt x="1035" y="2927"/>
                  </a:lnTo>
                  <a:lnTo>
                    <a:pt x="933" y="3093"/>
                  </a:lnTo>
                  <a:lnTo>
                    <a:pt x="920" y="3272"/>
                  </a:lnTo>
                  <a:lnTo>
                    <a:pt x="920" y="3285"/>
                  </a:lnTo>
                  <a:lnTo>
                    <a:pt x="780" y="3413"/>
                  </a:lnTo>
                  <a:lnTo>
                    <a:pt x="856" y="3579"/>
                  </a:lnTo>
                  <a:lnTo>
                    <a:pt x="856" y="3605"/>
                  </a:lnTo>
                  <a:lnTo>
                    <a:pt x="652" y="4180"/>
                  </a:lnTo>
                  <a:lnTo>
                    <a:pt x="767" y="4231"/>
                  </a:lnTo>
                  <a:lnTo>
                    <a:pt x="1444" y="3732"/>
                  </a:lnTo>
                  <a:lnTo>
                    <a:pt x="1470" y="3732"/>
                  </a:lnTo>
                  <a:lnTo>
                    <a:pt x="1483" y="3758"/>
                  </a:lnTo>
                  <a:lnTo>
                    <a:pt x="1534" y="3681"/>
                  </a:lnTo>
                  <a:lnTo>
                    <a:pt x="1547" y="3681"/>
                  </a:lnTo>
                  <a:lnTo>
                    <a:pt x="1904" y="3784"/>
                  </a:lnTo>
                  <a:lnTo>
                    <a:pt x="2250" y="3809"/>
                  </a:lnTo>
                  <a:lnTo>
                    <a:pt x="2288" y="3796"/>
                  </a:lnTo>
                  <a:lnTo>
                    <a:pt x="2365" y="3745"/>
                  </a:lnTo>
                  <a:lnTo>
                    <a:pt x="2556" y="3605"/>
                  </a:lnTo>
                  <a:lnTo>
                    <a:pt x="2480" y="3490"/>
                  </a:lnTo>
                  <a:lnTo>
                    <a:pt x="2480" y="3477"/>
                  </a:lnTo>
                  <a:lnTo>
                    <a:pt x="2492" y="3451"/>
                  </a:lnTo>
                  <a:lnTo>
                    <a:pt x="2582" y="3400"/>
                  </a:lnTo>
                  <a:lnTo>
                    <a:pt x="2595" y="3400"/>
                  </a:lnTo>
                  <a:lnTo>
                    <a:pt x="2991" y="3554"/>
                  </a:lnTo>
                  <a:lnTo>
                    <a:pt x="3042" y="3579"/>
                  </a:lnTo>
                  <a:lnTo>
                    <a:pt x="3119" y="3502"/>
                  </a:lnTo>
                  <a:lnTo>
                    <a:pt x="3144" y="3502"/>
                  </a:lnTo>
                  <a:lnTo>
                    <a:pt x="3157" y="3515"/>
                  </a:lnTo>
                  <a:lnTo>
                    <a:pt x="3298" y="3784"/>
                  </a:lnTo>
                  <a:lnTo>
                    <a:pt x="3630" y="4039"/>
                  </a:lnTo>
                  <a:lnTo>
                    <a:pt x="3847" y="4167"/>
                  </a:lnTo>
                  <a:lnTo>
                    <a:pt x="3860" y="4180"/>
                  </a:lnTo>
                  <a:lnTo>
                    <a:pt x="3860" y="4193"/>
                  </a:lnTo>
                  <a:lnTo>
                    <a:pt x="3758" y="4295"/>
                  </a:lnTo>
                  <a:lnTo>
                    <a:pt x="3860" y="4359"/>
                  </a:lnTo>
                  <a:lnTo>
                    <a:pt x="3860" y="4372"/>
                  </a:lnTo>
                  <a:lnTo>
                    <a:pt x="3860" y="4384"/>
                  </a:lnTo>
                  <a:lnTo>
                    <a:pt x="3783" y="4627"/>
                  </a:lnTo>
                  <a:lnTo>
                    <a:pt x="3834" y="4998"/>
                  </a:lnTo>
                  <a:lnTo>
                    <a:pt x="3911" y="5189"/>
                  </a:lnTo>
                  <a:lnTo>
                    <a:pt x="3949" y="5126"/>
                  </a:lnTo>
                  <a:lnTo>
                    <a:pt x="3975" y="5126"/>
                  </a:lnTo>
                  <a:lnTo>
                    <a:pt x="3988" y="5138"/>
                  </a:lnTo>
                  <a:lnTo>
                    <a:pt x="4039" y="5356"/>
                  </a:lnTo>
                  <a:lnTo>
                    <a:pt x="4346" y="5420"/>
                  </a:lnTo>
                  <a:lnTo>
                    <a:pt x="4358" y="5432"/>
                  </a:lnTo>
                  <a:lnTo>
                    <a:pt x="4371" y="5445"/>
                  </a:lnTo>
                  <a:lnTo>
                    <a:pt x="4333" y="5598"/>
                  </a:lnTo>
                  <a:lnTo>
                    <a:pt x="4512" y="5739"/>
                  </a:lnTo>
                  <a:lnTo>
                    <a:pt x="4524" y="5765"/>
                  </a:lnTo>
                  <a:lnTo>
                    <a:pt x="4473" y="5982"/>
                  </a:lnTo>
                  <a:lnTo>
                    <a:pt x="4461" y="5995"/>
                  </a:lnTo>
                  <a:lnTo>
                    <a:pt x="4448" y="6007"/>
                  </a:lnTo>
                  <a:lnTo>
                    <a:pt x="4384" y="6007"/>
                  </a:lnTo>
                  <a:lnTo>
                    <a:pt x="4422" y="6097"/>
                  </a:lnTo>
                  <a:lnTo>
                    <a:pt x="4422" y="6110"/>
                  </a:lnTo>
                  <a:lnTo>
                    <a:pt x="4371" y="6174"/>
                  </a:lnTo>
                  <a:lnTo>
                    <a:pt x="4409" y="6263"/>
                  </a:lnTo>
                  <a:lnTo>
                    <a:pt x="4409" y="6276"/>
                  </a:lnTo>
                  <a:lnTo>
                    <a:pt x="4346" y="6685"/>
                  </a:lnTo>
                  <a:lnTo>
                    <a:pt x="4333" y="6698"/>
                  </a:lnTo>
                  <a:lnTo>
                    <a:pt x="4116" y="6851"/>
                  </a:lnTo>
                  <a:lnTo>
                    <a:pt x="4103" y="6876"/>
                  </a:lnTo>
                  <a:lnTo>
                    <a:pt x="4218" y="7017"/>
                  </a:lnTo>
                  <a:lnTo>
                    <a:pt x="4397" y="6979"/>
                  </a:lnTo>
                  <a:lnTo>
                    <a:pt x="4409" y="6979"/>
                  </a:lnTo>
                  <a:lnTo>
                    <a:pt x="4588" y="7055"/>
                  </a:lnTo>
                  <a:lnTo>
                    <a:pt x="4601" y="7068"/>
                  </a:lnTo>
                  <a:lnTo>
                    <a:pt x="4703" y="7196"/>
                  </a:lnTo>
                  <a:lnTo>
                    <a:pt x="4806" y="7145"/>
                  </a:lnTo>
                  <a:lnTo>
                    <a:pt x="4870" y="7055"/>
                  </a:lnTo>
                  <a:lnTo>
                    <a:pt x="4729" y="6825"/>
                  </a:lnTo>
                  <a:lnTo>
                    <a:pt x="4729" y="6800"/>
                  </a:lnTo>
                  <a:lnTo>
                    <a:pt x="4755" y="6787"/>
                  </a:lnTo>
                  <a:lnTo>
                    <a:pt x="4882" y="6787"/>
                  </a:lnTo>
                  <a:lnTo>
                    <a:pt x="4921" y="6723"/>
                  </a:lnTo>
                  <a:lnTo>
                    <a:pt x="4933" y="6723"/>
                  </a:lnTo>
                  <a:lnTo>
                    <a:pt x="5215" y="6608"/>
                  </a:lnTo>
                  <a:lnTo>
                    <a:pt x="5227" y="6608"/>
                  </a:lnTo>
                  <a:lnTo>
                    <a:pt x="5240" y="6621"/>
                  </a:lnTo>
                  <a:lnTo>
                    <a:pt x="5457" y="6876"/>
                  </a:lnTo>
                  <a:lnTo>
                    <a:pt x="5624" y="6710"/>
                  </a:lnTo>
                  <a:lnTo>
                    <a:pt x="5636" y="6710"/>
                  </a:lnTo>
                  <a:lnTo>
                    <a:pt x="5739" y="6698"/>
                  </a:lnTo>
                  <a:lnTo>
                    <a:pt x="5841" y="6621"/>
                  </a:lnTo>
                  <a:lnTo>
                    <a:pt x="5981" y="6480"/>
                  </a:lnTo>
                  <a:lnTo>
                    <a:pt x="5918" y="6314"/>
                  </a:lnTo>
                  <a:lnTo>
                    <a:pt x="5918" y="6289"/>
                  </a:lnTo>
                  <a:lnTo>
                    <a:pt x="6084" y="6135"/>
                  </a:lnTo>
                  <a:lnTo>
                    <a:pt x="5662" y="5688"/>
                  </a:lnTo>
                  <a:lnTo>
                    <a:pt x="5662" y="5662"/>
                  </a:lnTo>
                  <a:lnTo>
                    <a:pt x="5662" y="5650"/>
                  </a:lnTo>
                  <a:lnTo>
                    <a:pt x="5905" y="5471"/>
                  </a:lnTo>
                  <a:lnTo>
                    <a:pt x="5918" y="5420"/>
                  </a:lnTo>
                  <a:lnTo>
                    <a:pt x="5777" y="5420"/>
                  </a:lnTo>
                  <a:lnTo>
                    <a:pt x="5419" y="5126"/>
                  </a:lnTo>
                  <a:lnTo>
                    <a:pt x="5406" y="5113"/>
                  </a:lnTo>
                  <a:lnTo>
                    <a:pt x="5419" y="5062"/>
                  </a:lnTo>
                  <a:lnTo>
                    <a:pt x="5317" y="5113"/>
                  </a:lnTo>
                  <a:lnTo>
                    <a:pt x="5304" y="5113"/>
                  </a:lnTo>
                  <a:lnTo>
                    <a:pt x="5291" y="5100"/>
                  </a:lnTo>
                  <a:lnTo>
                    <a:pt x="5240" y="4972"/>
                  </a:lnTo>
                  <a:lnTo>
                    <a:pt x="5227" y="4959"/>
                  </a:lnTo>
                  <a:lnTo>
                    <a:pt x="5164" y="4653"/>
                  </a:lnTo>
                  <a:lnTo>
                    <a:pt x="5048" y="4602"/>
                  </a:lnTo>
                  <a:lnTo>
                    <a:pt x="4921" y="4397"/>
                  </a:lnTo>
                  <a:lnTo>
                    <a:pt x="4844" y="4397"/>
                  </a:lnTo>
                  <a:lnTo>
                    <a:pt x="4831" y="4384"/>
                  </a:lnTo>
                  <a:lnTo>
                    <a:pt x="4435" y="3963"/>
                  </a:lnTo>
                  <a:lnTo>
                    <a:pt x="4409" y="3758"/>
                  </a:lnTo>
                  <a:lnTo>
                    <a:pt x="4320" y="3630"/>
                  </a:lnTo>
                  <a:lnTo>
                    <a:pt x="4256" y="3656"/>
                  </a:lnTo>
                  <a:lnTo>
                    <a:pt x="4231" y="3643"/>
                  </a:lnTo>
                  <a:lnTo>
                    <a:pt x="3962" y="3375"/>
                  </a:lnTo>
                  <a:lnTo>
                    <a:pt x="3949" y="3362"/>
                  </a:lnTo>
                  <a:lnTo>
                    <a:pt x="3949" y="3349"/>
                  </a:lnTo>
                  <a:lnTo>
                    <a:pt x="4039" y="3234"/>
                  </a:lnTo>
                  <a:lnTo>
                    <a:pt x="3719" y="3132"/>
                  </a:lnTo>
                  <a:lnTo>
                    <a:pt x="3707" y="3132"/>
                  </a:lnTo>
                  <a:lnTo>
                    <a:pt x="3042" y="2710"/>
                  </a:lnTo>
                  <a:lnTo>
                    <a:pt x="3029" y="2697"/>
                  </a:lnTo>
                  <a:lnTo>
                    <a:pt x="3042" y="2684"/>
                  </a:lnTo>
                  <a:lnTo>
                    <a:pt x="3234" y="2544"/>
                  </a:lnTo>
                  <a:lnTo>
                    <a:pt x="3157" y="2454"/>
                  </a:lnTo>
                  <a:lnTo>
                    <a:pt x="3157" y="2429"/>
                  </a:lnTo>
                  <a:lnTo>
                    <a:pt x="3170" y="2416"/>
                  </a:lnTo>
                  <a:lnTo>
                    <a:pt x="3298" y="2352"/>
                  </a:lnTo>
                  <a:lnTo>
                    <a:pt x="3323" y="2339"/>
                  </a:lnTo>
                  <a:lnTo>
                    <a:pt x="3617" y="2442"/>
                  </a:lnTo>
                  <a:lnTo>
                    <a:pt x="3770" y="2275"/>
                  </a:lnTo>
                  <a:lnTo>
                    <a:pt x="3783" y="2199"/>
                  </a:lnTo>
                  <a:lnTo>
                    <a:pt x="3796" y="2186"/>
                  </a:lnTo>
                  <a:lnTo>
                    <a:pt x="3937" y="2097"/>
                  </a:lnTo>
                  <a:lnTo>
                    <a:pt x="3860" y="1969"/>
                  </a:lnTo>
                  <a:lnTo>
                    <a:pt x="3617" y="1943"/>
                  </a:lnTo>
                  <a:lnTo>
                    <a:pt x="3604" y="1943"/>
                  </a:lnTo>
                  <a:lnTo>
                    <a:pt x="3464" y="1803"/>
                  </a:lnTo>
                  <a:lnTo>
                    <a:pt x="3451" y="1790"/>
                  </a:lnTo>
                  <a:lnTo>
                    <a:pt x="3451" y="1777"/>
                  </a:lnTo>
                  <a:lnTo>
                    <a:pt x="3476" y="1739"/>
                  </a:lnTo>
                  <a:lnTo>
                    <a:pt x="3668" y="1611"/>
                  </a:lnTo>
                  <a:lnTo>
                    <a:pt x="3566" y="1547"/>
                  </a:lnTo>
                  <a:lnTo>
                    <a:pt x="3259" y="1330"/>
                  </a:lnTo>
                  <a:lnTo>
                    <a:pt x="2965" y="1445"/>
                  </a:lnTo>
                  <a:lnTo>
                    <a:pt x="2940" y="1547"/>
                  </a:lnTo>
                  <a:lnTo>
                    <a:pt x="2927" y="1560"/>
                  </a:lnTo>
                  <a:lnTo>
                    <a:pt x="2914" y="1560"/>
                  </a:lnTo>
                  <a:lnTo>
                    <a:pt x="2646" y="1483"/>
                  </a:lnTo>
                  <a:lnTo>
                    <a:pt x="2467" y="1432"/>
                  </a:lnTo>
                  <a:lnTo>
                    <a:pt x="2454" y="1419"/>
                  </a:lnTo>
                  <a:lnTo>
                    <a:pt x="2211" y="1138"/>
                  </a:lnTo>
                  <a:lnTo>
                    <a:pt x="2211" y="1112"/>
                  </a:lnTo>
                  <a:lnTo>
                    <a:pt x="2301" y="793"/>
                  </a:lnTo>
                  <a:lnTo>
                    <a:pt x="2275" y="652"/>
                  </a:lnTo>
                  <a:lnTo>
                    <a:pt x="2186" y="640"/>
                  </a:lnTo>
                  <a:lnTo>
                    <a:pt x="2071" y="742"/>
                  </a:lnTo>
                  <a:lnTo>
                    <a:pt x="2058" y="742"/>
                  </a:lnTo>
                  <a:lnTo>
                    <a:pt x="2045" y="729"/>
                  </a:lnTo>
                  <a:lnTo>
                    <a:pt x="2019" y="576"/>
                  </a:lnTo>
                  <a:lnTo>
                    <a:pt x="1610" y="90"/>
                  </a:lnTo>
                  <a:lnTo>
                    <a:pt x="1521" y="77"/>
                  </a:lnTo>
                  <a:lnTo>
                    <a:pt x="1380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2" name="Google Shape;822;p60"/>
            <p:cNvSpPr/>
            <p:nvPr/>
          </p:nvSpPr>
          <p:spPr>
            <a:xfrm>
              <a:off x="5661900" y="3170125"/>
              <a:ext cx="5450" cy="7700"/>
            </a:xfrm>
            <a:custGeom>
              <a:rect b="b" l="l" r="r" t="t"/>
              <a:pathLst>
                <a:path extrusionOk="0" h="308" w="218">
                  <a:moveTo>
                    <a:pt x="129" y="0"/>
                  </a:moveTo>
                  <a:lnTo>
                    <a:pt x="90" y="64"/>
                  </a:lnTo>
                  <a:lnTo>
                    <a:pt x="1" y="64"/>
                  </a:lnTo>
                  <a:lnTo>
                    <a:pt x="1" y="128"/>
                  </a:lnTo>
                  <a:lnTo>
                    <a:pt x="103" y="230"/>
                  </a:lnTo>
                  <a:lnTo>
                    <a:pt x="90" y="307"/>
                  </a:lnTo>
                  <a:lnTo>
                    <a:pt x="192" y="205"/>
                  </a:lnTo>
                  <a:lnTo>
                    <a:pt x="218" y="51"/>
                  </a:lnTo>
                  <a:lnTo>
                    <a:pt x="129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3" name="Google Shape;823;p60"/>
            <p:cNvSpPr/>
            <p:nvPr/>
          </p:nvSpPr>
          <p:spPr>
            <a:xfrm>
              <a:off x="5668925" y="3357025"/>
              <a:ext cx="9950" cy="9950"/>
            </a:xfrm>
            <a:custGeom>
              <a:rect b="b" l="l" r="r" t="t"/>
              <a:pathLst>
                <a:path extrusionOk="0" h="398" w="398">
                  <a:moveTo>
                    <a:pt x="167" y="1"/>
                  </a:moveTo>
                  <a:lnTo>
                    <a:pt x="1" y="116"/>
                  </a:lnTo>
                  <a:lnTo>
                    <a:pt x="52" y="180"/>
                  </a:lnTo>
                  <a:lnTo>
                    <a:pt x="193" y="142"/>
                  </a:lnTo>
                  <a:lnTo>
                    <a:pt x="244" y="257"/>
                  </a:lnTo>
                  <a:lnTo>
                    <a:pt x="244" y="397"/>
                  </a:lnTo>
                  <a:lnTo>
                    <a:pt x="346" y="397"/>
                  </a:lnTo>
                  <a:lnTo>
                    <a:pt x="397" y="129"/>
                  </a:lnTo>
                  <a:lnTo>
                    <a:pt x="167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4" name="Google Shape;824;p60"/>
            <p:cNvSpPr/>
            <p:nvPr/>
          </p:nvSpPr>
          <p:spPr>
            <a:xfrm>
              <a:off x="6014650" y="2984475"/>
              <a:ext cx="4500" cy="4175"/>
            </a:xfrm>
            <a:custGeom>
              <a:rect b="b" l="l" r="r" t="t"/>
              <a:pathLst>
                <a:path extrusionOk="0" h="167" w="180">
                  <a:moveTo>
                    <a:pt x="179" y="1"/>
                  </a:moveTo>
                  <a:lnTo>
                    <a:pt x="1" y="65"/>
                  </a:lnTo>
                  <a:lnTo>
                    <a:pt x="179" y="167"/>
                  </a:lnTo>
                  <a:lnTo>
                    <a:pt x="179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5" name="Google Shape;825;p60"/>
            <p:cNvSpPr/>
            <p:nvPr/>
          </p:nvSpPr>
          <p:spPr>
            <a:xfrm>
              <a:off x="5666375" y="3323475"/>
              <a:ext cx="2575" cy="3550"/>
            </a:xfrm>
            <a:custGeom>
              <a:rect b="b" l="l" r="r" t="t"/>
              <a:pathLst>
                <a:path extrusionOk="0" h="142" w="103">
                  <a:moveTo>
                    <a:pt x="1" y="1"/>
                  </a:moveTo>
                  <a:lnTo>
                    <a:pt x="1" y="116"/>
                  </a:lnTo>
                  <a:lnTo>
                    <a:pt x="103" y="142"/>
                  </a:lnTo>
                  <a:lnTo>
                    <a:pt x="103" y="142"/>
                  </a:lnTo>
                  <a:lnTo>
                    <a:pt x="90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6" name="Google Shape;826;p60"/>
            <p:cNvSpPr/>
            <p:nvPr/>
          </p:nvSpPr>
          <p:spPr>
            <a:xfrm>
              <a:off x="5544950" y="3174925"/>
              <a:ext cx="4200" cy="8000"/>
            </a:xfrm>
            <a:custGeom>
              <a:rect b="b" l="l" r="r" t="t"/>
              <a:pathLst>
                <a:path extrusionOk="0" h="320" w="168">
                  <a:moveTo>
                    <a:pt x="90" y="0"/>
                  </a:moveTo>
                  <a:lnTo>
                    <a:pt x="1" y="320"/>
                  </a:lnTo>
                  <a:lnTo>
                    <a:pt x="1" y="320"/>
                  </a:lnTo>
                  <a:lnTo>
                    <a:pt x="167" y="166"/>
                  </a:lnTo>
                  <a:lnTo>
                    <a:pt x="90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7" name="Google Shape;827;p60"/>
            <p:cNvSpPr/>
            <p:nvPr/>
          </p:nvSpPr>
          <p:spPr>
            <a:xfrm>
              <a:off x="3703900" y="2268450"/>
              <a:ext cx="56900" cy="49225"/>
            </a:xfrm>
            <a:custGeom>
              <a:rect b="b" l="l" r="r" t="t"/>
              <a:pathLst>
                <a:path extrusionOk="0" h="1969" w="2276">
                  <a:moveTo>
                    <a:pt x="1292" y="1"/>
                  </a:moveTo>
                  <a:lnTo>
                    <a:pt x="1177" y="116"/>
                  </a:lnTo>
                  <a:lnTo>
                    <a:pt x="1164" y="128"/>
                  </a:lnTo>
                  <a:lnTo>
                    <a:pt x="717" y="243"/>
                  </a:lnTo>
                  <a:lnTo>
                    <a:pt x="704" y="243"/>
                  </a:lnTo>
                  <a:lnTo>
                    <a:pt x="538" y="116"/>
                  </a:lnTo>
                  <a:lnTo>
                    <a:pt x="397" y="116"/>
                  </a:lnTo>
                  <a:lnTo>
                    <a:pt x="282" y="141"/>
                  </a:lnTo>
                  <a:lnTo>
                    <a:pt x="167" y="179"/>
                  </a:lnTo>
                  <a:lnTo>
                    <a:pt x="65" y="218"/>
                  </a:lnTo>
                  <a:lnTo>
                    <a:pt x="1" y="435"/>
                  </a:lnTo>
                  <a:lnTo>
                    <a:pt x="141" y="537"/>
                  </a:lnTo>
                  <a:lnTo>
                    <a:pt x="333" y="525"/>
                  </a:lnTo>
                  <a:lnTo>
                    <a:pt x="359" y="537"/>
                  </a:lnTo>
                  <a:lnTo>
                    <a:pt x="397" y="767"/>
                  </a:lnTo>
                  <a:lnTo>
                    <a:pt x="691" y="1074"/>
                  </a:lnTo>
                  <a:lnTo>
                    <a:pt x="857" y="1061"/>
                  </a:lnTo>
                  <a:lnTo>
                    <a:pt x="883" y="1087"/>
                  </a:lnTo>
                  <a:lnTo>
                    <a:pt x="1023" y="1470"/>
                  </a:lnTo>
                  <a:lnTo>
                    <a:pt x="1241" y="1330"/>
                  </a:lnTo>
                  <a:lnTo>
                    <a:pt x="1279" y="1330"/>
                  </a:lnTo>
                  <a:lnTo>
                    <a:pt x="1381" y="1547"/>
                  </a:lnTo>
                  <a:lnTo>
                    <a:pt x="1662" y="1879"/>
                  </a:lnTo>
                  <a:lnTo>
                    <a:pt x="2020" y="1969"/>
                  </a:lnTo>
                  <a:lnTo>
                    <a:pt x="1943" y="1866"/>
                  </a:lnTo>
                  <a:lnTo>
                    <a:pt x="1943" y="1854"/>
                  </a:lnTo>
                  <a:lnTo>
                    <a:pt x="1892" y="1611"/>
                  </a:lnTo>
                  <a:lnTo>
                    <a:pt x="1905" y="1585"/>
                  </a:lnTo>
                  <a:lnTo>
                    <a:pt x="2250" y="1227"/>
                  </a:lnTo>
                  <a:lnTo>
                    <a:pt x="2276" y="946"/>
                  </a:lnTo>
                  <a:lnTo>
                    <a:pt x="2097" y="729"/>
                  </a:lnTo>
                  <a:lnTo>
                    <a:pt x="1854" y="256"/>
                  </a:lnTo>
                  <a:lnTo>
                    <a:pt x="1483" y="26"/>
                  </a:lnTo>
                  <a:lnTo>
                    <a:pt x="1292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8" name="Google Shape;828;p60"/>
            <p:cNvSpPr/>
            <p:nvPr/>
          </p:nvSpPr>
          <p:spPr>
            <a:xfrm>
              <a:off x="3786675" y="3356400"/>
              <a:ext cx="40275" cy="24950"/>
            </a:xfrm>
            <a:custGeom>
              <a:rect b="b" l="l" r="r" t="t"/>
              <a:pathLst>
                <a:path extrusionOk="0" h="998" w="1611">
                  <a:moveTo>
                    <a:pt x="371" y="0"/>
                  </a:moveTo>
                  <a:lnTo>
                    <a:pt x="358" y="282"/>
                  </a:lnTo>
                  <a:lnTo>
                    <a:pt x="166" y="435"/>
                  </a:lnTo>
                  <a:lnTo>
                    <a:pt x="0" y="857"/>
                  </a:lnTo>
                  <a:lnTo>
                    <a:pt x="256" y="921"/>
                  </a:lnTo>
                  <a:lnTo>
                    <a:pt x="268" y="972"/>
                  </a:lnTo>
                  <a:lnTo>
                    <a:pt x="1598" y="997"/>
                  </a:lnTo>
                  <a:lnTo>
                    <a:pt x="1610" y="141"/>
                  </a:lnTo>
                  <a:lnTo>
                    <a:pt x="1585" y="141"/>
                  </a:lnTo>
                  <a:lnTo>
                    <a:pt x="1572" y="154"/>
                  </a:lnTo>
                  <a:lnTo>
                    <a:pt x="831" y="90"/>
                  </a:lnTo>
                  <a:lnTo>
                    <a:pt x="818" y="90"/>
                  </a:lnTo>
                  <a:lnTo>
                    <a:pt x="652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9" name="Google Shape;829;p60"/>
            <p:cNvSpPr/>
            <p:nvPr/>
          </p:nvSpPr>
          <p:spPr>
            <a:xfrm>
              <a:off x="3772600" y="3117075"/>
              <a:ext cx="157550" cy="249250"/>
            </a:xfrm>
            <a:custGeom>
              <a:rect b="b" l="l" r="r" t="t"/>
              <a:pathLst>
                <a:path extrusionOk="0" h="9970" w="6302">
                  <a:moveTo>
                    <a:pt x="4206" y="1"/>
                  </a:moveTo>
                  <a:lnTo>
                    <a:pt x="4308" y="295"/>
                  </a:lnTo>
                  <a:lnTo>
                    <a:pt x="4461" y="793"/>
                  </a:lnTo>
                  <a:lnTo>
                    <a:pt x="4883" y="1023"/>
                  </a:lnTo>
                  <a:lnTo>
                    <a:pt x="4883" y="1036"/>
                  </a:lnTo>
                  <a:lnTo>
                    <a:pt x="5151" y="1240"/>
                  </a:lnTo>
                  <a:lnTo>
                    <a:pt x="5164" y="1266"/>
                  </a:lnTo>
                  <a:lnTo>
                    <a:pt x="5164" y="1304"/>
                  </a:lnTo>
                  <a:lnTo>
                    <a:pt x="5075" y="1777"/>
                  </a:lnTo>
                  <a:lnTo>
                    <a:pt x="5062" y="1803"/>
                  </a:lnTo>
                  <a:lnTo>
                    <a:pt x="5049" y="1816"/>
                  </a:lnTo>
                  <a:lnTo>
                    <a:pt x="4538" y="2097"/>
                  </a:lnTo>
                  <a:lnTo>
                    <a:pt x="4384" y="2659"/>
                  </a:lnTo>
                  <a:lnTo>
                    <a:pt x="4384" y="2672"/>
                  </a:lnTo>
                  <a:lnTo>
                    <a:pt x="4142" y="3221"/>
                  </a:lnTo>
                  <a:lnTo>
                    <a:pt x="4129" y="3234"/>
                  </a:lnTo>
                  <a:lnTo>
                    <a:pt x="4116" y="3247"/>
                  </a:lnTo>
                  <a:lnTo>
                    <a:pt x="3809" y="3349"/>
                  </a:lnTo>
                  <a:lnTo>
                    <a:pt x="3797" y="3515"/>
                  </a:lnTo>
                  <a:lnTo>
                    <a:pt x="3797" y="3541"/>
                  </a:lnTo>
                  <a:lnTo>
                    <a:pt x="3145" y="4691"/>
                  </a:lnTo>
                  <a:lnTo>
                    <a:pt x="3145" y="5113"/>
                  </a:lnTo>
                  <a:lnTo>
                    <a:pt x="3132" y="5139"/>
                  </a:lnTo>
                  <a:lnTo>
                    <a:pt x="2608" y="6008"/>
                  </a:lnTo>
                  <a:lnTo>
                    <a:pt x="2582" y="6033"/>
                  </a:lnTo>
                  <a:lnTo>
                    <a:pt x="2391" y="6097"/>
                  </a:lnTo>
                  <a:lnTo>
                    <a:pt x="2365" y="6097"/>
                  </a:lnTo>
                  <a:lnTo>
                    <a:pt x="2340" y="6084"/>
                  </a:lnTo>
                  <a:lnTo>
                    <a:pt x="1982" y="5688"/>
                  </a:lnTo>
                  <a:lnTo>
                    <a:pt x="1752" y="5765"/>
                  </a:lnTo>
                  <a:lnTo>
                    <a:pt x="1726" y="5765"/>
                  </a:lnTo>
                  <a:lnTo>
                    <a:pt x="1317" y="5675"/>
                  </a:lnTo>
                  <a:lnTo>
                    <a:pt x="384" y="6711"/>
                  </a:lnTo>
                  <a:lnTo>
                    <a:pt x="384" y="6877"/>
                  </a:lnTo>
                  <a:lnTo>
                    <a:pt x="371" y="6915"/>
                  </a:lnTo>
                  <a:lnTo>
                    <a:pt x="26" y="7413"/>
                  </a:lnTo>
                  <a:lnTo>
                    <a:pt x="1" y="7452"/>
                  </a:lnTo>
                  <a:lnTo>
                    <a:pt x="65" y="7567"/>
                  </a:lnTo>
                  <a:lnTo>
                    <a:pt x="359" y="7541"/>
                  </a:lnTo>
                  <a:lnTo>
                    <a:pt x="333" y="7669"/>
                  </a:lnTo>
                  <a:lnTo>
                    <a:pt x="537" y="8001"/>
                  </a:lnTo>
                  <a:lnTo>
                    <a:pt x="883" y="8014"/>
                  </a:lnTo>
                  <a:lnTo>
                    <a:pt x="831" y="8231"/>
                  </a:lnTo>
                  <a:lnTo>
                    <a:pt x="1049" y="8500"/>
                  </a:lnTo>
                  <a:lnTo>
                    <a:pt x="1074" y="8985"/>
                  </a:lnTo>
                  <a:lnTo>
                    <a:pt x="1151" y="9113"/>
                  </a:lnTo>
                  <a:lnTo>
                    <a:pt x="1036" y="9267"/>
                  </a:lnTo>
                  <a:lnTo>
                    <a:pt x="1049" y="9458"/>
                  </a:lnTo>
                  <a:lnTo>
                    <a:pt x="1036" y="9471"/>
                  </a:lnTo>
                  <a:lnTo>
                    <a:pt x="1253" y="9471"/>
                  </a:lnTo>
                  <a:lnTo>
                    <a:pt x="1419" y="9561"/>
                  </a:lnTo>
                  <a:lnTo>
                    <a:pt x="2135" y="9612"/>
                  </a:lnTo>
                  <a:lnTo>
                    <a:pt x="2301" y="9561"/>
                  </a:lnTo>
                  <a:lnTo>
                    <a:pt x="2902" y="9561"/>
                  </a:lnTo>
                  <a:lnTo>
                    <a:pt x="3209" y="9446"/>
                  </a:lnTo>
                  <a:lnTo>
                    <a:pt x="3234" y="9433"/>
                  </a:lnTo>
                  <a:lnTo>
                    <a:pt x="3260" y="9446"/>
                  </a:lnTo>
                  <a:lnTo>
                    <a:pt x="3400" y="9548"/>
                  </a:lnTo>
                  <a:lnTo>
                    <a:pt x="3822" y="9548"/>
                  </a:lnTo>
                  <a:lnTo>
                    <a:pt x="5266" y="9561"/>
                  </a:lnTo>
                  <a:lnTo>
                    <a:pt x="5279" y="9561"/>
                  </a:lnTo>
                  <a:lnTo>
                    <a:pt x="5956" y="9752"/>
                  </a:lnTo>
                  <a:lnTo>
                    <a:pt x="5982" y="9765"/>
                  </a:lnTo>
                  <a:lnTo>
                    <a:pt x="6161" y="9970"/>
                  </a:lnTo>
                  <a:lnTo>
                    <a:pt x="6174" y="9139"/>
                  </a:lnTo>
                  <a:lnTo>
                    <a:pt x="6187" y="9100"/>
                  </a:lnTo>
                  <a:lnTo>
                    <a:pt x="6302" y="8973"/>
                  </a:lnTo>
                  <a:lnTo>
                    <a:pt x="5714" y="8653"/>
                  </a:lnTo>
                  <a:lnTo>
                    <a:pt x="5688" y="8628"/>
                  </a:lnTo>
                  <a:lnTo>
                    <a:pt x="5356" y="7733"/>
                  </a:lnTo>
                  <a:lnTo>
                    <a:pt x="4998" y="7120"/>
                  </a:lnTo>
                  <a:lnTo>
                    <a:pt x="4985" y="7094"/>
                  </a:lnTo>
                  <a:lnTo>
                    <a:pt x="4998" y="7068"/>
                  </a:lnTo>
                  <a:lnTo>
                    <a:pt x="5394" y="6353"/>
                  </a:lnTo>
                  <a:lnTo>
                    <a:pt x="5407" y="6340"/>
                  </a:lnTo>
                  <a:lnTo>
                    <a:pt x="5496" y="6263"/>
                  </a:lnTo>
                  <a:lnTo>
                    <a:pt x="5496" y="5841"/>
                  </a:lnTo>
                  <a:lnTo>
                    <a:pt x="5509" y="5803"/>
                  </a:lnTo>
                  <a:lnTo>
                    <a:pt x="5701" y="5509"/>
                  </a:lnTo>
                  <a:lnTo>
                    <a:pt x="5854" y="4921"/>
                  </a:lnTo>
                  <a:lnTo>
                    <a:pt x="5624" y="4589"/>
                  </a:lnTo>
                  <a:lnTo>
                    <a:pt x="5202" y="4257"/>
                  </a:lnTo>
                  <a:lnTo>
                    <a:pt x="5190" y="4244"/>
                  </a:lnTo>
                  <a:lnTo>
                    <a:pt x="4640" y="3451"/>
                  </a:lnTo>
                  <a:lnTo>
                    <a:pt x="4640" y="3426"/>
                  </a:lnTo>
                  <a:lnTo>
                    <a:pt x="4640" y="3400"/>
                  </a:lnTo>
                  <a:lnTo>
                    <a:pt x="4730" y="3158"/>
                  </a:lnTo>
                  <a:lnTo>
                    <a:pt x="4742" y="3132"/>
                  </a:lnTo>
                  <a:lnTo>
                    <a:pt x="4755" y="3119"/>
                  </a:lnTo>
                  <a:lnTo>
                    <a:pt x="5202" y="2927"/>
                  </a:lnTo>
                  <a:lnTo>
                    <a:pt x="5241" y="2927"/>
                  </a:lnTo>
                  <a:lnTo>
                    <a:pt x="5790" y="3094"/>
                  </a:lnTo>
                  <a:lnTo>
                    <a:pt x="5790" y="3094"/>
                  </a:lnTo>
                  <a:lnTo>
                    <a:pt x="5445" y="1982"/>
                  </a:lnTo>
                  <a:lnTo>
                    <a:pt x="5432" y="1956"/>
                  </a:lnTo>
                  <a:lnTo>
                    <a:pt x="5484" y="1458"/>
                  </a:lnTo>
                  <a:lnTo>
                    <a:pt x="5075" y="883"/>
                  </a:lnTo>
                  <a:lnTo>
                    <a:pt x="5062" y="870"/>
                  </a:lnTo>
                  <a:lnTo>
                    <a:pt x="5011" y="422"/>
                  </a:lnTo>
                  <a:lnTo>
                    <a:pt x="4870" y="256"/>
                  </a:lnTo>
                  <a:lnTo>
                    <a:pt x="4730" y="244"/>
                  </a:lnTo>
                  <a:lnTo>
                    <a:pt x="4704" y="244"/>
                  </a:lnTo>
                  <a:lnTo>
                    <a:pt x="4206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0" name="Google Shape;830;p60"/>
            <p:cNvSpPr/>
            <p:nvPr/>
          </p:nvSpPr>
          <p:spPr>
            <a:xfrm>
              <a:off x="3658225" y="3111650"/>
              <a:ext cx="240925" cy="199400"/>
            </a:xfrm>
            <a:custGeom>
              <a:rect b="b" l="l" r="r" t="t"/>
              <a:pathLst>
                <a:path extrusionOk="0" h="7976" w="9637">
                  <a:moveTo>
                    <a:pt x="2454" y="0"/>
                  </a:moveTo>
                  <a:lnTo>
                    <a:pt x="2058" y="90"/>
                  </a:lnTo>
                  <a:lnTo>
                    <a:pt x="2045" y="90"/>
                  </a:lnTo>
                  <a:lnTo>
                    <a:pt x="1649" y="39"/>
                  </a:lnTo>
                  <a:lnTo>
                    <a:pt x="1355" y="192"/>
                  </a:lnTo>
                  <a:lnTo>
                    <a:pt x="1240" y="729"/>
                  </a:lnTo>
                  <a:lnTo>
                    <a:pt x="1214" y="755"/>
                  </a:lnTo>
                  <a:lnTo>
                    <a:pt x="946" y="997"/>
                  </a:lnTo>
                  <a:lnTo>
                    <a:pt x="741" y="1790"/>
                  </a:lnTo>
                  <a:lnTo>
                    <a:pt x="895" y="2160"/>
                  </a:lnTo>
                  <a:lnTo>
                    <a:pt x="895" y="2173"/>
                  </a:lnTo>
                  <a:lnTo>
                    <a:pt x="895" y="2199"/>
                  </a:lnTo>
                  <a:lnTo>
                    <a:pt x="729" y="2595"/>
                  </a:lnTo>
                  <a:lnTo>
                    <a:pt x="805" y="2876"/>
                  </a:lnTo>
                  <a:lnTo>
                    <a:pt x="805" y="2902"/>
                  </a:lnTo>
                  <a:lnTo>
                    <a:pt x="793" y="2927"/>
                  </a:lnTo>
                  <a:lnTo>
                    <a:pt x="422" y="3464"/>
                  </a:lnTo>
                  <a:lnTo>
                    <a:pt x="422" y="3643"/>
                  </a:lnTo>
                  <a:lnTo>
                    <a:pt x="409" y="3668"/>
                  </a:lnTo>
                  <a:lnTo>
                    <a:pt x="396" y="3681"/>
                  </a:lnTo>
                  <a:lnTo>
                    <a:pt x="13" y="3988"/>
                  </a:lnTo>
                  <a:lnTo>
                    <a:pt x="0" y="4947"/>
                  </a:lnTo>
                  <a:lnTo>
                    <a:pt x="102" y="5049"/>
                  </a:lnTo>
                  <a:lnTo>
                    <a:pt x="115" y="5062"/>
                  </a:lnTo>
                  <a:lnTo>
                    <a:pt x="115" y="5087"/>
                  </a:lnTo>
                  <a:lnTo>
                    <a:pt x="102" y="6084"/>
                  </a:lnTo>
                  <a:lnTo>
                    <a:pt x="128" y="6084"/>
                  </a:lnTo>
                  <a:lnTo>
                    <a:pt x="332" y="6161"/>
                  </a:lnTo>
                  <a:lnTo>
                    <a:pt x="499" y="6033"/>
                  </a:lnTo>
                  <a:lnTo>
                    <a:pt x="690" y="6033"/>
                  </a:lnTo>
                  <a:lnTo>
                    <a:pt x="754" y="6212"/>
                  </a:lnTo>
                  <a:lnTo>
                    <a:pt x="1163" y="6237"/>
                  </a:lnTo>
                  <a:lnTo>
                    <a:pt x="1432" y="6301"/>
                  </a:lnTo>
                  <a:lnTo>
                    <a:pt x="1674" y="6685"/>
                  </a:lnTo>
                  <a:lnTo>
                    <a:pt x="1815" y="6659"/>
                  </a:lnTo>
                  <a:lnTo>
                    <a:pt x="1815" y="6710"/>
                  </a:lnTo>
                  <a:lnTo>
                    <a:pt x="1917" y="6864"/>
                  </a:lnTo>
                  <a:lnTo>
                    <a:pt x="1917" y="6953"/>
                  </a:lnTo>
                  <a:lnTo>
                    <a:pt x="2020" y="7068"/>
                  </a:lnTo>
                  <a:lnTo>
                    <a:pt x="2020" y="7477"/>
                  </a:lnTo>
                  <a:lnTo>
                    <a:pt x="2147" y="7567"/>
                  </a:lnTo>
                  <a:lnTo>
                    <a:pt x="2301" y="7886"/>
                  </a:lnTo>
                  <a:lnTo>
                    <a:pt x="2416" y="7976"/>
                  </a:lnTo>
                  <a:lnTo>
                    <a:pt x="2710" y="7924"/>
                  </a:lnTo>
                  <a:lnTo>
                    <a:pt x="2940" y="7937"/>
                  </a:lnTo>
                  <a:lnTo>
                    <a:pt x="3119" y="7809"/>
                  </a:lnTo>
                  <a:lnTo>
                    <a:pt x="3221" y="7873"/>
                  </a:lnTo>
                  <a:lnTo>
                    <a:pt x="3374" y="7784"/>
                  </a:lnTo>
                  <a:lnTo>
                    <a:pt x="3489" y="7809"/>
                  </a:lnTo>
                  <a:lnTo>
                    <a:pt x="3668" y="7694"/>
                  </a:lnTo>
                  <a:lnTo>
                    <a:pt x="3949" y="7707"/>
                  </a:lnTo>
                  <a:lnTo>
                    <a:pt x="4384" y="7771"/>
                  </a:lnTo>
                  <a:lnTo>
                    <a:pt x="4346" y="7515"/>
                  </a:lnTo>
                  <a:lnTo>
                    <a:pt x="4499" y="7579"/>
                  </a:lnTo>
                  <a:lnTo>
                    <a:pt x="4844" y="7081"/>
                  </a:lnTo>
                  <a:lnTo>
                    <a:pt x="4844" y="6902"/>
                  </a:lnTo>
                  <a:lnTo>
                    <a:pt x="4870" y="6864"/>
                  </a:lnTo>
                  <a:lnTo>
                    <a:pt x="5828" y="5803"/>
                  </a:lnTo>
                  <a:lnTo>
                    <a:pt x="5854" y="5790"/>
                  </a:lnTo>
                  <a:lnTo>
                    <a:pt x="5879" y="5790"/>
                  </a:lnTo>
                  <a:lnTo>
                    <a:pt x="6314" y="5880"/>
                  </a:lnTo>
                  <a:lnTo>
                    <a:pt x="6557" y="5790"/>
                  </a:lnTo>
                  <a:lnTo>
                    <a:pt x="6582" y="5790"/>
                  </a:lnTo>
                  <a:lnTo>
                    <a:pt x="6608" y="5816"/>
                  </a:lnTo>
                  <a:lnTo>
                    <a:pt x="6966" y="6199"/>
                  </a:lnTo>
                  <a:lnTo>
                    <a:pt x="7093" y="6148"/>
                  </a:lnTo>
                  <a:lnTo>
                    <a:pt x="7605" y="5304"/>
                  </a:lnTo>
                  <a:lnTo>
                    <a:pt x="7605" y="4895"/>
                  </a:lnTo>
                  <a:lnTo>
                    <a:pt x="7617" y="4870"/>
                  </a:lnTo>
                  <a:lnTo>
                    <a:pt x="8269" y="3720"/>
                  </a:lnTo>
                  <a:lnTo>
                    <a:pt x="8269" y="3528"/>
                  </a:lnTo>
                  <a:lnTo>
                    <a:pt x="8282" y="3490"/>
                  </a:lnTo>
                  <a:lnTo>
                    <a:pt x="8308" y="3477"/>
                  </a:lnTo>
                  <a:lnTo>
                    <a:pt x="8627" y="3375"/>
                  </a:lnTo>
                  <a:lnTo>
                    <a:pt x="8857" y="2851"/>
                  </a:lnTo>
                  <a:lnTo>
                    <a:pt x="9011" y="2263"/>
                  </a:lnTo>
                  <a:lnTo>
                    <a:pt x="9023" y="2250"/>
                  </a:lnTo>
                  <a:lnTo>
                    <a:pt x="9036" y="2237"/>
                  </a:lnTo>
                  <a:lnTo>
                    <a:pt x="9547" y="1956"/>
                  </a:lnTo>
                  <a:lnTo>
                    <a:pt x="9637" y="1521"/>
                  </a:lnTo>
                  <a:lnTo>
                    <a:pt x="9394" y="1342"/>
                  </a:lnTo>
                  <a:lnTo>
                    <a:pt x="8959" y="1087"/>
                  </a:lnTo>
                  <a:lnTo>
                    <a:pt x="8934" y="1061"/>
                  </a:lnTo>
                  <a:lnTo>
                    <a:pt x="8781" y="550"/>
                  </a:lnTo>
                  <a:lnTo>
                    <a:pt x="8653" y="179"/>
                  </a:lnTo>
                  <a:lnTo>
                    <a:pt x="8269" y="294"/>
                  </a:lnTo>
                  <a:lnTo>
                    <a:pt x="8014" y="639"/>
                  </a:lnTo>
                  <a:lnTo>
                    <a:pt x="8001" y="652"/>
                  </a:lnTo>
                  <a:lnTo>
                    <a:pt x="7975" y="665"/>
                  </a:lnTo>
                  <a:lnTo>
                    <a:pt x="7630" y="691"/>
                  </a:lnTo>
                  <a:lnTo>
                    <a:pt x="7592" y="691"/>
                  </a:lnTo>
                  <a:lnTo>
                    <a:pt x="7451" y="588"/>
                  </a:lnTo>
                  <a:lnTo>
                    <a:pt x="6020" y="550"/>
                  </a:lnTo>
                  <a:lnTo>
                    <a:pt x="5688" y="818"/>
                  </a:lnTo>
                  <a:lnTo>
                    <a:pt x="5662" y="831"/>
                  </a:lnTo>
                  <a:lnTo>
                    <a:pt x="4857" y="895"/>
                  </a:lnTo>
                  <a:lnTo>
                    <a:pt x="4831" y="895"/>
                  </a:lnTo>
                  <a:lnTo>
                    <a:pt x="4819" y="882"/>
                  </a:lnTo>
                  <a:lnTo>
                    <a:pt x="4358" y="524"/>
                  </a:lnTo>
                  <a:lnTo>
                    <a:pt x="3451" y="665"/>
                  </a:lnTo>
                  <a:lnTo>
                    <a:pt x="3425" y="665"/>
                  </a:lnTo>
                  <a:lnTo>
                    <a:pt x="3400" y="639"/>
                  </a:lnTo>
                  <a:lnTo>
                    <a:pt x="3068" y="269"/>
                  </a:lnTo>
                  <a:lnTo>
                    <a:pt x="2620" y="90"/>
                  </a:lnTo>
                  <a:lnTo>
                    <a:pt x="2620" y="77"/>
                  </a:lnTo>
                  <a:lnTo>
                    <a:pt x="2454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1" name="Google Shape;831;p60"/>
            <p:cNvSpPr/>
            <p:nvPr/>
          </p:nvSpPr>
          <p:spPr>
            <a:xfrm>
              <a:off x="3622100" y="3141050"/>
              <a:ext cx="55625" cy="129425"/>
            </a:xfrm>
            <a:custGeom>
              <a:rect b="b" l="l" r="r" t="t"/>
              <a:pathLst>
                <a:path extrusionOk="0" h="5177" w="2225">
                  <a:moveTo>
                    <a:pt x="1650" y="0"/>
                  </a:moveTo>
                  <a:lnTo>
                    <a:pt x="1113" y="384"/>
                  </a:lnTo>
                  <a:lnTo>
                    <a:pt x="1062" y="716"/>
                  </a:lnTo>
                  <a:lnTo>
                    <a:pt x="1036" y="754"/>
                  </a:lnTo>
                  <a:lnTo>
                    <a:pt x="998" y="767"/>
                  </a:lnTo>
                  <a:lnTo>
                    <a:pt x="410" y="754"/>
                  </a:lnTo>
                  <a:lnTo>
                    <a:pt x="116" y="1138"/>
                  </a:lnTo>
                  <a:lnTo>
                    <a:pt x="90" y="1151"/>
                  </a:lnTo>
                  <a:lnTo>
                    <a:pt x="39" y="1151"/>
                  </a:lnTo>
                  <a:lnTo>
                    <a:pt x="1" y="1329"/>
                  </a:lnTo>
                  <a:lnTo>
                    <a:pt x="333" y="1828"/>
                  </a:lnTo>
                  <a:lnTo>
                    <a:pt x="346" y="1866"/>
                  </a:lnTo>
                  <a:lnTo>
                    <a:pt x="333" y="2390"/>
                  </a:lnTo>
                  <a:lnTo>
                    <a:pt x="589" y="2825"/>
                  </a:lnTo>
                  <a:lnTo>
                    <a:pt x="602" y="2850"/>
                  </a:lnTo>
                  <a:lnTo>
                    <a:pt x="653" y="3515"/>
                  </a:lnTo>
                  <a:lnTo>
                    <a:pt x="640" y="3540"/>
                  </a:lnTo>
                  <a:lnTo>
                    <a:pt x="627" y="3553"/>
                  </a:lnTo>
                  <a:lnTo>
                    <a:pt x="551" y="3617"/>
                  </a:lnTo>
                  <a:lnTo>
                    <a:pt x="538" y="4640"/>
                  </a:lnTo>
                  <a:lnTo>
                    <a:pt x="653" y="5176"/>
                  </a:lnTo>
                  <a:lnTo>
                    <a:pt x="781" y="5176"/>
                  </a:lnTo>
                  <a:lnTo>
                    <a:pt x="985" y="5100"/>
                  </a:lnTo>
                  <a:lnTo>
                    <a:pt x="1330" y="5061"/>
                  </a:lnTo>
                  <a:lnTo>
                    <a:pt x="1087" y="4959"/>
                  </a:lnTo>
                  <a:lnTo>
                    <a:pt x="1164" y="4844"/>
                  </a:lnTo>
                  <a:lnTo>
                    <a:pt x="1432" y="4895"/>
                  </a:lnTo>
                  <a:lnTo>
                    <a:pt x="1445" y="3937"/>
                  </a:lnTo>
                  <a:lnTo>
                    <a:pt x="1343" y="3834"/>
                  </a:lnTo>
                  <a:lnTo>
                    <a:pt x="1330" y="3822"/>
                  </a:lnTo>
                  <a:lnTo>
                    <a:pt x="1330" y="3796"/>
                  </a:lnTo>
                  <a:lnTo>
                    <a:pt x="1343" y="2786"/>
                  </a:lnTo>
                  <a:lnTo>
                    <a:pt x="1343" y="2761"/>
                  </a:lnTo>
                  <a:lnTo>
                    <a:pt x="1369" y="2735"/>
                  </a:lnTo>
                  <a:lnTo>
                    <a:pt x="1752" y="2441"/>
                  </a:lnTo>
                  <a:lnTo>
                    <a:pt x="1752" y="2275"/>
                  </a:lnTo>
                  <a:lnTo>
                    <a:pt x="1765" y="2250"/>
                  </a:lnTo>
                  <a:lnTo>
                    <a:pt x="2135" y="1713"/>
                  </a:lnTo>
                  <a:lnTo>
                    <a:pt x="2059" y="1432"/>
                  </a:lnTo>
                  <a:lnTo>
                    <a:pt x="2059" y="1393"/>
                  </a:lnTo>
                  <a:lnTo>
                    <a:pt x="2225" y="997"/>
                  </a:lnTo>
                  <a:lnTo>
                    <a:pt x="2071" y="639"/>
                  </a:lnTo>
                  <a:lnTo>
                    <a:pt x="1918" y="205"/>
                  </a:lnTo>
                  <a:lnTo>
                    <a:pt x="1650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2" name="Google Shape;832;p60"/>
            <p:cNvSpPr/>
            <p:nvPr/>
          </p:nvSpPr>
          <p:spPr>
            <a:xfrm>
              <a:off x="3778350" y="3355750"/>
              <a:ext cx="116650" cy="129750"/>
            </a:xfrm>
            <a:custGeom>
              <a:rect b="b" l="l" r="r" t="t"/>
              <a:pathLst>
                <a:path extrusionOk="0" h="5190" w="4666">
                  <a:moveTo>
                    <a:pt x="2991" y="1"/>
                  </a:moveTo>
                  <a:lnTo>
                    <a:pt x="2697" y="116"/>
                  </a:lnTo>
                  <a:lnTo>
                    <a:pt x="2672" y="129"/>
                  </a:lnTo>
                  <a:lnTo>
                    <a:pt x="2097" y="116"/>
                  </a:lnTo>
                  <a:lnTo>
                    <a:pt x="2058" y="129"/>
                  </a:lnTo>
                  <a:lnTo>
                    <a:pt x="2046" y="1074"/>
                  </a:lnTo>
                  <a:lnTo>
                    <a:pt x="2046" y="1100"/>
                  </a:lnTo>
                  <a:lnTo>
                    <a:pt x="2033" y="1113"/>
                  </a:lnTo>
                  <a:lnTo>
                    <a:pt x="2007" y="1126"/>
                  </a:lnTo>
                  <a:lnTo>
                    <a:pt x="1995" y="1126"/>
                  </a:lnTo>
                  <a:lnTo>
                    <a:pt x="614" y="1113"/>
                  </a:lnTo>
                  <a:lnTo>
                    <a:pt x="640" y="1292"/>
                  </a:lnTo>
                  <a:lnTo>
                    <a:pt x="589" y="1394"/>
                  </a:lnTo>
                  <a:lnTo>
                    <a:pt x="397" y="1368"/>
                  </a:lnTo>
                  <a:lnTo>
                    <a:pt x="550" y="1534"/>
                  </a:lnTo>
                  <a:lnTo>
                    <a:pt x="870" y="1637"/>
                  </a:lnTo>
                  <a:lnTo>
                    <a:pt x="806" y="1765"/>
                  </a:lnTo>
                  <a:lnTo>
                    <a:pt x="550" y="1752"/>
                  </a:lnTo>
                  <a:lnTo>
                    <a:pt x="333" y="1637"/>
                  </a:lnTo>
                  <a:lnTo>
                    <a:pt x="346" y="1905"/>
                  </a:lnTo>
                  <a:lnTo>
                    <a:pt x="231" y="2493"/>
                  </a:lnTo>
                  <a:lnTo>
                    <a:pt x="346" y="2698"/>
                  </a:lnTo>
                  <a:lnTo>
                    <a:pt x="269" y="2749"/>
                  </a:lnTo>
                  <a:lnTo>
                    <a:pt x="1" y="2570"/>
                  </a:lnTo>
                  <a:lnTo>
                    <a:pt x="295" y="3145"/>
                  </a:lnTo>
                  <a:lnTo>
                    <a:pt x="52" y="2966"/>
                  </a:lnTo>
                  <a:lnTo>
                    <a:pt x="320" y="3541"/>
                  </a:lnTo>
                  <a:lnTo>
                    <a:pt x="512" y="3822"/>
                  </a:lnTo>
                  <a:lnTo>
                    <a:pt x="755" y="3950"/>
                  </a:lnTo>
                  <a:lnTo>
                    <a:pt x="653" y="4065"/>
                  </a:lnTo>
                  <a:lnTo>
                    <a:pt x="780" y="4142"/>
                  </a:lnTo>
                  <a:lnTo>
                    <a:pt x="1215" y="4359"/>
                  </a:lnTo>
                  <a:lnTo>
                    <a:pt x="1483" y="4589"/>
                  </a:lnTo>
                  <a:lnTo>
                    <a:pt x="1905" y="4717"/>
                  </a:lnTo>
                  <a:lnTo>
                    <a:pt x="1892" y="4883"/>
                  </a:lnTo>
                  <a:lnTo>
                    <a:pt x="1713" y="4806"/>
                  </a:lnTo>
                  <a:lnTo>
                    <a:pt x="1470" y="4768"/>
                  </a:lnTo>
                  <a:lnTo>
                    <a:pt x="1470" y="4768"/>
                  </a:lnTo>
                  <a:lnTo>
                    <a:pt x="1879" y="5151"/>
                  </a:lnTo>
                  <a:lnTo>
                    <a:pt x="1918" y="5190"/>
                  </a:lnTo>
                  <a:lnTo>
                    <a:pt x="2071" y="4768"/>
                  </a:lnTo>
                  <a:lnTo>
                    <a:pt x="2097" y="4742"/>
                  </a:lnTo>
                  <a:lnTo>
                    <a:pt x="2135" y="4730"/>
                  </a:lnTo>
                  <a:lnTo>
                    <a:pt x="2519" y="4806"/>
                  </a:lnTo>
                  <a:lnTo>
                    <a:pt x="2544" y="4410"/>
                  </a:lnTo>
                  <a:lnTo>
                    <a:pt x="2314" y="4295"/>
                  </a:lnTo>
                  <a:lnTo>
                    <a:pt x="2301" y="4282"/>
                  </a:lnTo>
                  <a:lnTo>
                    <a:pt x="2288" y="4257"/>
                  </a:lnTo>
                  <a:lnTo>
                    <a:pt x="2237" y="4027"/>
                  </a:lnTo>
                  <a:lnTo>
                    <a:pt x="2237" y="4014"/>
                  </a:lnTo>
                  <a:lnTo>
                    <a:pt x="2250" y="3988"/>
                  </a:lnTo>
                  <a:lnTo>
                    <a:pt x="2263" y="3976"/>
                  </a:lnTo>
                  <a:lnTo>
                    <a:pt x="2276" y="3963"/>
                  </a:lnTo>
                  <a:lnTo>
                    <a:pt x="3004" y="3809"/>
                  </a:lnTo>
                  <a:lnTo>
                    <a:pt x="2915" y="3541"/>
                  </a:lnTo>
                  <a:lnTo>
                    <a:pt x="2902" y="3503"/>
                  </a:lnTo>
                  <a:lnTo>
                    <a:pt x="2902" y="3490"/>
                  </a:lnTo>
                  <a:lnTo>
                    <a:pt x="2915" y="3477"/>
                  </a:lnTo>
                  <a:lnTo>
                    <a:pt x="2940" y="3452"/>
                  </a:lnTo>
                  <a:lnTo>
                    <a:pt x="3068" y="3375"/>
                  </a:lnTo>
                  <a:lnTo>
                    <a:pt x="3094" y="3375"/>
                  </a:lnTo>
                  <a:lnTo>
                    <a:pt x="3119" y="3388"/>
                  </a:lnTo>
                  <a:lnTo>
                    <a:pt x="3592" y="3784"/>
                  </a:lnTo>
                  <a:lnTo>
                    <a:pt x="4065" y="3656"/>
                  </a:lnTo>
                  <a:lnTo>
                    <a:pt x="4091" y="3656"/>
                  </a:lnTo>
                  <a:lnTo>
                    <a:pt x="4116" y="3669"/>
                  </a:lnTo>
                  <a:lnTo>
                    <a:pt x="4423" y="3924"/>
                  </a:lnTo>
                  <a:lnTo>
                    <a:pt x="4551" y="3247"/>
                  </a:lnTo>
                  <a:lnTo>
                    <a:pt x="4563" y="3209"/>
                  </a:lnTo>
                  <a:lnTo>
                    <a:pt x="4666" y="3132"/>
                  </a:lnTo>
                  <a:lnTo>
                    <a:pt x="4602" y="3004"/>
                  </a:lnTo>
                  <a:lnTo>
                    <a:pt x="4589" y="2979"/>
                  </a:lnTo>
                  <a:lnTo>
                    <a:pt x="4615" y="2404"/>
                  </a:lnTo>
                  <a:lnTo>
                    <a:pt x="4154" y="2020"/>
                  </a:lnTo>
                  <a:lnTo>
                    <a:pt x="4142" y="1995"/>
                  </a:lnTo>
                  <a:lnTo>
                    <a:pt x="4142" y="1982"/>
                  </a:lnTo>
                  <a:lnTo>
                    <a:pt x="4142" y="1956"/>
                  </a:lnTo>
                  <a:lnTo>
                    <a:pt x="4154" y="1943"/>
                  </a:lnTo>
                  <a:lnTo>
                    <a:pt x="4333" y="1739"/>
                  </a:lnTo>
                  <a:lnTo>
                    <a:pt x="4346" y="1483"/>
                  </a:lnTo>
                  <a:lnTo>
                    <a:pt x="4359" y="1458"/>
                  </a:lnTo>
                  <a:lnTo>
                    <a:pt x="4372" y="1419"/>
                  </a:lnTo>
                  <a:lnTo>
                    <a:pt x="4576" y="1164"/>
                  </a:lnTo>
                  <a:lnTo>
                    <a:pt x="4602" y="806"/>
                  </a:lnTo>
                  <a:lnTo>
                    <a:pt x="4321" y="704"/>
                  </a:lnTo>
                  <a:lnTo>
                    <a:pt x="4078" y="819"/>
                  </a:lnTo>
                  <a:lnTo>
                    <a:pt x="4065" y="819"/>
                  </a:lnTo>
                  <a:lnTo>
                    <a:pt x="3528" y="870"/>
                  </a:lnTo>
                  <a:lnTo>
                    <a:pt x="3515" y="870"/>
                  </a:lnTo>
                  <a:lnTo>
                    <a:pt x="3490" y="857"/>
                  </a:lnTo>
                  <a:lnTo>
                    <a:pt x="3477" y="844"/>
                  </a:lnTo>
                  <a:lnTo>
                    <a:pt x="3477" y="819"/>
                  </a:lnTo>
                  <a:lnTo>
                    <a:pt x="3452" y="244"/>
                  </a:lnTo>
                  <a:lnTo>
                    <a:pt x="3464" y="218"/>
                  </a:lnTo>
                  <a:lnTo>
                    <a:pt x="3528" y="116"/>
                  </a:lnTo>
                  <a:lnTo>
                    <a:pt x="3158" y="103"/>
                  </a:lnTo>
                  <a:lnTo>
                    <a:pt x="3119" y="103"/>
                  </a:lnTo>
                  <a:lnTo>
                    <a:pt x="2991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3" name="Google Shape;833;p60"/>
            <p:cNvSpPr/>
            <p:nvPr/>
          </p:nvSpPr>
          <p:spPr>
            <a:xfrm>
              <a:off x="3828200" y="3328600"/>
              <a:ext cx="151150" cy="175425"/>
            </a:xfrm>
            <a:custGeom>
              <a:rect b="b" l="l" r="r" t="t"/>
              <a:pathLst>
                <a:path extrusionOk="0" h="7017" w="6046">
                  <a:moveTo>
                    <a:pt x="5662" y="0"/>
                  </a:moveTo>
                  <a:lnTo>
                    <a:pt x="4665" y="39"/>
                  </a:lnTo>
                  <a:lnTo>
                    <a:pt x="4269" y="473"/>
                  </a:lnTo>
                  <a:lnTo>
                    <a:pt x="4065" y="691"/>
                  </a:lnTo>
                  <a:lnTo>
                    <a:pt x="4052" y="1662"/>
                  </a:lnTo>
                  <a:lnTo>
                    <a:pt x="4039" y="1688"/>
                  </a:lnTo>
                  <a:lnTo>
                    <a:pt x="4014" y="1700"/>
                  </a:lnTo>
                  <a:lnTo>
                    <a:pt x="3988" y="1713"/>
                  </a:lnTo>
                  <a:lnTo>
                    <a:pt x="3975" y="1700"/>
                  </a:lnTo>
                  <a:lnTo>
                    <a:pt x="3950" y="1688"/>
                  </a:lnTo>
                  <a:lnTo>
                    <a:pt x="3681" y="1394"/>
                  </a:lnTo>
                  <a:lnTo>
                    <a:pt x="3042" y="1202"/>
                  </a:lnTo>
                  <a:lnTo>
                    <a:pt x="1675" y="1202"/>
                  </a:lnTo>
                  <a:lnTo>
                    <a:pt x="1573" y="1342"/>
                  </a:lnTo>
                  <a:lnTo>
                    <a:pt x="1585" y="1841"/>
                  </a:lnTo>
                  <a:lnTo>
                    <a:pt x="2045" y="1803"/>
                  </a:lnTo>
                  <a:lnTo>
                    <a:pt x="2301" y="1688"/>
                  </a:lnTo>
                  <a:lnTo>
                    <a:pt x="2352" y="1688"/>
                  </a:lnTo>
                  <a:lnTo>
                    <a:pt x="2684" y="1815"/>
                  </a:lnTo>
                  <a:lnTo>
                    <a:pt x="2710" y="1828"/>
                  </a:lnTo>
                  <a:lnTo>
                    <a:pt x="2723" y="1866"/>
                  </a:lnTo>
                  <a:lnTo>
                    <a:pt x="2684" y="2275"/>
                  </a:lnTo>
                  <a:lnTo>
                    <a:pt x="2672" y="2301"/>
                  </a:lnTo>
                  <a:lnTo>
                    <a:pt x="2467" y="2582"/>
                  </a:lnTo>
                  <a:lnTo>
                    <a:pt x="2442" y="2838"/>
                  </a:lnTo>
                  <a:lnTo>
                    <a:pt x="2429" y="2876"/>
                  </a:lnTo>
                  <a:lnTo>
                    <a:pt x="2275" y="3055"/>
                  </a:lnTo>
                  <a:lnTo>
                    <a:pt x="2710" y="3426"/>
                  </a:lnTo>
                  <a:lnTo>
                    <a:pt x="2723" y="3451"/>
                  </a:lnTo>
                  <a:lnTo>
                    <a:pt x="2736" y="3477"/>
                  </a:lnTo>
                  <a:lnTo>
                    <a:pt x="2710" y="4052"/>
                  </a:lnTo>
                  <a:lnTo>
                    <a:pt x="2787" y="4205"/>
                  </a:lnTo>
                  <a:lnTo>
                    <a:pt x="2799" y="4231"/>
                  </a:lnTo>
                  <a:lnTo>
                    <a:pt x="2774" y="4269"/>
                  </a:lnTo>
                  <a:lnTo>
                    <a:pt x="2659" y="4371"/>
                  </a:lnTo>
                  <a:lnTo>
                    <a:pt x="2531" y="5125"/>
                  </a:lnTo>
                  <a:lnTo>
                    <a:pt x="2518" y="5151"/>
                  </a:lnTo>
                  <a:lnTo>
                    <a:pt x="2493" y="5164"/>
                  </a:lnTo>
                  <a:lnTo>
                    <a:pt x="2467" y="5164"/>
                  </a:lnTo>
                  <a:lnTo>
                    <a:pt x="2442" y="5151"/>
                  </a:lnTo>
                  <a:lnTo>
                    <a:pt x="2071" y="4857"/>
                  </a:lnTo>
                  <a:lnTo>
                    <a:pt x="1598" y="4972"/>
                  </a:lnTo>
                  <a:lnTo>
                    <a:pt x="1573" y="4972"/>
                  </a:lnTo>
                  <a:lnTo>
                    <a:pt x="1547" y="4959"/>
                  </a:lnTo>
                  <a:lnTo>
                    <a:pt x="1087" y="4576"/>
                  </a:lnTo>
                  <a:lnTo>
                    <a:pt x="1023" y="4614"/>
                  </a:lnTo>
                  <a:lnTo>
                    <a:pt x="1138" y="4921"/>
                  </a:lnTo>
                  <a:lnTo>
                    <a:pt x="1151" y="4947"/>
                  </a:lnTo>
                  <a:lnTo>
                    <a:pt x="1138" y="4972"/>
                  </a:lnTo>
                  <a:lnTo>
                    <a:pt x="1125" y="4985"/>
                  </a:lnTo>
                  <a:lnTo>
                    <a:pt x="1100" y="4998"/>
                  </a:lnTo>
                  <a:lnTo>
                    <a:pt x="358" y="5151"/>
                  </a:lnTo>
                  <a:lnTo>
                    <a:pt x="397" y="5292"/>
                  </a:lnTo>
                  <a:lnTo>
                    <a:pt x="640" y="5407"/>
                  </a:lnTo>
                  <a:lnTo>
                    <a:pt x="652" y="5432"/>
                  </a:lnTo>
                  <a:lnTo>
                    <a:pt x="665" y="5458"/>
                  </a:lnTo>
                  <a:lnTo>
                    <a:pt x="627" y="5969"/>
                  </a:lnTo>
                  <a:lnTo>
                    <a:pt x="614" y="5982"/>
                  </a:lnTo>
                  <a:lnTo>
                    <a:pt x="601" y="6007"/>
                  </a:lnTo>
                  <a:lnTo>
                    <a:pt x="563" y="6007"/>
                  </a:lnTo>
                  <a:lnTo>
                    <a:pt x="167" y="5931"/>
                  </a:lnTo>
                  <a:lnTo>
                    <a:pt x="1" y="6365"/>
                  </a:lnTo>
                  <a:lnTo>
                    <a:pt x="243" y="6621"/>
                  </a:lnTo>
                  <a:lnTo>
                    <a:pt x="461" y="7017"/>
                  </a:lnTo>
                  <a:lnTo>
                    <a:pt x="1049" y="6570"/>
                  </a:lnTo>
                  <a:lnTo>
                    <a:pt x="1061" y="6557"/>
                  </a:lnTo>
                  <a:lnTo>
                    <a:pt x="1087" y="6557"/>
                  </a:lnTo>
                  <a:lnTo>
                    <a:pt x="1100" y="6570"/>
                  </a:lnTo>
                  <a:lnTo>
                    <a:pt x="1112" y="6582"/>
                  </a:lnTo>
                  <a:lnTo>
                    <a:pt x="1266" y="6736"/>
                  </a:lnTo>
                  <a:lnTo>
                    <a:pt x="1803" y="6787"/>
                  </a:lnTo>
                  <a:lnTo>
                    <a:pt x="2390" y="6557"/>
                  </a:lnTo>
                  <a:lnTo>
                    <a:pt x="2416" y="6544"/>
                  </a:lnTo>
                  <a:lnTo>
                    <a:pt x="2442" y="6557"/>
                  </a:lnTo>
                  <a:lnTo>
                    <a:pt x="2454" y="6570"/>
                  </a:lnTo>
                  <a:lnTo>
                    <a:pt x="2467" y="6582"/>
                  </a:lnTo>
                  <a:lnTo>
                    <a:pt x="2608" y="6966"/>
                  </a:lnTo>
                  <a:lnTo>
                    <a:pt x="3042" y="6749"/>
                  </a:lnTo>
                  <a:lnTo>
                    <a:pt x="3362" y="6276"/>
                  </a:lnTo>
                  <a:lnTo>
                    <a:pt x="3387" y="6263"/>
                  </a:lnTo>
                  <a:lnTo>
                    <a:pt x="3847" y="6097"/>
                  </a:lnTo>
                  <a:lnTo>
                    <a:pt x="3860" y="5471"/>
                  </a:lnTo>
                  <a:lnTo>
                    <a:pt x="4065" y="4461"/>
                  </a:lnTo>
                  <a:lnTo>
                    <a:pt x="4078" y="4448"/>
                  </a:lnTo>
                  <a:lnTo>
                    <a:pt x="4090" y="4423"/>
                  </a:lnTo>
                  <a:lnTo>
                    <a:pt x="4371" y="4269"/>
                  </a:lnTo>
                  <a:lnTo>
                    <a:pt x="4371" y="3975"/>
                  </a:lnTo>
                  <a:lnTo>
                    <a:pt x="4384" y="3950"/>
                  </a:lnTo>
                  <a:lnTo>
                    <a:pt x="4397" y="3937"/>
                  </a:lnTo>
                  <a:lnTo>
                    <a:pt x="4410" y="3924"/>
                  </a:lnTo>
                  <a:lnTo>
                    <a:pt x="4678" y="3924"/>
                  </a:lnTo>
                  <a:lnTo>
                    <a:pt x="4947" y="3809"/>
                  </a:lnTo>
                  <a:lnTo>
                    <a:pt x="5087" y="3579"/>
                  </a:lnTo>
                  <a:lnTo>
                    <a:pt x="5100" y="3566"/>
                  </a:lnTo>
                  <a:lnTo>
                    <a:pt x="5368" y="3311"/>
                  </a:lnTo>
                  <a:lnTo>
                    <a:pt x="5279" y="2927"/>
                  </a:lnTo>
                  <a:lnTo>
                    <a:pt x="5279" y="2889"/>
                  </a:lnTo>
                  <a:lnTo>
                    <a:pt x="5420" y="2442"/>
                  </a:lnTo>
                  <a:lnTo>
                    <a:pt x="5292" y="2084"/>
                  </a:lnTo>
                  <a:lnTo>
                    <a:pt x="5279" y="2058"/>
                  </a:lnTo>
                  <a:lnTo>
                    <a:pt x="5292" y="2045"/>
                  </a:lnTo>
                  <a:lnTo>
                    <a:pt x="5535" y="1662"/>
                  </a:lnTo>
                  <a:lnTo>
                    <a:pt x="5816" y="512"/>
                  </a:lnTo>
                  <a:lnTo>
                    <a:pt x="5841" y="486"/>
                  </a:lnTo>
                  <a:lnTo>
                    <a:pt x="6046" y="307"/>
                  </a:lnTo>
                  <a:lnTo>
                    <a:pt x="5982" y="52"/>
                  </a:lnTo>
                  <a:lnTo>
                    <a:pt x="5662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4" name="Google Shape;834;p60"/>
            <p:cNvSpPr/>
            <p:nvPr/>
          </p:nvSpPr>
          <p:spPr>
            <a:xfrm>
              <a:off x="3331025" y="3182575"/>
              <a:ext cx="57225" cy="66175"/>
            </a:xfrm>
            <a:custGeom>
              <a:rect b="b" l="l" r="r" t="t"/>
              <a:pathLst>
                <a:path extrusionOk="0" h="2647" w="2289">
                  <a:moveTo>
                    <a:pt x="742" y="1"/>
                  </a:moveTo>
                  <a:lnTo>
                    <a:pt x="256" y="576"/>
                  </a:lnTo>
                  <a:lnTo>
                    <a:pt x="244" y="589"/>
                  </a:lnTo>
                  <a:lnTo>
                    <a:pt x="218" y="601"/>
                  </a:lnTo>
                  <a:lnTo>
                    <a:pt x="1" y="627"/>
                  </a:lnTo>
                  <a:lnTo>
                    <a:pt x="14" y="640"/>
                  </a:lnTo>
                  <a:lnTo>
                    <a:pt x="65" y="857"/>
                  </a:lnTo>
                  <a:lnTo>
                    <a:pt x="167" y="1062"/>
                  </a:lnTo>
                  <a:lnTo>
                    <a:pt x="1" y="1164"/>
                  </a:lnTo>
                  <a:lnTo>
                    <a:pt x="180" y="1253"/>
                  </a:lnTo>
                  <a:lnTo>
                    <a:pt x="461" y="1343"/>
                  </a:lnTo>
                  <a:lnTo>
                    <a:pt x="308" y="1598"/>
                  </a:lnTo>
                  <a:lnTo>
                    <a:pt x="461" y="1777"/>
                  </a:lnTo>
                  <a:lnTo>
                    <a:pt x="653" y="1816"/>
                  </a:lnTo>
                  <a:lnTo>
                    <a:pt x="678" y="1969"/>
                  </a:lnTo>
                  <a:lnTo>
                    <a:pt x="576" y="2046"/>
                  </a:lnTo>
                  <a:lnTo>
                    <a:pt x="576" y="2122"/>
                  </a:lnTo>
                  <a:lnTo>
                    <a:pt x="742" y="2173"/>
                  </a:lnTo>
                  <a:lnTo>
                    <a:pt x="1330" y="2582"/>
                  </a:lnTo>
                  <a:lnTo>
                    <a:pt x="1394" y="2646"/>
                  </a:lnTo>
                  <a:lnTo>
                    <a:pt x="1726" y="2007"/>
                  </a:lnTo>
                  <a:lnTo>
                    <a:pt x="1752" y="1982"/>
                  </a:lnTo>
                  <a:lnTo>
                    <a:pt x="1943" y="1918"/>
                  </a:lnTo>
                  <a:lnTo>
                    <a:pt x="2289" y="1304"/>
                  </a:lnTo>
                  <a:lnTo>
                    <a:pt x="1995" y="1151"/>
                  </a:lnTo>
                  <a:lnTo>
                    <a:pt x="1982" y="1138"/>
                  </a:lnTo>
                  <a:lnTo>
                    <a:pt x="1969" y="1113"/>
                  </a:lnTo>
                  <a:lnTo>
                    <a:pt x="1969" y="1087"/>
                  </a:lnTo>
                  <a:lnTo>
                    <a:pt x="1982" y="1074"/>
                  </a:lnTo>
                  <a:lnTo>
                    <a:pt x="2174" y="857"/>
                  </a:lnTo>
                  <a:lnTo>
                    <a:pt x="1982" y="397"/>
                  </a:lnTo>
                  <a:lnTo>
                    <a:pt x="1982" y="371"/>
                  </a:lnTo>
                  <a:lnTo>
                    <a:pt x="1982" y="320"/>
                  </a:lnTo>
                  <a:lnTo>
                    <a:pt x="1777" y="14"/>
                  </a:lnTo>
                  <a:lnTo>
                    <a:pt x="1266" y="1"/>
                  </a:lnTo>
                  <a:lnTo>
                    <a:pt x="1100" y="77"/>
                  </a:lnTo>
                  <a:lnTo>
                    <a:pt x="1062" y="77"/>
                  </a:lnTo>
                  <a:lnTo>
                    <a:pt x="742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5" name="Google Shape;835;p60"/>
            <p:cNvSpPr/>
            <p:nvPr/>
          </p:nvSpPr>
          <p:spPr>
            <a:xfrm>
              <a:off x="3269375" y="3117075"/>
              <a:ext cx="55600" cy="39000"/>
            </a:xfrm>
            <a:custGeom>
              <a:rect b="b" l="l" r="r" t="t"/>
              <a:pathLst>
                <a:path extrusionOk="0" h="1560" w="2224">
                  <a:moveTo>
                    <a:pt x="1202" y="1"/>
                  </a:moveTo>
                  <a:lnTo>
                    <a:pt x="831" y="205"/>
                  </a:lnTo>
                  <a:lnTo>
                    <a:pt x="805" y="218"/>
                  </a:lnTo>
                  <a:lnTo>
                    <a:pt x="0" y="205"/>
                  </a:lnTo>
                  <a:lnTo>
                    <a:pt x="281" y="499"/>
                  </a:lnTo>
                  <a:lnTo>
                    <a:pt x="320" y="601"/>
                  </a:lnTo>
                  <a:lnTo>
                    <a:pt x="537" y="627"/>
                  </a:lnTo>
                  <a:lnTo>
                    <a:pt x="665" y="755"/>
                  </a:lnTo>
                  <a:lnTo>
                    <a:pt x="997" y="601"/>
                  </a:lnTo>
                  <a:lnTo>
                    <a:pt x="946" y="806"/>
                  </a:lnTo>
                  <a:lnTo>
                    <a:pt x="831" y="895"/>
                  </a:lnTo>
                  <a:lnTo>
                    <a:pt x="1048" y="934"/>
                  </a:lnTo>
                  <a:lnTo>
                    <a:pt x="946" y="1074"/>
                  </a:lnTo>
                  <a:lnTo>
                    <a:pt x="984" y="1355"/>
                  </a:lnTo>
                  <a:lnTo>
                    <a:pt x="1176" y="1534"/>
                  </a:lnTo>
                  <a:lnTo>
                    <a:pt x="1317" y="1560"/>
                  </a:lnTo>
                  <a:lnTo>
                    <a:pt x="1355" y="1534"/>
                  </a:lnTo>
                  <a:lnTo>
                    <a:pt x="1444" y="1189"/>
                  </a:lnTo>
                  <a:lnTo>
                    <a:pt x="1457" y="1164"/>
                  </a:lnTo>
                  <a:lnTo>
                    <a:pt x="1470" y="1151"/>
                  </a:lnTo>
                  <a:lnTo>
                    <a:pt x="2160" y="780"/>
                  </a:lnTo>
                  <a:lnTo>
                    <a:pt x="2224" y="90"/>
                  </a:lnTo>
                  <a:lnTo>
                    <a:pt x="1968" y="14"/>
                  </a:lnTo>
                  <a:lnTo>
                    <a:pt x="1202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6" name="Google Shape;836;p60"/>
            <p:cNvSpPr/>
            <p:nvPr/>
          </p:nvSpPr>
          <p:spPr>
            <a:xfrm>
              <a:off x="3305800" y="3119950"/>
              <a:ext cx="137400" cy="118900"/>
            </a:xfrm>
            <a:custGeom>
              <a:rect b="b" l="l" r="r" t="t"/>
              <a:pathLst>
                <a:path extrusionOk="0" h="4756" w="5496">
                  <a:moveTo>
                    <a:pt x="882" y="1"/>
                  </a:moveTo>
                  <a:lnTo>
                    <a:pt x="805" y="704"/>
                  </a:lnTo>
                  <a:lnTo>
                    <a:pt x="805" y="729"/>
                  </a:lnTo>
                  <a:lnTo>
                    <a:pt x="780" y="742"/>
                  </a:lnTo>
                  <a:lnTo>
                    <a:pt x="90" y="1125"/>
                  </a:lnTo>
                  <a:lnTo>
                    <a:pt x="0" y="1471"/>
                  </a:lnTo>
                  <a:lnTo>
                    <a:pt x="0" y="1483"/>
                  </a:lnTo>
                  <a:lnTo>
                    <a:pt x="102" y="1560"/>
                  </a:lnTo>
                  <a:lnTo>
                    <a:pt x="51" y="1739"/>
                  </a:lnTo>
                  <a:lnTo>
                    <a:pt x="230" y="2020"/>
                  </a:lnTo>
                  <a:lnTo>
                    <a:pt x="690" y="2493"/>
                  </a:lnTo>
                  <a:lnTo>
                    <a:pt x="575" y="2723"/>
                  </a:lnTo>
                  <a:lnTo>
                    <a:pt x="831" y="2749"/>
                  </a:lnTo>
                  <a:lnTo>
                    <a:pt x="959" y="3030"/>
                  </a:lnTo>
                  <a:lnTo>
                    <a:pt x="1202" y="3004"/>
                  </a:lnTo>
                  <a:lnTo>
                    <a:pt x="1687" y="2416"/>
                  </a:lnTo>
                  <a:lnTo>
                    <a:pt x="1713" y="2391"/>
                  </a:lnTo>
                  <a:lnTo>
                    <a:pt x="1738" y="2391"/>
                  </a:lnTo>
                  <a:lnTo>
                    <a:pt x="2083" y="2480"/>
                  </a:lnTo>
                  <a:lnTo>
                    <a:pt x="2237" y="2403"/>
                  </a:lnTo>
                  <a:lnTo>
                    <a:pt x="2812" y="2403"/>
                  </a:lnTo>
                  <a:lnTo>
                    <a:pt x="2837" y="2416"/>
                  </a:lnTo>
                  <a:lnTo>
                    <a:pt x="2863" y="2429"/>
                  </a:lnTo>
                  <a:lnTo>
                    <a:pt x="3093" y="2787"/>
                  </a:lnTo>
                  <a:lnTo>
                    <a:pt x="3093" y="2812"/>
                  </a:lnTo>
                  <a:lnTo>
                    <a:pt x="3093" y="2876"/>
                  </a:lnTo>
                  <a:lnTo>
                    <a:pt x="3298" y="3362"/>
                  </a:lnTo>
                  <a:lnTo>
                    <a:pt x="3298" y="3388"/>
                  </a:lnTo>
                  <a:lnTo>
                    <a:pt x="3285" y="3413"/>
                  </a:lnTo>
                  <a:lnTo>
                    <a:pt x="3119" y="3592"/>
                  </a:lnTo>
                  <a:lnTo>
                    <a:pt x="3387" y="3733"/>
                  </a:lnTo>
                  <a:lnTo>
                    <a:pt x="3834" y="3822"/>
                  </a:lnTo>
                  <a:lnTo>
                    <a:pt x="3860" y="3835"/>
                  </a:lnTo>
                  <a:lnTo>
                    <a:pt x="4090" y="4065"/>
                  </a:lnTo>
                  <a:lnTo>
                    <a:pt x="4103" y="4091"/>
                  </a:lnTo>
                  <a:lnTo>
                    <a:pt x="4103" y="4116"/>
                  </a:lnTo>
                  <a:lnTo>
                    <a:pt x="4000" y="4615"/>
                  </a:lnTo>
                  <a:lnTo>
                    <a:pt x="4090" y="4576"/>
                  </a:lnTo>
                  <a:lnTo>
                    <a:pt x="4115" y="4576"/>
                  </a:lnTo>
                  <a:lnTo>
                    <a:pt x="4141" y="4602"/>
                  </a:lnTo>
                  <a:lnTo>
                    <a:pt x="4282" y="4755"/>
                  </a:lnTo>
                  <a:lnTo>
                    <a:pt x="4576" y="4653"/>
                  </a:lnTo>
                  <a:lnTo>
                    <a:pt x="4678" y="4436"/>
                  </a:lnTo>
                  <a:lnTo>
                    <a:pt x="4691" y="4423"/>
                  </a:lnTo>
                  <a:lnTo>
                    <a:pt x="4716" y="4410"/>
                  </a:lnTo>
                  <a:lnTo>
                    <a:pt x="4755" y="4410"/>
                  </a:lnTo>
                  <a:lnTo>
                    <a:pt x="4857" y="4461"/>
                  </a:lnTo>
                  <a:lnTo>
                    <a:pt x="5151" y="4014"/>
                  </a:lnTo>
                  <a:lnTo>
                    <a:pt x="5061" y="3873"/>
                  </a:lnTo>
                  <a:lnTo>
                    <a:pt x="5048" y="3848"/>
                  </a:lnTo>
                  <a:lnTo>
                    <a:pt x="5061" y="3822"/>
                  </a:lnTo>
                  <a:lnTo>
                    <a:pt x="5074" y="3797"/>
                  </a:lnTo>
                  <a:lnTo>
                    <a:pt x="5100" y="3797"/>
                  </a:lnTo>
                  <a:lnTo>
                    <a:pt x="5496" y="3720"/>
                  </a:lnTo>
                  <a:lnTo>
                    <a:pt x="5496" y="2876"/>
                  </a:lnTo>
                  <a:lnTo>
                    <a:pt x="5279" y="2736"/>
                  </a:lnTo>
                  <a:lnTo>
                    <a:pt x="5253" y="2710"/>
                  </a:lnTo>
                  <a:lnTo>
                    <a:pt x="5253" y="2685"/>
                  </a:lnTo>
                  <a:lnTo>
                    <a:pt x="5253" y="2352"/>
                  </a:lnTo>
                  <a:lnTo>
                    <a:pt x="5253" y="2327"/>
                  </a:lnTo>
                  <a:lnTo>
                    <a:pt x="5279" y="2314"/>
                  </a:lnTo>
                  <a:lnTo>
                    <a:pt x="5470" y="2148"/>
                  </a:lnTo>
                  <a:lnTo>
                    <a:pt x="5470" y="2122"/>
                  </a:lnTo>
                  <a:lnTo>
                    <a:pt x="5470" y="1995"/>
                  </a:lnTo>
                  <a:lnTo>
                    <a:pt x="5164" y="1918"/>
                  </a:lnTo>
                  <a:lnTo>
                    <a:pt x="5138" y="1905"/>
                  </a:lnTo>
                  <a:lnTo>
                    <a:pt x="5125" y="1867"/>
                  </a:lnTo>
                  <a:lnTo>
                    <a:pt x="5125" y="1739"/>
                  </a:lnTo>
                  <a:lnTo>
                    <a:pt x="4933" y="1739"/>
                  </a:lnTo>
                  <a:lnTo>
                    <a:pt x="4831" y="1713"/>
                  </a:lnTo>
                  <a:lnTo>
                    <a:pt x="4806" y="1701"/>
                  </a:lnTo>
                  <a:lnTo>
                    <a:pt x="4793" y="1688"/>
                  </a:lnTo>
                  <a:lnTo>
                    <a:pt x="4793" y="1662"/>
                  </a:lnTo>
                  <a:lnTo>
                    <a:pt x="4793" y="1637"/>
                  </a:lnTo>
                  <a:lnTo>
                    <a:pt x="4921" y="1343"/>
                  </a:lnTo>
                  <a:lnTo>
                    <a:pt x="4691" y="1151"/>
                  </a:lnTo>
                  <a:lnTo>
                    <a:pt x="4678" y="1125"/>
                  </a:lnTo>
                  <a:lnTo>
                    <a:pt x="4678" y="1100"/>
                  </a:lnTo>
                  <a:lnTo>
                    <a:pt x="4716" y="793"/>
                  </a:lnTo>
                  <a:lnTo>
                    <a:pt x="4524" y="627"/>
                  </a:lnTo>
                  <a:lnTo>
                    <a:pt x="4512" y="601"/>
                  </a:lnTo>
                  <a:lnTo>
                    <a:pt x="4512" y="589"/>
                  </a:lnTo>
                  <a:lnTo>
                    <a:pt x="4512" y="410"/>
                  </a:lnTo>
                  <a:lnTo>
                    <a:pt x="4384" y="410"/>
                  </a:lnTo>
                  <a:lnTo>
                    <a:pt x="3860" y="678"/>
                  </a:lnTo>
                  <a:lnTo>
                    <a:pt x="3834" y="691"/>
                  </a:lnTo>
                  <a:lnTo>
                    <a:pt x="3809" y="678"/>
                  </a:lnTo>
                  <a:lnTo>
                    <a:pt x="3553" y="512"/>
                  </a:lnTo>
                  <a:lnTo>
                    <a:pt x="3246" y="704"/>
                  </a:lnTo>
                  <a:lnTo>
                    <a:pt x="3208" y="716"/>
                  </a:lnTo>
                  <a:lnTo>
                    <a:pt x="3170" y="691"/>
                  </a:lnTo>
                  <a:lnTo>
                    <a:pt x="3042" y="563"/>
                  </a:lnTo>
                  <a:lnTo>
                    <a:pt x="2799" y="550"/>
                  </a:lnTo>
                  <a:lnTo>
                    <a:pt x="2774" y="550"/>
                  </a:lnTo>
                  <a:lnTo>
                    <a:pt x="2748" y="525"/>
                  </a:lnTo>
                  <a:lnTo>
                    <a:pt x="2607" y="192"/>
                  </a:lnTo>
                  <a:lnTo>
                    <a:pt x="1917" y="282"/>
                  </a:lnTo>
                  <a:lnTo>
                    <a:pt x="1904" y="282"/>
                  </a:lnTo>
                  <a:lnTo>
                    <a:pt x="882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7" name="Google Shape;837;p60"/>
            <p:cNvSpPr/>
            <p:nvPr/>
          </p:nvSpPr>
          <p:spPr>
            <a:xfrm>
              <a:off x="3271600" y="3095025"/>
              <a:ext cx="52100" cy="11225"/>
            </a:xfrm>
            <a:custGeom>
              <a:rect b="b" l="l" r="r" t="t"/>
              <a:pathLst>
                <a:path extrusionOk="0" h="449" w="2084">
                  <a:moveTo>
                    <a:pt x="946" y="1"/>
                  </a:moveTo>
                  <a:lnTo>
                    <a:pt x="665" y="141"/>
                  </a:lnTo>
                  <a:lnTo>
                    <a:pt x="627" y="154"/>
                  </a:lnTo>
                  <a:lnTo>
                    <a:pt x="180" y="65"/>
                  </a:lnTo>
                  <a:lnTo>
                    <a:pt x="243" y="308"/>
                  </a:lnTo>
                  <a:lnTo>
                    <a:pt x="13" y="308"/>
                  </a:lnTo>
                  <a:lnTo>
                    <a:pt x="1" y="359"/>
                  </a:lnTo>
                  <a:lnTo>
                    <a:pt x="461" y="448"/>
                  </a:lnTo>
                  <a:lnTo>
                    <a:pt x="729" y="218"/>
                  </a:lnTo>
                  <a:lnTo>
                    <a:pt x="767" y="205"/>
                  </a:lnTo>
                  <a:lnTo>
                    <a:pt x="1317" y="205"/>
                  </a:lnTo>
                  <a:lnTo>
                    <a:pt x="2084" y="384"/>
                  </a:lnTo>
                  <a:lnTo>
                    <a:pt x="2084" y="320"/>
                  </a:lnTo>
                  <a:lnTo>
                    <a:pt x="1790" y="269"/>
                  </a:lnTo>
                  <a:lnTo>
                    <a:pt x="1777" y="256"/>
                  </a:lnTo>
                  <a:lnTo>
                    <a:pt x="1279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8" name="Google Shape;838;p60"/>
            <p:cNvSpPr/>
            <p:nvPr/>
          </p:nvSpPr>
          <p:spPr>
            <a:xfrm>
              <a:off x="3534250" y="3162125"/>
              <a:ext cx="88525" cy="134875"/>
            </a:xfrm>
            <a:custGeom>
              <a:rect b="b" l="l" r="r" t="t"/>
              <a:pathLst>
                <a:path extrusionOk="0" h="5395" w="3541">
                  <a:moveTo>
                    <a:pt x="2671" y="1"/>
                  </a:moveTo>
                  <a:lnTo>
                    <a:pt x="2429" y="14"/>
                  </a:lnTo>
                  <a:lnTo>
                    <a:pt x="2160" y="205"/>
                  </a:lnTo>
                  <a:lnTo>
                    <a:pt x="2122" y="218"/>
                  </a:lnTo>
                  <a:lnTo>
                    <a:pt x="652" y="129"/>
                  </a:lnTo>
                  <a:lnTo>
                    <a:pt x="460" y="244"/>
                  </a:lnTo>
                  <a:lnTo>
                    <a:pt x="652" y="704"/>
                  </a:lnTo>
                  <a:lnTo>
                    <a:pt x="665" y="729"/>
                  </a:lnTo>
                  <a:lnTo>
                    <a:pt x="652" y="742"/>
                  </a:lnTo>
                  <a:lnTo>
                    <a:pt x="448" y="1215"/>
                  </a:lnTo>
                  <a:lnTo>
                    <a:pt x="537" y="1419"/>
                  </a:lnTo>
                  <a:lnTo>
                    <a:pt x="550" y="1432"/>
                  </a:lnTo>
                  <a:lnTo>
                    <a:pt x="537" y="1458"/>
                  </a:lnTo>
                  <a:lnTo>
                    <a:pt x="435" y="1713"/>
                  </a:lnTo>
                  <a:lnTo>
                    <a:pt x="627" y="2455"/>
                  </a:lnTo>
                  <a:lnTo>
                    <a:pt x="627" y="2493"/>
                  </a:lnTo>
                  <a:lnTo>
                    <a:pt x="409" y="2902"/>
                  </a:lnTo>
                  <a:lnTo>
                    <a:pt x="218" y="3221"/>
                  </a:lnTo>
                  <a:lnTo>
                    <a:pt x="218" y="3464"/>
                  </a:lnTo>
                  <a:lnTo>
                    <a:pt x="205" y="3503"/>
                  </a:lnTo>
                  <a:lnTo>
                    <a:pt x="0" y="3758"/>
                  </a:lnTo>
                  <a:lnTo>
                    <a:pt x="0" y="4129"/>
                  </a:lnTo>
                  <a:lnTo>
                    <a:pt x="294" y="4742"/>
                  </a:lnTo>
                  <a:lnTo>
                    <a:pt x="294" y="4768"/>
                  </a:lnTo>
                  <a:lnTo>
                    <a:pt x="269" y="5126"/>
                  </a:lnTo>
                  <a:lnTo>
                    <a:pt x="908" y="5394"/>
                  </a:lnTo>
                  <a:lnTo>
                    <a:pt x="1266" y="5139"/>
                  </a:lnTo>
                  <a:lnTo>
                    <a:pt x="1419" y="5215"/>
                  </a:lnTo>
                  <a:lnTo>
                    <a:pt x="1585" y="5126"/>
                  </a:lnTo>
                  <a:lnTo>
                    <a:pt x="1917" y="5087"/>
                  </a:lnTo>
                  <a:lnTo>
                    <a:pt x="2045" y="4921"/>
                  </a:lnTo>
                  <a:lnTo>
                    <a:pt x="2403" y="4781"/>
                  </a:lnTo>
                  <a:lnTo>
                    <a:pt x="2812" y="4640"/>
                  </a:lnTo>
                  <a:lnTo>
                    <a:pt x="3285" y="4563"/>
                  </a:lnTo>
                  <a:lnTo>
                    <a:pt x="3489" y="4410"/>
                  </a:lnTo>
                  <a:lnTo>
                    <a:pt x="3541" y="4410"/>
                  </a:lnTo>
                  <a:lnTo>
                    <a:pt x="3170" y="3822"/>
                  </a:lnTo>
                  <a:lnTo>
                    <a:pt x="3157" y="3797"/>
                  </a:lnTo>
                  <a:lnTo>
                    <a:pt x="3170" y="3081"/>
                  </a:lnTo>
                  <a:lnTo>
                    <a:pt x="3170" y="3043"/>
                  </a:lnTo>
                  <a:lnTo>
                    <a:pt x="3247" y="2940"/>
                  </a:lnTo>
                  <a:lnTo>
                    <a:pt x="3170" y="2697"/>
                  </a:lnTo>
                  <a:lnTo>
                    <a:pt x="3170" y="2685"/>
                  </a:lnTo>
                  <a:lnTo>
                    <a:pt x="3183" y="2084"/>
                  </a:lnTo>
                  <a:lnTo>
                    <a:pt x="3119" y="1624"/>
                  </a:lnTo>
                  <a:lnTo>
                    <a:pt x="2927" y="1394"/>
                  </a:lnTo>
                  <a:lnTo>
                    <a:pt x="2927" y="1368"/>
                  </a:lnTo>
                  <a:lnTo>
                    <a:pt x="2927" y="1343"/>
                  </a:lnTo>
                  <a:lnTo>
                    <a:pt x="3106" y="768"/>
                  </a:lnTo>
                  <a:lnTo>
                    <a:pt x="2953" y="538"/>
                  </a:lnTo>
                  <a:lnTo>
                    <a:pt x="2646" y="474"/>
                  </a:lnTo>
                  <a:lnTo>
                    <a:pt x="2620" y="461"/>
                  </a:lnTo>
                  <a:lnTo>
                    <a:pt x="2608" y="423"/>
                  </a:lnTo>
                  <a:lnTo>
                    <a:pt x="2608" y="231"/>
                  </a:lnTo>
                  <a:lnTo>
                    <a:pt x="2608" y="205"/>
                  </a:lnTo>
                  <a:lnTo>
                    <a:pt x="2633" y="192"/>
                  </a:lnTo>
                  <a:lnTo>
                    <a:pt x="2812" y="65"/>
                  </a:lnTo>
                  <a:lnTo>
                    <a:pt x="2671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9" name="Google Shape;839;p60"/>
            <p:cNvSpPr/>
            <p:nvPr/>
          </p:nvSpPr>
          <p:spPr>
            <a:xfrm>
              <a:off x="3601975" y="3165000"/>
              <a:ext cx="33575" cy="107400"/>
            </a:xfrm>
            <a:custGeom>
              <a:rect b="b" l="l" r="r" t="t"/>
              <a:pathLst>
                <a:path extrusionOk="0" h="4296" w="1343">
                  <a:moveTo>
                    <a:pt x="218" y="1"/>
                  </a:moveTo>
                  <a:lnTo>
                    <a:pt x="1" y="154"/>
                  </a:lnTo>
                  <a:lnTo>
                    <a:pt x="1" y="269"/>
                  </a:lnTo>
                  <a:lnTo>
                    <a:pt x="295" y="320"/>
                  </a:lnTo>
                  <a:lnTo>
                    <a:pt x="308" y="333"/>
                  </a:lnTo>
                  <a:lnTo>
                    <a:pt x="320" y="346"/>
                  </a:lnTo>
                  <a:lnTo>
                    <a:pt x="499" y="614"/>
                  </a:lnTo>
                  <a:lnTo>
                    <a:pt x="512" y="640"/>
                  </a:lnTo>
                  <a:lnTo>
                    <a:pt x="512" y="653"/>
                  </a:lnTo>
                  <a:lnTo>
                    <a:pt x="333" y="1241"/>
                  </a:lnTo>
                  <a:lnTo>
                    <a:pt x="499" y="1458"/>
                  </a:lnTo>
                  <a:lnTo>
                    <a:pt x="512" y="1483"/>
                  </a:lnTo>
                  <a:lnTo>
                    <a:pt x="576" y="1969"/>
                  </a:lnTo>
                  <a:lnTo>
                    <a:pt x="576" y="2557"/>
                  </a:lnTo>
                  <a:lnTo>
                    <a:pt x="653" y="2813"/>
                  </a:lnTo>
                  <a:lnTo>
                    <a:pt x="653" y="2838"/>
                  </a:lnTo>
                  <a:lnTo>
                    <a:pt x="640" y="2864"/>
                  </a:lnTo>
                  <a:lnTo>
                    <a:pt x="563" y="2979"/>
                  </a:lnTo>
                  <a:lnTo>
                    <a:pt x="563" y="3669"/>
                  </a:lnTo>
                  <a:lnTo>
                    <a:pt x="959" y="4295"/>
                  </a:lnTo>
                  <a:lnTo>
                    <a:pt x="1010" y="4295"/>
                  </a:lnTo>
                  <a:lnTo>
                    <a:pt x="1113" y="4206"/>
                  </a:lnTo>
                  <a:lnTo>
                    <a:pt x="1343" y="4218"/>
                  </a:lnTo>
                  <a:lnTo>
                    <a:pt x="1228" y="3707"/>
                  </a:lnTo>
                  <a:lnTo>
                    <a:pt x="1228" y="3694"/>
                  </a:lnTo>
                  <a:lnTo>
                    <a:pt x="1241" y="2634"/>
                  </a:lnTo>
                  <a:lnTo>
                    <a:pt x="1253" y="2621"/>
                  </a:lnTo>
                  <a:lnTo>
                    <a:pt x="1266" y="2595"/>
                  </a:lnTo>
                  <a:lnTo>
                    <a:pt x="1343" y="2531"/>
                  </a:lnTo>
                  <a:lnTo>
                    <a:pt x="1292" y="1918"/>
                  </a:lnTo>
                  <a:lnTo>
                    <a:pt x="1036" y="1483"/>
                  </a:lnTo>
                  <a:lnTo>
                    <a:pt x="1023" y="1445"/>
                  </a:lnTo>
                  <a:lnTo>
                    <a:pt x="1036" y="921"/>
                  </a:lnTo>
                  <a:lnTo>
                    <a:pt x="691" y="410"/>
                  </a:lnTo>
                  <a:lnTo>
                    <a:pt x="691" y="397"/>
                  </a:lnTo>
                  <a:lnTo>
                    <a:pt x="691" y="371"/>
                  </a:lnTo>
                  <a:lnTo>
                    <a:pt x="729" y="180"/>
                  </a:lnTo>
                  <a:lnTo>
                    <a:pt x="525" y="141"/>
                  </a:lnTo>
                  <a:lnTo>
                    <a:pt x="512" y="141"/>
                  </a:lnTo>
                  <a:lnTo>
                    <a:pt x="218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0" name="Google Shape;840;p60"/>
            <p:cNvSpPr/>
            <p:nvPr/>
          </p:nvSpPr>
          <p:spPr>
            <a:xfrm>
              <a:off x="3427850" y="3171400"/>
              <a:ext cx="119200" cy="131975"/>
            </a:xfrm>
            <a:custGeom>
              <a:rect b="b" l="l" r="r" t="t"/>
              <a:pathLst>
                <a:path extrusionOk="0" h="5279" w="4768">
                  <a:moveTo>
                    <a:pt x="1662" y="0"/>
                  </a:moveTo>
                  <a:lnTo>
                    <a:pt x="1266" y="345"/>
                  </a:lnTo>
                  <a:lnTo>
                    <a:pt x="1240" y="358"/>
                  </a:lnTo>
                  <a:lnTo>
                    <a:pt x="1215" y="358"/>
                  </a:lnTo>
                  <a:lnTo>
                    <a:pt x="1202" y="345"/>
                  </a:lnTo>
                  <a:lnTo>
                    <a:pt x="972" y="128"/>
                  </a:lnTo>
                  <a:lnTo>
                    <a:pt x="703" y="128"/>
                  </a:lnTo>
                  <a:lnTo>
                    <a:pt x="486" y="320"/>
                  </a:lnTo>
                  <a:lnTo>
                    <a:pt x="473" y="601"/>
                  </a:lnTo>
                  <a:lnTo>
                    <a:pt x="703" y="742"/>
                  </a:lnTo>
                  <a:lnTo>
                    <a:pt x="729" y="767"/>
                  </a:lnTo>
                  <a:lnTo>
                    <a:pt x="729" y="793"/>
                  </a:lnTo>
                  <a:lnTo>
                    <a:pt x="716" y="1713"/>
                  </a:lnTo>
                  <a:lnTo>
                    <a:pt x="703" y="1739"/>
                  </a:lnTo>
                  <a:lnTo>
                    <a:pt x="678" y="1764"/>
                  </a:lnTo>
                  <a:lnTo>
                    <a:pt x="307" y="1828"/>
                  </a:lnTo>
                  <a:lnTo>
                    <a:pt x="384" y="1930"/>
                  </a:lnTo>
                  <a:lnTo>
                    <a:pt x="384" y="1969"/>
                  </a:lnTo>
                  <a:lnTo>
                    <a:pt x="384" y="1994"/>
                  </a:lnTo>
                  <a:lnTo>
                    <a:pt x="13" y="2544"/>
                  </a:lnTo>
                  <a:lnTo>
                    <a:pt x="0" y="3311"/>
                  </a:lnTo>
                  <a:lnTo>
                    <a:pt x="269" y="3502"/>
                  </a:lnTo>
                  <a:lnTo>
                    <a:pt x="282" y="3515"/>
                  </a:lnTo>
                  <a:lnTo>
                    <a:pt x="460" y="3822"/>
                  </a:lnTo>
                  <a:lnTo>
                    <a:pt x="767" y="4039"/>
                  </a:lnTo>
                  <a:lnTo>
                    <a:pt x="780" y="4065"/>
                  </a:lnTo>
                  <a:lnTo>
                    <a:pt x="780" y="4077"/>
                  </a:lnTo>
                  <a:lnTo>
                    <a:pt x="831" y="4359"/>
                  </a:lnTo>
                  <a:lnTo>
                    <a:pt x="831" y="4384"/>
                  </a:lnTo>
                  <a:lnTo>
                    <a:pt x="678" y="4844"/>
                  </a:lnTo>
                  <a:lnTo>
                    <a:pt x="665" y="5253"/>
                  </a:lnTo>
                  <a:lnTo>
                    <a:pt x="972" y="5279"/>
                  </a:lnTo>
                  <a:lnTo>
                    <a:pt x="1266" y="5074"/>
                  </a:lnTo>
                  <a:lnTo>
                    <a:pt x="1585" y="5010"/>
                  </a:lnTo>
                  <a:lnTo>
                    <a:pt x="1675" y="4895"/>
                  </a:lnTo>
                  <a:lnTo>
                    <a:pt x="2160" y="4627"/>
                  </a:lnTo>
                  <a:lnTo>
                    <a:pt x="2876" y="4665"/>
                  </a:lnTo>
                  <a:lnTo>
                    <a:pt x="3362" y="4435"/>
                  </a:lnTo>
                  <a:lnTo>
                    <a:pt x="3566" y="4448"/>
                  </a:lnTo>
                  <a:lnTo>
                    <a:pt x="3553" y="4601"/>
                  </a:lnTo>
                  <a:lnTo>
                    <a:pt x="3988" y="4640"/>
                  </a:lnTo>
                  <a:lnTo>
                    <a:pt x="4116" y="4410"/>
                  </a:lnTo>
                  <a:lnTo>
                    <a:pt x="4307" y="4474"/>
                  </a:lnTo>
                  <a:lnTo>
                    <a:pt x="4205" y="4589"/>
                  </a:lnTo>
                  <a:lnTo>
                    <a:pt x="4282" y="4653"/>
                  </a:lnTo>
                  <a:lnTo>
                    <a:pt x="4422" y="4704"/>
                  </a:lnTo>
                  <a:lnTo>
                    <a:pt x="4435" y="4397"/>
                  </a:lnTo>
                  <a:lnTo>
                    <a:pt x="4154" y="3796"/>
                  </a:lnTo>
                  <a:lnTo>
                    <a:pt x="4141" y="3771"/>
                  </a:lnTo>
                  <a:lnTo>
                    <a:pt x="4154" y="3374"/>
                  </a:lnTo>
                  <a:lnTo>
                    <a:pt x="4154" y="3336"/>
                  </a:lnTo>
                  <a:lnTo>
                    <a:pt x="4359" y="3081"/>
                  </a:lnTo>
                  <a:lnTo>
                    <a:pt x="4359" y="2838"/>
                  </a:lnTo>
                  <a:lnTo>
                    <a:pt x="4371" y="2812"/>
                  </a:lnTo>
                  <a:lnTo>
                    <a:pt x="4563" y="2480"/>
                  </a:lnTo>
                  <a:lnTo>
                    <a:pt x="4768" y="2096"/>
                  </a:lnTo>
                  <a:lnTo>
                    <a:pt x="4576" y="1355"/>
                  </a:lnTo>
                  <a:lnTo>
                    <a:pt x="4576" y="1317"/>
                  </a:lnTo>
                  <a:lnTo>
                    <a:pt x="4691" y="1074"/>
                  </a:lnTo>
                  <a:lnTo>
                    <a:pt x="4589" y="882"/>
                  </a:lnTo>
                  <a:lnTo>
                    <a:pt x="4192" y="627"/>
                  </a:lnTo>
                  <a:lnTo>
                    <a:pt x="3975" y="793"/>
                  </a:lnTo>
                  <a:lnTo>
                    <a:pt x="3937" y="806"/>
                  </a:lnTo>
                  <a:lnTo>
                    <a:pt x="3617" y="793"/>
                  </a:lnTo>
                  <a:lnTo>
                    <a:pt x="3489" y="972"/>
                  </a:lnTo>
                  <a:lnTo>
                    <a:pt x="3477" y="985"/>
                  </a:lnTo>
                  <a:lnTo>
                    <a:pt x="3451" y="997"/>
                  </a:lnTo>
                  <a:lnTo>
                    <a:pt x="3426" y="997"/>
                  </a:lnTo>
                  <a:lnTo>
                    <a:pt x="3400" y="985"/>
                  </a:lnTo>
                  <a:lnTo>
                    <a:pt x="2774" y="294"/>
                  </a:lnTo>
                  <a:lnTo>
                    <a:pt x="2595" y="256"/>
                  </a:lnTo>
                  <a:lnTo>
                    <a:pt x="2569" y="243"/>
                  </a:lnTo>
                  <a:lnTo>
                    <a:pt x="2556" y="205"/>
                  </a:lnTo>
                  <a:lnTo>
                    <a:pt x="2556" y="154"/>
                  </a:lnTo>
                  <a:lnTo>
                    <a:pt x="2429" y="141"/>
                  </a:lnTo>
                  <a:lnTo>
                    <a:pt x="2250" y="345"/>
                  </a:lnTo>
                  <a:lnTo>
                    <a:pt x="2237" y="371"/>
                  </a:lnTo>
                  <a:lnTo>
                    <a:pt x="2199" y="371"/>
                  </a:lnTo>
                  <a:lnTo>
                    <a:pt x="2173" y="358"/>
                  </a:lnTo>
                  <a:lnTo>
                    <a:pt x="1828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1" name="Google Shape;841;p60"/>
            <p:cNvSpPr/>
            <p:nvPr/>
          </p:nvSpPr>
          <p:spPr>
            <a:xfrm>
              <a:off x="3367775" y="3216125"/>
              <a:ext cx="78000" cy="86300"/>
            </a:xfrm>
            <a:custGeom>
              <a:rect b="b" l="l" r="r" t="t"/>
              <a:pathLst>
                <a:path extrusionOk="0" h="3452" w="3120">
                  <a:moveTo>
                    <a:pt x="921" y="1"/>
                  </a:moveTo>
                  <a:lnTo>
                    <a:pt x="563" y="640"/>
                  </a:lnTo>
                  <a:lnTo>
                    <a:pt x="537" y="665"/>
                  </a:lnTo>
                  <a:lnTo>
                    <a:pt x="346" y="742"/>
                  </a:lnTo>
                  <a:lnTo>
                    <a:pt x="1" y="1381"/>
                  </a:lnTo>
                  <a:lnTo>
                    <a:pt x="52" y="1407"/>
                  </a:lnTo>
                  <a:lnTo>
                    <a:pt x="231" y="1432"/>
                  </a:lnTo>
                  <a:lnTo>
                    <a:pt x="448" y="1841"/>
                  </a:lnTo>
                  <a:lnTo>
                    <a:pt x="767" y="1879"/>
                  </a:lnTo>
                  <a:lnTo>
                    <a:pt x="1100" y="2173"/>
                  </a:lnTo>
                  <a:lnTo>
                    <a:pt x="1228" y="2225"/>
                  </a:lnTo>
                  <a:lnTo>
                    <a:pt x="1228" y="2365"/>
                  </a:lnTo>
                  <a:lnTo>
                    <a:pt x="1930" y="2966"/>
                  </a:lnTo>
                  <a:lnTo>
                    <a:pt x="2186" y="2979"/>
                  </a:lnTo>
                  <a:lnTo>
                    <a:pt x="2863" y="3451"/>
                  </a:lnTo>
                  <a:lnTo>
                    <a:pt x="2966" y="3451"/>
                  </a:lnTo>
                  <a:lnTo>
                    <a:pt x="2966" y="3055"/>
                  </a:lnTo>
                  <a:lnTo>
                    <a:pt x="2978" y="3030"/>
                  </a:lnTo>
                  <a:lnTo>
                    <a:pt x="3119" y="2570"/>
                  </a:lnTo>
                  <a:lnTo>
                    <a:pt x="3081" y="2327"/>
                  </a:lnTo>
                  <a:lnTo>
                    <a:pt x="2787" y="2109"/>
                  </a:lnTo>
                  <a:lnTo>
                    <a:pt x="2774" y="2097"/>
                  </a:lnTo>
                  <a:lnTo>
                    <a:pt x="2595" y="1790"/>
                  </a:lnTo>
                  <a:lnTo>
                    <a:pt x="2314" y="1585"/>
                  </a:lnTo>
                  <a:lnTo>
                    <a:pt x="2301" y="1573"/>
                  </a:lnTo>
                  <a:lnTo>
                    <a:pt x="2301" y="1547"/>
                  </a:lnTo>
                  <a:lnTo>
                    <a:pt x="2301" y="729"/>
                  </a:lnTo>
                  <a:lnTo>
                    <a:pt x="2314" y="704"/>
                  </a:lnTo>
                  <a:lnTo>
                    <a:pt x="2276" y="691"/>
                  </a:lnTo>
                  <a:lnTo>
                    <a:pt x="2186" y="870"/>
                  </a:lnTo>
                  <a:lnTo>
                    <a:pt x="2173" y="895"/>
                  </a:lnTo>
                  <a:lnTo>
                    <a:pt x="2161" y="908"/>
                  </a:lnTo>
                  <a:lnTo>
                    <a:pt x="1803" y="1023"/>
                  </a:lnTo>
                  <a:lnTo>
                    <a:pt x="1777" y="1023"/>
                  </a:lnTo>
                  <a:lnTo>
                    <a:pt x="1764" y="1010"/>
                  </a:lnTo>
                  <a:lnTo>
                    <a:pt x="1739" y="998"/>
                  </a:lnTo>
                  <a:lnTo>
                    <a:pt x="1611" y="844"/>
                  </a:lnTo>
                  <a:lnTo>
                    <a:pt x="1458" y="895"/>
                  </a:lnTo>
                  <a:lnTo>
                    <a:pt x="1432" y="895"/>
                  </a:lnTo>
                  <a:lnTo>
                    <a:pt x="1406" y="883"/>
                  </a:lnTo>
                  <a:lnTo>
                    <a:pt x="1394" y="857"/>
                  </a:lnTo>
                  <a:lnTo>
                    <a:pt x="1394" y="831"/>
                  </a:lnTo>
                  <a:lnTo>
                    <a:pt x="1509" y="269"/>
                  </a:lnTo>
                  <a:lnTo>
                    <a:pt x="1317" y="77"/>
                  </a:lnTo>
                  <a:lnTo>
                    <a:pt x="921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2" name="Google Shape;842;p60"/>
            <p:cNvSpPr/>
            <p:nvPr/>
          </p:nvSpPr>
          <p:spPr>
            <a:xfrm>
              <a:off x="4492800" y="2547700"/>
              <a:ext cx="366500" cy="321150"/>
            </a:xfrm>
            <a:custGeom>
              <a:rect b="b" l="l" r="r" t="t"/>
              <a:pathLst>
                <a:path extrusionOk="0" h="12846" w="14660">
                  <a:moveTo>
                    <a:pt x="1087" y="1522"/>
                  </a:moveTo>
                  <a:lnTo>
                    <a:pt x="1393" y="1598"/>
                  </a:lnTo>
                  <a:lnTo>
                    <a:pt x="1317" y="1995"/>
                  </a:lnTo>
                  <a:lnTo>
                    <a:pt x="1483" y="2007"/>
                  </a:lnTo>
                  <a:lnTo>
                    <a:pt x="1560" y="2455"/>
                  </a:lnTo>
                  <a:lnTo>
                    <a:pt x="1457" y="2634"/>
                  </a:lnTo>
                  <a:lnTo>
                    <a:pt x="1227" y="2634"/>
                  </a:lnTo>
                  <a:lnTo>
                    <a:pt x="1227" y="2020"/>
                  </a:lnTo>
                  <a:lnTo>
                    <a:pt x="1087" y="1803"/>
                  </a:lnTo>
                  <a:lnTo>
                    <a:pt x="1087" y="1522"/>
                  </a:lnTo>
                  <a:close/>
                  <a:moveTo>
                    <a:pt x="550" y="1"/>
                  </a:moveTo>
                  <a:lnTo>
                    <a:pt x="435" y="320"/>
                  </a:lnTo>
                  <a:lnTo>
                    <a:pt x="435" y="333"/>
                  </a:lnTo>
                  <a:lnTo>
                    <a:pt x="409" y="346"/>
                  </a:lnTo>
                  <a:lnTo>
                    <a:pt x="154" y="410"/>
                  </a:lnTo>
                  <a:lnTo>
                    <a:pt x="0" y="538"/>
                  </a:lnTo>
                  <a:lnTo>
                    <a:pt x="333" y="870"/>
                  </a:lnTo>
                  <a:lnTo>
                    <a:pt x="345" y="883"/>
                  </a:lnTo>
                  <a:lnTo>
                    <a:pt x="384" y="1189"/>
                  </a:lnTo>
                  <a:lnTo>
                    <a:pt x="512" y="1407"/>
                  </a:lnTo>
                  <a:lnTo>
                    <a:pt x="512" y="1432"/>
                  </a:lnTo>
                  <a:lnTo>
                    <a:pt x="486" y="1458"/>
                  </a:lnTo>
                  <a:lnTo>
                    <a:pt x="333" y="1522"/>
                  </a:lnTo>
                  <a:lnTo>
                    <a:pt x="256" y="1764"/>
                  </a:lnTo>
                  <a:lnTo>
                    <a:pt x="499" y="1905"/>
                  </a:lnTo>
                  <a:lnTo>
                    <a:pt x="512" y="1918"/>
                  </a:lnTo>
                  <a:lnTo>
                    <a:pt x="690" y="2352"/>
                  </a:lnTo>
                  <a:lnTo>
                    <a:pt x="869" y="2736"/>
                  </a:lnTo>
                  <a:lnTo>
                    <a:pt x="1176" y="2889"/>
                  </a:lnTo>
                  <a:lnTo>
                    <a:pt x="1189" y="2902"/>
                  </a:lnTo>
                  <a:lnTo>
                    <a:pt x="1202" y="2915"/>
                  </a:lnTo>
                  <a:lnTo>
                    <a:pt x="1202" y="3324"/>
                  </a:lnTo>
                  <a:lnTo>
                    <a:pt x="1457" y="3541"/>
                  </a:lnTo>
                  <a:lnTo>
                    <a:pt x="1726" y="3541"/>
                  </a:lnTo>
                  <a:lnTo>
                    <a:pt x="1751" y="3554"/>
                  </a:lnTo>
                  <a:lnTo>
                    <a:pt x="1892" y="3669"/>
                  </a:lnTo>
                  <a:lnTo>
                    <a:pt x="1905" y="3694"/>
                  </a:lnTo>
                  <a:lnTo>
                    <a:pt x="1892" y="3720"/>
                  </a:lnTo>
                  <a:lnTo>
                    <a:pt x="1764" y="3886"/>
                  </a:lnTo>
                  <a:lnTo>
                    <a:pt x="1841" y="4065"/>
                  </a:lnTo>
                  <a:lnTo>
                    <a:pt x="1841" y="4091"/>
                  </a:lnTo>
                  <a:lnTo>
                    <a:pt x="1777" y="4308"/>
                  </a:lnTo>
                  <a:lnTo>
                    <a:pt x="1764" y="4321"/>
                  </a:lnTo>
                  <a:lnTo>
                    <a:pt x="1432" y="4615"/>
                  </a:lnTo>
                  <a:lnTo>
                    <a:pt x="1202" y="5202"/>
                  </a:lnTo>
                  <a:lnTo>
                    <a:pt x="1381" y="5394"/>
                  </a:lnTo>
                  <a:lnTo>
                    <a:pt x="1393" y="5407"/>
                  </a:lnTo>
                  <a:lnTo>
                    <a:pt x="1470" y="5560"/>
                  </a:lnTo>
                  <a:lnTo>
                    <a:pt x="1598" y="5637"/>
                  </a:lnTo>
                  <a:lnTo>
                    <a:pt x="1611" y="5650"/>
                  </a:lnTo>
                  <a:lnTo>
                    <a:pt x="1611" y="5675"/>
                  </a:lnTo>
                  <a:lnTo>
                    <a:pt x="1611" y="6020"/>
                  </a:lnTo>
                  <a:lnTo>
                    <a:pt x="1841" y="6072"/>
                  </a:lnTo>
                  <a:lnTo>
                    <a:pt x="1853" y="6072"/>
                  </a:lnTo>
                  <a:lnTo>
                    <a:pt x="2595" y="6596"/>
                  </a:lnTo>
                  <a:lnTo>
                    <a:pt x="2608" y="6596"/>
                  </a:lnTo>
                  <a:lnTo>
                    <a:pt x="3106" y="7094"/>
                  </a:lnTo>
                  <a:lnTo>
                    <a:pt x="3119" y="7107"/>
                  </a:lnTo>
                  <a:lnTo>
                    <a:pt x="3183" y="7298"/>
                  </a:lnTo>
                  <a:lnTo>
                    <a:pt x="3183" y="7324"/>
                  </a:lnTo>
                  <a:lnTo>
                    <a:pt x="3170" y="7350"/>
                  </a:lnTo>
                  <a:lnTo>
                    <a:pt x="2965" y="7452"/>
                  </a:lnTo>
                  <a:lnTo>
                    <a:pt x="2965" y="7899"/>
                  </a:lnTo>
                  <a:lnTo>
                    <a:pt x="3285" y="7899"/>
                  </a:lnTo>
                  <a:lnTo>
                    <a:pt x="3310" y="7912"/>
                  </a:lnTo>
                  <a:lnTo>
                    <a:pt x="3310" y="7937"/>
                  </a:lnTo>
                  <a:lnTo>
                    <a:pt x="3310" y="8346"/>
                  </a:lnTo>
                  <a:lnTo>
                    <a:pt x="3566" y="8653"/>
                  </a:lnTo>
                  <a:lnTo>
                    <a:pt x="3643" y="8755"/>
                  </a:lnTo>
                  <a:lnTo>
                    <a:pt x="3617" y="8781"/>
                  </a:lnTo>
                  <a:lnTo>
                    <a:pt x="4026" y="8768"/>
                  </a:lnTo>
                  <a:lnTo>
                    <a:pt x="3950" y="8449"/>
                  </a:lnTo>
                  <a:lnTo>
                    <a:pt x="4167" y="8372"/>
                  </a:lnTo>
                  <a:lnTo>
                    <a:pt x="4192" y="8615"/>
                  </a:lnTo>
                  <a:lnTo>
                    <a:pt x="4461" y="8768"/>
                  </a:lnTo>
                  <a:lnTo>
                    <a:pt x="4729" y="8602"/>
                  </a:lnTo>
                  <a:lnTo>
                    <a:pt x="5010" y="8768"/>
                  </a:lnTo>
                  <a:lnTo>
                    <a:pt x="5010" y="8934"/>
                  </a:lnTo>
                  <a:lnTo>
                    <a:pt x="5215" y="9062"/>
                  </a:lnTo>
                  <a:lnTo>
                    <a:pt x="5458" y="9394"/>
                  </a:lnTo>
                  <a:lnTo>
                    <a:pt x="5355" y="9407"/>
                  </a:lnTo>
                  <a:lnTo>
                    <a:pt x="5547" y="9535"/>
                  </a:lnTo>
                  <a:lnTo>
                    <a:pt x="5522" y="9663"/>
                  </a:lnTo>
                  <a:lnTo>
                    <a:pt x="5624" y="9778"/>
                  </a:lnTo>
                  <a:lnTo>
                    <a:pt x="5688" y="9867"/>
                  </a:lnTo>
                  <a:lnTo>
                    <a:pt x="5726" y="10110"/>
                  </a:lnTo>
                  <a:lnTo>
                    <a:pt x="5854" y="10430"/>
                  </a:lnTo>
                  <a:lnTo>
                    <a:pt x="5994" y="10570"/>
                  </a:lnTo>
                  <a:lnTo>
                    <a:pt x="6288" y="10570"/>
                  </a:lnTo>
                  <a:lnTo>
                    <a:pt x="6748" y="10800"/>
                  </a:lnTo>
                  <a:lnTo>
                    <a:pt x="6915" y="11107"/>
                  </a:lnTo>
                  <a:lnTo>
                    <a:pt x="7681" y="11503"/>
                  </a:lnTo>
                  <a:lnTo>
                    <a:pt x="7720" y="11605"/>
                  </a:lnTo>
                  <a:lnTo>
                    <a:pt x="8052" y="11580"/>
                  </a:lnTo>
                  <a:lnTo>
                    <a:pt x="8384" y="11733"/>
                  </a:lnTo>
                  <a:lnTo>
                    <a:pt x="9036" y="11529"/>
                  </a:lnTo>
                  <a:lnTo>
                    <a:pt x="9228" y="11503"/>
                  </a:lnTo>
                  <a:lnTo>
                    <a:pt x="9317" y="11337"/>
                  </a:lnTo>
                  <a:lnTo>
                    <a:pt x="9662" y="11260"/>
                  </a:lnTo>
                  <a:lnTo>
                    <a:pt x="10225" y="11248"/>
                  </a:lnTo>
                  <a:lnTo>
                    <a:pt x="10378" y="11593"/>
                  </a:lnTo>
                  <a:lnTo>
                    <a:pt x="10417" y="12142"/>
                  </a:lnTo>
                  <a:lnTo>
                    <a:pt x="10557" y="12423"/>
                  </a:lnTo>
                  <a:lnTo>
                    <a:pt x="11196" y="12500"/>
                  </a:lnTo>
                  <a:lnTo>
                    <a:pt x="11477" y="12590"/>
                  </a:lnTo>
                  <a:lnTo>
                    <a:pt x="11937" y="12641"/>
                  </a:lnTo>
                  <a:lnTo>
                    <a:pt x="12321" y="12705"/>
                  </a:lnTo>
                  <a:lnTo>
                    <a:pt x="12960" y="12756"/>
                  </a:lnTo>
                  <a:lnTo>
                    <a:pt x="13228" y="12845"/>
                  </a:lnTo>
                  <a:lnTo>
                    <a:pt x="13369" y="11925"/>
                  </a:lnTo>
                  <a:lnTo>
                    <a:pt x="13880" y="11554"/>
                  </a:lnTo>
                  <a:lnTo>
                    <a:pt x="14494" y="11542"/>
                  </a:lnTo>
                  <a:lnTo>
                    <a:pt x="14660" y="11184"/>
                  </a:lnTo>
                  <a:lnTo>
                    <a:pt x="14455" y="11043"/>
                  </a:lnTo>
                  <a:lnTo>
                    <a:pt x="14302" y="11043"/>
                  </a:lnTo>
                  <a:lnTo>
                    <a:pt x="14097" y="10289"/>
                  </a:lnTo>
                  <a:lnTo>
                    <a:pt x="13318" y="9855"/>
                  </a:lnTo>
                  <a:lnTo>
                    <a:pt x="12781" y="8909"/>
                  </a:lnTo>
                  <a:lnTo>
                    <a:pt x="12704" y="8768"/>
                  </a:lnTo>
                  <a:lnTo>
                    <a:pt x="13522" y="8947"/>
                  </a:lnTo>
                  <a:lnTo>
                    <a:pt x="13522" y="8947"/>
                  </a:lnTo>
                  <a:lnTo>
                    <a:pt x="13343" y="8589"/>
                  </a:lnTo>
                  <a:lnTo>
                    <a:pt x="13701" y="8295"/>
                  </a:lnTo>
                  <a:lnTo>
                    <a:pt x="13982" y="8104"/>
                  </a:lnTo>
                  <a:lnTo>
                    <a:pt x="13803" y="7925"/>
                  </a:lnTo>
                  <a:lnTo>
                    <a:pt x="13791" y="7912"/>
                  </a:lnTo>
                  <a:lnTo>
                    <a:pt x="13791" y="7886"/>
                  </a:lnTo>
                  <a:lnTo>
                    <a:pt x="13791" y="7874"/>
                  </a:lnTo>
                  <a:lnTo>
                    <a:pt x="13803" y="7861"/>
                  </a:lnTo>
                  <a:lnTo>
                    <a:pt x="13982" y="7707"/>
                  </a:lnTo>
                  <a:lnTo>
                    <a:pt x="13931" y="7644"/>
                  </a:lnTo>
                  <a:lnTo>
                    <a:pt x="13573" y="7528"/>
                  </a:lnTo>
                  <a:lnTo>
                    <a:pt x="13561" y="7528"/>
                  </a:lnTo>
                  <a:lnTo>
                    <a:pt x="13382" y="7401"/>
                  </a:lnTo>
                  <a:lnTo>
                    <a:pt x="13369" y="7388"/>
                  </a:lnTo>
                  <a:lnTo>
                    <a:pt x="13369" y="7375"/>
                  </a:lnTo>
                  <a:lnTo>
                    <a:pt x="13369" y="6391"/>
                  </a:lnTo>
                  <a:lnTo>
                    <a:pt x="13177" y="6046"/>
                  </a:lnTo>
                  <a:lnTo>
                    <a:pt x="13177" y="6033"/>
                  </a:lnTo>
                  <a:lnTo>
                    <a:pt x="13177" y="6020"/>
                  </a:lnTo>
                  <a:lnTo>
                    <a:pt x="13343" y="5765"/>
                  </a:lnTo>
                  <a:lnTo>
                    <a:pt x="13279" y="5586"/>
                  </a:lnTo>
                  <a:lnTo>
                    <a:pt x="13177" y="5381"/>
                  </a:lnTo>
                  <a:lnTo>
                    <a:pt x="13177" y="5369"/>
                  </a:lnTo>
                  <a:lnTo>
                    <a:pt x="13177" y="5343"/>
                  </a:lnTo>
                  <a:lnTo>
                    <a:pt x="13305" y="5100"/>
                  </a:lnTo>
                  <a:lnTo>
                    <a:pt x="13177" y="4793"/>
                  </a:lnTo>
                  <a:lnTo>
                    <a:pt x="13177" y="4768"/>
                  </a:lnTo>
                  <a:lnTo>
                    <a:pt x="13190" y="4742"/>
                  </a:lnTo>
                  <a:lnTo>
                    <a:pt x="13522" y="4602"/>
                  </a:lnTo>
                  <a:lnTo>
                    <a:pt x="13624" y="3784"/>
                  </a:lnTo>
                  <a:lnTo>
                    <a:pt x="13573" y="2889"/>
                  </a:lnTo>
                  <a:lnTo>
                    <a:pt x="12973" y="2889"/>
                  </a:lnTo>
                  <a:lnTo>
                    <a:pt x="12947" y="2876"/>
                  </a:lnTo>
                  <a:lnTo>
                    <a:pt x="12691" y="2570"/>
                  </a:lnTo>
                  <a:lnTo>
                    <a:pt x="12372" y="2506"/>
                  </a:lnTo>
                  <a:lnTo>
                    <a:pt x="12346" y="2480"/>
                  </a:lnTo>
                  <a:lnTo>
                    <a:pt x="12180" y="2110"/>
                  </a:lnTo>
                  <a:lnTo>
                    <a:pt x="11720" y="1969"/>
                  </a:lnTo>
                  <a:lnTo>
                    <a:pt x="11541" y="1969"/>
                  </a:lnTo>
                  <a:lnTo>
                    <a:pt x="11132" y="1841"/>
                  </a:lnTo>
                  <a:lnTo>
                    <a:pt x="10749" y="1739"/>
                  </a:lnTo>
                  <a:lnTo>
                    <a:pt x="10723" y="1726"/>
                  </a:lnTo>
                  <a:lnTo>
                    <a:pt x="10519" y="1496"/>
                  </a:lnTo>
                  <a:lnTo>
                    <a:pt x="10123" y="1496"/>
                  </a:lnTo>
                  <a:lnTo>
                    <a:pt x="9701" y="1688"/>
                  </a:lnTo>
                  <a:lnTo>
                    <a:pt x="9688" y="1688"/>
                  </a:lnTo>
                  <a:lnTo>
                    <a:pt x="9305" y="1586"/>
                  </a:lnTo>
                  <a:lnTo>
                    <a:pt x="8576" y="1892"/>
                  </a:lnTo>
                  <a:lnTo>
                    <a:pt x="8576" y="2186"/>
                  </a:lnTo>
                  <a:lnTo>
                    <a:pt x="8576" y="2212"/>
                  </a:lnTo>
                  <a:lnTo>
                    <a:pt x="8551" y="2225"/>
                  </a:lnTo>
                  <a:lnTo>
                    <a:pt x="7988" y="2288"/>
                  </a:lnTo>
                  <a:lnTo>
                    <a:pt x="8078" y="2621"/>
                  </a:lnTo>
                  <a:lnTo>
                    <a:pt x="7988" y="2749"/>
                  </a:lnTo>
                  <a:lnTo>
                    <a:pt x="7503" y="2697"/>
                  </a:lnTo>
                  <a:lnTo>
                    <a:pt x="6276" y="2940"/>
                  </a:lnTo>
                  <a:lnTo>
                    <a:pt x="5777" y="2876"/>
                  </a:lnTo>
                  <a:lnTo>
                    <a:pt x="5368" y="2582"/>
                  </a:lnTo>
                  <a:lnTo>
                    <a:pt x="5061" y="2340"/>
                  </a:lnTo>
                  <a:lnTo>
                    <a:pt x="5087" y="2058"/>
                  </a:lnTo>
                  <a:lnTo>
                    <a:pt x="4857" y="1892"/>
                  </a:lnTo>
                  <a:lnTo>
                    <a:pt x="4908" y="2046"/>
                  </a:lnTo>
                  <a:lnTo>
                    <a:pt x="4589" y="2110"/>
                  </a:lnTo>
                  <a:lnTo>
                    <a:pt x="4218" y="2046"/>
                  </a:lnTo>
                  <a:lnTo>
                    <a:pt x="3988" y="1777"/>
                  </a:lnTo>
                  <a:lnTo>
                    <a:pt x="3975" y="1330"/>
                  </a:lnTo>
                  <a:lnTo>
                    <a:pt x="3732" y="1355"/>
                  </a:lnTo>
                  <a:lnTo>
                    <a:pt x="3732" y="1368"/>
                  </a:lnTo>
                  <a:lnTo>
                    <a:pt x="3707" y="1355"/>
                  </a:lnTo>
                  <a:lnTo>
                    <a:pt x="3489" y="1125"/>
                  </a:lnTo>
                  <a:lnTo>
                    <a:pt x="3272" y="1010"/>
                  </a:lnTo>
                  <a:lnTo>
                    <a:pt x="3259" y="985"/>
                  </a:lnTo>
                  <a:lnTo>
                    <a:pt x="3234" y="819"/>
                  </a:lnTo>
                  <a:lnTo>
                    <a:pt x="3234" y="793"/>
                  </a:lnTo>
                  <a:lnTo>
                    <a:pt x="3298" y="640"/>
                  </a:lnTo>
                  <a:lnTo>
                    <a:pt x="3272" y="486"/>
                  </a:lnTo>
                  <a:lnTo>
                    <a:pt x="3272" y="461"/>
                  </a:lnTo>
                  <a:lnTo>
                    <a:pt x="3285" y="448"/>
                  </a:lnTo>
                  <a:lnTo>
                    <a:pt x="3374" y="384"/>
                  </a:lnTo>
                  <a:lnTo>
                    <a:pt x="3374" y="218"/>
                  </a:lnTo>
                  <a:lnTo>
                    <a:pt x="3221" y="218"/>
                  </a:lnTo>
                  <a:lnTo>
                    <a:pt x="3093" y="320"/>
                  </a:lnTo>
                  <a:lnTo>
                    <a:pt x="3068" y="333"/>
                  </a:lnTo>
                  <a:lnTo>
                    <a:pt x="2978" y="320"/>
                  </a:lnTo>
                  <a:lnTo>
                    <a:pt x="2697" y="435"/>
                  </a:lnTo>
                  <a:lnTo>
                    <a:pt x="2633" y="435"/>
                  </a:lnTo>
                  <a:lnTo>
                    <a:pt x="2275" y="768"/>
                  </a:lnTo>
                  <a:lnTo>
                    <a:pt x="2250" y="780"/>
                  </a:lnTo>
                  <a:lnTo>
                    <a:pt x="1866" y="844"/>
                  </a:lnTo>
                  <a:lnTo>
                    <a:pt x="1483" y="895"/>
                  </a:lnTo>
                  <a:lnTo>
                    <a:pt x="1457" y="895"/>
                  </a:lnTo>
                  <a:lnTo>
                    <a:pt x="1036" y="601"/>
                  </a:lnTo>
                  <a:lnTo>
                    <a:pt x="1023" y="589"/>
                  </a:lnTo>
                  <a:lnTo>
                    <a:pt x="550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3" name="Google Shape;843;p60"/>
            <p:cNvSpPr/>
            <p:nvPr/>
          </p:nvSpPr>
          <p:spPr>
            <a:xfrm>
              <a:off x="4654150" y="2875850"/>
              <a:ext cx="154025" cy="170000"/>
            </a:xfrm>
            <a:custGeom>
              <a:rect b="b" l="l" r="r" t="t"/>
              <a:pathLst>
                <a:path extrusionOk="0" h="6800" w="6161">
                  <a:moveTo>
                    <a:pt x="3068" y="0"/>
                  </a:moveTo>
                  <a:lnTo>
                    <a:pt x="3055" y="13"/>
                  </a:lnTo>
                  <a:lnTo>
                    <a:pt x="3004" y="537"/>
                  </a:lnTo>
                  <a:lnTo>
                    <a:pt x="3081" y="537"/>
                  </a:lnTo>
                  <a:lnTo>
                    <a:pt x="3106" y="550"/>
                  </a:lnTo>
                  <a:lnTo>
                    <a:pt x="3119" y="576"/>
                  </a:lnTo>
                  <a:lnTo>
                    <a:pt x="3119" y="742"/>
                  </a:lnTo>
                  <a:lnTo>
                    <a:pt x="3106" y="767"/>
                  </a:lnTo>
                  <a:lnTo>
                    <a:pt x="3081" y="780"/>
                  </a:lnTo>
                  <a:lnTo>
                    <a:pt x="2799" y="844"/>
                  </a:lnTo>
                  <a:lnTo>
                    <a:pt x="2799" y="1048"/>
                  </a:lnTo>
                  <a:lnTo>
                    <a:pt x="2787" y="1061"/>
                  </a:lnTo>
                  <a:lnTo>
                    <a:pt x="2557" y="1470"/>
                  </a:lnTo>
                  <a:lnTo>
                    <a:pt x="2467" y="1879"/>
                  </a:lnTo>
                  <a:lnTo>
                    <a:pt x="2876" y="2429"/>
                  </a:lnTo>
                  <a:lnTo>
                    <a:pt x="2889" y="2454"/>
                  </a:lnTo>
                  <a:lnTo>
                    <a:pt x="2889" y="2467"/>
                  </a:lnTo>
                  <a:lnTo>
                    <a:pt x="2339" y="4013"/>
                  </a:lnTo>
                  <a:lnTo>
                    <a:pt x="2327" y="4039"/>
                  </a:lnTo>
                  <a:lnTo>
                    <a:pt x="1" y="4921"/>
                  </a:lnTo>
                  <a:lnTo>
                    <a:pt x="857" y="6800"/>
                  </a:lnTo>
                  <a:lnTo>
                    <a:pt x="946" y="6749"/>
                  </a:lnTo>
                  <a:lnTo>
                    <a:pt x="1688" y="6518"/>
                  </a:lnTo>
                  <a:lnTo>
                    <a:pt x="2263" y="6582"/>
                  </a:lnTo>
                  <a:lnTo>
                    <a:pt x="2595" y="6340"/>
                  </a:lnTo>
                  <a:lnTo>
                    <a:pt x="2493" y="6110"/>
                  </a:lnTo>
                  <a:lnTo>
                    <a:pt x="2684" y="5828"/>
                  </a:lnTo>
                  <a:lnTo>
                    <a:pt x="3426" y="5777"/>
                  </a:lnTo>
                  <a:lnTo>
                    <a:pt x="3566" y="5509"/>
                  </a:lnTo>
                  <a:lnTo>
                    <a:pt x="3630" y="5253"/>
                  </a:lnTo>
                  <a:lnTo>
                    <a:pt x="4001" y="4998"/>
                  </a:lnTo>
                  <a:lnTo>
                    <a:pt x="4550" y="4985"/>
                  </a:lnTo>
                  <a:lnTo>
                    <a:pt x="4487" y="4627"/>
                  </a:lnTo>
                  <a:lnTo>
                    <a:pt x="4550" y="3962"/>
                  </a:lnTo>
                  <a:lnTo>
                    <a:pt x="4819" y="3579"/>
                  </a:lnTo>
                  <a:lnTo>
                    <a:pt x="4921" y="3745"/>
                  </a:lnTo>
                  <a:lnTo>
                    <a:pt x="5113" y="3732"/>
                  </a:lnTo>
                  <a:lnTo>
                    <a:pt x="5394" y="3093"/>
                  </a:lnTo>
                  <a:lnTo>
                    <a:pt x="5880" y="2812"/>
                  </a:lnTo>
                  <a:lnTo>
                    <a:pt x="6161" y="2122"/>
                  </a:lnTo>
                  <a:lnTo>
                    <a:pt x="6110" y="1994"/>
                  </a:lnTo>
                  <a:lnTo>
                    <a:pt x="5892" y="1905"/>
                  </a:lnTo>
                  <a:lnTo>
                    <a:pt x="5432" y="1304"/>
                  </a:lnTo>
                  <a:lnTo>
                    <a:pt x="5151" y="1074"/>
                  </a:lnTo>
                  <a:lnTo>
                    <a:pt x="4640" y="997"/>
                  </a:lnTo>
                  <a:lnTo>
                    <a:pt x="3988" y="869"/>
                  </a:lnTo>
                  <a:lnTo>
                    <a:pt x="3515" y="179"/>
                  </a:lnTo>
                  <a:lnTo>
                    <a:pt x="3490" y="103"/>
                  </a:lnTo>
                  <a:lnTo>
                    <a:pt x="3208" y="179"/>
                  </a:lnTo>
                  <a:lnTo>
                    <a:pt x="3183" y="179"/>
                  </a:lnTo>
                  <a:lnTo>
                    <a:pt x="3170" y="167"/>
                  </a:lnTo>
                  <a:lnTo>
                    <a:pt x="3068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4" name="Google Shape;844;p60"/>
            <p:cNvSpPr/>
            <p:nvPr/>
          </p:nvSpPr>
          <p:spPr>
            <a:xfrm>
              <a:off x="4708150" y="3793500"/>
              <a:ext cx="23025" cy="11850"/>
            </a:xfrm>
            <a:custGeom>
              <a:rect b="b" l="l" r="r" t="t"/>
              <a:pathLst>
                <a:path extrusionOk="0" h="474" w="921">
                  <a:moveTo>
                    <a:pt x="282" y="0"/>
                  </a:moveTo>
                  <a:lnTo>
                    <a:pt x="0" y="320"/>
                  </a:lnTo>
                  <a:lnTo>
                    <a:pt x="665" y="473"/>
                  </a:lnTo>
                  <a:lnTo>
                    <a:pt x="921" y="371"/>
                  </a:lnTo>
                  <a:lnTo>
                    <a:pt x="461" y="230"/>
                  </a:lnTo>
                  <a:lnTo>
                    <a:pt x="588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5" name="Google Shape;845;p60"/>
            <p:cNvSpPr/>
            <p:nvPr/>
          </p:nvSpPr>
          <p:spPr>
            <a:xfrm>
              <a:off x="4754475" y="3773375"/>
              <a:ext cx="11850" cy="10875"/>
            </a:xfrm>
            <a:custGeom>
              <a:rect b="b" l="l" r="r" t="t"/>
              <a:pathLst>
                <a:path extrusionOk="0" h="435" w="474">
                  <a:moveTo>
                    <a:pt x="256" y="0"/>
                  </a:moveTo>
                  <a:lnTo>
                    <a:pt x="1" y="435"/>
                  </a:lnTo>
                  <a:lnTo>
                    <a:pt x="358" y="435"/>
                  </a:lnTo>
                  <a:lnTo>
                    <a:pt x="474" y="281"/>
                  </a:lnTo>
                  <a:lnTo>
                    <a:pt x="256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6" name="Google Shape;846;p60"/>
            <p:cNvSpPr/>
            <p:nvPr/>
          </p:nvSpPr>
          <p:spPr>
            <a:xfrm>
              <a:off x="5043000" y="3259900"/>
              <a:ext cx="6100" cy="17600"/>
            </a:xfrm>
            <a:custGeom>
              <a:rect b="b" l="l" r="r" t="t"/>
              <a:pathLst>
                <a:path extrusionOk="0" h="704" w="244">
                  <a:moveTo>
                    <a:pt x="128" y="1"/>
                  </a:moveTo>
                  <a:lnTo>
                    <a:pt x="1" y="180"/>
                  </a:lnTo>
                  <a:lnTo>
                    <a:pt x="154" y="474"/>
                  </a:lnTo>
                  <a:lnTo>
                    <a:pt x="1" y="576"/>
                  </a:lnTo>
                  <a:lnTo>
                    <a:pt x="77" y="704"/>
                  </a:lnTo>
                  <a:lnTo>
                    <a:pt x="243" y="665"/>
                  </a:lnTo>
                  <a:lnTo>
                    <a:pt x="218" y="550"/>
                  </a:lnTo>
                  <a:lnTo>
                    <a:pt x="128" y="525"/>
                  </a:lnTo>
                  <a:lnTo>
                    <a:pt x="218" y="461"/>
                  </a:lnTo>
                  <a:lnTo>
                    <a:pt x="231" y="307"/>
                  </a:lnTo>
                  <a:lnTo>
                    <a:pt x="167" y="167"/>
                  </a:lnTo>
                  <a:lnTo>
                    <a:pt x="180" y="26"/>
                  </a:lnTo>
                  <a:lnTo>
                    <a:pt x="128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7" name="Google Shape;847;p60"/>
            <p:cNvSpPr/>
            <p:nvPr/>
          </p:nvSpPr>
          <p:spPr>
            <a:xfrm>
              <a:off x="4198850" y="3949100"/>
              <a:ext cx="27500" cy="34525"/>
            </a:xfrm>
            <a:custGeom>
              <a:rect b="b" l="l" r="r" t="t"/>
              <a:pathLst>
                <a:path extrusionOk="0" h="1381" w="1100">
                  <a:moveTo>
                    <a:pt x="639" y="0"/>
                  </a:moveTo>
                  <a:lnTo>
                    <a:pt x="460" y="26"/>
                  </a:lnTo>
                  <a:lnTo>
                    <a:pt x="0" y="793"/>
                  </a:lnTo>
                  <a:lnTo>
                    <a:pt x="217" y="1368"/>
                  </a:lnTo>
                  <a:lnTo>
                    <a:pt x="729" y="1381"/>
                  </a:lnTo>
                  <a:lnTo>
                    <a:pt x="920" y="1048"/>
                  </a:lnTo>
                  <a:lnTo>
                    <a:pt x="1099" y="524"/>
                  </a:lnTo>
                  <a:lnTo>
                    <a:pt x="1035" y="333"/>
                  </a:lnTo>
                  <a:lnTo>
                    <a:pt x="639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8" name="Google Shape;848;p60"/>
            <p:cNvSpPr/>
            <p:nvPr/>
          </p:nvSpPr>
          <p:spPr>
            <a:xfrm>
              <a:off x="5043000" y="3309750"/>
              <a:ext cx="13775" cy="25275"/>
            </a:xfrm>
            <a:custGeom>
              <a:rect b="b" l="l" r="r" t="t"/>
              <a:pathLst>
                <a:path extrusionOk="0" h="1011" w="551">
                  <a:moveTo>
                    <a:pt x="154" y="0"/>
                  </a:moveTo>
                  <a:lnTo>
                    <a:pt x="39" y="77"/>
                  </a:lnTo>
                  <a:lnTo>
                    <a:pt x="1" y="192"/>
                  </a:lnTo>
                  <a:lnTo>
                    <a:pt x="90" y="307"/>
                  </a:lnTo>
                  <a:lnTo>
                    <a:pt x="192" y="282"/>
                  </a:lnTo>
                  <a:lnTo>
                    <a:pt x="52" y="384"/>
                  </a:lnTo>
                  <a:lnTo>
                    <a:pt x="39" y="524"/>
                  </a:lnTo>
                  <a:lnTo>
                    <a:pt x="205" y="588"/>
                  </a:lnTo>
                  <a:lnTo>
                    <a:pt x="231" y="678"/>
                  </a:lnTo>
                  <a:lnTo>
                    <a:pt x="116" y="793"/>
                  </a:lnTo>
                  <a:lnTo>
                    <a:pt x="154" y="946"/>
                  </a:lnTo>
                  <a:lnTo>
                    <a:pt x="320" y="1010"/>
                  </a:lnTo>
                  <a:lnTo>
                    <a:pt x="384" y="908"/>
                  </a:lnTo>
                  <a:lnTo>
                    <a:pt x="550" y="729"/>
                  </a:lnTo>
                  <a:lnTo>
                    <a:pt x="461" y="627"/>
                  </a:lnTo>
                  <a:lnTo>
                    <a:pt x="243" y="639"/>
                  </a:lnTo>
                  <a:lnTo>
                    <a:pt x="205" y="563"/>
                  </a:lnTo>
                  <a:lnTo>
                    <a:pt x="231" y="512"/>
                  </a:lnTo>
                  <a:lnTo>
                    <a:pt x="269" y="435"/>
                  </a:lnTo>
                  <a:lnTo>
                    <a:pt x="269" y="320"/>
                  </a:lnTo>
                  <a:lnTo>
                    <a:pt x="192" y="230"/>
                  </a:lnTo>
                  <a:lnTo>
                    <a:pt x="269" y="192"/>
                  </a:lnTo>
                  <a:lnTo>
                    <a:pt x="269" y="64"/>
                  </a:lnTo>
                  <a:lnTo>
                    <a:pt x="154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9" name="Google Shape;849;p60"/>
            <p:cNvSpPr/>
            <p:nvPr/>
          </p:nvSpPr>
          <p:spPr>
            <a:xfrm>
              <a:off x="3259775" y="3031775"/>
              <a:ext cx="115700" cy="92350"/>
            </a:xfrm>
            <a:custGeom>
              <a:rect b="b" l="l" r="r" t="t"/>
              <a:pathLst>
                <a:path extrusionOk="0" h="3694" w="4628">
                  <a:moveTo>
                    <a:pt x="1138" y="0"/>
                  </a:moveTo>
                  <a:lnTo>
                    <a:pt x="921" y="320"/>
                  </a:lnTo>
                  <a:lnTo>
                    <a:pt x="908" y="333"/>
                  </a:lnTo>
                  <a:lnTo>
                    <a:pt x="883" y="345"/>
                  </a:lnTo>
                  <a:lnTo>
                    <a:pt x="870" y="345"/>
                  </a:lnTo>
                  <a:lnTo>
                    <a:pt x="857" y="358"/>
                  </a:lnTo>
                  <a:lnTo>
                    <a:pt x="231" y="1317"/>
                  </a:lnTo>
                  <a:lnTo>
                    <a:pt x="1" y="1496"/>
                  </a:lnTo>
                  <a:lnTo>
                    <a:pt x="154" y="1572"/>
                  </a:lnTo>
                  <a:lnTo>
                    <a:pt x="371" y="1905"/>
                  </a:lnTo>
                  <a:lnTo>
                    <a:pt x="359" y="2096"/>
                  </a:lnTo>
                  <a:lnTo>
                    <a:pt x="640" y="2352"/>
                  </a:lnTo>
                  <a:lnTo>
                    <a:pt x="640" y="2480"/>
                  </a:lnTo>
                  <a:lnTo>
                    <a:pt x="1100" y="2569"/>
                  </a:lnTo>
                  <a:lnTo>
                    <a:pt x="1381" y="2429"/>
                  </a:lnTo>
                  <a:lnTo>
                    <a:pt x="1790" y="2429"/>
                  </a:lnTo>
                  <a:lnTo>
                    <a:pt x="2288" y="2684"/>
                  </a:lnTo>
                  <a:lnTo>
                    <a:pt x="2621" y="2748"/>
                  </a:lnTo>
                  <a:lnTo>
                    <a:pt x="2659" y="2774"/>
                  </a:lnTo>
                  <a:lnTo>
                    <a:pt x="2672" y="2799"/>
                  </a:lnTo>
                  <a:lnTo>
                    <a:pt x="2672" y="2978"/>
                  </a:lnTo>
                  <a:lnTo>
                    <a:pt x="2659" y="3004"/>
                  </a:lnTo>
                  <a:lnTo>
                    <a:pt x="2646" y="3029"/>
                  </a:lnTo>
                  <a:lnTo>
                    <a:pt x="2621" y="3042"/>
                  </a:lnTo>
                  <a:lnTo>
                    <a:pt x="2608" y="3042"/>
                  </a:lnTo>
                  <a:lnTo>
                    <a:pt x="1764" y="2850"/>
                  </a:lnTo>
                  <a:lnTo>
                    <a:pt x="1253" y="2838"/>
                  </a:lnTo>
                  <a:lnTo>
                    <a:pt x="985" y="3068"/>
                  </a:lnTo>
                  <a:lnTo>
                    <a:pt x="946" y="3093"/>
                  </a:lnTo>
                  <a:lnTo>
                    <a:pt x="934" y="3080"/>
                  </a:lnTo>
                  <a:lnTo>
                    <a:pt x="448" y="2991"/>
                  </a:lnTo>
                  <a:lnTo>
                    <a:pt x="397" y="3272"/>
                  </a:lnTo>
                  <a:lnTo>
                    <a:pt x="525" y="3400"/>
                  </a:lnTo>
                  <a:lnTo>
                    <a:pt x="346" y="3413"/>
                  </a:lnTo>
                  <a:lnTo>
                    <a:pt x="346" y="3502"/>
                  </a:lnTo>
                  <a:lnTo>
                    <a:pt x="1177" y="3515"/>
                  </a:lnTo>
                  <a:lnTo>
                    <a:pt x="1547" y="3323"/>
                  </a:lnTo>
                  <a:lnTo>
                    <a:pt x="1573" y="3310"/>
                  </a:lnTo>
                  <a:lnTo>
                    <a:pt x="2365" y="3323"/>
                  </a:lnTo>
                  <a:lnTo>
                    <a:pt x="2378" y="3323"/>
                  </a:lnTo>
                  <a:lnTo>
                    <a:pt x="3758" y="3694"/>
                  </a:lnTo>
                  <a:lnTo>
                    <a:pt x="4448" y="3617"/>
                  </a:lnTo>
                  <a:lnTo>
                    <a:pt x="4627" y="3259"/>
                  </a:lnTo>
                  <a:lnTo>
                    <a:pt x="4551" y="2927"/>
                  </a:lnTo>
                  <a:lnTo>
                    <a:pt x="4269" y="2761"/>
                  </a:lnTo>
                  <a:lnTo>
                    <a:pt x="4244" y="2748"/>
                  </a:lnTo>
                  <a:lnTo>
                    <a:pt x="4244" y="2723"/>
                  </a:lnTo>
                  <a:lnTo>
                    <a:pt x="4167" y="2160"/>
                  </a:lnTo>
                  <a:lnTo>
                    <a:pt x="4167" y="2147"/>
                  </a:lnTo>
                  <a:lnTo>
                    <a:pt x="4180" y="1790"/>
                  </a:lnTo>
                  <a:lnTo>
                    <a:pt x="3362" y="946"/>
                  </a:lnTo>
                  <a:lnTo>
                    <a:pt x="3349" y="921"/>
                  </a:lnTo>
                  <a:lnTo>
                    <a:pt x="3234" y="460"/>
                  </a:lnTo>
                  <a:lnTo>
                    <a:pt x="2864" y="460"/>
                  </a:lnTo>
                  <a:lnTo>
                    <a:pt x="2838" y="448"/>
                  </a:lnTo>
                  <a:lnTo>
                    <a:pt x="2825" y="435"/>
                  </a:lnTo>
                  <a:lnTo>
                    <a:pt x="2621" y="77"/>
                  </a:lnTo>
                  <a:lnTo>
                    <a:pt x="2352" y="64"/>
                  </a:lnTo>
                  <a:lnTo>
                    <a:pt x="2327" y="64"/>
                  </a:lnTo>
                  <a:lnTo>
                    <a:pt x="2173" y="0"/>
                  </a:lnTo>
                  <a:lnTo>
                    <a:pt x="1956" y="90"/>
                  </a:lnTo>
                  <a:lnTo>
                    <a:pt x="1931" y="103"/>
                  </a:lnTo>
                  <a:lnTo>
                    <a:pt x="1292" y="77"/>
                  </a:lnTo>
                  <a:lnTo>
                    <a:pt x="1266" y="77"/>
                  </a:lnTo>
                  <a:lnTo>
                    <a:pt x="1138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0" name="Google Shape;850;p60"/>
            <p:cNvSpPr/>
            <p:nvPr/>
          </p:nvSpPr>
          <p:spPr>
            <a:xfrm>
              <a:off x="4467875" y="2999500"/>
              <a:ext cx="206100" cy="128475"/>
            </a:xfrm>
            <a:custGeom>
              <a:rect b="b" l="l" r="r" t="t"/>
              <a:pathLst>
                <a:path extrusionOk="0" h="5139" w="8244">
                  <a:moveTo>
                    <a:pt x="7388" y="0"/>
                  </a:moveTo>
                  <a:lnTo>
                    <a:pt x="7349" y="13"/>
                  </a:lnTo>
                  <a:lnTo>
                    <a:pt x="7336" y="26"/>
                  </a:lnTo>
                  <a:lnTo>
                    <a:pt x="4857" y="397"/>
                  </a:lnTo>
                  <a:lnTo>
                    <a:pt x="4346" y="716"/>
                  </a:lnTo>
                  <a:lnTo>
                    <a:pt x="3988" y="1125"/>
                  </a:lnTo>
                  <a:lnTo>
                    <a:pt x="3873" y="1457"/>
                  </a:lnTo>
                  <a:lnTo>
                    <a:pt x="3860" y="1470"/>
                  </a:lnTo>
                  <a:lnTo>
                    <a:pt x="3400" y="1662"/>
                  </a:lnTo>
                  <a:lnTo>
                    <a:pt x="3374" y="1662"/>
                  </a:lnTo>
                  <a:lnTo>
                    <a:pt x="3362" y="1649"/>
                  </a:lnTo>
                  <a:lnTo>
                    <a:pt x="3234" y="1432"/>
                  </a:lnTo>
                  <a:lnTo>
                    <a:pt x="2748" y="1432"/>
                  </a:lnTo>
                  <a:lnTo>
                    <a:pt x="1815" y="1215"/>
                  </a:lnTo>
                  <a:lnTo>
                    <a:pt x="844" y="1317"/>
                  </a:lnTo>
                  <a:lnTo>
                    <a:pt x="818" y="1317"/>
                  </a:lnTo>
                  <a:lnTo>
                    <a:pt x="588" y="1138"/>
                  </a:lnTo>
                  <a:lnTo>
                    <a:pt x="397" y="1176"/>
                  </a:lnTo>
                  <a:lnTo>
                    <a:pt x="397" y="1803"/>
                  </a:lnTo>
                  <a:lnTo>
                    <a:pt x="384" y="1828"/>
                  </a:lnTo>
                  <a:lnTo>
                    <a:pt x="103" y="2058"/>
                  </a:lnTo>
                  <a:lnTo>
                    <a:pt x="115" y="2122"/>
                  </a:lnTo>
                  <a:lnTo>
                    <a:pt x="179" y="2263"/>
                  </a:lnTo>
                  <a:lnTo>
                    <a:pt x="0" y="2723"/>
                  </a:lnTo>
                  <a:lnTo>
                    <a:pt x="128" y="3119"/>
                  </a:lnTo>
                  <a:lnTo>
                    <a:pt x="333" y="4103"/>
                  </a:lnTo>
                  <a:lnTo>
                    <a:pt x="486" y="4244"/>
                  </a:lnTo>
                  <a:lnTo>
                    <a:pt x="422" y="4435"/>
                  </a:lnTo>
                  <a:lnTo>
                    <a:pt x="627" y="5049"/>
                  </a:lnTo>
                  <a:lnTo>
                    <a:pt x="1202" y="5138"/>
                  </a:lnTo>
                  <a:lnTo>
                    <a:pt x="1636" y="4921"/>
                  </a:lnTo>
                  <a:lnTo>
                    <a:pt x="2135" y="4921"/>
                  </a:lnTo>
                  <a:lnTo>
                    <a:pt x="2263" y="4589"/>
                  </a:lnTo>
                  <a:lnTo>
                    <a:pt x="2966" y="4589"/>
                  </a:lnTo>
                  <a:lnTo>
                    <a:pt x="4192" y="3962"/>
                  </a:lnTo>
                  <a:lnTo>
                    <a:pt x="4704" y="3988"/>
                  </a:lnTo>
                  <a:lnTo>
                    <a:pt x="4959" y="3771"/>
                  </a:lnTo>
                  <a:lnTo>
                    <a:pt x="5100" y="3592"/>
                  </a:lnTo>
                  <a:lnTo>
                    <a:pt x="6672" y="3106"/>
                  </a:lnTo>
                  <a:lnTo>
                    <a:pt x="7336" y="2723"/>
                  </a:lnTo>
                  <a:lnTo>
                    <a:pt x="7515" y="2748"/>
                  </a:lnTo>
                  <a:lnTo>
                    <a:pt x="7567" y="2608"/>
                  </a:lnTo>
                  <a:lnTo>
                    <a:pt x="7630" y="2199"/>
                  </a:lnTo>
                  <a:lnTo>
                    <a:pt x="8244" y="1879"/>
                  </a:lnTo>
                  <a:lnTo>
                    <a:pt x="7388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1" name="Google Shape;851;p60"/>
            <p:cNvSpPr/>
            <p:nvPr/>
          </p:nvSpPr>
          <p:spPr>
            <a:xfrm>
              <a:off x="4680350" y="3124750"/>
              <a:ext cx="23025" cy="9925"/>
            </a:xfrm>
            <a:custGeom>
              <a:rect b="b" l="l" r="r" t="t"/>
              <a:pathLst>
                <a:path extrusionOk="0" h="397" w="921">
                  <a:moveTo>
                    <a:pt x="652" y="0"/>
                  </a:moveTo>
                  <a:lnTo>
                    <a:pt x="486" y="77"/>
                  </a:lnTo>
                  <a:lnTo>
                    <a:pt x="205" y="77"/>
                  </a:lnTo>
                  <a:lnTo>
                    <a:pt x="1" y="192"/>
                  </a:lnTo>
                  <a:lnTo>
                    <a:pt x="205" y="397"/>
                  </a:lnTo>
                  <a:lnTo>
                    <a:pt x="640" y="346"/>
                  </a:lnTo>
                  <a:lnTo>
                    <a:pt x="921" y="128"/>
                  </a:lnTo>
                  <a:lnTo>
                    <a:pt x="652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2" name="Google Shape;852;p60"/>
            <p:cNvSpPr/>
            <p:nvPr/>
          </p:nvSpPr>
          <p:spPr>
            <a:xfrm>
              <a:off x="1388050" y="2785750"/>
              <a:ext cx="8025" cy="13125"/>
            </a:xfrm>
            <a:custGeom>
              <a:rect b="b" l="l" r="r" t="t"/>
              <a:pathLst>
                <a:path extrusionOk="0" h="525" w="321">
                  <a:moveTo>
                    <a:pt x="26" y="0"/>
                  </a:moveTo>
                  <a:lnTo>
                    <a:pt x="26" y="77"/>
                  </a:lnTo>
                  <a:lnTo>
                    <a:pt x="1" y="115"/>
                  </a:lnTo>
                  <a:lnTo>
                    <a:pt x="52" y="230"/>
                  </a:lnTo>
                  <a:lnTo>
                    <a:pt x="52" y="256"/>
                  </a:lnTo>
                  <a:lnTo>
                    <a:pt x="103" y="269"/>
                  </a:lnTo>
                  <a:lnTo>
                    <a:pt x="103" y="320"/>
                  </a:lnTo>
                  <a:lnTo>
                    <a:pt x="231" y="448"/>
                  </a:lnTo>
                  <a:lnTo>
                    <a:pt x="320" y="524"/>
                  </a:lnTo>
                  <a:lnTo>
                    <a:pt x="320" y="511"/>
                  </a:lnTo>
                  <a:lnTo>
                    <a:pt x="282" y="435"/>
                  </a:lnTo>
                  <a:lnTo>
                    <a:pt x="295" y="281"/>
                  </a:lnTo>
                  <a:lnTo>
                    <a:pt x="192" y="269"/>
                  </a:lnTo>
                  <a:lnTo>
                    <a:pt x="154" y="230"/>
                  </a:lnTo>
                  <a:lnTo>
                    <a:pt x="180" y="179"/>
                  </a:lnTo>
                  <a:lnTo>
                    <a:pt x="128" y="90"/>
                  </a:lnTo>
                  <a:lnTo>
                    <a:pt x="77" y="13"/>
                  </a:lnTo>
                  <a:lnTo>
                    <a:pt x="26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3" name="Google Shape;853;p60"/>
            <p:cNvSpPr/>
            <p:nvPr/>
          </p:nvSpPr>
          <p:spPr>
            <a:xfrm>
              <a:off x="2401875" y="3821925"/>
              <a:ext cx="160750" cy="180225"/>
            </a:xfrm>
            <a:custGeom>
              <a:rect b="b" l="l" r="r" t="t"/>
              <a:pathLst>
                <a:path extrusionOk="0" h="7209" w="6430">
                  <a:moveTo>
                    <a:pt x="2135" y="1"/>
                  </a:moveTo>
                  <a:lnTo>
                    <a:pt x="793" y="180"/>
                  </a:lnTo>
                  <a:lnTo>
                    <a:pt x="384" y="921"/>
                  </a:lnTo>
                  <a:lnTo>
                    <a:pt x="1" y="2340"/>
                  </a:lnTo>
                  <a:lnTo>
                    <a:pt x="192" y="2570"/>
                  </a:lnTo>
                  <a:lnTo>
                    <a:pt x="205" y="2582"/>
                  </a:lnTo>
                  <a:lnTo>
                    <a:pt x="499" y="3196"/>
                  </a:lnTo>
                  <a:lnTo>
                    <a:pt x="1061" y="3528"/>
                  </a:lnTo>
                  <a:lnTo>
                    <a:pt x="1074" y="3554"/>
                  </a:lnTo>
                  <a:lnTo>
                    <a:pt x="1151" y="3771"/>
                  </a:lnTo>
                  <a:lnTo>
                    <a:pt x="1892" y="4014"/>
                  </a:lnTo>
                  <a:lnTo>
                    <a:pt x="1905" y="4014"/>
                  </a:lnTo>
                  <a:lnTo>
                    <a:pt x="3042" y="4845"/>
                  </a:lnTo>
                  <a:lnTo>
                    <a:pt x="3886" y="5164"/>
                  </a:lnTo>
                  <a:lnTo>
                    <a:pt x="3912" y="5190"/>
                  </a:lnTo>
                  <a:lnTo>
                    <a:pt x="3912" y="5215"/>
                  </a:lnTo>
                  <a:lnTo>
                    <a:pt x="3796" y="5509"/>
                  </a:lnTo>
                  <a:lnTo>
                    <a:pt x="3784" y="5522"/>
                  </a:lnTo>
                  <a:lnTo>
                    <a:pt x="3618" y="5701"/>
                  </a:lnTo>
                  <a:lnTo>
                    <a:pt x="3515" y="5944"/>
                  </a:lnTo>
                  <a:lnTo>
                    <a:pt x="3503" y="5956"/>
                  </a:lnTo>
                  <a:lnTo>
                    <a:pt x="3477" y="5969"/>
                  </a:lnTo>
                  <a:lnTo>
                    <a:pt x="3362" y="5995"/>
                  </a:lnTo>
                  <a:lnTo>
                    <a:pt x="3247" y="6417"/>
                  </a:lnTo>
                  <a:lnTo>
                    <a:pt x="3234" y="6429"/>
                  </a:lnTo>
                  <a:lnTo>
                    <a:pt x="2851" y="6762"/>
                  </a:lnTo>
                  <a:lnTo>
                    <a:pt x="2876" y="6864"/>
                  </a:lnTo>
                  <a:lnTo>
                    <a:pt x="3439" y="6902"/>
                  </a:lnTo>
                  <a:lnTo>
                    <a:pt x="3451" y="6902"/>
                  </a:lnTo>
                  <a:lnTo>
                    <a:pt x="3873" y="7119"/>
                  </a:lnTo>
                  <a:lnTo>
                    <a:pt x="4384" y="7081"/>
                  </a:lnTo>
                  <a:lnTo>
                    <a:pt x="4397" y="7081"/>
                  </a:lnTo>
                  <a:lnTo>
                    <a:pt x="4410" y="7094"/>
                  </a:lnTo>
                  <a:lnTo>
                    <a:pt x="4499" y="7209"/>
                  </a:lnTo>
                  <a:lnTo>
                    <a:pt x="4678" y="7017"/>
                  </a:lnTo>
                  <a:lnTo>
                    <a:pt x="4691" y="7004"/>
                  </a:lnTo>
                  <a:lnTo>
                    <a:pt x="4717" y="7004"/>
                  </a:lnTo>
                  <a:lnTo>
                    <a:pt x="4998" y="7119"/>
                  </a:lnTo>
                  <a:lnTo>
                    <a:pt x="5100" y="7030"/>
                  </a:lnTo>
                  <a:lnTo>
                    <a:pt x="5164" y="6864"/>
                  </a:lnTo>
                  <a:lnTo>
                    <a:pt x="5177" y="6851"/>
                  </a:lnTo>
                  <a:lnTo>
                    <a:pt x="5190" y="6838"/>
                  </a:lnTo>
                  <a:lnTo>
                    <a:pt x="5560" y="6787"/>
                  </a:lnTo>
                  <a:lnTo>
                    <a:pt x="5841" y="6442"/>
                  </a:lnTo>
                  <a:lnTo>
                    <a:pt x="5931" y="6046"/>
                  </a:lnTo>
                  <a:lnTo>
                    <a:pt x="5944" y="6046"/>
                  </a:lnTo>
                  <a:lnTo>
                    <a:pt x="6046" y="5790"/>
                  </a:lnTo>
                  <a:lnTo>
                    <a:pt x="6429" y="4589"/>
                  </a:lnTo>
                  <a:lnTo>
                    <a:pt x="6238" y="4218"/>
                  </a:lnTo>
                  <a:lnTo>
                    <a:pt x="5586" y="4308"/>
                  </a:lnTo>
                  <a:lnTo>
                    <a:pt x="5560" y="4295"/>
                  </a:lnTo>
                  <a:lnTo>
                    <a:pt x="5535" y="4282"/>
                  </a:lnTo>
                  <a:lnTo>
                    <a:pt x="5279" y="2800"/>
                  </a:lnTo>
                  <a:lnTo>
                    <a:pt x="5036" y="2787"/>
                  </a:lnTo>
                  <a:lnTo>
                    <a:pt x="5011" y="2774"/>
                  </a:lnTo>
                  <a:lnTo>
                    <a:pt x="4806" y="2570"/>
                  </a:lnTo>
                  <a:lnTo>
                    <a:pt x="4589" y="2736"/>
                  </a:lnTo>
                  <a:lnTo>
                    <a:pt x="4563" y="2736"/>
                  </a:lnTo>
                  <a:lnTo>
                    <a:pt x="3656" y="2570"/>
                  </a:lnTo>
                  <a:lnTo>
                    <a:pt x="3630" y="2557"/>
                  </a:lnTo>
                  <a:lnTo>
                    <a:pt x="3618" y="2518"/>
                  </a:lnTo>
                  <a:lnTo>
                    <a:pt x="3758" y="1343"/>
                  </a:lnTo>
                  <a:lnTo>
                    <a:pt x="3566" y="883"/>
                  </a:lnTo>
                  <a:lnTo>
                    <a:pt x="3566" y="870"/>
                  </a:lnTo>
                  <a:lnTo>
                    <a:pt x="3592" y="742"/>
                  </a:lnTo>
                  <a:lnTo>
                    <a:pt x="3515" y="410"/>
                  </a:lnTo>
                  <a:lnTo>
                    <a:pt x="2889" y="13"/>
                  </a:lnTo>
                  <a:lnTo>
                    <a:pt x="2135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4" name="Google Shape;854;p60"/>
            <p:cNvSpPr/>
            <p:nvPr/>
          </p:nvSpPr>
          <p:spPr>
            <a:xfrm>
              <a:off x="2013350" y="3400175"/>
              <a:ext cx="266825" cy="393025"/>
            </a:xfrm>
            <a:custGeom>
              <a:rect b="b" l="l" r="r" t="t"/>
              <a:pathLst>
                <a:path extrusionOk="0" h="15721" w="10673">
                  <a:moveTo>
                    <a:pt x="5304" y="0"/>
                  </a:moveTo>
                  <a:lnTo>
                    <a:pt x="5074" y="51"/>
                  </a:lnTo>
                  <a:lnTo>
                    <a:pt x="5419" y="448"/>
                  </a:lnTo>
                  <a:lnTo>
                    <a:pt x="5419" y="486"/>
                  </a:lnTo>
                  <a:lnTo>
                    <a:pt x="5381" y="754"/>
                  </a:lnTo>
                  <a:lnTo>
                    <a:pt x="5368" y="767"/>
                  </a:lnTo>
                  <a:lnTo>
                    <a:pt x="5355" y="780"/>
                  </a:lnTo>
                  <a:lnTo>
                    <a:pt x="5177" y="818"/>
                  </a:lnTo>
                  <a:lnTo>
                    <a:pt x="5074" y="1266"/>
                  </a:lnTo>
                  <a:lnTo>
                    <a:pt x="5061" y="1278"/>
                  </a:lnTo>
                  <a:lnTo>
                    <a:pt x="4307" y="2084"/>
                  </a:lnTo>
                  <a:lnTo>
                    <a:pt x="4295" y="2084"/>
                  </a:lnTo>
                  <a:lnTo>
                    <a:pt x="2978" y="2595"/>
                  </a:lnTo>
                  <a:lnTo>
                    <a:pt x="2390" y="3822"/>
                  </a:lnTo>
                  <a:lnTo>
                    <a:pt x="2390" y="4001"/>
                  </a:lnTo>
                  <a:lnTo>
                    <a:pt x="2378" y="4026"/>
                  </a:lnTo>
                  <a:lnTo>
                    <a:pt x="2352" y="4039"/>
                  </a:lnTo>
                  <a:lnTo>
                    <a:pt x="2160" y="4052"/>
                  </a:lnTo>
                  <a:lnTo>
                    <a:pt x="2045" y="4295"/>
                  </a:lnTo>
                  <a:lnTo>
                    <a:pt x="2032" y="4320"/>
                  </a:lnTo>
                  <a:lnTo>
                    <a:pt x="2007" y="4320"/>
                  </a:lnTo>
                  <a:lnTo>
                    <a:pt x="1700" y="4295"/>
                  </a:lnTo>
                  <a:lnTo>
                    <a:pt x="1687" y="4282"/>
                  </a:lnTo>
                  <a:lnTo>
                    <a:pt x="1675" y="4269"/>
                  </a:lnTo>
                  <a:lnTo>
                    <a:pt x="1470" y="3937"/>
                  </a:lnTo>
                  <a:lnTo>
                    <a:pt x="1023" y="3783"/>
                  </a:lnTo>
                  <a:lnTo>
                    <a:pt x="806" y="3924"/>
                  </a:lnTo>
                  <a:lnTo>
                    <a:pt x="793" y="3937"/>
                  </a:lnTo>
                  <a:lnTo>
                    <a:pt x="780" y="3924"/>
                  </a:lnTo>
                  <a:lnTo>
                    <a:pt x="754" y="3911"/>
                  </a:lnTo>
                  <a:lnTo>
                    <a:pt x="754" y="3898"/>
                  </a:lnTo>
                  <a:lnTo>
                    <a:pt x="716" y="3617"/>
                  </a:lnTo>
                  <a:lnTo>
                    <a:pt x="716" y="3592"/>
                  </a:lnTo>
                  <a:lnTo>
                    <a:pt x="729" y="3579"/>
                  </a:lnTo>
                  <a:lnTo>
                    <a:pt x="908" y="3438"/>
                  </a:lnTo>
                  <a:lnTo>
                    <a:pt x="818" y="3068"/>
                  </a:lnTo>
                  <a:lnTo>
                    <a:pt x="0" y="3745"/>
                  </a:lnTo>
                  <a:lnTo>
                    <a:pt x="26" y="4231"/>
                  </a:lnTo>
                  <a:lnTo>
                    <a:pt x="230" y="4346"/>
                  </a:lnTo>
                  <a:lnTo>
                    <a:pt x="103" y="4537"/>
                  </a:lnTo>
                  <a:lnTo>
                    <a:pt x="422" y="4908"/>
                  </a:lnTo>
                  <a:lnTo>
                    <a:pt x="345" y="5125"/>
                  </a:lnTo>
                  <a:lnTo>
                    <a:pt x="51" y="5113"/>
                  </a:lnTo>
                  <a:lnTo>
                    <a:pt x="115" y="5394"/>
                  </a:lnTo>
                  <a:lnTo>
                    <a:pt x="818" y="5675"/>
                  </a:lnTo>
                  <a:lnTo>
                    <a:pt x="1381" y="6109"/>
                  </a:lnTo>
                  <a:lnTo>
                    <a:pt x="1687" y="6863"/>
                  </a:lnTo>
                  <a:lnTo>
                    <a:pt x="2032" y="7157"/>
                  </a:lnTo>
                  <a:lnTo>
                    <a:pt x="2441" y="7963"/>
                  </a:lnTo>
                  <a:lnTo>
                    <a:pt x="2978" y="9062"/>
                  </a:lnTo>
                  <a:lnTo>
                    <a:pt x="3221" y="9432"/>
                  </a:lnTo>
                  <a:lnTo>
                    <a:pt x="3132" y="9739"/>
                  </a:lnTo>
                  <a:lnTo>
                    <a:pt x="3528" y="10110"/>
                  </a:lnTo>
                  <a:lnTo>
                    <a:pt x="3630" y="10429"/>
                  </a:lnTo>
                  <a:lnTo>
                    <a:pt x="4026" y="10953"/>
                  </a:lnTo>
                  <a:lnTo>
                    <a:pt x="4461" y="11580"/>
                  </a:lnTo>
                  <a:lnTo>
                    <a:pt x="4333" y="11937"/>
                  </a:lnTo>
                  <a:lnTo>
                    <a:pt x="4397" y="12282"/>
                  </a:lnTo>
                  <a:lnTo>
                    <a:pt x="4793" y="12730"/>
                  </a:lnTo>
                  <a:lnTo>
                    <a:pt x="5087" y="12858"/>
                  </a:lnTo>
                  <a:lnTo>
                    <a:pt x="5394" y="13318"/>
                  </a:lnTo>
                  <a:lnTo>
                    <a:pt x="6263" y="13714"/>
                  </a:lnTo>
                  <a:lnTo>
                    <a:pt x="7042" y="14174"/>
                  </a:lnTo>
                  <a:lnTo>
                    <a:pt x="7324" y="14366"/>
                  </a:lnTo>
                  <a:lnTo>
                    <a:pt x="7605" y="14263"/>
                  </a:lnTo>
                  <a:lnTo>
                    <a:pt x="8231" y="14813"/>
                  </a:lnTo>
                  <a:lnTo>
                    <a:pt x="8397" y="14864"/>
                  </a:lnTo>
                  <a:lnTo>
                    <a:pt x="8410" y="15209"/>
                  </a:lnTo>
                  <a:lnTo>
                    <a:pt x="9202" y="15669"/>
                  </a:lnTo>
                  <a:lnTo>
                    <a:pt x="9215" y="15720"/>
                  </a:lnTo>
                  <a:lnTo>
                    <a:pt x="9611" y="15618"/>
                  </a:lnTo>
                  <a:lnTo>
                    <a:pt x="9611" y="15184"/>
                  </a:lnTo>
                  <a:lnTo>
                    <a:pt x="9611" y="15158"/>
                  </a:lnTo>
                  <a:lnTo>
                    <a:pt x="9624" y="15145"/>
                  </a:lnTo>
                  <a:lnTo>
                    <a:pt x="9905" y="14979"/>
                  </a:lnTo>
                  <a:lnTo>
                    <a:pt x="9829" y="14800"/>
                  </a:lnTo>
                  <a:lnTo>
                    <a:pt x="9829" y="14775"/>
                  </a:lnTo>
                  <a:lnTo>
                    <a:pt x="9841" y="14749"/>
                  </a:lnTo>
                  <a:lnTo>
                    <a:pt x="10302" y="14327"/>
                  </a:lnTo>
                  <a:lnTo>
                    <a:pt x="10225" y="13931"/>
                  </a:lnTo>
                  <a:lnTo>
                    <a:pt x="10097" y="13893"/>
                  </a:lnTo>
                  <a:lnTo>
                    <a:pt x="10059" y="13688"/>
                  </a:lnTo>
                  <a:lnTo>
                    <a:pt x="9841" y="13637"/>
                  </a:lnTo>
                  <a:lnTo>
                    <a:pt x="9624" y="13573"/>
                  </a:lnTo>
                  <a:lnTo>
                    <a:pt x="9624" y="13445"/>
                  </a:lnTo>
                  <a:lnTo>
                    <a:pt x="9752" y="13433"/>
                  </a:lnTo>
                  <a:lnTo>
                    <a:pt x="9701" y="13356"/>
                  </a:lnTo>
                  <a:lnTo>
                    <a:pt x="9688" y="13177"/>
                  </a:lnTo>
                  <a:lnTo>
                    <a:pt x="9841" y="13100"/>
                  </a:lnTo>
                  <a:lnTo>
                    <a:pt x="10033" y="13241"/>
                  </a:lnTo>
                  <a:lnTo>
                    <a:pt x="10199" y="13088"/>
                  </a:lnTo>
                  <a:lnTo>
                    <a:pt x="10199" y="12909"/>
                  </a:lnTo>
                  <a:lnTo>
                    <a:pt x="10084" y="12768"/>
                  </a:lnTo>
                  <a:lnTo>
                    <a:pt x="10072" y="12743"/>
                  </a:lnTo>
                  <a:lnTo>
                    <a:pt x="10084" y="12717"/>
                  </a:lnTo>
                  <a:lnTo>
                    <a:pt x="10506" y="12142"/>
                  </a:lnTo>
                  <a:lnTo>
                    <a:pt x="10353" y="11771"/>
                  </a:lnTo>
                  <a:lnTo>
                    <a:pt x="10340" y="11746"/>
                  </a:lnTo>
                  <a:lnTo>
                    <a:pt x="10442" y="10992"/>
                  </a:lnTo>
                  <a:lnTo>
                    <a:pt x="10455" y="10979"/>
                  </a:lnTo>
                  <a:lnTo>
                    <a:pt x="10672" y="10634"/>
                  </a:lnTo>
                  <a:lnTo>
                    <a:pt x="10020" y="9368"/>
                  </a:lnTo>
                  <a:lnTo>
                    <a:pt x="9752" y="9330"/>
                  </a:lnTo>
                  <a:lnTo>
                    <a:pt x="9369" y="9484"/>
                  </a:lnTo>
                  <a:lnTo>
                    <a:pt x="9343" y="9484"/>
                  </a:lnTo>
                  <a:lnTo>
                    <a:pt x="9049" y="9330"/>
                  </a:lnTo>
                  <a:lnTo>
                    <a:pt x="9036" y="9317"/>
                  </a:lnTo>
                  <a:lnTo>
                    <a:pt x="9023" y="9292"/>
                  </a:lnTo>
                  <a:lnTo>
                    <a:pt x="9100" y="8103"/>
                  </a:lnTo>
                  <a:lnTo>
                    <a:pt x="8576" y="8576"/>
                  </a:lnTo>
                  <a:lnTo>
                    <a:pt x="8551" y="8589"/>
                  </a:lnTo>
                  <a:lnTo>
                    <a:pt x="7784" y="8487"/>
                  </a:lnTo>
                  <a:lnTo>
                    <a:pt x="7771" y="8474"/>
                  </a:lnTo>
                  <a:lnTo>
                    <a:pt x="7758" y="8461"/>
                  </a:lnTo>
                  <a:lnTo>
                    <a:pt x="7682" y="8090"/>
                  </a:lnTo>
                  <a:lnTo>
                    <a:pt x="6940" y="8052"/>
                  </a:lnTo>
                  <a:lnTo>
                    <a:pt x="6927" y="8052"/>
                  </a:lnTo>
                  <a:lnTo>
                    <a:pt x="6915" y="8027"/>
                  </a:lnTo>
                  <a:lnTo>
                    <a:pt x="6902" y="8014"/>
                  </a:lnTo>
                  <a:lnTo>
                    <a:pt x="6915" y="7988"/>
                  </a:lnTo>
                  <a:lnTo>
                    <a:pt x="7145" y="7681"/>
                  </a:lnTo>
                  <a:lnTo>
                    <a:pt x="6442" y="6825"/>
                  </a:lnTo>
                  <a:lnTo>
                    <a:pt x="6442" y="6800"/>
                  </a:lnTo>
                  <a:lnTo>
                    <a:pt x="6467" y="6621"/>
                  </a:lnTo>
                  <a:lnTo>
                    <a:pt x="6301" y="6467"/>
                  </a:lnTo>
                  <a:lnTo>
                    <a:pt x="6288" y="6442"/>
                  </a:lnTo>
                  <a:lnTo>
                    <a:pt x="6288" y="6224"/>
                  </a:lnTo>
                  <a:lnTo>
                    <a:pt x="6301" y="6199"/>
                  </a:lnTo>
                  <a:lnTo>
                    <a:pt x="6327" y="6186"/>
                  </a:lnTo>
                  <a:lnTo>
                    <a:pt x="6518" y="6173"/>
                  </a:lnTo>
                  <a:lnTo>
                    <a:pt x="6518" y="5713"/>
                  </a:lnTo>
                  <a:lnTo>
                    <a:pt x="6531" y="5700"/>
                  </a:lnTo>
                  <a:lnTo>
                    <a:pt x="6544" y="5688"/>
                  </a:lnTo>
                  <a:lnTo>
                    <a:pt x="7042" y="5394"/>
                  </a:lnTo>
                  <a:lnTo>
                    <a:pt x="6966" y="5164"/>
                  </a:lnTo>
                  <a:lnTo>
                    <a:pt x="6966" y="5138"/>
                  </a:lnTo>
                  <a:lnTo>
                    <a:pt x="7247" y="4320"/>
                  </a:lnTo>
                  <a:lnTo>
                    <a:pt x="7260" y="4295"/>
                  </a:lnTo>
                  <a:lnTo>
                    <a:pt x="8014" y="3809"/>
                  </a:lnTo>
                  <a:lnTo>
                    <a:pt x="8027" y="3809"/>
                  </a:lnTo>
                  <a:lnTo>
                    <a:pt x="8857" y="3630"/>
                  </a:lnTo>
                  <a:lnTo>
                    <a:pt x="9317" y="3400"/>
                  </a:lnTo>
                  <a:lnTo>
                    <a:pt x="9330" y="3387"/>
                  </a:lnTo>
                  <a:lnTo>
                    <a:pt x="9356" y="3400"/>
                  </a:lnTo>
                  <a:lnTo>
                    <a:pt x="9586" y="3604"/>
                  </a:lnTo>
                  <a:lnTo>
                    <a:pt x="9726" y="3604"/>
                  </a:lnTo>
                  <a:lnTo>
                    <a:pt x="9509" y="3272"/>
                  </a:lnTo>
                  <a:lnTo>
                    <a:pt x="9266" y="3259"/>
                  </a:lnTo>
                  <a:lnTo>
                    <a:pt x="9241" y="3247"/>
                  </a:lnTo>
                  <a:lnTo>
                    <a:pt x="9228" y="3234"/>
                  </a:lnTo>
                  <a:lnTo>
                    <a:pt x="9151" y="3093"/>
                  </a:lnTo>
                  <a:lnTo>
                    <a:pt x="9139" y="3068"/>
                  </a:lnTo>
                  <a:lnTo>
                    <a:pt x="9151" y="3055"/>
                  </a:lnTo>
                  <a:lnTo>
                    <a:pt x="9726" y="2301"/>
                  </a:lnTo>
                  <a:lnTo>
                    <a:pt x="9075" y="1879"/>
                  </a:lnTo>
                  <a:lnTo>
                    <a:pt x="8832" y="2032"/>
                  </a:lnTo>
                  <a:lnTo>
                    <a:pt x="8806" y="2045"/>
                  </a:lnTo>
                  <a:lnTo>
                    <a:pt x="8793" y="2032"/>
                  </a:lnTo>
                  <a:lnTo>
                    <a:pt x="8423" y="1790"/>
                  </a:lnTo>
                  <a:lnTo>
                    <a:pt x="8116" y="2045"/>
                  </a:lnTo>
                  <a:lnTo>
                    <a:pt x="8091" y="2045"/>
                  </a:lnTo>
                  <a:lnTo>
                    <a:pt x="7707" y="2032"/>
                  </a:lnTo>
                  <a:lnTo>
                    <a:pt x="7400" y="2173"/>
                  </a:lnTo>
                  <a:lnTo>
                    <a:pt x="7388" y="2173"/>
                  </a:lnTo>
                  <a:lnTo>
                    <a:pt x="7362" y="2160"/>
                  </a:lnTo>
                  <a:lnTo>
                    <a:pt x="7081" y="1943"/>
                  </a:lnTo>
                  <a:lnTo>
                    <a:pt x="7068" y="1930"/>
                  </a:lnTo>
                  <a:lnTo>
                    <a:pt x="7068" y="1917"/>
                  </a:lnTo>
                  <a:lnTo>
                    <a:pt x="7094" y="1572"/>
                  </a:lnTo>
                  <a:lnTo>
                    <a:pt x="6838" y="1534"/>
                  </a:lnTo>
                  <a:lnTo>
                    <a:pt x="6812" y="1521"/>
                  </a:lnTo>
                  <a:lnTo>
                    <a:pt x="6800" y="1508"/>
                  </a:lnTo>
                  <a:lnTo>
                    <a:pt x="6646" y="1087"/>
                  </a:lnTo>
                  <a:lnTo>
                    <a:pt x="6084" y="780"/>
                  </a:lnTo>
                  <a:lnTo>
                    <a:pt x="6071" y="742"/>
                  </a:lnTo>
                  <a:lnTo>
                    <a:pt x="6007" y="345"/>
                  </a:lnTo>
                  <a:lnTo>
                    <a:pt x="5304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5" name="Google Shape;855;p60"/>
            <p:cNvSpPr/>
            <p:nvPr/>
          </p:nvSpPr>
          <p:spPr>
            <a:xfrm>
              <a:off x="2260975" y="3610100"/>
              <a:ext cx="247650" cy="281825"/>
            </a:xfrm>
            <a:custGeom>
              <a:rect b="b" l="l" r="r" t="t"/>
              <a:pathLst>
                <a:path extrusionOk="0" h="11273" w="9906">
                  <a:moveTo>
                    <a:pt x="3630" y="0"/>
                  </a:moveTo>
                  <a:lnTo>
                    <a:pt x="2697" y="102"/>
                  </a:lnTo>
                  <a:lnTo>
                    <a:pt x="1739" y="754"/>
                  </a:lnTo>
                  <a:lnTo>
                    <a:pt x="1713" y="767"/>
                  </a:lnTo>
                  <a:lnTo>
                    <a:pt x="1406" y="729"/>
                  </a:lnTo>
                  <a:lnTo>
                    <a:pt x="895" y="1202"/>
                  </a:lnTo>
                  <a:lnTo>
                    <a:pt x="882" y="1214"/>
                  </a:lnTo>
                  <a:lnTo>
                    <a:pt x="857" y="1214"/>
                  </a:lnTo>
                  <a:lnTo>
                    <a:pt x="844" y="1202"/>
                  </a:lnTo>
                  <a:lnTo>
                    <a:pt x="831" y="1189"/>
                  </a:lnTo>
                  <a:lnTo>
                    <a:pt x="767" y="1061"/>
                  </a:lnTo>
                  <a:lnTo>
                    <a:pt x="218" y="984"/>
                  </a:lnTo>
                  <a:lnTo>
                    <a:pt x="844" y="2224"/>
                  </a:lnTo>
                  <a:lnTo>
                    <a:pt x="857" y="2237"/>
                  </a:lnTo>
                  <a:lnTo>
                    <a:pt x="844" y="2250"/>
                  </a:lnTo>
                  <a:lnTo>
                    <a:pt x="614" y="2620"/>
                  </a:lnTo>
                  <a:lnTo>
                    <a:pt x="512" y="3349"/>
                  </a:lnTo>
                  <a:lnTo>
                    <a:pt x="678" y="3732"/>
                  </a:lnTo>
                  <a:lnTo>
                    <a:pt x="678" y="3758"/>
                  </a:lnTo>
                  <a:lnTo>
                    <a:pt x="678" y="3770"/>
                  </a:lnTo>
                  <a:lnTo>
                    <a:pt x="256" y="4346"/>
                  </a:lnTo>
                  <a:lnTo>
                    <a:pt x="448" y="4588"/>
                  </a:lnTo>
                  <a:lnTo>
                    <a:pt x="448" y="4614"/>
                  </a:lnTo>
                  <a:lnTo>
                    <a:pt x="435" y="4640"/>
                  </a:lnTo>
                  <a:lnTo>
                    <a:pt x="358" y="4729"/>
                  </a:lnTo>
                  <a:lnTo>
                    <a:pt x="371" y="4742"/>
                  </a:lnTo>
                  <a:lnTo>
                    <a:pt x="269" y="4870"/>
                  </a:lnTo>
                  <a:lnTo>
                    <a:pt x="282" y="4933"/>
                  </a:lnTo>
                  <a:lnTo>
                    <a:pt x="345" y="4972"/>
                  </a:lnTo>
                  <a:lnTo>
                    <a:pt x="448" y="5138"/>
                  </a:lnTo>
                  <a:lnTo>
                    <a:pt x="639" y="5291"/>
                  </a:lnTo>
                  <a:lnTo>
                    <a:pt x="627" y="5445"/>
                  </a:lnTo>
                  <a:lnTo>
                    <a:pt x="703" y="5470"/>
                  </a:lnTo>
                  <a:lnTo>
                    <a:pt x="818" y="5598"/>
                  </a:lnTo>
                  <a:lnTo>
                    <a:pt x="588" y="5854"/>
                  </a:lnTo>
                  <a:lnTo>
                    <a:pt x="473" y="5918"/>
                  </a:lnTo>
                  <a:lnTo>
                    <a:pt x="473" y="5930"/>
                  </a:lnTo>
                  <a:lnTo>
                    <a:pt x="473" y="5956"/>
                  </a:lnTo>
                  <a:lnTo>
                    <a:pt x="460" y="5969"/>
                  </a:lnTo>
                  <a:lnTo>
                    <a:pt x="0" y="6390"/>
                  </a:lnTo>
                  <a:lnTo>
                    <a:pt x="90" y="6582"/>
                  </a:lnTo>
                  <a:lnTo>
                    <a:pt x="409" y="7029"/>
                  </a:lnTo>
                  <a:lnTo>
                    <a:pt x="409" y="7042"/>
                  </a:lnTo>
                  <a:lnTo>
                    <a:pt x="550" y="7937"/>
                  </a:lnTo>
                  <a:lnTo>
                    <a:pt x="921" y="8205"/>
                  </a:lnTo>
                  <a:lnTo>
                    <a:pt x="933" y="8231"/>
                  </a:lnTo>
                  <a:lnTo>
                    <a:pt x="933" y="8256"/>
                  </a:lnTo>
                  <a:lnTo>
                    <a:pt x="754" y="8486"/>
                  </a:lnTo>
                  <a:lnTo>
                    <a:pt x="895" y="8806"/>
                  </a:lnTo>
                  <a:lnTo>
                    <a:pt x="895" y="8832"/>
                  </a:lnTo>
                  <a:lnTo>
                    <a:pt x="882" y="8857"/>
                  </a:lnTo>
                  <a:lnTo>
                    <a:pt x="754" y="8895"/>
                  </a:lnTo>
                  <a:lnTo>
                    <a:pt x="716" y="9151"/>
                  </a:lnTo>
                  <a:lnTo>
                    <a:pt x="908" y="9292"/>
                  </a:lnTo>
                  <a:lnTo>
                    <a:pt x="921" y="9304"/>
                  </a:lnTo>
                  <a:lnTo>
                    <a:pt x="921" y="9330"/>
                  </a:lnTo>
                  <a:lnTo>
                    <a:pt x="882" y="9458"/>
                  </a:lnTo>
                  <a:lnTo>
                    <a:pt x="1163" y="9765"/>
                  </a:lnTo>
                  <a:lnTo>
                    <a:pt x="1176" y="9790"/>
                  </a:lnTo>
                  <a:lnTo>
                    <a:pt x="1176" y="9803"/>
                  </a:lnTo>
                  <a:lnTo>
                    <a:pt x="1112" y="10084"/>
                  </a:lnTo>
                  <a:lnTo>
                    <a:pt x="1419" y="11183"/>
                  </a:lnTo>
                  <a:lnTo>
                    <a:pt x="1905" y="11170"/>
                  </a:lnTo>
                  <a:lnTo>
                    <a:pt x="2071" y="10966"/>
                  </a:lnTo>
                  <a:lnTo>
                    <a:pt x="2084" y="10966"/>
                  </a:lnTo>
                  <a:lnTo>
                    <a:pt x="2237" y="10915"/>
                  </a:lnTo>
                  <a:lnTo>
                    <a:pt x="2237" y="10685"/>
                  </a:lnTo>
                  <a:lnTo>
                    <a:pt x="2250" y="10659"/>
                  </a:lnTo>
                  <a:lnTo>
                    <a:pt x="2275" y="10646"/>
                  </a:lnTo>
                  <a:lnTo>
                    <a:pt x="2672" y="10557"/>
                  </a:lnTo>
                  <a:lnTo>
                    <a:pt x="2723" y="10327"/>
                  </a:lnTo>
                  <a:lnTo>
                    <a:pt x="2735" y="10314"/>
                  </a:lnTo>
                  <a:lnTo>
                    <a:pt x="2748" y="10301"/>
                  </a:lnTo>
                  <a:lnTo>
                    <a:pt x="2787" y="10301"/>
                  </a:lnTo>
                  <a:lnTo>
                    <a:pt x="3132" y="10557"/>
                  </a:lnTo>
                  <a:lnTo>
                    <a:pt x="3950" y="10697"/>
                  </a:lnTo>
                  <a:lnTo>
                    <a:pt x="3962" y="10697"/>
                  </a:lnTo>
                  <a:lnTo>
                    <a:pt x="3975" y="10710"/>
                  </a:lnTo>
                  <a:lnTo>
                    <a:pt x="4244" y="11273"/>
                  </a:lnTo>
                  <a:lnTo>
                    <a:pt x="4576" y="10608"/>
                  </a:lnTo>
                  <a:lnTo>
                    <a:pt x="4589" y="10595"/>
                  </a:lnTo>
                  <a:lnTo>
                    <a:pt x="4601" y="10595"/>
                  </a:lnTo>
                  <a:lnTo>
                    <a:pt x="5304" y="10557"/>
                  </a:lnTo>
                  <a:lnTo>
                    <a:pt x="5330" y="10570"/>
                  </a:lnTo>
                  <a:lnTo>
                    <a:pt x="5573" y="10761"/>
                  </a:lnTo>
                  <a:lnTo>
                    <a:pt x="5943" y="9368"/>
                  </a:lnTo>
                  <a:lnTo>
                    <a:pt x="6378" y="8601"/>
                  </a:lnTo>
                  <a:lnTo>
                    <a:pt x="6391" y="8589"/>
                  </a:lnTo>
                  <a:lnTo>
                    <a:pt x="6403" y="8589"/>
                  </a:lnTo>
                  <a:lnTo>
                    <a:pt x="7758" y="8397"/>
                  </a:lnTo>
                  <a:lnTo>
                    <a:pt x="7771" y="8397"/>
                  </a:lnTo>
                  <a:lnTo>
                    <a:pt x="8538" y="8410"/>
                  </a:lnTo>
                  <a:lnTo>
                    <a:pt x="8551" y="8423"/>
                  </a:lnTo>
                  <a:lnTo>
                    <a:pt x="9215" y="8832"/>
                  </a:lnTo>
                  <a:lnTo>
                    <a:pt x="9228" y="8857"/>
                  </a:lnTo>
                  <a:lnTo>
                    <a:pt x="9292" y="9164"/>
                  </a:lnTo>
                  <a:lnTo>
                    <a:pt x="9509" y="9074"/>
                  </a:lnTo>
                  <a:lnTo>
                    <a:pt x="9356" y="8908"/>
                  </a:lnTo>
                  <a:lnTo>
                    <a:pt x="9343" y="8883"/>
                  </a:lnTo>
                  <a:lnTo>
                    <a:pt x="9343" y="8857"/>
                  </a:lnTo>
                  <a:lnTo>
                    <a:pt x="9701" y="8308"/>
                  </a:lnTo>
                  <a:lnTo>
                    <a:pt x="9586" y="8129"/>
                  </a:lnTo>
                  <a:lnTo>
                    <a:pt x="9586" y="8116"/>
                  </a:lnTo>
                  <a:lnTo>
                    <a:pt x="9586" y="8090"/>
                  </a:lnTo>
                  <a:lnTo>
                    <a:pt x="9905" y="7541"/>
                  </a:lnTo>
                  <a:lnTo>
                    <a:pt x="9701" y="7042"/>
                  </a:lnTo>
                  <a:lnTo>
                    <a:pt x="9458" y="7029"/>
                  </a:lnTo>
                  <a:lnTo>
                    <a:pt x="9432" y="7017"/>
                  </a:lnTo>
                  <a:lnTo>
                    <a:pt x="9215" y="6736"/>
                  </a:lnTo>
                  <a:lnTo>
                    <a:pt x="9215" y="6723"/>
                  </a:lnTo>
                  <a:lnTo>
                    <a:pt x="9126" y="6314"/>
                  </a:lnTo>
                  <a:lnTo>
                    <a:pt x="9139" y="6288"/>
                  </a:lnTo>
                  <a:lnTo>
                    <a:pt x="9317" y="6033"/>
                  </a:lnTo>
                  <a:lnTo>
                    <a:pt x="9305" y="5892"/>
                  </a:lnTo>
                  <a:lnTo>
                    <a:pt x="7835" y="5803"/>
                  </a:lnTo>
                  <a:lnTo>
                    <a:pt x="7809" y="5790"/>
                  </a:lnTo>
                  <a:lnTo>
                    <a:pt x="7797" y="5764"/>
                  </a:lnTo>
                  <a:lnTo>
                    <a:pt x="7835" y="5164"/>
                  </a:lnTo>
                  <a:lnTo>
                    <a:pt x="7503" y="4755"/>
                  </a:lnTo>
                  <a:lnTo>
                    <a:pt x="7490" y="4729"/>
                  </a:lnTo>
                  <a:lnTo>
                    <a:pt x="7503" y="4716"/>
                  </a:lnTo>
                  <a:lnTo>
                    <a:pt x="7515" y="4691"/>
                  </a:lnTo>
                  <a:lnTo>
                    <a:pt x="7541" y="4691"/>
                  </a:lnTo>
                  <a:lnTo>
                    <a:pt x="7797" y="4703"/>
                  </a:lnTo>
                  <a:lnTo>
                    <a:pt x="7784" y="4346"/>
                  </a:lnTo>
                  <a:lnTo>
                    <a:pt x="7618" y="3949"/>
                  </a:lnTo>
                  <a:lnTo>
                    <a:pt x="7618" y="3937"/>
                  </a:lnTo>
                  <a:lnTo>
                    <a:pt x="7669" y="3694"/>
                  </a:lnTo>
                  <a:lnTo>
                    <a:pt x="7196" y="3425"/>
                  </a:lnTo>
                  <a:lnTo>
                    <a:pt x="6455" y="3413"/>
                  </a:lnTo>
                  <a:lnTo>
                    <a:pt x="6442" y="3400"/>
                  </a:lnTo>
                  <a:lnTo>
                    <a:pt x="6429" y="3387"/>
                  </a:lnTo>
                  <a:lnTo>
                    <a:pt x="6288" y="3016"/>
                  </a:lnTo>
                  <a:lnTo>
                    <a:pt x="5752" y="2927"/>
                  </a:lnTo>
                  <a:lnTo>
                    <a:pt x="5726" y="2914"/>
                  </a:lnTo>
                  <a:lnTo>
                    <a:pt x="5509" y="2543"/>
                  </a:lnTo>
                  <a:lnTo>
                    <a:pt x="4985" y="2339"/>
                  </a:lnTo>
                  <a:lnTo>
                    <a:pt x="4883" y="2441"/>
                  </a:lnTo>
                  <a:lnTo>
                    <a:pt x="4870" y="2454"/>
                  </a:lnTo>
                  <a:lnTo>
                    <a:pt x="4857" y="2454"/>
                  </a:lnTo>
                  <a:lnTo>
                    <a:pt x="4435" y="2416"/>
                  </a:lnTo>
                  <a:lnTo>
                    <a:pt x="4410" y="2403"/>
                  </a:lnTo>
                  <a:lnTo>
                    <a:pt x="4397" y="2390"/>
                  </a:lnTo>
                  <a:lnTo>
                    <a:pt x="4295" y="2173"/>
                  </a:lnTo>
                  <a:lnTo>
                    <a:pt x="3950" y="1994"/>
                  </a:lnTo>
                  <a:lnTo>
                    <a:pt x="3937" y="1981"/>
                  </a:lnTo>
                  <a:lnTo>
                    <a:pt x="3566" y="1317"/>
                  </a:lnTo>
                  <a:lnTo>
                    <a:pt x="3553" y="1291"/>
                  </a:lnTo>
                  <a:lnTo>
                    <a:pt x="3566" y="1278"/>
                  </a:lnTo>
                  <a:lnTo>
                    <a:pt x="3707" y="1035"/>
                  </a:lnTo>
                  <a:lnTo>
                    <a:pt x="3528" y="614"/>
                  </a:lnTo>
                  <a:lnTo>
                    <a:pt x="3528" y="601"/>
                  </a:lnTo>
                  <a:lnTo>
                    <a:pt x="3528" y="575"/>
                  </a:lnTo>
                  <a:lnTo>
                    <a:pt x="3720" y="384"/>
                  </a:lnTo>
                  <a:lnTo>
                    <a:pt x="3630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6" name="Google Shape;856;p60"/>
            <p:cNvSpPr/>
            <p:nvPr/>
          </p:nvSpPr>
          <p:spPr>
            <a:xfrm>
              <a:off x="1995450" y="3206550"/>
              <a:ext cx="115700" cy="53700"/>
            </a:xfrm>
            <a:custGeom>
              <a:rect b="b" l="l" r="r" t="t"/>
              <a:pathLst>
                <a:path extrusionOk="0" h="2148" w="4628">
                  <a:moveTo>
                    <a:pt x="3004" y="0"/>
                  </a:moveTo>
                  <a:lnTo>
                    <a:pt x="2391" y="409"/>
                  </a:lnTo>
                  <a:lnTo>
                    <a:pt x="1445" y="857"/>
                  </a:lnTo>
                  <a:lnTo>
                    <a:pt x="959" y="550"/>
                  </a:lnTo>
                  <a:lnTo>
                    <a:pt x="716" y="780"/>
                  </a:lnTo>
                  <a:lnTo>
                    <a:pt x="448" y="371"/>
                  </a:lnTo>
                  <a:lnTo>
                    <a:pt x="218" y="205"/>
                  </a:lnTo>
                  <a:lnTo>
                    <a:pt x="39" y="333"/>
                  </a:lnTo>
                  <a:lnTo>
                    <a:pt x="65" y="690"/>
                  </a:lnTo>
                  <a:lnTo>
                    <a:pt x="218" y="793"/>
                  </a:lnTo>
                  <a:lnTo>
                    <a:pt x="231" y="805"/>
                  </a:lnTo>
                  <a:lnTo>
                    <a:pt x="231" y="831"/>
                  </a:lnTo>
                  <a:lnTo>
                    <a:pt x="103" y="1253"/>
                  </a:lnTo>
                  <a:lnTo>
                    <a:pt x="90" y="1266"/>
                  </a:lnTo>
                  <a:lnTo>
                    <a:pt x="1" y="1355"/>
                  </a:lnTo>
                  <a:lnTo>
                    <a:pt x="65" y="1432"/>
                  </a:lnTo>
                  <a:lnTo>
                    <a:pt x="793" y="1355"/>
                  </a:lnTo>
                  <a:lnTo>
                    <a:pt x="1164" y="1764"/>
                  </a:lnTo>
                  <a:lnTo>
                    <a:pt x="1483" y="1764"/>
                  </a:lnTo>
                  <a:lnTo>
                    <a:pt x="1483" y="1572"/>
                  </a:lnTo>
                  <a:lnTo>
                    <a:pt x="1585" y="1560"/>
                  </a:lnTo>
                  <a:lnTo>
                    <a:pt x="1803" y="2147"/>
                  </a:lnTo>
                  <a:lnTo>
                    <a:pt x="2442" y="1802"/>
                  </a:lnTo>
                  <a:lnTo>
                    <a:pt x="2109" y="1291"/>
                  </a:lnTo>
                  <a:lnTo>
                    <a:pt x="2736" y="908"/>
                  </a:lnTo>
                  <a:lnTo>
                    <a:pt x="2825" y="601"/>
                  </a:lnTo>
                  <a:lnTo>
                    <a:pt x="3375" y="524"/>
                  </a:lnTo>
                  <a:lnTo>
                    <a:pt x="3924" y="1304"/>
                  </a:lnTo>
                  <a:lnTo>
                    <a:pt x="4142" y="1074"/>
                  </a:lnTo>
                  <a:lnTo>
                    <a:pt x="4346" y="1151"/>
                  </a:lnTo>
                  <a:lnTo>
                    <a:pt x="4627" y="857"/>
                  </a:lnTo>
                  <a:lnTo>
                    <a:pt x="4423" y="473"/>
                  </a:lnTo>
                  <a:lnTo>
                    <a:pt x="4499" y="371"/>
                  </a:lnTo>
                  <a:lnTo>
                    <a:pt x="4065" y="218"/>
                  </a:lnTo>
                  <a:lnTo>
                    <a:pt x="3515" y="115"/>
                  </a:lnTo>
                  <a:lnTo>
                    <a:pt x="3004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7" name="Google Shape;857;p60"/>
            <p:cNvSpPr/>
            <p:nvPr/>
          </p:nvSpPr>
          <p:spPr>
            <a:xfrm>
              <a:off x="2270875" y="3748125"/>
              <a:ext cx="4825" cy="9275"/>
            </a:xfrm>
            <a:custGeom>
              <a:rect b="b" l="l" r="r" t="t"/>
              <a:pathLst>
                <a:path extrusionOk="0" h="371" w="193">
                  <a:moveTo>
                    <a:pt x="64" y="0"/>
                  </a:moveTo>
                  <a:lnTo>
                    <a:pt x="1" y="13"/>
                  </a:lnTo>
                  <a:lnTo>
                    <a:pt x="77" y="371"/>
                  </a:lnTo>
                  <a:lnTo>
                    <a:pt x="141" y="230"/>
                  </a:lnTo>
                  <a:lnTo>
                    <a:pt x="192" y="77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8" name="Google Shape;858;p60"/>
            <p:cNvSpPr/>
            <p:nvPr/>
          </p:nvSpPr>
          <p:spPr>
            <a:xfrm>
              <a:off x="2184300" y="3776250"/>
              <a:ext cx="136775" cy="811575"/>
            </a:xfrm>
            <a:custGeom>
              <a:rect b="b" l="l" r="r" t="t"/>
              <a:pathLst>
                <a:path extrusionOk="0" h="32463" w="5471">
                  <a:moveTo>
                    <a:pt x="3106" y="0"/>
                  </a:moveTo>
                  <a:lnTo>
                    <a:pt x="2850" y="153"/>
                  </a:lnTo>
                  <a:lnTo>
                    <a:pt x="2850" y="614"/>
                  </a:lnTo>
                  <a:lnTo>
                    <a:pt x="2837" y="626"/>
                  </a:lnTo>
                  <a:lnTo>
                    <a:pt x="2825" y="639"/>
                  </a:lnTo>
                  <a:lnTo>
                    <a:pt x="2403" y="754"/>
                  </a:lnTo>
                  <a:lnTo>
                    <a:pt x="2658" y="1968"/>
                  </a:lnTo>
                  <a:lnTo>
                    <a:pt x="2607" y="2505"/>
                  </a:lnTo>
                  <a:lnTo>
                    <a:pt x="2748" y="3067"/>
                  </a:lnTo>
                  <a:lnTo>
                    <a:pt x="2479" y="4652"/>
                  </a:lnTo>
                  <a:lnTo>
                    <a:pt x="2224" y="4831"/>
                  </a:lnTo>
                  <a:lnTo>
                    <a:pt x="2249" y="5163"/>
                  </a:lnTo>
                  <a:lnTo>
                    <a:pt x="2416" y="5266"/>
                  </a:lnTo>
                  <a:lnTo>
                    <a:pt x="2352" y="6199"/>
                  </a:lnTo>
                  <a:lnTo>
                    <a:pt x="2428" y="6608"/>
                  </a:lnTo>
                  <a:lnTo>
                    <a:pt x="2224" y="7042"/>
                  </a:lnTo>
                  <a:lnTo>
                    <a:pt x="2288" y="7413"/>
                  </a:lnTo>
                  <a:lnTo>
                    <a:pt x="2032" y="8371"/>
                  </a:lnTo>
                  <a:lnTo>
                    <a:pt x="2134" y="8691"/>
                  </a:lnTo>
                  <a:lnTo>
                    <a:pt x="1892" y="8883"/>
                  </a:lnTo>
                  <a:lnTo>
                    <a:pt x="1738" y="9854"/>
                  </a:lnTo>
                  <a:lnTo>
                    <a:pt x="1623" y="10097"/>
                  </a:lnTo>
                  <a:lnTo>
                    <a:pt x="1955" y="10442"/>
                  </a:lnTo>
                  <a:lnTo>
                    <a:pt x="1610" y="11311"/>
                  </a:lnTo>
                  <a:lnTo>
                    <a:pt x="1866" y="12921"/>
                  </a:lnTo>
                  <a:lnTo>
                    <a:pt x="1700" y="13420"/>
                  </a:lnTo>
                  <a:lnTo>
                    <a:pt x="1777" y="13905"/>
                  </a:lnTo>
                  <a:lnTo>
                    <a:pt x="1035" y="16513"/>
                  </a:lnTo>
                  <a:lnTo>
                    <a:pt x="959" y="17152"/>
                  </a:lnTo>
                  <a:lnTo>
                    <a:pt x="524" y="17062"/>
                  </a:lnTo>
                  <a:lnTo>
                    <a:pt x="524" y="17062"/>
                  </a:lnTo>
                  <a:lnTo>
                    <a:pt x="537" y="17446"/>
                  </a:lnTo>
                  <a:lnTo>
                    <a:pt x="741" y="17765"/>
                  </a:lnTo>
                  <a:lnTo>
                    <a:pt x="677" y="18263"/>
                  </a:lnTo>
                  <a:lnTo>
                    <a:pt x="895" y="18890"/>
                  </a:lnTo>
                  <a:lnTo>
                    <a:pt x="805" y="19273"/>
                  </a:lnTo>
                  <a:lnTo>
                    <a:pt x="601" y="19452"/>
                  </a:lnTo>
                  <a:lnTo>
                    <a:pt x="652" y="20705"/>
                  </a:lnTo>
                  <a:lnTo>
                    <a:pt x="818" y="20858"/>
                  </a:lnTo>
                  <a:lnTo>
                    <a:pt x="729" y="21050"/>
                  </a:lnTo>
                  <a:lnTo>
                    <a:pt x="601" y="21050"/>
                  </a:lnTo>
                  <a:lnTo>
                    <a:pt x="422" y="22366"/>
                  </a:lnTo>
                  <a:lnTo>
                    <a:pt x="844" y="22353"/>
                  </a:lnTo>
                  <a:lnTo>
                    <a:pt x="1022" y="21944"/>
                  </a:lnTo>
                  <a:lnTo>
                    <a:pt x="856" y="21638"/>
                  </a:lnTo>
                  <a:lnTo>
                    <a:pt x="1022" y="21369"/>
                  </a:lnTo>
                  <a:lnTo>
                    <a:pt x="907" y="21088"/>
                  </a:lnTo>
                  <a:lnTo>
                    <a:pt x="1150" y="20947"/>
                  </a:lnTo>
                  <a:lnTo>
                    <a:pt x="1227" y="20756"/>
                  </a:lnTo>
                  <a:lnTo>
                    <a:pt x="1419" y="20807"/>
                  </a:lnTo>
                  <a:lnTo>
                    <a:pt x="1342" y="21050"/>
                  </a:lnTo>
                  <a:lnTo>
                    <a:pt x="1559" y="21152"/>
                  </a:lnTo>
                  <a:lnTo>
                    <a:pt x="1406" y="21471"/>
                  </a:lnTo>
                  <a:lnTo>
                    <a:pt x="1495" y="21957"/>
                  </a:lnTo>
                  <a:lnTo>
                    <a:pt x="1227" y="22404"/>
                  </a:lnTo>
                  <a:lnTo>
                    <a:pt x="1393" y="22583"/>
                  </a:lnTo>
                  <a:lnTo>
                    <a:pt x="1444" y="22775"/>
                  </a:lnTo>
                  <a:lnTo>
                    <a:pt x="1265" y="22826"/>
                  </a:lnTo>
                  <a:lnTo>
                    <a:pt x="1278" y="23005"/>
                  </a:lnTo>
                  <a:lnTo>
                    <a:pt x="1495" y="23146"/>
                  </a:lnTo>
                  <a:lnTo>
                    <a:pt x="1240" y="23337"/>
                  </a:lnTo>
                  <a:lnTo>
                    <a:pt x="1329" y="23708"/>
                  </a:lnTo>
                  <a:lnTo>
                    <a:pt x="1291" y="24155"/>
                  </a:lnTo>
                  <a:lnTo>
                    <a:pt x="1125" y="24206"/>
                  </a:lnTo>
                  <a:lnTo>
                    <a:pt x="1201" y="24373"/>
                  </a:lnTo>
                  <a:lnTo>
                    <a:pt x="1176" y="24679"/>
                  </a:lnTo>
                  <a:lnTo>
                    <a:pt x="984" y="24807"/>
                  </a:lnTo>
                  <a:lnTo>
                    <a:pt x="882" y="24488"/>
                  </a:lnTo>
                  <a:lnTo>
                    <a:pt x="703" y="24462"/>
                  </a:lnTo>
                  <a:lnTo>
                    <a:pt x="677" y="24181"/>
                  </a:lnTo>
                  <a:lnTo>
                    <a:pt x="588" y="24232"/>
                  </a:lnTo>
                  <a:lnTo>
                    <a:pt x="524" y="24526"/>
                  </a:lnTo>
                  <a:lnTo>
                    <a:pt x="294" y="24488"/>
                  </a:lnTo>
                  <a:lnTo>
                    <a:pt x="268" y="24628"/>
                  </a:lnTo>
                  <a:lnTo>
                    <a:pt x="447" y="24679"/>
                  </a:lnTo>
                  <a:lnTo>
                    <a:pt x="0" y="25101"/>
                  </a:lnTo>
                  <a:lnTo>
                    <a:pt x="26" y="25395"/>
                  </a:lnTo>
                  <a:lnTo>
                    <a:pt x="230" y="25382"/>
                  </a:lnTo>
                  <a:lnTo>
                    <a:pt x="179" y="25165"/>
                  </a:lnTo>
                  <a:lnTo>
                    <a:pt x="345" y="25114"/>
                  </a:lnTo>
                  <a:lnTo>
                    <a:pt x="613" y="25408"/>
                  </a:lnTo>
                  <a:lnTo>
                    <a:pt x="767" y="25191"/>
                  </a:lnTo>
                  <a:lnTo>
                    <a:pt x="1035" y="25472"/>
                  </a:lnTo>
                  <a:lnTo>
                    <a:pt x="729" y="25817"/>
                  </a:lnTo>
                  <a:lnTo>
                    <a:pt x="767" y="25957"/>
                  </a:lnTo>
                  <a:lnTo>
                    <a:pt x="665" y="26072"/>
                  </a:lnTo>
                  <a:lnTo>
                    <a:pt x="741" y="26162"/>
                  </a:lnTo>
                  <a:lnTo>
                    <a:pt x="933" y="26124"/>
                  </a:lnTo>
                  <a:lnTo>
                    <a:pt x="933" y="26124"/>
                  </a:lnTo>
                  <a:lnTo>
                    <a:pt x="780" y="26341"/>
                  </a:lnTo>
                  <a:lnTo>
                    <a:pt x="1061" y="26942"/>
                  </a:lnTo>
                  <a:lnTo>
                    <a:pt x="869" y="27005"/>
                  </a:lnTo>
                  <a:lnTo>
                    <a:pt x="665" y="26494"/>
                  </a:lnTo>
                  <a:lnTo>
                    <a:pt x="486" y="26430"/>
                  </a:lnTo>
                  <a:lnTo>
                    <a:pt x="588" y="26226"/>
                  </a:lnTo>
                  <a:lnTo>
                    <a:pt x="409" y="26098"/>
                  </a:lnTo>
                  <a:lnTo>
                    <a:pt x="345" y="26354"/>
                  </a:lnTo>
                  <a:lnTo>
                    <a:pt x="230" y="26379"/>
                  </a:lnTo>
                  <a:lnTo>
                    <a:pt x="230" y="26609"/>
                  </a:lnTo>
                  <a:lnTo>
                    <a:pt x="371" y="26648"/>
                  </a:lnTo>
                  <a:lnTo>
                    <a:pt x="217" y="26826"/>
                  </a:lnTo>
                  <a:lnTo>
                    <a:pt x="320" y="27031"/>
                  </a:lnTo>
                  <a:lnTo>
                    <a:pt x="307" y="27223"/>
                  </a:lnTo>
                  <a:lnTo>
                    <a:pt x="332" y="27402"/>
                  </a:lnTo>
                  <a:lnTo>
                    <a:pt x="550" y="27338"/>
                  </a:lnTo>
                  <a:lnTo>
                    <a:pt x="575" y="27478"/>
                  </a:lnTo>
                  <a:lnTo>
                    <a:pt x="422" y="27504"/>
                  </a:lnTo>
                  <a:lnTo>
                    <a:pt x="422" y="27823"/>
                  </a:lnTo>
                  <a:lnTo>
                    <a:pt x="907" y="27990"/>
                  </a:lnTo>
                  <a:lnTo>
                    <a:pt x="1086" y="27440"/>
                  </a:lnTo>
                  <a:lnTo>
                    <a:pt x="1189" y="27504"/>
                  </a:lnTo>
                  <a:lnTo>
                    <a:pt x="1086" y="28143"/>
                  </a:lnTo>
                  <a:lnTo>
                    <a:pt x="1291" y="28411"/>
                  </a:lnTo>
                  <a:lnTo>
                    <a:pt x="1061" y="28373"/>
                  </a:lnTo>
                  <a:lnTo>
                    <a:pt x="946" y="28462"/>
                  </a:lnTo>
                  <a:lnTo>
                    <a:pt x="1074" y="28603"/>
                  </a:lnTo>
                  <a:lnTo>
                    <a:pt x="882" y="28667"/>
                  </a:lnTo>
                  <a:lnTo>
                    <a:pt x="1010" y="28910"/>
                  </a:lnTo>
                  <a:lnTo>
                    <a:pt x="1278" y="28986"/>
                  </a:lnTo>
                  <a:lnTo>
                    <a:pt x="1316" y="28731"/>
                  </a:lnTo>
                  <a:lnTo>
                    <a:pt x="1483" y="29025"/>
                  </a:lnTo>
                  <a:lnTo>
                    <a:pt x="1368" y="29204"/>
                  </a:lnTo>
                  <a:lnTo>
                    <a:pt x="1610" y="29293"/>
                  </a:lnTo>
                  <a:lnTo>
                    <a:pt x="1738" y="29510"/>
                  </a:lnTo>
                  <a:lnTo>
                    <a:pt x="1700" y="29753"/>
                  </a:lnTo>
                  <a:lnTo>
                    <a:pt x="1955" y="29574"/>
                  </a:lnTo>
                  <a:lnTo>
                    <a:pt x="2019" y="29408"/>
                  </a:lnTo>
                  <a:lnTo>
                    <a:pt x="2390" y="29395"/>
                  </a:lnTo>
                  <a:lnTo>
                    <a:pt x="2364" y="29523"/>
                  </a:lnTo>
                  <a:lnTo>
                    <a:pt x="1725" y="29907"/>
                  </a:lnTo>
                  <a:lnTo>
                    <a:pt x="1802" y="30162"/>
                  </a:lnTo>
                  <a:lnTo>
                    <a:pt x="1994" y="30162"/>
                  </a:lnTo>
                  <a:lnTo>
                    <a:pt x="1802" y="30354"/>
                  </a:lnTo>
                  <a:lnTo>
                    <a:pt x="2007" y="30431"/>
                  </a:lnTo>
                  <a:lnTo>
                    <a:pt x="2083" y="30546"/>
                  </a:lnTo>
                  <a:lnTo>
                    <a:pt x="2352" y="30495"/>
                  </a:lnTo>
                  <a:lnTo>
                    <a:pt x="2352" y="30699"/>
                  </a:lnTo>
                  <a:lnTo>
                    <a:pt x="1866" y="30584"/>
                  </a:lnTo>
                  <a:lnTo>
                    <a:pt x="1623" y="30456"/>
                  </a:lnTo>
                  <a:lnTo>
                    <a:pt x="1444" y="30379"/>
                  </a:lnTo>
                  <a:lnTo>
                    <a:pt x="1316" y="30264"/>
                  </a:lnTo>
                  <a:lnTo>
                    <a:pt x="1253" y="30354"/>
                  </a:lnTo>
                  <a:lnTo>
                    <a:pt x="1483" y="30546"/>
                  </a:lnTo>
                  <a:lnTo>
                    <a:pt x="1789" y="30635"/>
                  </a:lnTo>
                  <a:lnTo>
                    <a:pt x="1777" y="30865"/>
                  </a:lnTo>
                  <a:lnTo>
                    <a:pt x="1981" y="31057"/>
                  </a:lnTo>
                  <a:lnTo>
                    <a:pt x="2083" y="31210"/>
                  </a:lnTo>
                  <a:lnTo>
                    <a:pt x="2096" y="31402"/>
                  </a:lnTo>
                  <a:lnTo>
                    <a:pt x="2211" y="31415"/>
                  </a:lnTo>
                  <a:lnTo>
                    <a:pt x="2275" y="31236"/>
                  </a:lnTo>
                  <a:lnTo>
                    <a:pt x="2428" y="31351"/>
                  </a:lnTo>
                  <a:lnTo>
                    <a:pt x="2646" y="31325"/>
                  </a:lnTo>
                  <a:lnTo>
                    <a:pt x="2646" y="31325"/>
                  </a:lnTo>
                  <a:lnTo>
                    <a:pt x="2620" y="31581"/>
                  </a:lnTo>
                  <a:lnTo>
                    <a:pt x="2812" y="31402"/>
                  </a:lnTo>
                  <a:lnTo>
                    <a:pt x="3042" y="31312"/>
                  </a:lnTo>
                  <a:lnTo>
                    <a:pt x="3170" y="31427"/>
                  </a:lnTo>
                  <a:lnTo>
                    <a:pt x="3157" y="31594"/>
                  </a:lnTo>
                  <a:lnTo>
                    <a:pt x="2850" y="31709"/>
                  </a:lnTo>
                  <a:lnTo>
                    <a:pt x="2978" y="31849"/>
                  </a:lnTo>
                  <a:lnTo>
                    <a:pt x="3285" y="31811"/>
                  </a:lnTo>
                  <a:lnTo>
                    <a:pt x="3527" y="31888"/>
                  </a:lnTo>
                  <a:lnTo>
                    <a:pt x="3540" y="31939"/>
                  </a:lnTo>
                  <a:lnTo>
                    <a:pt x="3387" y="31888"/>
                  </a:lnTo>
                  <a:lnTo>
                    <a:pt x="3246" y="31926"/>
                  </a:lnTo>
                  <a:lnTo>
                    <a:pt x="3259" y="31990"/>
                  </a:lnTo>
                  <a:lnTo>
                    <a:pt x="3451" y="31990"/>
                  </a:lnTo>
                  <a:lnTo>
                    <a:pt x="3694" y="32169"/>
                  </a:lnTo>
                  <a:lnTo>
                    <a:pt x="3911" y="32130"/>
                  </a:lnTo>
                  <a:lnTo>
                    <a:pt x="3834" y="32015"/>
                  </a:lnTo>
                  <a:lnTo>
                    <a:pt x="3681" y="31990"/>
                  </a:lnTo>
                  <a:lnTo>
                    <a:pt x="3642" y="31977"/>
                  </a:lnTo>
                  <a:lnTo>
                    <a:pt x="3745" y="31913"/>
                  </a:lnTo>
                  <a:lnTo>
                    <a:pt x="4064" y="31875"/>
                  </a:lnTo>
                  <a:lnTo>
                    <a:pt x="4064" y="31875"/>
                  </a:lnTo>
                  <a:lnTo>
                    <a:pt x="3949" y="32015"/>
                  </a:lnTo>
                  <a:lnTo>
                    <a:pt x="4026" y="32309"/>
                  </a:lnTo>
                  <a:lnTo>
                    <a:pt x="4345" y="32463"/>
                  </a:lnTo>
                  <a:lnTo>
                    <a:pt x="4320" y="32233"/>
                  </a:lnTo>
                  <a:lnTo>
                    <a:pt x="4627" y="32463"/>
                  </a:lnTo>
                  <a:lnTo>
                    <a:pt x="4895" y="32463"/>
                  </a:lnTo>
                  <a:lnTo>
                    <a:pt x="4857" y="32322"/>
                  </a:lnTo>
                  <a:lnTo>
                    <a:pt x="4703" y="32143"/>
                  </a:lnTo>
                  <a:lnTo>
                    <a:pt x="4869" y="32067"/>
                  </a:lnTo>
                  <a:lnTo>
                    <a:pt x="5010" y="32233"/>
                  </a:lnTo>
                  <a:lnTo>
                    <a:pt x="5432" y="32245"/>
                  </a:lnTo>
                  <a:lnTo>
                    <a:pt x="5470" y="32118"/>
                  </a:lnTo>
                  <a:lnTo>
                    <a:pt x="5432" y="32015"/>
                  </a:lnTo>
                  <a:lnTo>
                    <a:pt x="4601" y="31951"/>
                  </a:lnTo>
                  <a:lnTo>
                    <a:pt x="4575" y="31939"/>
                  </a:lnTo>
                  <a:lnTo>
                    <a:pt x="4563" y="31913"/>
                  </a:lnTo>
                  <a:lnTo>
                    <a:pt x="4460" y="30034"/>
                  </a:lnTo>
                  <a:lnTo>
                    <a:pt x="4230" y="30111"/>
                  </a:lnTo>
                  <a:lnTo>
                    <a:pt x="4064" y="29958"/>
                  </a:lnTo>
                  <a:lnTo>
                    <a:pt x="4013" y="29843"/>
                  </a:lnTo>
                  <a:lnTo>
                    <a:pt x="4154" y="29766"/>
                  </a:lnTo>
                  <a:lnTo>
                    <a:pt x="4026" y="29638"/>
                  </a:lnTo>
                  <a:lnTo>
                    <a:pt x="3962" y="29574"/>
                  </a:lnTo>
                  <a:lnTo>
                    <a:pt x="3821" y="29562"/>
                  </a:lnTo>
                  <a:lnTo>
                    <a:pt x="3796" y="29536"/>
                  </a:lnTo>
                  <a:lnTo>
                    <a:pt x="2671" y="29562"/>
                  </a:lnTo>
                  <a:lnTo>
                    <a:pt x="2646" y="29562"/>
                  </a:lnTo>
                  <a:lnTo>
                    <a:pt x="2301" y="29229"/>
                  </a:lnTo>
                  <a:lnTo>
                    <a:pt x="2288" y="29216"/>
                  </a:lnTo>
                  <a:lnTo>
                    <a:pt x="2288" y="29191"/>
                  </a:lnTo>
                  <a:lnTo>
                    <a:pt x="2364" y="28731"/>
                  </a:lnTo>
                  <a:lnTo>
                    <a:pt x="2288" y="28424"/>
                  </a:lnTo>
                  <a:lnTo>
                    <a:pt x="1892" y="28629"/>
                  </a:lnTo>
                  <a:lnTo>
                    <a:pt x="1866" y="28629"/>
                  </a:lnTo>
                  <a:lnTo>
                    <a:pt x="1840" y="28616"/>
                  </a:lnTo>
                  <a:lnTo>
                    <a:pt x="1521" y="28015"/>
                  </a:lnTo>
                  <a:lnTo>
                    <a:pt x="1521" y="27990"/>
                  </a:lnTo>
                  <a:lnTo>
                    <a:pt x="1559" y="27785"/>
                  </a:lnTo>
                  <a:lnTo>
                    <a:pt x="1508" y="27414"/>
                  </a:lnTo>
                  <a:lnTo>
                    <a:pt x="1508" y="27389"/>
                  </a:lnTo>
                  <a:lnTo>
                    <a:pt x="1521" y="27376"/>
                  </a:lnTo>
                  <a:lnTo>
                    <a:pt x="2032" y="26942"/>
                  </a:lnTo>
                  <a:lnTo>
                    <a:pt x="1981" y="26660"/>
                  </a:lnTo>
                  <a:lnTo>
                    <a:pt x="1994" y="26635"/>
                  </a:lnTo>
                  <a:lnTo>
                    <a:pt x="2147" y="26430"/>
                  </a:lnTo>
                  <a:lnTo>
                    <a:pt x="1968" y="26175"/>
                  </a:lnTo>
                  <a:lnTo>
                    <a:pt x="1968" y="26162"/>
                  </a:lnTo>
                  <a:lnTo>
                    <a:pt x="1968" y="26149"/>
                  </a:lnTo>
                  <a:lnTo>
                    <a:pt x="2070" y="25766"/>
                  </a:lnTo>
                  <a:lnTo>
                    <a:pt x="2083" y="25753"/>
                  </a:lnTo>
                  <a:lnTo>
                    <a:pt x="2262" y="25548"/>
                  </a:lnTo>
                  <a:lnTo>
                    <a:pt x="2249" y="25229"/>
                  </a:lnTo>
                  <a:lnTo>
                    <a:pt x="2262" y="25203"/>
                  </a:lnTo>
                  <a:lnTo>
                    <a:pt x="2275" y="25191"/>
                  </a:lnTo>
                  <a:lnTo>
                    <a:pt x="2377" y="25165"/>
                  </a:lnTo>
                  <a:lnTo>
                    <a:pt x="2301" y="24654"/>
                  </a:lnTo>
                  <a:lnTo>
                    <a:pt x="2313" y="24628"/>
                  </a:lnTo>
                  <a:lnTo>
                    <a:pt x="2416" y="24449"/>
                  </a:lnTo>
                  <a:lnTo>
                    <a:pt x="2275" y="24232"/>
                  </a:lnTo>
                  <a:lnTo>
                    <a:pt x="2262" y="24206"/>
                  </a:lnTo>
                  <a:lnTo>
                    <a:pt x="2275" y="24181"/>
                  </a:lnTo>
                  <a:lnTo>
                    <a:pt x="2531" y="23938"/>
                  </a:lnTo>
                  <a:lnTo>
                    <a:pt x="2377" y="23708"/>
                  </a:lnTo>
                  <a:lnTo>
                    <a:pt x="2058" y="23670"/>
                  </a:lnTo>
                  <a:lnTo>
                    <a:pt x="2032" y="23657"/>
                  </a:lnTo>
                  <a:lnTo>
                    <a:pt x="2019" y="23644"/>
                  </a:lnTo>
                  <a:lnTo>
                    <a:pt x="1968" y="23478"/>
                  </a:lnTo>
                  <a:lnTo>
                    <a:pt x="1968" y="23452"/>
                  </a:lnTo>
                  <a:lnTo>
                    <a:pt x="1981" y="23440"/>
                  </a:lnTo>
                  <a:lnTo>
                    <a:pt x="1994" y="23427"/>
                  </a:lnTo>
                  <a:lnTo>
                    <a:pt x="2007" y="23427"/>
                  </a:lnTo>
                  <a:lnTo>
                    <a:pt x="2518" y="23440"/>
                  </a:lnTo>
                  <a:lnTo>
                    <a:pt x="2556" y="23184"/>
                  </a:lnTo>
                  <a:lnTo>
                    <a:pt x="2160" y="23158"/>
                  </a:lnTo>
                  <a:lnTo>
                    <a:pt x="2147" y="23146"/>
                  </a:lnTo>
                  <a:lnTo>
                    <a:pt x="2134" y="23146"/>
                  </a:lnTo>
                  <a:lnTo>
                    <a:pt x="2122" y="23120"/>
                  </a:lnTo>
                  <a:lnTo>
                    <a:pt x="2134" y="23107"/>
                  </a:lnTo>
                  <a:lnTo>
                    <a:pt x="2211" y="22890"/>
                  </a:lnTo>
                  <a:lnTo>
                    <a:pt x="2147" y="22801"/>
                  </a:lnTo>
                  <a:lnTo>
                    <a:pt x="2134" y="22775"/>
                  </a:lnTo>
                  <a:lnTo>
                    <a:pt x="2160" y="22519"/>
                  </a:lnTo>
                  <a:lnTo>
                    <a:pt x="1994" y="22366"/>
                  </a:lnTo>
                  <a:lnTo>
                    <a:pt x="1981" y="22340"/>
                  </a:lnTo>
                  <a:lnTo>
                    <a:pt x="1994" y="22315"/>
                  </a:lnTo>
                  <a:lnTo>
                    <a:pt x="2109" y="22136"/>
                  </a:lnTo>
                  <a:lnTo>
                    <a:pt x="1904" y="22123"/>
                  </a:lnTo>
                  <a:lnTo>
                    <a:pt x="1879" y="22110"/>
                  </a:lnTo>
                  <a:lnTo>
                    <a:pt x="1866" y="22085"/>
                  </a:lnTo>
                  <a:lnTo>
                    <a:pt x="1815" y="21331"/>
                  </a:lnTo>
                  <a:lnTo>
                    <a:pt x="1815" y="21305"/>
                  </a:lnTo>
                  <a:lnTo>
                    <a:pt x="1828" y="21292"/>
                  </a:lnTo>
                  <a:lnTo>
                    <a:pt x="2070" y="21088"/>
                  </a:lnTo>
                  <a:lnTo>
                    <a:pt x="1943" y="20922"/>
                  </a:lnTo>
                  <a:lnTo>
                    <a:pt x="1930" y="20896"/>
                  </a:lnTo>
                  <a:lnTo>
                    <a:pt x="1866" y="19593"/>
                  </a:lnTo>
                  <a:lnTo>
                    <a:pt x="1879" y="19567"/>
                  </a:lnTo>
                  <a:lnTo>
                    <a:pt x="1981" y="19439"/>
                  </a:lnTo>
                  <a:lnTo>
                    <a:pt x="1917" y="19184"/>
                  </a:lnTo>
                  <a:lnTo>
                    <a:pt x="1917" y="19158"/>
                  </a:lnTo>
                  <a:lnTo>
                    <a:pt x="1930" y="19145"/>
                  </a:lnTo>
                  <a:lnTo>
                    <a:pt x="2109" y="19081"/>
                  </a:lnTo>
                  <a:lnTo>
                    <a:pt x="2070" y="18481"/>
                  </a:lnTo>
                  <a:lnTo>
                    <a:pt x="2070" y="18468"/>
                  </a:lnTo>
                  <a:lnTo>
                    <a:pt x="2096" y="18442"/>
                  </a:lnTo>
                  <a:lnTo>
                    <a:pt x="2428" y="18327"/>
                  </a:lnTo>
                  <a:lnTo>
                    <a:pt x="2454" y="18200"/>
                  </a:lnTo>
                  <a:lnTo>
                    <a:pt x="2211" y="17509"/>
                  </a:lnTo>
                  <a:lnTo>
                    <a:pt x="2211" y="17497"/>
                  </a:lnTo>
                  <a:lnTo>
                    <a:pt x="2185" y="16500"/>
                  </a:lnTo>
                  <a:lnTo>
                    <a:pt x="2185" y="16487"/>
                  </a:lnTo>
                  <a:lnTo>
                    <a:pt x="2198" y="16474"/>
                  </a:lnTo>
                  <a:lnTo>
                    <a:pt x="2710" y="16091"/>
                  </a:lnTo>
                  <a:lnTo>
                    <a:pt x="2531" y="15350"/>
                  </a:lnTo>
                  <a:lnTo>
                    <a:pt x="2531" y="15324"/>
                  </a:lnTo>
                  <a:lnTo>
                    <a:pt x="2556" y="15311"/>
                  </a:lnTo>
                  <a:lnTo>
                    <a:pt x="2684" y="15247"/>
                  </a:lnTo>
                  <a:lnTo>
                    <a:pt x="2876" y="14493"/>
                  </a:lnTo>
                  <a:lnTo>
                    <a:pt x="2876" y="14480"/>
                  </a:lnTo>
                  <a:lnTo>
                    <a:pt x="2901" y="14468"/>
                  </a:lnTo>
                  <a:lnTo>
                    <a:pt x="3067" y="14404"/>
                  </a:lnTo>
                  <a:lnTo>
                    <a:pt x="3067" y="13688"/>
                  </a:lnTo>
                  <a:lnTo>
                    <a:pt x="2888" y="13688"/>
                  </a:lnTo>
                  <a:lnTo>
                    <a:pt x="2876" y="13662"/>
                  </a:lnTo>
                  <a:lnTo>
                    <a:pt x="2786" y="13496"/>
                  </a:lnTo>
                  <a:lnTo>
                    <a:pt x="2786" y="13471"/>
                  </a:lnTo>
                  <a:lnTo>
                    <a:pt x="2799" y="13445"/>
                  </a:lnTo>
                  <a:lnTo>
                    <a:pt x="2952" y="13317"/>
                  </a:lnTo>
                  <a:lnTo>
                    <a:pt x="2518" y="12589"/>
                  </a:lnTo>
                  <a:lnTo>
                    <a:pt x="2518" y="12576"/>
                  </a:lnTo>
                  <a:lnTo>
                    <a:pt x="2518" y="12551"/>
                  </a:lnTo>
                  <a:lnTo>
                    <a:pt x="2594" y="12448"/>
                  </a:lnTo>
                  <a:lnTo>
                    <a:pt x="2390" y="12180"/>
                  </a:lnTo>
                  <a:lnTo>
                    <a:pt x="2377" y="12154"/>
                  </a:lnTo>
                  <a:lnTo>
                    <a:pt x="2377" y="11848"/>
                  </a:lnTo>
                  <a:lnTo>
                    <a:pt x="2377" y="11822"/>
                  </a:lnTo>
                  <a:lnTo>
                    <a:pt x="2390" y="11809"/>
                  </a:lnTo>
                  <a:lnTo>
                    <a:pt x="2556" y="11694"/>
                  </a:lnTo>
                  <a:lnTo>
                    <a:pt x="2646" y="11234"/>
                  </a:lnTo>
                  <a:lnTo>
                    <a:pt x="2671" y="11209"/>
                  </a:lnTo>
                  <a:lnTo>
                    <a:pt x="2888" y="11068"/>
                  </a:lnTo>
                  <a:lnTo>
                    <a:pt x="2671" y="10186"/>
                  </a:lnTo>
                  <a:lnTo>
                    <a:pt x="2684" y="10161"/>
                  </a:lnTo>
                  <a:lnTo>
                    <a:pt x="2697" y="10148"/>
                  </a:lnTo>
                  <a:lnTo>
                    <a:pt x="2888" y="10033"/>
                  </a:lnTo>
                  <a:lnTo>
                    <a:pt x="3042" y="9407"/>
                  </a:lnTo>
                  <a:lnTo>
                    <a:pt x="3055" y="9381"/>
                  </a:lnTo>
                  <a:lnTo>
                    <a:pt x="3451" y="9061"/>
                  </a:lnTo>
                  <a:lnTo>
                    <a:pt x="3655" y="8256"/>
                  </a:lnTo>
                  <a:lnTo>
                    <a:pt x="3668" y="8231"/>
                  </a:lnTo>
                  <a:lnTo>
                    <a:pt x="3694" y="8218"/>
                  </a:lnTo>
                  <a:lnTo>
                    <a:pt x="3962" y="8218"/>
                  </a:lnTo>
                  <a:lnTo>
                    <a:pt x="4026" y="8065"/>
                  </a:lnTo>
                  <a:lnTo>
                    <a:pt x="3834" y="7592"/>
                  </a:lnTo>
                  <a:lnTo>
                    <a:pt x="3834" y="7566"/>
                  </a:lnTo>
                  <a:lnTo>
                    <a:pt x="3847" y="7541"/>
                  </a:lnTo>
                  <a:lnTo>
                    <a:pt x="4026" y="7451"/>
                  </a:lnTo>
                  <a:lnTo>
                    <a:pt x="3847" y="6774"/>
                  </a:lnTo>
                  <a:lnTo>
                    <a:pt x="3847" y="6748"/>
                  </a:lnTo>
                  <a:lnTo>
                    <a:pt x="3860" y="6735"/>
                  </a:lnTo>
                  <a:lnTo>
                    <a:pt x="4064" y="6531"/>
                  </a:lnTo>
                  <a:lnTo>
                    <a:pt x="3873" y="6339"/>
                  </a:lnTo>
                  <a:lnTo>
                    <a:pt x="3873" y="6326"/>
                  </a:lnTo>
                  <a:lnTo>
                    <a:pt x="3873" y="6301"/>
                  </a:lnTo>
                  <a:lnTo>
                    <a:pt x="3949" y="6007"/>
                  </a:lnTo>
                  <a:lnTo>
                    <a:pt x="3975" y="5981"/>
                  </a:lnTo>
                  <a:lnTo>
                    <a:pt x="4818" y="5598"/>
                  </a:lnTo>
                  <a:lnTo>
                    <a:pt x="5087" y="4754"/>
                  </a:lnTo>
                  <a:lnTo>
                    <a:pt x="4972" y="4601"/>
                  </a:lnTo>
                  <a:lnTo>
                    <a:pt x="4460" y="4614"/>
                  </a:lnTo>
                  <a:lnTo>
                    <a:pt x="4435" y="4614"/>
                  </a:lnTo>
                  <a:lnTo>
                    <a:pt x="4422" y="4588"/>
                  </a:lnTo>
                  <a:lnTo>
                    <a:pt x="4103" y="3451"/>
                  </a:lnTo>
                  <a:lnTo>
                    <a:pt x="4103" y="3425"/>
                  </a:lnTo>
                  <a:lnTo>
                    <a:pt x="4167" y="3157"/>
                  </a:lnTo>
                  <a:lnTo>
                    <a:pt x="3873" y="2850"/>
                  </a:lnTo>
                  <a:lnTo>
                    <a:pt x="3860" y="2837"/>
                  </a:lnTo>
                  <a:lnTo>
                    <a:pt x="3860" y="2812"/>
                  </a:lnTo>
                  <a:lnTo>
                    <a:pt x="3898" y="2684"/>
                  </a:lnTo>
                  <a:lnTo>
                    <a:pt x="3719" y="2556"/>
                  </a:lnTo>
                  <a:lnTo>
                    <a:pt x="3706" y="2543"/>
                  </a:lnTo>
                  <a:lnTo>
                    <a:pt x="3694" y="2518"/>
                  </a:lnTo>
                  <a:lnTo>
                    <a:pt x="3758" y="2211"/>
                  </a:lnTo>
                  <a:lnTo>
                    <a:pt x="3758" y="2198"/>
                  </a:lnTo>
                  <a:lnTo>
                    <a:pt x="3783" y="2186"/>
                  </a:lnTo>
                  <a:lnTo>
                    <a:pt x="3873" y="2147"/>
                  </a:lnTo>
                  <a:lnTo>
                    <a:pt x="3745" y="1853"/>
                  </a:lnTo>
                  <a:lnTo>
                    <a:pt x="3745" y="1828"/>
                  </a:lnTo>
                  <a:lnTo>
                    <a:pt x="3745" y="1815"/>
                  </a:lnTo>
                  <a:lnTo>
                    <a:pt x="3911" y="1598"/>
                  </a:lnTo>
                  <a:lnTo>
                    <a:pt x="3566" y="1342"/>
                  </a:lnTo>
                  <a:lnTo>
                    <a:pt x="3553" y="1316"/>
                  </a:lnTo>
                  <a:lnTo>
                    <a:pt x="3400" y="422"/>
                  </a:lnTo>
                  <a:lnTo>
                    <a:pt x="3106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9" name="Google Shape;859;p60"/>
            <p:cNvSpPr/>
            <p:nvPr/>
          </p:nvSpPr>
          <p:spPr>
            <a:xfrm>
              <a:off x="2268950" y="3724150"/>
              <a:ext cx="1000" cy="1950"/>
            </a:xfrm>
            <a:custGeom>
              <a:rect b="b" l="l" r="r" t="t"/>
              <a:pathLst>
                <a:path extrusionOk="0" h="78" w="40">
                  <a:moveTo>
                    <a:pt x="1" y="1"/>
                  </a:moveTo>
                  <a:lnTo>
                    <a:pt x="26" y="78"/>
                  </a:lnTo>
                  <a:lnTo>
                    <a:pt x="39" y="5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0" name="Google Shape;860;p60"/>
            <p:cNvSpPr/>
            <p:nvPr/>
          </p:nvSpPr>
          <p:spPr>
            <a:xfrm>
              <a:off x="1931550" y="3184825"/>
              <a:ext cx="67750" cy="54325"/>
            </a:xfrm>
            <a:custGeom>
              <a:rect b="b" l="l" r="r" t="t"/>
              <a:pathLst>
                <a:path extrusionOk="0" h="2173" w="2710">
                  <a:moveTo>
                    <a:pt x="358" y="0"/>
                  </a:moveTo>
                  <a:lnTo>
                    <a:pt x="116" y="64"/>
                  </a:lnTo>
                  <a:lnTo>
                    <a:pt x="39" y="230"/>
                  </a:lnTo>
                  <a:lnTo>
                    <a:pt x="243" y="384"/>
                  </a:lnTo>
                  <a:lnTo>
                    <a:pt x="1" y="690"/>
                  </a:lnTo>
                  <a:lnTo>
                    <a:pt x="192" y="1112"/>
                  </a:lnTo>
                  <a:lnTo>
                    <a:pt x="537" y="1176"/>
                  </a:lnTo>
                  <a:lnTo>
                    <a:pt x="652" y="1329"/>
                  </a:lnTo>
                  <a:lnTo>
                    <a:pt x="831" y="1099"/>
                  </a:lnTo>
                  <a:lnTo>
                    <a:pt x="563" y="793"/>
                  </a:lnTo>
                  <a:lnTo>
                    <a:pt x="742" y="780"/>
                  </a:lnTo>
                  <a:lnTo>
                    <a:pt x="1049" y="1023"/>
                  </a:lnTo>
                  <a:lnTo>
                    <a:pt x="1074" y="1342"/>
                  </a:lnTo>
                  <a:lnTo>
                    <a:pt x="1649" y="1393"/>
                  </a:lnTo>
                  <a:lnTo>
                    <a:pt x="1956" y="1636"/>
                  </a:lnTo>
                  <a:lnTo>
                    <a:pt x="1892" y="1994"/>
                  </a:lnTo>
                  <a:lnTo>
                    <a:pt x="2148" y="2147"/>
                  </a:lnTo>
                  <a:lnTo>
                    <a:pt x="2212" y="1866"/>
                  </a:lnTo>
                  <a:lnTo>
                    <a:pt x="2506" y="2173"/>
                  </a:lnTo>
                  <a:lnTo>
                    <a:pt x="2582" y="2096"/>
                  </a:lnTo>
                  <a:lnTo>
                    <a:pt x="2697" y="1713"/>
                  </a:lnTo>
                  <a:lnTo>
                    <a:pt x="2557" y="1611"/>
                  </a:lnTo>
                  <a:lnTo>
                    <a:pt x="2544" y="1585"/>
                  </a:lnTo>
                  <a:lnTo>
                    <a:pt x="2506" y="1189"/>
                  </a:lnTo>
                  <a:lnTo>
                    <a:pt x="2518" y="1163"/>
                  </a:lnTo>
                  <a:lnTo>
                    <a:pt x="2531" y="1150"/>
                  </a:lnTo>
                  <a:lnTo>
                    <a:pt x="2710" y="1023"/>
                  </a:lnTo>
                  <a:lnTo>
                    <a:pt x="1969" y="179"/>
                  </a:lnTo>
                  <a:lnTo>
                    <a:pt x="1649" y="281"/>
                  </a:lnTo>
                  <a:lnTo>
                    <a:pt x="1636" y="294"/>
                  </a:lnTo>
                  <a:lnTo>
                    <a:pt x="1624" y="281"/>
                  </a:lnTo>
                  <a:lnTo>
                    <a:pt x="1112" y="0"/>
                  </a:lnTo>
                  <a:lnTo>
                    <a:pt x="908" y="154"/>
                  </a:lnTo>
                  <a:lnTo>
                    <a:pt x="895" y="166"/>
                  </a:lnTo>
                  <a:lnTo>
                    <a:pt x="870" y="166"/>
                  </a:lnTo>
                  <a:lnTo>
                    <a:pt x="358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1" name="Google Shape;861;p60"/>
            <p:cNvSpPr/>
            <p:nvPr/>
          </p:nvSpPr>
          <p:spPr>
            <a:xfrm>
              <a:off x="1843375" y="3115175"/>
              <a:ext cx="55600" cy="33250"/>
            </a:xfrm>
            <a:custGeom>
              <a:rect b="b" l="l" r="r" t="t"/>
              <a:pathLst>
                <a:path extrusionOk="0" h="1330" w="2224">
                  <a:moveTo>
                    <a:pt x="562" y="0"/>
                  </a:moveTo>
                  <a:lnTo>
                    <a:pt x="0" y="614"/>
                  </a:lnTo>
                  <a:lnTo>
                    <a:pt x="141" y="614"/>
                  </a:lnTo>
                  <a:lnTo>
                    <a:pt x="524" y="1022"/>
                  </a:lnTo>
                  <a:lnTo>
                    <a:pt x="1994" y="1099"/>
                  </a:lnTo>
                  <a:lnTo>
                    <a:pt x="2186" y="1329"/>
                  </a:lnTo>
                  <a:lnTo>
                    <a:pt x="2224" y="562"/>
                  </a:lnTo>
                  <a:lnTo>
                    <a:pt x="1559" y="511"/>
                  </a:lnTo>
                  <a:lnTo>
                    <a:pt x="869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2" name="Google Shape;862;p60"/>
            <p:cNvSpPr/>
            <p:nvPr/>
          </p:nvSpPr>
          <p:spPr>
            <a:xfrm>
              <a:off x="3155300" y="1803875"/>
              <a:ext cx="206100" cy="126875"/>
            </a:xfrm>
            <a:custGeom>
              <a:rect b="b" l="l" r="r" t="t"/>
              <a:pathLst>
                <a:path extrusionOk="0" h="5075" w="8244">
                  <a:moveTo>
                    <a:pt x="2314" y="1"/>
                  </a:moveTo>
                  <a:lnTo>
                    <a:pt x="2224" y="64"/>
                  </a:lnTo>
                  <a:lnTo>
                    <a:pt x="2211" y="90"/>
                  </a:lnTo>
                  <a:lnTo>
                    <a:pt x="2199" y="116"/>
                  </a:lnTo>
                  <a:lnTo>
                    <a:pt x="2199" y="141"/>
                  </a:lnTo>
                  <a:lnTo>
                    <a:pt x="2199" y="154"/>
                  </a:lnTo>
                  <a:lnTo>
                    <a:pt x="2224" y="205"/>
                  </a:lnTo>
                  <a:lnTo>
                    <a:pt x="2314" y="307"/>
                  </a:lnTo>
                  <a:lnTo>
                    <a:pt x="2352" y="358"/>
                  </a:lnTo>
                  <a:lnTo>
                    <a:pt x="2365" y="410"/>
                  </a:lnTo>
                  <a:lnTo>
                    <a:pt x="2352" y="461"/>
                  </a:lnTo>
                  <a:lnTo>
                    <a:pt x="2327" y="525"/>
                  </a:lnTo>
                  <a:lnTo>
                    <a:pt x="2288" y="588"/>
                  </a:lnTo>
                  <a:lnTo>
                    <a:pt x="2237" y="652"/>
                  </a:lnTo>
                  <a:lnTo>
                    <a:pt x="2186" y="703"/>
                  </a:lnTo>
                  <a:lnTo>
                    <a:pt x="2122" y="755"/>
                  </a:lnTo>
                  <a:lnTo>
                    <a:pt x="2058" y="793"/>
                  </a:lnTo>
                  <a:lnTo>
                    <a:pt x="2007" y="806"/>
                  </a:lnTo>
                  <a:lnTo>
                    <a:pt x="1956" y="665"/>
                  </a:lnTo>
                  <a:lnTo>
                    <a:pt x="1918" y="576"/>
                  </a:lnTo>
                  <a:lnTo>
                    <a:pt x="1866" y="499"/>
                  </a:lnTo>
                  <a:lnTo>
                    <a:pt x="1828" y="473"/>
                  </a:lnTo>
                  <a:lnTo>
                    <a:pt x="1803" y="448"/>
                  </a:lnTo>
                  <a:lnTo>
                    <a:pt x="1764" y="435"/>
                  </a:lnTo>
                  <a:lnTo>
                    <a:pt x="1726" y="435"/>
                  </a:lnTo>
                  <a:lnTo>
                    <a:pt x="1700" y="448"/>
                  </a:lnTo>
                  <a:lnTo>
                    <a:pt x="1662" y="473"/>
                  </a:lnTo>
                  <a:lnTo>
                    <a:pt x="1611" y="525"/>
                  </a:lnTo>
                  <a:lnTo>
                    <a:pt x="1572" y="588"/>
                  </a:lnTo>
                  <a:lnTo>
                    <a:pt x="1547" y="550"/>
                  </a:lnTo>
                  <a:lnTo>
                    <a:pt x="1509" y="512"/>
                  </a:lnTo>
                  <a:lnTo>
                    <a:pt x="1470" y="486"/>
                  </a:lnTo>
                  <a:lnTo>
                    <a:pt x="1419" y="473"/>
                  </a:lnTo>
                  <a:lnTo>
                    <a:pt x="1317" y="473"/>
                  </a:lnTo>
                  <a:lnTo>
                    <a:pt x="1266" y="486"/>
                  </a:lnTo>
                  <a:lnTo>
                    <a:pt x="1202" y="512"/>
                  </a:lnTo>
                  <a:lnTo>
                    <a:pt x="1215" y="550"/>
                  </a:lnTo>
                  <a:lnTo>
                    <a:pt x="1215" y="614"/>
                  </a:lnTo>
                  <a:lnTo>
                    <a:pt x="1227" y="665"/>
                  </a:lnTo>
                  <a:lnTo>
                    <a:pt x="1240" y="716"/>
                  </a:lnTo>
                  <a:lnTo>
                    <a:pt x="1163" y="729"/>
                  </a:lnTo>
                  <a:lnTo>
                    <a:pt x="1112" y="742"/>
                  </a:lnTo>
                  <a:lnTo>
                    <a:pt x="1074" y="742"/>
                  </a:lnTo>
                  <a:lnTo>
                    <a:pt x="1100" y="806"/>
                  </a:lnTo>
                  <a:lnTo>
                    <a:pt x="1100" y="857"/>
                  </a:lnTo>
                  <a:lnTo>
                    <a:pt x="1087" y="895"/>
                  </a:lnTo>
                  <a:lnTo>
                    <a:pt x="1061" y="934"/>
                  </a:lnTo>
                  <a:lnTo>
                    <a:pt x="1010" y="959"/>
                  </a:lnTo>
                  <a:lnTo>
                    <a:pt x="959" y="972"/>
                  </a:lnTo>
                  <a:lnTo>
                    <a:pt x="806" y="997"/>
                  </a:lnTo>
                  <a:lnTo>
                    <a:pt x="793" y="946"/>
                  </a:lnTo>
                  <a:lnTo>
                    <a:pt x="780" y="921"/>
                  </a:lnTo>
                  <a:lnTo>
                    <a:pt x="754" y="908"/>
                  </a:lnTo>
                  <a:lnTo>
                    <a:pt x="729" y="908"/>
                  </a:lnTo>
                  <a:lnTo>
                    <a:pt x="665" y="921"/>
                  </a:lnTo>
                  <a:lnTo>
                    <a:pt x="307" y="921"/>
                  </a:lnTo>
                  <a:lnTo>
                    <a:pt x="269" y="946"/>
                  </a:lnTo>
                  <a:lnTo>
                    <a:pt x="243" y="985"/>
                  </a:lnTo>
                  <a:lnTo>
                    <a:pt x="230" y="1010"/>
                  </a:lnTo>
                  <a:lnTo>
                    <a:pt x="230" y="1049"/>
                  </a:lnTo>
                  <a:lnTo>
                    <a:pt x="230" y="1074"/>
                  </a:lnTo>
                  <a:lnTo>
                    <a:pt x="243" y="1112"/>
                  </a:lnTo>
                  <a:lnTo>
                    <a:pt x="294" y="1176"/>
                  </a:lnTo>
                  <a:lnTo>
                    <a:pt x="358" y="1240"/>
                  </a:lnTo>
                  <a:lnTo>
                    <a:pt x="435" y="1291"/>
                  </a:lnTo>
                  <a:lnTo>
                    <a:pt x="524" y="1330"/>
                  </a:lnTo>
                  <a:lnTo>
                    <a:pt x="614" y="1343"/>
                  </a:lnTo>
                  <a:lnTo>
                    <a:pt x="729" y="1343"/>
                  </a:lnTo>
                  <a:lnTo>
                    <a:pt x="831" y="1330"/>
                  </a:lnTo>
                  <a:lnTo>
                    <a:pt x="1023" y="1304"/>
                  </a:lnTo>
                  <a:lnTo>
                    <a:pt x="1112" y="1291"/>
                  </a:lnTo>
                  <a:lnTo>
                    <a:pt x="1215" y="1291"/>
                  </a:lnTo>
                  <a:lnTo>
                    <a:pt x="1317" y="1304"/>
                  </a:lnTo>
                  <a:lnTo>
                    <a:pt x="1445" y="1330"/>
                  </a:lnTo>
                  <a:lnTo>
                    <a:pt x="1509" y="1355"/>
                  </a:lnTo>
                  <a:lnTo>
                    <a:pt x="1572" y="1394"/>
                  </a:lnTo>
                  <a:lnTo>
                    <a:pt x="1687" y="1458"/>
                  </a:lnTo>
                  <a:lnTo>
                    <a:pt x="1751" y="1496"/>
                  </a:lnTo>
                  <a:lnTo>
                    <a:pt x="1815" y="1509"/>
                  </a:lnTo>
                  <a:lnTo>
                    <a:pt x="1892" y="1521"/>
                  </a:lnTo>
                  <a:lnTo>
                    <a:pt x="1969" y="1509"/>
                  </a:lnTo>
                  <a:lnTo>
                    <a:pt x="1943" y="1547"/>
                  </a:lnTo>
                  <a:lnTo>
                    <a:pt x="1905" y="1573"/>
                  </a:lnTo>
                  <a:lnTo>
                    <a:pt x="1854" y="1598"/>
                  </a:lnTo>
                  <a:lnTo>
                    <a:pt x="1803" y="1611"/>
                  </a:lnTo>
                  <a:lnTo>
                    <a:pt x="1675" y="1649"/>
                  </a:lnTo>
                  <a:lnTo>
                    <a:pt x="1560" y="1662"/>
                  </a:lnTo>
                  <a:lnTo>
                    <a:pt x="1457" y="1700"/>
                  </a:lnTo>
                  <a:lnTo>
                    <a:pt x="1406" y="1713"/>
                  </a:lnTo>
                  <a:lnTo>
                    <a:pt x="1381" y="1739"/>
                  </a:lnTo>
                  <a:lnTo>
                    <a:pt x="1355" y="1764"/>
                  </a:lnTo>
                  <a:lnTo>
                    <a:pt x="1342" y="1815"/>
                  </a:lnTo>
                  <a:lnTo>
                    <a:pt x="1355" y="1854"/>
                  </a:lnTo>
                  <a:lnTo>
                    <a:pt x="1381" y="1918"/>
                  </a:lnTo>
                  <a:lnTo>
                    <a:pt x="1739" y="1854"/>
                  </a:lnTo>
                  <a:lnTo>
                    <a:pt x="1777" y="1943"/>
                  </a:lnTo>
                  <a:lnTo>
                    <a:pt x="1777" y="1994"/>
                  </a:lnTo>
                  <a:lnTo>
                    <a:pt x="1777" y="2033"/>
                  </a:lnTo>
                  <a:lnTo>
                    <a:pt x="1368" y="2135"/>
                  </a:lnTo>
                  <a:lnTo>
                    <a:pt x="1163" y="2173"/>
                  </a:lnTo>
                  <a:lnTo>
                    <a:pt x="959" y="2199"/>
                  </a:lnTo>
                  <a:lnTo>
                    <a:pt x="831" y="2199"/>
                  </a:lnTo>
                  <a:lnTo>
                    <a:pt x="716" y="2186"/>
                  </a:lnTo>
                  <a:lnTo>
                    <a:pt x="486" y="2148"/>
                  </a:lnTo>
                  <a:lnTo>
                    <a:pt x="269" y="2122"/>
                  </a:lnTo>
                  <a:lnTo>
                    <a:pt x="154" y="2109"/>
                  </a:lnTo>
                  <a:lnTo>
                    <a:pt x="26" y="2109"/>
                  </a:lnTo>
                  <a:lnTo>
                    <a:pt x="13" y="2160"/>
                  </a:lnTo>
                  <a:lnTo>
                    <a:pt x="13" y="2212"/>
                  </a:lnTo>
                  <a:lnTo>
                    <a:pt x="26" y="2237"/>
                  </a:lnTo>
                  <a:lnTo>
                    <a:pt x="52" y="2275"/>
                  </a:lnTo>
                  <a:lnTo>
                    <a:pt x="77" y="2288"/>
                  </a:lnTo>
                  <a:lnTo>
                    <a:pt x="115" y="2314"/>
                  </a:lnTo>
                  <a:lnTo>
                    <a:pt x="218" y="2339"/>
                  </a:lnTo>
                  <a:lnTo>
                    <a:pt x="320" y="2352"/>
                  </a:lnTo>
                  <a:lnTo>
                    <a:pt x="435" y="2365"/>
                  </a:lnTo>
                  <a:lnTo>
                    <a:pt x="550" y="2378"/>
                  </a:lnTo>
                  <a:lnTo>
                    <a:pt x="639" y="2391"/>
                  </a:lnTo>
                  <a:lnTo>
                    <a:pt x="754" y="2416"/>
                  </a:lnTo>
                  <a:lnTo>
                    <a:pt x="818" y="2454"/>
                  </a:lnTo>
                  <a:lnTo>
                    <a:pt x="844" y="2493"/>
                  </a:lnTo>
                  <a:lnTo>
                    <a:pt x="857" y="2531"/>
                  </a:lnTo>
                  <a:lnTo>
                    <a:pt x="844" y="2646"/>
                  </a:lnTo>
                  <a:lnTo>
                    <a:pt x="831" y="2710"/>
                  </a:lnTo>
                  <a:lnTo>
                    <a:pt x="844" y="2787"/>
                  </a:lnTo>
                  <a:lnTo>
                    <a:pt x="985" y="2774"/>
                  </a:lnTo>
                  <a:lnTo>
                    <a:pt x="1125" y="2761"/>
                  </a:lnTo>
                  <a:lnTo>
                    <a:pt x="1151" y="2825"/>
                  </a:lnTo>
                  <a:lnTo>
                    <a:pt x="1151" y="2863"/>
                  </a:lnTo>
                  <a:lnTo>
                    <a:pt x="1151" y="2889"/>
                  </a:lnTo>
                  <a:lnTo>
                    <a:pt x="1125" y="2927"/>
                  </a:lnTo>
                  <a:lnTo>
                    <a:pt x="1100" y="2953"/>
                  </a:lnTo>
                  <a:lnTo>
                    <a:pt x="1061" y="2966"/>
                  </a:lnTo>
                  <a:lnTo>
                    <a:pt x="1010" y="2978"/>
                  </a:lnTo>
                  <a:lnTo>
                    <a:pt x="1036" y="3042"/>
                  </a:lnTo>
                  <a:lnTo>
                    <a:pt x="1048" y="3093"/>
                  </a:lnTo>
                  <a:lnTo>
                    <a:pt x="1074" y="3132"/>
                  </a:lnTo>
                  <a:lnTo>
                    <a:pt x="1074" y="3157"/>
                  </a:lnTo>
                  <a:lnTo>
                    <a:pt x="1061" y="3183"/>
                  </a:lnTo>
                  <a:lnTo>
                    <a:pt x="1023" y="3208"/>
                  </a:lnTo>
                  <a:lnTo>
                    <a:pt x="870" y="3298"/>
                  </a:lnTo>
                  <a:lnTo>
                    <a:pt x="729" y="3362"/>
                  </a:lnTo>
                  <a:lnTo>
                    <a:pt x="601" y="3400"/>
                  </a:lnTo>
                  <a:lnTo>
                    <a:pt x="473" y="3426"/>
                  </a:lnTo>
                  <a:lnTo>
                    <a:pt x="64" y="3426"/>
                  </a:lnTo>
                  <a:lnTo>
                    <a:pt x="26" y="3451"/>
                  </a:lnTo>
                  <a:lnTo>
                    <a:pt x="13" y="3490"/>
                  </a:lnTo>
                  <a:lnTo>
                    <a:pt x="0" y="3541"/>
                  </a:lnTo>
                  <a:lnTo>
                    <a:pt x="13" y="3617"/>
                  </a:lnTo>
                  <a:lnTo>
                    <a:pt x="39" y="3707"/>
                  </a:lnTo>
                  <a:lnTo>
                    <a:pt x="77" y="3758"/>
                  </a:lnTo>
                  <a:lnTo>
                    <a:pt x="128" y="3796"/>
                  </a:lnTo>
                  <a:lnTo>
                    <a:pt x="192" y="3809"/>
                  </a:lnTo>
                  <a:lnTo>
                    <a:pt x="358" y="3809"/>
                  </a:lnTo>
                  <a:lnTo>
                    <a:pt x="461" y="3822"/>
                  </a:lnTo>
                  <a:lnTo>
                    <a:pt x="550" y="3835"/>
                  </a:lnTo>
                  <a:lnTo>
                    <a:pt x="716" y="3873"/>
                  </a:lnTo>
                  <a:lnTo>
                    <a:pt x="870" y="3937"/>
                  </a:lnTo>
                  <a:lnTo>
                    <a:pt x="1023" y="3988"/>
                  </a:lnTo>
                  <a:lnTo>
                    <a:pt x="1189" y="4026"/>
                  </a:lnTo>
                  <a:lnTo>
                    <a:pt x="1355" y="4052"/>
                  </a:lnTo>
                  <a:lnTo>
                    <a:pt x="1457" y="4078"/>
                  </a:lnTo>
                  <a:lnTo>
                    <a:pt x="1509" y="4090"/>
                  </a:lnTo>
                  <a:lnTo>
                    <a:pt x="1547" y="4129"/>
                  </a:lnTo>
                  <a:lnTo>
                    <a:pt x="1649" y="4218"/>
                  </a:lnTo>
                  <a:lnTo>
                    <a:pt x="1700" y="4282"/>
                  </a:lnTo>
                  <a:lnTo>
                    <a:pt x="1739" y="4346"/>
                  </a:lnTo>
                  <a:lnTo>
                    <a:pt x="1751" y="4397"/>
                  </a:lnTo>
                  <a:lnTo>
                    <a:pt x="1751" y="4461"/>
                  </a:lnTo>
                  <a:lnTo>
                    <a:pt x="1739" y="4499"/>
                  </a:lnTo>
                  <a:lnTo>
                    <a:pt x="1726" y="4525"/>
                  </a:lnTo>
                  <a:lnTo>
                    <a:pt x="1675" y="4563"/>
                  </a:lnTo>
                  <a:lnTo>
                    <a:pt x="1662" y="4589"/>
                  </a:lnTo>
                  <a:lnTo>
                    <a:pt x="1649" y="4614"/>
                  </a:lnTo>
                  <a:lnTo>
                    <a:pt x="1662" y="4640"/>
                  </a:lnTo>
                  <a:lnTo>
                    <a:pt x="1700" y="4678"/>
                  </a:lnTo>
                  <a:lnTo>
                    <a:pt x="1751" y="4704"/>
                  </a:lnTo>
                  <a:lnTo>
                    <a:pt x="1803" y="4729"/>
                  </a:lnTo>
                  <a:lnTo>
                    <a:pt x="1969" y="4768"/>
                  </a:lnTo>
                  <a:lnTo>
                    <a:pt x="2135" y="4793"/>
                  </a:lnTo>
                  <a:lnTo>
                    <a:pt x="2263" y="4793"/>
                  </a:lnTo>
                  <a:lnTo>
                    <a:pt x="2352" y="4883"/>
                  </a:lnTo>
                  <a:lnTo>
                    <a:pt x="2454" y="4972"/>
                  </a:lnTo>
                  <a:lnTo>
                    <a:pt x="2518" y="5011"/>
                  </a:lnTo>
                  <a:lnTo>
                    <a:pt x="2582" y="5049"/>
                  </a:lnTo>
                  <a:lnTo>
                    <a:pt x="2659" y="5062"/>
                  </a:lnTo>
                  <a:lnTo>
                    <a:pt x="2735" y="5074"/>
                  </a:lnTo>
                  <a:lnTo>
                    <a:pt x="2876" y="5074"/>
                  </a:lnTo>
                  <a:lnTo>
                    <a:pt x="2927" y="5062"/>
                  </a:lnTo>
                  <a:lnTo>
                    <a:pt x="2966" y="5036"/>
                  </a:lnTo>
                  <a:lnTo>
                    <a:pt x="2978" y="5011"/>
                  </a:lnTo>
                  <a:lnTo>
                    <a:pt x="2991" y="4972"/>
                  </a:lnTo>
                  <a:lnTo>
                    <a:pt x="2991" y="4921"/>
                  </a:lnTo>
                  <a:lnTo>
                    <a:pt x="2966" y="4857"/>
                  </a:lnTo>
                  <a:lnTo>
                    <a:pt x="3068" y="4832"/>
                  </a:lnTo>
                  <a:lnTo>
                    <a:pt x="3093" y="4896"/>
                  </a:lnTo>
                  <a:lnTo>
                    <a:pt x="3119" y="4959"/>
                  </a:lnTo>
                  <a:lnTo>
                    <a:pt x="3170" y="4998"/>
                  </a:lnTo>
                  <a:lnTo>
                    <a:pt x="3196" y="5023"/>
                  </a:lnTo>
                  <a:lnTo>
                    <a:pt x="3234" y="5036"/>
                  </a:lnTo>
                  <a:lnTo>
                    <a:pt x="3323" y="5049"/>
                  </a:lnTo>
                  <a:lnTo>
                    <a:pt x="3375" y="5049"/>
                  </a:lnTo>
                  <a:lnTo>
                    <a:pt x="3413" y="5036"/>
                  </a:lnTo>
                  <a:lnTo>
                    <a:pt x="3426" y="4998"/>
                  </a:lnTo>
                  <a:lnTo>
                    <a:pt x="3438" y="4934"/>
                  </a:lnTo>
                  <a:lnTo>
                    <a:pt x="3451" y="4908"/>
                  </a:lnTo>
                  <a:lnTo>
                    <a:pt x="3464" y="4883"/>
                  </a:lnTo>
                  <a:lnTo>
                    <a:pt x="3553" y="4806"/>
                  </a:lnTo>
                  <a:lnTo>
                    <a:pt x="3579" y="4793"/>
                  </a:lnTo>
                  <a:lnTo>
                    <a:pt x="3605" y="4793"/>
                  </a:lnTo>
                  <a:lnTo>
                    <a:pt x="3668" y="4806"/>
                  </a:lnTo>
                  <a:lnTo>
                    <a:pt x="3784" y="4819"/>
                  </a:lnTo>
                  <a:lnTo>
                    <a:pt x="3873" y="4844"/>
                  </a:lnTo>
                  <a:lnTo>
                    <a:pt x="3950" y="4870"/>
                  </a:lnTo>
                  <a:lnTo>
                    <a:pt x="3988" y="4870"/>
                  </a:lnTo>
                  <a:lnTo>
                    <a:pt x="4014" y="4844"/>
                  </a:lnTo>
                  <a:lnTo>
                    <a:pt x="4026" y="4819"/>
                  </a:lnTo>
                  <a:lnTo>
                    <a:pt x="4039" y="4755"/>
                  </a:lnTo>
                  <a:lnTo>
                    <a:pt x="4116" y="4742"/>
                  </a:lnTo>
                  <a:lnTo>
                    <a:pt x="4180" y="4729"/>
                  </a:lnTo>
                  <a:lnTo>
                    <a:pt x="4295" y="4729"/>
                  </a:lnTo>
                  <a:lnTo>
                    <a:pt x="4410" y="4742"/>
                  </a:lnTo>
                  <a:lnTo>
                    <a:pt x="4538" y="4742"/>
                  </a:lnTo>
                  <a:lnTo>
                    <a:pt x="4678" y="4729"/>
                  </a:lnTo>
                  <a:lnTo>
                    <a:pt x="4819" y="4704"/>
                  </a:lnTo>
                  <a:lnTo>
                    <a:pt x="5087" y="4640"/>
                  </a:lnTo>
                  <a:lnTo>
                    <a:pt x="5368" y="4576"/>
                  </a:lnTo>
                  <a:lnTo>
                    <a:pt x="5522" y="4538"/>
                  </a:lnTo>
                  <a:lnTo>
                    <a:pt x="5624" y="4512"/>
                  </a:lnTo>
                  <a:lnTo>
                    <a:pt x="5662" y="4487"/>
                  </a:lnTo>
                  <a:lnTo>
                    <a:pt x="5701" y="4461"/>
                  </a:lnTo>
                  <a:lnTo>
                    <a:pt x="5752" y="4410"/>
                  </a:lnTo>
                  <a:lnTo>
                    <a:pt x="5777" y="4384"/>
                  </a:lnTo>
                  <a:lnTo>
                    <a:pt x="5803" y="4372"/>
                  </a:lnTo>
                  <a:lnTo>
                    <a:pt x="5892" y="4372"/>
                  </a:lnTo>
                  <a:lnTo>
                    <a:pt x="5931" y="4397"/>
                  </a:lnTo>
                  <a:lnTo>
                    <a:pt x="5956" y="4423"/>
                  </a:lnTo>
                  <a:lnTo>
                    <a:pt x="5995" y="4487"/>
                  </a:lnTo>
                  <a:lnTo>
                    <a:pt x="6046" y="4550"/>
                  </a:lnTo>
                  <a:lnTo>
                    <a:pt x="6071" y="4576"/>
                  </a:lnTo>
                  <a:lnTo>
                    <a:pt x="6110" y="4602"/>
                  </a:lnTo>
                  <a:lnTo>
                    <a:pt x="6199" y="4614"/>
                  </a:lnTo>
                  <a:lnTo>
                    <a:pt x="6289" y="4614"/>
                  </a:lnTo>
                  <a:lnTo>
                    <a:pt x="6378" y="4589"/>
                  </a:lnTo>
                  <a:lnTo>
                    <a:pt x="6455" y="4550"/>
                  </a:lnTo>
                  <a:lnTo>
                    <a:pt x="6531" y="4512"/>
                  </a:lnTo>
                  <a:lnTo>
                    <a:pt x="6621" y="4448"/>
                  </a:lnTo>
                  <a:lnTo>
                    <a:pt x="6710" y="4372"/>
                  </a:lnTo>
                  <a:lnTo>
                    <a:pt x="6761" y="4320"/>
                  </a:lnTo>
                  <a:lnTo>
                    <a:pt x="6800" y="4269"/>
                  </a:lnTo>
                  <a:lnTo>
                    <a:pt x="6813" y="4231"/>
                  </a:lnTo>
                  <a:lnTo>
                    <a:pt x="6825" y="4154"/>
                  </a:lnTo>
                  <a:lnTo>
                    <a:pt x="6838" y="4078"/>
                  </a:lnTo>
                  <a:lnTo>
                    <a:pt x="6851" y="3975"/>
                  </a:lnTo>
                  <a:lnTo>
                    <a:pt x="7170" y="3911"/>
                  </a:lnTo>
                  <a:lnTo>
                    <a:pt x="7324" y="3873"/>
                  </a:lnTo>
                  <a:lnTo>
                    <a:pt x="7388" y="3848"/>
                  </a:lnTo>
                  <a:lnTo>
                    <a:pt x="7452" y="3822"/>
                  </a:lnTo>
                  <a:lnTo>
                    <a:pt x="7528" y="3758"/>
                  </a:lnTo>
                  <a:lnTo>
                    <a:pt x="7567" y="3707"/>
                  </a:lnTo>
                  <a:lnTo>
                    <a:pt x="7592" y="3656"/>
                  </a:lnTo>
                  <a:lnTo>
                    <a:pt x="7592" y="3605"/>
                  </a:lnTo>
                  <a:lnTo>
                    <a:pt x="7592" y="3554"/>
                  </a:lnTo>
                  <a:lnTo>
                    <a:pt x="7567" y="3502"/>
                  </a:lnTo>
                  <a:lnTo>
                    <a:pt x="7490" y="3387"/>
                  </a:lnTo>
                  <a:lnTo>
                    <a:pt x="7656" y="3362"/>
                  </a:lnTo>
                  <a:lnTo>
                    <a:pt x="7771" y="3336"/>
                  </a:lnTo>
                  <a:lnTo>
                    <a:pt x="7809" y="3311"/>
                  </a:lnTo>
                  <a:lnTo>
                    <a:pt x="7848" y="3285"/>
                  </a:lnTo>
                  <a:lnTo>
                    <a:pt x="7886" y="3247"/>
                  </a:lnTo>
                  <a:lnTo>
                    <a:pt x="7924" y="3196"/>
                  </a:lnTo>
                  <a:lnTo>
                    <a:pt x="7937" y="3157"/>
                  </a:lnTo>
                  <a:lnTo>
                    <a:pt x="7937" y="3093"/>
                  </a:lnTo>
                  <a:lnTo>
                    <a:pt x="7937" y="3042"/>
                  </a:lnTo>
                  <a:lnTo>
                    <a:pt x="7963" y="2991"/>
                  </a:lnTo>
                  <a:lnTo>
                    <a:pt x="7988" y="2966"/>
                  </a:lnTo>
                  <a:lnTo>
                    <a:pt x="8014" y="2953"/>
                  </a:lnTo>
                  <a:lnTo>
                    <a:pt x="8078" y="2915"/>
                  </a:lnTo>
                  <a:lnTo>
                    <a:pt x="8142" y="2876"/>
                  </a:lnTo>
                  <a:lnTo>
                    <a:pt x="8180" y="2851"/>
                  </a:lnTo>
                  <a:lnTo>
                    <a:pt x="8206" y="2825"/>
                  </a:lnTo>
                  <a:lnTo>
                    <a:pt x="8231" y="2774"/>
                  </a:lnTo>
                  <a:lnTo>
                    <a:pt x="8244" y="2723"/>
                  </a:lnTo>
                  <a:lnTo>
                    <a:pt x="8244" y="2672"/>
                  </a:lnTo>
                  <a:lnTo>
                    <a:pt x="8231" y="2621"/>
                  </a:lnTo>
                  <a:lnTo>
                    <a:pt x="8218" y="2582"/>
                  </a:lnTo>
                  <a:lnTo>
                    <a:pt x="8180" y="2544"/>
                  </a:lnTo>
                  <a:lnTo>
                    <a:pt x="8103" y="2480"/>
                  </a:lnTo>
                  <a:lnTo>
                    <a:pt x="8014" y="2416"/>
                  </a:lnTo>
                  <a:lnTo>
                    <a:pt x="7924" y="2339"/>
                  </a:lnTo>
                  <a:lnTo>
                    <a:pt x="7886" y="2301"/>
                  </a:lnTo>
                  <a:lnTo>
                    <a:pt x="7848" y="2263"/>
                  </a:lnTo>
                  <a:lnTo>
                    <a:pt x="7835" y="2212"/>
                  </a:lnTo>
                  <a:lnTo>
                    <a:pt x="7822" y="2160"/>
                  </a:lnTo>
                  <a:lnTo>
                    <a:pt x="7758" y="2186"/>
                  </a:lnTo>
                  <a:lnTo>
                    <a:pt x="7592" y="2186"/>
                  </a:lnTo>
                  <a:lnTo>
                    <a:pt x="7515" y="2173"/>
                  </a:lnTo>
                  <a:lnTo>
                    <a:pt x="7464" y="2148"/>
                  </a:lnTo>
                  <a:lnTo>
                    <a:pt x="7426" y="2122"/>
                  </a:lnTo>
                  <a:lnTo>
                    <a:pt x="7426" y="2097"/>
                  </a:lnTo>
                  <a:lnTo>
                    <a:pt x="7426" y="2071"/>
                  </a:lnTo>
                  <a:lnTo>
                    <a:pt x="7439" y="2045"/>
                  </a:lnTo>
                  <a:lnTo>
                    <a:pt x="7464" y="2007"/>
                  </a:lnTo>
                  <a:lnTo>
                    <a:pt x="7515" y="1982"/>
                  </a:lnTo>
                  <a:lnTo>
                    <a:pt x="7592" y="1956"/>
                  </a:lnTo>
                  <a:lnTo>
                    <a:pt x="7758" y="1918"/>
                  </a:lnTo>
                  <a:lnTo>
                    <a:pt x="7822" y="1892"/>
                  </a:lnTo>
                  <a:lnTo>
                    <a:pt x="7848" y="1867"/>
                  </a:lnTo>
                  <a:lnTo>
                    <a:pt x="7861" y="1854"/>
                  </a:lnTo>
                  <a:lnTo>
                    <a:pt x="7861" y="1828"/>
                  </a:lnTo>
                  <a:lnTo>
                    <a:pt x="7848" y="1790"/>
                  </a:lnTo>
                  <a:lnTo>
                    <a:pt x="7822" y="1751"/>
                  </a:lnTo>
                  <a:lnTo>
                    <a:pt x="7784" y="1713"/>
                  </a:lnTo>
                  <a:lnTo>
                    <a:pt x="7707" y="1726"/>
                  </a:lnTo>
                  <a:lnTo>
                    <a:pt x="7630" y="1726"/>
                  </a:lnTo>
                  <a:lnTo>
                    <a:pt x="7567" y="1700"/>
                  </a:lnTo>
                  <a:lnTo>
                    <a:pt x="7515" y="1675"/>
                  </a:lnTo>
                  <a:lnTo>
                    <a:pt x="7618" y="1611"/>
                  </a:lnTo>
                  <a:lnTo>
                    <a:pt x="7656" y="1573"/>
                  </a:lnTo>
                  <a:lnTo>
                    <a:pt x="7694" y="1534"/>
                  </a:lnTo>
                  <a:lnTo>
                    <a:pt x="7707" y="1509"/>
                  </a:lnTo>
                  <a:lnTo>
                    <a:pt x="7707" y="1470"/>
                  </a:lnTo>
                  <a:lnTo>
                    <a:pt x="7669" y="1432"/>
                  </a:lnTo>
                  <a:lnTo>
                    <a:pt x="7618" y="1394"/>
                  </a:lnTo>
                  <a:lnTo>
                    <a:pt x="7554" y="1381"/>
                  </a:lnTo>
                  <a:lnTo>
                    <a:pt x="7439" y="1381"/>
                  </a:lnTo>
                  <a:lnTo>
                    <a:pt x="7375" y="1406"/>
                  </a:lnTo>
                  <a:lnTo>
                    <a:pt x="7247" y="1432"/>
                  </a:lnTo>
                  <a:lnTo>
                    <a:pt x="7196" y="1445"/>
                  </a:lnTo>
                  <a:lnTo>
                    <a:pt x="7145" y="1432"/>
                  </a:lnTo>
                  <a:lnTo>
                    <a:pt x="7094" y="1419"/>
                  </a:lnTo>
                  <a:lnTo>
                    <a:pt x="7068" y="1394"/>
                  </a:lnTo>
                  <a:lnTo>
                    <a:pt x="7017" y="1317"/>
                  </a:lnTo>
                  <a:lnTo>
                    <a:pt x="6953" y="1151"/>
                  </a:lnTo>
                  <a:lnTo>
                    <a:pt x="6902" y="1087"/>
                  </a:lnTo>
                  <a:lnTo>
                    <a:pt x="6876" y="1061"/>
                  </a:lnTo>
                  <a:lnTo>
                    <a:pt x="6851" y="1036"/>
                  </a:lnTo>
                  <a:lnTo>
                    <a:pt x="6761" y="1036"/>
                  </a:lnTo>
                  <a:lnTo>
                    <a:pt x="6698" y="1049"/>
                  </a:lnTo>
                  <a:lnTo>
                    <a:pt x="6621" y="1074"/>
                  </a:lnTo>
                  <a:lnTo>
                    <a:pt x="6570" y="1112"/>
                  </a:lnTo>
                  <a:lnTo>
                    <a:pt x="6531" y="1151"/>
                  </a:lnTo>
                  <a:lnTo>
                    <a:pt x="6480" y="1227"/>
                  </a:lnTo>
                  <a:lnTo>
                    <a:pt x="6429" y="1304"/>
                  </a:lnTo>
                  <a:lnTo>
                    <a:pt x="6378" y="1343"/>
                  </a:lnTo>
                  <a:lnTo>
                    <a:pt x="6327" y="1368"/>
                  </a:lnTo>
                  <a:lnTo>
                    <a:pt x="6263" y="1381"/>
                  </a:lnTo>
                  <a:lnTo>
                    <a:pt x="6161" y="1381"/>
                  </a:lnTo>
                  <a:lnTo>
                    <a:pt x="6046" y="1394"/>
                  </a:lnTo>
                  <a:lnTo>
                    <a:pt x="5943" y="1394"/>
                  </a:lnTo>
                  <a:lnTo>
                    <a:pt x="5854" y="1432"/>
                  </a:lnTo>
                  <a:lnTo>
                    <a:pt x="5739" y="1458"/>
                  </a:lnTo>
                  <a:lnTo>
                    <a:pt x="5637" y="1483"/>
                  </a:lnTo>
                  <a:lnTo>
                    <a:pt x="5547" y="1483"/>
                  </a:lnTo>
                  <a:lnTo>
                    <a:pt x="5509" y="1458"/>
                  </a:lnTo>
                  <a:lnTo>
                    <a:pt x="5471" y="1432"/>
                  </a:lnTo>
                  <a:lnTo>
                    <a:pt x="5394" y="1330"/>
                  </a:lnTo>
                  <a:lnTo>
                    <a:pt x="5317" y="1227"/>
                  </a:lnTo>
                  <a:lnTo>
                    <a:pt x="5266" y="1151"/>
                  </a:lnTo>
                  <a:lnTo>
                    <a:pt x="5151" y="1164"/>
                  </a:lnTo>
                  <a:lnTo>
                    <a:pt x="5125" y="1176"/>
                  </a:lnTo>
                  <a:lnTo>
                    <a:pt x="5100" y="1202"/>
                  </a:lnTo>
                  <a:lnTo>
                    <a:pt x="5087" y="1215"/>
                  </a:lnTo>
                  <a:lnTo>
                    <a:pt x="5074" y="1240"/>
                  </a:lnTo>
                  <a:lnTo>
                    <a:pt x="5087" y="1304"/>
                  </a:lnTo>
                  <a:lnTo>
                    <a:pt x="5113" y="1432"/>
                  </a:lnTo>
                  <a:lnTo>
                    <a:pt x="5113" y="1496"/>
                  </a:lnTo>
                  <a:lnTo>
                    <a:pt x="5113" y="1521"/>
                  </a:lnTo>
                  <a:lnTo>
                    <a:pt x="5087" y="1547"/>
                  </a:lnTo>
                  <a:lnTo>
                    <a:pt x="5049" y="1573"/>
                  </a:lnTo>
                  <a:lnTo>
                    <a:pt x="5023" y="1585"/>
                  </a:lnTo>
                  <a:lnTo>
                    <a:pt x="4985" y="1585"/>
                  </a:lnTo>
                  <a:lnTo>
                    <a:pt x="4959" y="1573"/>
                  </a:lnTo>
                  <a:lnTo>
                    <a:pt x="4934" y="1560"/>
                  </a:lnTo>
                  <a:lnTo>
                    <a:pt x="4921" y="1521"/>
                  </a:lnTo>
                  <a:lnTo>
                    <a:pt x="4883" y="1458"/>
                  </a:lnTo>
                  <a:lnTo>
                    <a:pt x="4870" y="1368"/>
                  </a:lnTo>
                  <a:lnTo>
                    <a:pt x="4844" y="1279"/>
                  </a:lnTo>
                  <a:lnTo>
                    <a:pt x="4819" y="1138"/>
                  </a:lnTo>
                  <a:lnTo>
                    <a:pt x="4742" y="1125"/>
                  </a:lnTo>
                  <a:lnTo>
                    <a:pt x="4665" y="1125"/>
                  </a:lnTo>
                  <a:lnTo>
                    <a:pt x="4499" y="1151"/>
                  </a:lnTo>
                  <a:lnTo>
                    <a:pt x="4346" y="1176"/>
                  </a:lnTo>
                  <a:lnTo>
                    <a:pt x="4282" y="1215"/>
                  </a:lnTo>
                  <a:lnTo>
                    <a:pt x="4218" y="1266"/>
                  </a:lnTo>
                  <a:lnTo>
                    <a:pt x="4129" y="1330"/>
                  </a:lnTo>
                  <a:lnTo>
                    <a:pt x="4014" y="1394"/>
                  </a:lnTo>
                  <a:lnTo>
                    <a:pt x="3937" y="1432"/>
                  </a:lnTo>
                  <a:lnTo>
                    <a:pt x="3924" y="1432"/>
                  </a:lnTo>
                  <a:lnTo>
                    <a:pt x="3899" y="1419"/>
                  </a:lnTo>
                  <a:lnTo>
                    <a:pt x="3886" y="1394"/>
                  </a:lnTo>
                  <a:lnTo>
                    <a:pt x="3873" y="1343"/>
                  </a:lnTo>
                  <a:lnTo>
                    <a:pt x="3873" y="1279"/>
                  </a:lnTo>
                  <a:lnTo>
                    <a:pt x="3860" y="1202"/>
                  </a:lnTo>
                  <a:lnTo>
                    <a:pt x="3835" y="1125"/>
                  </a:lnTo>
                  <a:lnTo>
                    <a:pt x="3796" y="1049"/>
                  </a:lnTo>
                  <a:lnTo>
                    <a:pt x="3771" y="1036"/>
                  </a:lnTo>
                  <a:lnTo>
                    <a:pt x="3745" y="1023"/>
                  </a:lnTo>
                  <a:lnTo>
                    <a:pt x="3720" y="1010"/>
                  </a:lnTo>
                  <a:lnTo>
                    <a:pt x="3694" y="1023"/>
                  </a:lnTo>
                  <a:lnTo>
                    <a:pt x="3643" y="1049"/>
                  </a:lnTo>
                  <a:lnTo>
                    <a:pt x="3592" y="1087"/>
                  </a:lnTo>
                  <a:lnTo>
                    <a:pt x="3553" y="1151"/>
                  </a:lnTo>
                  <a:lnTo>
                    <a:pt x="3464" y="1279"/>
                  </a:lnTo>
                  <a:lnTo>
                    <a:pt x="3285" y="1534"/>
                  </a:lnTo>
                  <a:lnTo>
                    <a:pt x="3183" y="1662"/>
                  </a:lnTo>
                  <a:lnTo>
                    <a:pt x="3068" y="1777"/>
                  </a:lnTo>
                  <a:lnTo>
                    <a:pt x="3055" y="1713"/>
                  </a:lnTo>
                  <a:lnTo>
                    <a:pt x="3029" y="1675"/>
                  </a:lnTo>
                  <a:lnTo>
                    <a:pt x="3004" y="1649"/>
                  </a:lnTo>
                  <a:lnTo>
                    <a:pt x="2966" y="1636"/>
                  </a:lnTo>
                  <a:lnTo>
                    <a:pt x="2927" y="1636"/>
                  </a:lnTo>
                  <a:lnTo>
                    <a:pt x="2876" y="1649"/>
                  </a:lnTo>
                  <a:lnTo>
                    <a:pt x="2774" y="1700"/>
                  </a:lnTo>
                  <a:lnTo>
                    <a:pt x="2569" y="1841"/>
                  </a:lnTo>
                  <a:lnTo>
                    <a:pt x="2467" y="1892"/>
                  </a:lnTo>
                  <a:lnTo>
                    <a:pt x="2390" y="1930"/>
                  </a:lnTo>
                  <a:lnTo>
                    <a:pt x="2339" y="1867"/>
                  </a:lnTo>
                  <a:lnTo>
                    <a:pt x="2314" y="1828"/>
                  </a:lnTo>
                  <a:lnTo>
                    <a:pt x="2301" y="1790"/>
                  </a:lnTo>
                  <a:lnTo>
                    <a:pt x="2301" y="1751"/>
                  </a:lnTo>
                  <a:lnTo>
                    <a:pt x="2327" y="1726"/>
                  </a:lnTo>
                  <a:lnTo>
                    <a:pt x="2352" y="1688"/>
                  </a:lnTo>
                  <a:lnTo>
                    <a:pt x="2429" y="1611"/>
                  </a:lnTo>
                  <a:lnTo>
                    <a:pt x="2518" y="1509"/>
                  </a:lnTo>
                  <a:lnTo>
                    <a:pt x="2557" y="1470"/>
                  </a:lnTo>
                  <a:lnTo>
                    <a:pt x="2569" y="1445"/>
                  </a:lnTo>
                  <a:lnTo>
                    <a:pt x="2557" y="1406"/>
                  </a:lnTo>
                  <a:lnTo>
                    <a:pt x="2518" y="1266"/>
                  </a:lnTo>
                  <a:lnTo>
                    <a:pt x="2595" y="1240"/>
                  </a:lnTo>
                  <a:lnTo>
                    <a:pt x="2684" y="1227"/>
                  </a:lnTo>
                  <a:lnTo>
                    <a:pt x="2851" y="1215"/>
                  </a:lnTo>
                  <a:lnTo>
                    <a:pt x="2876" y="1125"/>
                  </a:lnTo>
                  <a:lnTo>
                    <a:pt x="2889" y="1087"/>
                  </a:lnTo>
                  <a:lnTo>
                    <a:pt x="2914" y="1049"/>
                  </a:lnTo>
                  <a:lnTo>
                    <a:pt x="2953" y="1023"/>
                  </a:lnTo>
                  <a:lnTo>
                    <a:pt x="2991" y="997"/>
                  </a:lnTo>
                  <a:lnTo>
                    <a:pt x="3042" y="985"/>
                  </a:lnTo>
                  <a:lnTo>
                    <a:pt x="3093" y="972"/>
                  </a:lnTo>
                  <a:lnTo>
                    <a:pt x="3093" y="934"/>
                  </a:lnTo>
                  <a:lnTo>
                    <a:pt x="3093" y="908"/>
                  </a:lnTo>
                  <a:lnTo>
                    <a:pt x="3055" y="844"/>
                  </a:lnTo>
                  <a:lnTo>
                    <a:pt x="3004" y="793"/>
                  </a:lnTo>
                  <a:lnTo>
                    <a:pt x="2940" y="742"/>
                  </a:lnTo>
                  <a:lnTo>
                    <a:pt x="2812" y="640"/>
                  </a:lnTo>
                  <a:lnTo>
                    <a:pt x="2748" y="588"/>
                  </a:lnTo>
                  <a:lnTo>
                    <a:pt x="2710" y="525"/>
                  </a:lnTo>
                  <a:lnTo>
                    <a:pt x="2697" y="461"/>
                  </a:lnTo>
                  <a:lnTo>
                    <a:pt x="2697" y="371"/>
                  </a:lnTo>
                  <a:lnTo>
                    <a:pt x="2697" y="269"/>
                  </a:lnTo>
                  <a:lnTo>
                    <a:pt x="2697" y="179"/>
                  </a:lnTo>
                  <a:lnTo>
                    <a:pt x="2684" y="90"/>
                  </a:lnTo>
                  <a:lnTo>
                    <a:pt x="2672" y="64"/>
                  </a:lnTo>
                  <a:lnTo>
                    <a:pt x="2646" y="26"/>
                  </a:lnTo>
                  <a:lnTo>
                    <a:pt x="2608" y="13"/>
                  </a:lnTo>
                  <a:lnTo>
                    <a:pt x="2569" y="1"/>
                  </a:lnTo>
                  <a:lnTo>
                    <a:pt x="2518" y="1"/>
                  </a:lnTo>
                  <a:lnTo>
                    <a:pt x="2467" y="26"/>
                  </a:lnTo>
                  <a:lnTo>
                    <a:pt x="2314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3" name="Google Shape;863;p60"/>
            <p:cNvSpPr/>
            <p:nvPr/>
          </p:nvSpPr>
          <p:spPr>
            <a:xfrm>
              <a:off x="1797675" y="3041675"/>
              <a:ext cx="87250" cy="88850"/>
            </a:xfrm>
            <a:custGeom>
              <a:rect b="b" l="l" r="r" t="t"/>
              <a:pathLst>
                <a:path extrusionOk="0" h="3554" w="3490">
                  <a:moveTo>
                    <a:pt x="1509" y="1"/>
                  </a:moveTo>
                  <a:lnTo>
                    <a:pt x="1317" y="154"/>
                  </a:lnTo>
                  <a:lnTo>
                    <a:pt x="1432" y="397"/>
                  </a:lnTo>
                  <a:lnTo>
                    <a:pt x="1176" y="627"/>
                  </a:lnTo>
                  <a:lnTo>
                    <a:pt x="1342" y="985"/>
                  </a:lnTo>
                  <a:lnTo>
                    <a:pt x="1713" y="1355"/>
                  </a:lnTo>
                  <a:lnTo>
                    <a:pt x="1330" y="1662"/>
                  </a:lnTo>
                  <a:lnTo>
                    <a:pt x="397" y="2160"/>
                  </a:lnTo>
                  <a:lnTo>
                    <a:pt x="0" y="2812"/>
                  </a:lnTo>
                  <a:lnTo>
                    <a:pt x="243" y="3017"/>
                  </a:lnTo>
                  <a:lnTo>
                    <a:pt x="985" y="3554"/>
                  </a:lnTo>
                  <a:lnTo>
                    <a:pt x="1739" y="3554"/>
                  </a:lnTo>
                  <a:lnTo>
                    <a:pt x="2365" y="2876"/>
                  </a:lnTo>
                  <a:lnTo>
                    <a:pt x="2684" y="2876"/>
                  </a:lnTo>
                  <a:lnTo>
                    <a:pt x="2684" y="2263"/>
                  </a:lnTo>
                  <a:lnTo>
                    <a:pt x="3387" y="1803"/>
                  </a:lnTo>
                  <a:lnTo>
                    <a:pt x="3490" y="1688"/>
                  </a:lnTo>
                  <a:lnTo>
                    <a:pt x="2646" y="1624"/>
                  </a:lnTo>
                  <a:lnTo>
                    <a:pt x="2723" y="218"/>
                  </a:lnTo>
                  <a:lnTo>
                    <a:pt x="1509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4" name="Google Shape;864;p60"/>
            <p:cNvSpPr/>
            <p:nvPr/>
          </p:nvSpPr>
          <p:spPr>
            <a:xfrm>
              <a:off x="1865400" y="3030175"/>
              <a:ext cx="25275" cy="52425"/>
            </a:xfrm>
            <a:custGeom>
              <a:rect b="b" l="l" r="r" t="t"/>
              <a:pathLst>
                <a:path extrusionOk="0" h="2097" w="1011">
                  <a:moveTo>
                    <a:pt x="614" y="0"/>
                  </a:moveTo>
                  <a:lnTo>
                    <a:pt x="333" y="678"/>
                  </a:lnTo>
                  <a:lnTo>
                    <a:pt x="78" y="678"/>
                  </a:lnTo>
                  <a:lnTo>
                    <a:pt x="1" y="2033"/>
                  </a:lnTo>
                  <a:lnTo>
                    <a:pt x="844" y="2096"/>
                  </a:lnTo>
                  <a:lnTo>
                    <a:pt x="1011" y="1917"/>
                  </a:lnTo>
                  <a:lnTo>
                    <a:pt x="806" y="1917"/>
                  </a:lnTo>
                  <a:lnTo>
                    <a:pt x="729" y="1636"/>
                  </a:lnTo>
                  <a:lnTo>
                    <a:pt x="921" y="1381"/>
                  </a:lnTo>
                  <a:lnTo>
                    <a:pt x="755" y="908"/>
                  </a:lnTo>
                  <a:lnTo>
                    <a:pt x="793" y="154"/>
                  </a:lnTo>
                  <a:lnTo>
                    <a:pt x="793" y="13"/>
                  </a:lnTo>
                  <a:lnTo>
                    <a:pt x="614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5" name="Google Shape;865;p60"/>
            <p:cNvSpPr/>
            <p:nvPr/>
          </p:nvSpPr>
          <p:spPr>
            <a:xfrm>
              <a:off x="1866375" y="3076500"/>
              <a:ext cx="123025" cy="77025"/>
            </a:xfrm>
            <a:custGeom>
              <a:rect b="b" l="l" r="r" t="t"/>
              <a:pathLst>
                <a:path extrusionOk="0" h="3081" w="4921">
                  <a:moveTo>
                    <a:pt x="3247" y="1"/>
                  </a:moveTo>
                  <a:lnTo>
                    <a:pt x="1074" y="64"/>
                  </a:lnTo>
                  <a:lnTo>
                    <a:pt x="831" y="295"/>
                  </a:lnTo>
                  <a:lnTo>
                    <a:pt x="831" y="307"/>
                  </a:lnTo>
                  <a:lnTo>
                    <a:pt x="678" y="461"/>
                  </a:lnTo>
                  <a:lnTo>
                    <a:pt x="665" y="461"/>
                  </a:lnTo>
                  <a:lnTo>
                    <a:pt x="0" y="895"/>
                  </a:lnTo>
                  <a:lnTo>
                    <a:pt x="0" y="1496"/>
                  </a:lnTo>
                  <a:lnTo>
                    <a:pt x="652" y="1994"/>
                  </a:lnTo>
                  <a:lnTo>
                    <a:pt x="1368" y="2058"/>
                  </a:lnTo>
                  <a:lnTo>
                    <a:pt x="1329" y="2940"/>
                  </a:lnTo>
                  <a:lnTo>
                    <a:pt x="1444" y="3081"/>
                  </a:lnTo>
                  <a:lnTo>
                    <a:pt x="1828" y="2812"/>
                  </a:lnTo>
                  <a:lnTo>
                    <a:pt x="2173" y="1994"/>
                  </a:lnTo>
                  <a:lnTo>
                    <a:pt x="2774" y="1918"/>
                  </a:lnTo>
                  <a:lnTo>
                    <a:pt x="3106" y="1573"/>
                  </a:lnTo>
                  <a:lnTo>
                    <a:pt x="3400" y="1164"/>
                  </a:lnTo>
                  <a:lnTo>
                    <a:pt x="4154" y="1240"/>
                  </a:lnTo>
                  <a:lnTo>
                    <a:pt x="4793" y="1010"/>
                  </a:lnTo>
                  <a:lnTo>
                    <a:pt x="4921" y="908"/>
                  </a:lnTo>
                  <a:lnTo>
                    <a:pt x="4908" y="819"/>
                  </a:lnTo>
                  <a:lnTo>
                    <a:pt x="4895" y="819"/>
                  </a:lnTo>
                  <a:lnTo>
                    <a:pt x="4742" y="295"/>
                  </a:lnTo>
                  <a:lnTo>
                    <a:pt x="3247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6" name="Google Shape;866;p60"/>
            <p:cNvSpPr/>
            <p:nvPr/>
          </p:nvSpPr>
          <p:spPr>
            <a:xfrm>
              <a:off x="1903425" y="3100775"/>
              <a:ext cx="89825" cy="89175"/>
            </a:xfrm>
            <a:custGeom>
              <a:rect b="b" l="l" r="r" t="t"/>
              <a:pathLst>
                <a:path extrusionOk="0" h="3567" w="3593">
                  <a:moveTo>
                    <a:pt x="3452" y="1"/>
                  </a:moveTo>
                  <a:lnTo>
                    <a:pt x="3349" y="90"/>
                  </a:lnTo>
                  <a:lnTo>
                    <a:pt x="2672" y="333"/>
                  </a:lnTo>
                  <a:lnTo>
                    <a:pt x="1943" y="257"/>
                  </a:lnTo>
                  <a:lnTo>
                    <a:pt x="1675" y="640"/>
                  </a:lnTo>
                  <a:lnTo>
                    <a:pt x="1317" y="1011"/>
                  </a:lnTo>
                  <a:lnTo>
                    <a:pt x="742" y="1087"/>
                  </a:lnTo>
                  <a:lnTo>
                    <a:pt x="384" y="1892"/>
                  </a:lnTo>
                  <a:lnTo>
                    <a:pt x="1" y="2161"/>
                  </a:lnTo>
                  <a:lnTo>
                    <a:pt x="26" y="2225"/>
                  </a:lnTo>
                  <a:lnTo>
                    <a:pt x="397" y="2519"/>
                  </a:lnTo>
                  <a:lnTo>
                    <a:pt x="729" y="3030"/>
                  </a:lnTo>
                  <a:lnTo>
                    <a:pt x="1279" y="3324"/>
                  </a:lnTo>
                  <a:lnTo>
                    <a:pt x="1279" y="3337"/>
                  </a:lnTo>
                  <a:lnTo>
                    <a:pt x="1471" y="3286"/>
                  </a:lnTo>
                  <a:lnTo>
                    <a:pt x="1496" y="3286"/>
                  </a:lnTo>
                  <a:lnTo>
                    <a:pt x="2007" y="3452"/>
                  </a:lnTo>
                  <a:lnTo>
                    <a:pt x="2212" y="3286"/>
                  </a:lnTo>
                  <a:lnTo>
                    <a:pt x="2237" y="3273"/>
                  </a:lnTo>
                  <a:lnTo>
                    <a:pt x="2263" y="3286"/>
                  </a:lnTo>
                  <a:lnTo>
                    <a:pt x="2761" y="3567"/>
                  </a:lnTo>
                  <a:lnTo>
                    <a:pt x="3030" y="3477"/>
                  </a:lnTo>
                  <a:lnTo>
                    <a:pt x="3004" y="2902"/>
                  </a:lnTo>
                  <a:lnTo>
                    <a:pt x="3081" y="2634"/>
                  </a:lnTo>
                  <a:lnTo>
                    <a:pt x="2940" y="2455"/>
                  </a:lnTo>
                  <a:lnTo>
                    <a:pt x="3170" y="2174"/>
                  </a:lnTo>
                  <a:lnTo>
                    <a:pt x="3222" y="1074"/>
                  </a:lnTo>
                  <a:lnTo>
                    <a:pt x="3592" y="550"/>
                  </a:lnTo>
                  <a:lnTo>
                    <a:pt x="3452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7" name="Google Shape;867;p60"/>
            <p:cNvSpPr/>
            <p:nvPr/>
          </p:nvSpPr>
          <p:spPr>
            <a:xfrm>
              <a:off x="2300275" y="4526775"/>
              <a:ext cx="5775" cy="10250"/>
            </a:xfrm>
            <a:custGeom>
              <a:rect b="b" l="l" r="r" t="t"/>
              <a:pathLst>
                <a:path extrusionOk="0" h="410" w="231">
                  <a:moveTo>
                    <a:pt x="0" y="1"/>
                  </a:moveTo>
                  <a:lnTo>
                    <a:pt x="26" y="410"/>
                  </a:lnTo>
                  <a:lnTo>
                    <a:pt x="39" y="333"/>
                  </a:lnTo>
                  <a:lnTo>
                    <a:pt x="230" y="346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8" name="Google Shape;868;p60"/>
            <p:cNvSpPr/>
            <p:nvPr/>
          </p:nvSpPr>
          <p:spPr>
            <a:xfrm>
              <a:off x="1886825" y="3030500"/>
              <a:ext cx="325" cy="25"/>
            </a:xfrm>
            <a:custGeom>
              <a:rect b="b" l="l" r="r" t="t"/>
              <a:pathLst>
                <a:path extrusionOk="0" h="1" w="13">
                  <a:moveTo>
                    <a:pt x="0" y="0"/>
                  </a:moveTo>
                  <a:lnTo>
                    <a:pt x="13" y="0"/>
                  </a:lnTo>
                  <a:lnTo>
                    <a:pt x="1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9" name="Google Shape;869;p60"/>
            <p:cNvSpPr/>
            <p:nvPr/>
          </p:nvSpPr>
          <p:spPr>
            <a:xfrm>
              <a:off x="2656525" y="3433725"/>
              <a:ext cx="17275" cy="18225"/>
            </a:xfrm>
            <a:custGeom>
              <a:rect b="b" l="l" r="r" t="t"/>
              <a:pathLst>
                <a:path extrusionOk="0" h="729" w="691">
                  <a:moveTo>
                    <a:pt x="538" y="0"/>
                  </a:moveTo>
                  <a:lnTo>
                    <a:pt x="346" y="39"/>
                  </a:lnTo>
                  <a:lnTo>
                    <a:pt x="218" y="256"/>
                  </a:lnTo>
                  <a:lnTo>
                    <a:pt x="26" y="588"/>
                  </a:lnTo>
                  <a:lnTo>
                    <a:pt x="1" y="729"/>
                  </a:lnTo>
                  <a:lnTo>
                    <a:pt x="346" y="588"/>
                  </a:lnTo>
                  <a:lnTo>
                    <a:pt x="614" y="256"/>
                  </a:lnTo>
                  <a:lnTo>
                    <a:pt x="691" y="13"/>
                  </a:lnTo>
                  <a:lnTo>
                    <a:pt x="538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0" name="Google Shape;870;p60"/>
            <p:cNvSpPr/>
            <p:nvPr/>
          </p:nvSpPr>
          <p:spPr>
            <a:xfrm>
              <a:off x="2672200" y="3433075"/>
              <a:ext cx="8325" cy="10575"/>
            </a:xfrm>
            <a:custGeom>
              <a:rect b="b" l="l" r="r" t="t"/>
              <a:pathLst>
                <a:path extrusionOk="0" h="423" w="333">
                  <a:moveTo>
                    <a:pt x="294" y="1"/>
                  </a:moveTo>
                  <a:lnTo>
                    <a:pt x="128" y="26"/>
                  </a:lnTo>
                  <a:lnTo>
                    <a:pt x="77" y="192"/>
                  </a:lnTo>
                  <a:lnTo>
                    <a:pt x="0" y="422"/>
                  </a:lnTo>
                  <a:lnTo>
                    <a:pt x="115" y="422"/>
                  </a:lnTo>
                  <a:lnTo>
                    <a:pt x="256" y="205"/>
                  </a:lnTo>
                  <a:lnTo>
                    <a:pt x="332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1" name="Google Shape;871;p60"/>
            <p:cNvSpPr/>
            <p:nvPr/>
          </p:nvSpPr>
          <p:spPr>
            <a:xfrm>
              <a:off x="2676975" y="3423175"/>
              <a:ext cx="7050" cy="6425"/>
            </a:xfrm>
            <a:custGeom>
              <a:rect b="b" l="l" r="r" t="t"/>
              <a:pathLst>
                <a:path extrusionOk="0" h="257" w="282">
                  <a:moveTo>
                    <a:pt x="282" y="1"/>
                  </a:moveTo>
                  <a:lnTo>
                    <a:pt x="39" y="39"/>
                  </a:lnTo>
                  <a:lnTo>
                    <a:pt x="1" y="205"/>
                  </a:lnTo>
                  <a:lnTo>
                    <a:pt x="129" y="256"/>
                  </a:lnTo>
                  <a:lnTo>
                    <a:pt x="244" y="141"/>
                  </a:lnTo>
                  <a:lnTo>
                    <a:pt x="282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2" name="Google Shape;872;p60"/>
            <p:cNvSpPr/>
            <p:nvPr/>
          </p:nvSpPr>
          <p:spPr>
            <a:xfrm>
              <a:off x="2172475" y="3296325"/>
              <a:ext cx="833000" cy="844500"/>
            </a:xfrm>
            <a:custGeom>
              <a:rect b="b" l="l" r="r" t="t"/>
              <a:pathLst>
                <a:path extrusionOk="0" h="33780" w="33320">
                  <a:moveTo>
                    <a:pt x="12423" y="1"/>
                  </a:moveTo>
                  <a:lnTo>
                    <a:pt x="12065" y="39"/>
                  </a:lnTo>
                  <a:lnTo>
                    <a:pt x="12078" y="192"/>
                  </a:lnTo>
                  <a:lnTo>
                    <a:pt x="12078" y="218"/>
                  </a:lnTo>
                  <a:lnTo>
                    <a:pt x="11720" y="576"/>
                  </a:lnTo>
                  <a:lnTo>
                    <a:pt x="11707" y="589"/>
                  </a:lnTo>
                  <a:lnTo>
                    <a:pt x="10813" y="908"/>
                  </a:lnTo>
                  <a:lnTo>
                    <a:pt x="10787" y="908"/>
                  </a:lnTo>
                  <a:lnTo>
                    <a:pt x="10544" y="767"/>
                  </a:lnTo>
                  <a:lnTo>
                    <a:pt x="10212" y="882"/>
                  </a:lnTo>
                  <a:lnTo>
                    <a:pt x="10237" y="1215"/>
                  </a:lnTo>
                  <a:lnTo>
                    <a:pt x="10237" y="1240"/>
                  </a:lnTo>
                  <a:lnTo>
                    <a:pt x="10212" y="1253"/>
                  </a:lnTo>
                  <a:lnTo>
                    <a:pt x="9982" y="1355"/>
                  </a:lnTo>
                  <a:lnTo>
                    <a:pt x="9943" y="1355"/>
                  </a:lnTo>
                  <a:lnTo>
                    <a:pt x="9573" y="1010"/>
                  </a:lnTo>
                  <a:lnTo>
                    <a:pt x="8934" y="985"/>
                  </a:lnTo>
                  <a:lnTo>
                    <a:pt x="8908" y="972"/>
                  </a:lnTo>
                  <a:lnTo>
                    <a:pt x="8895" y="946"/>
                  </a:lnTo>
                  <a:lnTo>
                    <a:pt x="8895" y="793"/>
                  </a:lnTo>
                  <a:lnTo>
                    <a:pt x="8448" y="640"/>
                  </a:lnTo>
                  <a:lnTo>
                    <a:pt x="8857" y="1151"/>
                  </a:lnTo>
                  <a:lnTo>
                    <a:pt x="8857" y="1164"/>
                  </a:lnTo>
                  <a:lnTo>
                    <a:pt x="9049" y="1982"/>
                  </a:lnTo>
                  <a:lnTo>
                    <a:pt x="9049" y="2007"/>
                  </a:lnTo>
                  <a:lnTo>
                    <a:pt x="8959" y="2135"/>
                  </a:lnTo>
                  <a:lnTo>
                    <a:pt x="9471" y="2212"/>
                  </a:lnTo>
                  <a:lnTo>
                    <a:pt x="9496" y="2224"/>
                  </a:lnTo>
                  <a:lnTo>
                    <a:pt x="9496" y="2263"/>
                  </a:lnTo>
                  <a:lnTo>
                    <a:pt x="9483" y="2493"/>
                  </a:lnTo>
                  <a:lnTo>
                    <a:pt x="9483" y="2518"/>
                  </a:lnTo>
                  <a:lnTo>
                    <a:pt x="9458" y="2531"/>
                  </a:lnTo>
                  <a:lnTo>
                    <a:pt x="8947" y="2633"/>
                  </a:lnTo>
                  <a:lnTo>
                    <a:pt x="8627" y="3106"/>
                  </a:lnTo>
                  <a:lnTo>
                    <a:pt x="8614" y="3119"/>
                  </a:lnTo>
                  <a:lnTo>
                    <a:pt x="8576" y="3119"/>
                  </a:lnTo>
                  <a:lnTo>
                    <a:pt x="8563" y="3106"/>
                  </a:lnTo>
                  <a:lnTo>
                    <a:pt x="8474" y="3004"/>
                  </a:lnTo>
                  <a:lnTo>
                    <a:pt x="8180" y="3170"/>
                  </a:lnTo>
                  <a:lnTo>
                    <a:pt x="7541" y="3681"/>
                  </a:lnTo>
                  <a:lnTo>
                    <a:pt x="7515" y="3694"/>
                  </a:lnTo>
                  <a:lnTo>
                    <a:pt x="7502" y="3681"/>
                  </a:lnTo>
                  <a:lnTo>
                    <a:pt x="7490" y="3669"/>
                  </a:lnTo>
                  <a:lnTo>
                    <a:pt x="7490" y="3656"/>
                  </a:lnTo>
                  <a:lnTo>
                    <a:pt x="7438" y="3324"/>
                  </a:lnTo>
                  <a:lnTo>
                    <a:pt x="6927" y="3541"/>
                  </a:lnTo>
                  <a:lnTo>
                    <a:pt x="6914" y="3554"/>
                  </a:lnTo>
                  <a:lnTo>
                    <a:pt x="6889" y="3541"/>
                  </a:lnTo>
                  <a:lnTo>
                    <a:pt x="6327" y="3119"/>
                  </a:lnTo>
                  <a:lnTo>
                    <a:pt x="6160" y="3183"/>
                  </a:lnTo>
                  <a:lnTo>
                    <a:pt x="6135" y="3170"/>
                  </a:lnTo>
                  <a:lnTo>
                    <a:pt x="6109" y="3145"/>
                  </a:lnTo>
                  <a:lnTo>
                    <a:pt x="6045" y="2748"/>
                  </a:lnTo>
                  <a:lnTo>
                    <a:pt x="5777" y="2391"/>
                  </a:lnTo>
                  <a:lnTo>
                    <a:pt x="5470" y="2659"/>
                  </a:lnTo>
                  <a:lnTo>
                    <a:pt x="5445" y="2672"/>
                  </a:lnTo>
                  <a:lnTo>
                    <a:pt x="5419" y="2659"/>
                  </a:lnTo>
                  <a:lnTo>
                    <a:pt x="5266" y="2493"/>
                  </a:lnTo>
                  <a:lnTo>
                    <a:pt x="5202" y="2672"/>
                  </a:lnTo>
                  <a:lnTo>
                    <a:pt x="5189" y="2697"/>
                  </a:lnTo>
                  <a:lnTo>
                    <a:pt x="5164" y="2697"/>
                  </a:lnTo>
                  <a:lnTo>
                    <a:pt x="3911" y="2621"/>
                  </a:lnTo>
                  <a:lnTo>
                    <a:pt x="3809" y="2685"/>
                  </a:lnTo>
                  <a:lnTo>
                    <a:pt x="3770" y="3145"/>
                  </a:lnTo>
                  <a:lnTo>
                    <a:pt x="4269" y="3196"/>
                  </a:lnTo>
                  <a:lnTo>
                    <a:pt x="4282" y="3209"/>
                  </a:lnTo>
                  <a:lnTo>
                    <a:pt x="4294" y="3221"/>
                  </a:lnTo>
                  <a:lnTo>
                    <a:pt x="4384" y="3605"/>
                  </a:lnTo>
                  <a:lnTo>
                    <a:pt x="4384" y="3630"/>
                  </a:lnTo>
                  <a:lnTo>
                    <a:pt x="4371" y="3643"/>
                  </a:lnTo>
                  <a:lnTo>
                    <a:pt x="4346" y="3656"/>
                  </a:lnTo>
                  <a:lnTo>
                    <a:pt x="4333" y="3643"/>
                  </a:lnTo>
                  <a:lnTo>
                    <a:pt x="3975" y="3503"/>
                  </a:lnTo>
                  <a:lnTo>
                    <a:pt x="3591" y="3618"/>
                  </a:lnTo>
                  <a:lnTo>
                    <a:pt x="3553" y="4244"/>
                  </a:lnTo>
                  <a:lnTo>
                    <a:pt x="3924" y="4499"/>
                  </a:lnTo>
                  <a:lnTo>
                    <a:pt x="3937" y="4512"/>
                  </a:lnTo>
                  <a:lnTo>
                    <a:pt x="3937" y="4538"/>
                  </a:lnTo>
                  <a:lnTo>
                    <a:pt x="3898" y="4768"/>
                  </a:lnTo>
                  <a:lnTo>
                    <a:pt x="4090" y="5023"/>
                  </a:lnTo>
                  <a:lnTo>
                    <a:pt x="4090" y="5049"/>
                  </a:lnTo>
                  <a:lnTo>
                    <a:pt x="3476" y="7810"/>
                  </a:lnTo>
                  <a:lnTo>
                    <a:pt x="3464" y="7822"/>
                  </a:lnTo>
                  <a:lnTo>
                    <a:pt x="3438" y="7835"/>
                  </a:lnTo>
                  <a:lnTo>
                    <a:pt x="3208" y="7835"/>
                  </a:lnTo>
                  <a:lnTo>
                    <a:pt x="3183" y="7822"/>
                  </a:lnTo>
                  <a:lnTo>
                    <a:pt x="2965" y="7631"/>
                  </a:lnTo>
                  <a:lnTo>
                    <a:pt x="2531" y="7861"/>
                  </a:lnTo>
                  <a:lnTo>
                    <a:pt x="2518" y="7861"/>
                  </a:lnTo>
                  <a:lnTo>
                    <a:pt x="1687" y="8040"/>
                  </a:lnTo>
                  <a:lnTo>
                    <a:pt x="946" y="8500"/>
                  </a:lnTo>
                  <a:lnTo>
                    <a:pt x="677" y="9305"/>
                  </a:lnTo>
                  <a:lnTo>
                    <a:pt x="754" y="9548"/>
                  </a:lnTo>
                  <a:lnTo>
                    <a:pt x="754" y="9573"/>
                  </a:lnTo>
                  <a:lnTo>
                    <a:pt x="741" y="9599"/>
                  </a:lnTo>
                  <a:lnTo>
                    <a:pt x="230" y="9893"/>
                  </a:lnTo>
                  <a:lnTo>
                    <a:pt x="230" y="10366"/>
                  </a:lnTo>
                  <a:lnTo>
                    <a:pt x="230" y="10391"/>
                  </a:lnTo>
                  <a:lnTo>
                    <a:pt x="205" y="10404"/>
                  </a:lnTo>
                  <a:lnTo>
                    <a:pt x="0" y="10417"/>
                  </a:lnTo>
                  <a:lnTo>
                    <a:pt x="0" y="10583"/>
                  </a:lnTo>
                  <a:lnTo>
                    <a:pt x="166" y="10736"/>
                  </a:lnTo>
                  <a:lnTo>
                    <a:pt x="179" y="10749"/>
                  </a:lnTo>
                  <a:lnTo>
                    <a:pt x="179" y="10762"/>
                  </a:lnTo>
                  <a:lnTo>
                    <a:pt x="153" y="10954"/>
                  </a:lnTo>
                  <a:lnTo>
                    <a:pt x="856" y="11810"/>
                  </a:lnTo>
                  <a:lnTo>
                    <a:pt x="869" y="11835"/>
                  </a:lnTo>
                  <a:lnTo>
                    <a:pt x="856" y="11861"/>
                  </a:lnTo>
                  <a:lnTo>
                    <a:pt x="652" y="12129"/>
                  </a:lnTo>
                  <a:lnTo>
                    <a:pt x="1342" y="12168"/>
                  </a:lnTo>
                  <a:lnTo>
                    <a:pt x="1368" y="12181"/>
                  </a:lnTo>
                  <a:lnTo>
                    <a:pt x="1380" y="12193"/>
                  </a:lnTo>
                  <a:lnTo>
                    <a:pt x="1457" y="12564"/>
                  </a:lnTo>
                  <a:lnTo>
                    <a:pt x="2173" y="12666"/>
                  </a:lnTo>
                  <a:lnTo>
                    <a:pt x="2748" y="12142"/>
                  </a:lnTo>
                  <a:lnTo>
                    <a:pt x="2774" y="12129"/>
                  </a:lnTo>
                  <a:lnTo>
                    <a:pt x="2799" y="12129"/>
                  </a:lnTo>
                  <a:lnTo>
                    <a:pt x="2812" y="12142"/>
                  </a:lnTo>
                  <a:lnTo>
                    <a:pt x="2812" y="12168"/>
                  </a:lnTo>
                  <a:lnTo>
                    <a:pt x="2748" y="13420"/>
                  </a:lnTo>
                  <a:lnTo>
                    <a:pt x="2991" y="13561"/>
                  </a:lnTo>
                  <a:lnTo>
                    <a:pt x="3374" y="13420"/>
                  </a:lnTo>
                  <a:lnTo>
                    <a:pt x="3387" y="13407"/>
                  </a:lnTo>
                  <a:lnTo>
                    <a:pt x="4333" y="13535"/>
                  </a:lnTo>
                  <a:lnTo>
                    <a:pt x="4346" y="13548"/>
                  </a:lnTo>
                  <a:lnTo>
                    <a:pt x="4358" y="13561"/>
                  </a:lnTo>
                  <a:lnTo>
                    <a:pt x="4422" y="13663"/>
                  </a:lnTo>
                  <a:lnTo>
                    <a:pt x="4908" y="13216"/>
                  </a:lnTo>
                  <a:lnTo>
                    <a:pt x="4933" y="13203"/>
                  </a:lnTo>
                  <a:lnTo>
                    <a:pt x="5253" y="13229"/>
                  </a:lnTo>
                  <a:lnTo>
                    <a:pt x="6199" y="12577"/>
                  </a:lnTo>
                  <a:lnTo>
                    <a:pt x="6212" y="12577"/>
                  </a:lnTo>
                  <a:lnTo>
                    <a:pt x="7196" y="12462"/>
                  </a:lnTo>
                  <a:lnTo>
                    <a:pt x="7221" y="12474"/>
                  </a:lnTo>
                  <a:lnTo>
                    <a:pt x="7234" y="12500"/>
                  </a:lnTo>
                  <a:lnTo>
                    <a:pt x="7336" y="12935"/>
                  </a:lnTo>
                  <a:lnTo>
                    <a:pt x="7336" y="12947"/>
                  </a:lnTo>
                  <a:lnTo>
                    <a:pt x="7323" y="12973"/>
                  </a:lnTo>
                  <a:lnTo>
                    <a:pt x="7145" y="13165"/>
                  </a:lnTo>
                  <a:lnTo>
                    <a:pt x="7323" y="13574"/>
                  </a:lnTo>
                  <a:lnTo>
                    <a:pt x="7323" y="13586"/>
                  </a:lnTo>
                  <a:lnTo>
                    <a:pt x="7323" y="13612"/>
                  </a:lnTo>
                  <a:lnTo>
                    <a:pt x="7183" y="13842"/>
                  </a:lnTo>
                  <a:lnTo>
                    <a:pt x="7541" y="14481"/>
                  </a:lnTo>
                  <a:lnTo>
                    <a:pt x="7886" y="14660"/>
                  </a:lnTo>
                  <a:lnTo>
                    <a:pt x="7899" y="14686"/>
                  </a:lnTo>
                  <a:lnTo>
                    <a:pt x="8001" y="14890"/>
                  </a:lnTo>
                  <a:lnTo>
                    <a:pt x="8384" y="14928"/>
                  </a:lnTo>
                  <a:lnTo>
                    <a:pt x="8486" y="14813"/>
                  </a:lnTo>
                  <a:lnTo>
                    <a:pt x="8512" y="14801"/>
                  </a:lnTo>
                  <a:lnTo>
                    <a:pt x="8538" y="14801"/>
                  </a:lnTo>
                  <a:lnTo>
                    <a:pt x="9087" y="15018"/>
                  </a:lnTo>
                  <a:lnTo>
                    <a:pt x="9100" y="15043"/>
                  </a:lnTo>
                  <a:lnTo>
                    <a:pt x="9317" y="15414"/>
                  </a:lnTo>
                  <a:lnTo>
                    <a:pt x="9854" y="15491"/>
                  </a:lnTo>
                  <a:lnTo>
                    <a:pt x="9880" y="15491"/>
                  </a:lnTo>
                  <a:lnTo>
                    <a:pt x="9892" y="15516"/>
                  </a:lnTo>
                  <a:lnTo>
                    <a:pt x="10033" y="15887"/>
                  </a:lnTo>
                  <a:lnTo>
                    <a:pt x="10749" y="15900"/>
                  </a:lnTo>
                  <a:lnTo>
                    <a:pt x="10774" y="15900"/>
                  </a:lnTo>
                  <a:lnTo>
                    <a:pt x="11273" y="16194"/>
                  </a:lnTo>
                  <a:lnTo>
                    <a:pt x="11285" y="16206"/>
                  </a:lnTo>
                  <a:lnTo>
                    <a:pt x="11285" y="16232"/>
                  </a:lnTo>
                  <a:lnTo>
                    <a:pt x="11234" y="16488"/>
                  </a:lnTo>
                  <a:lnTo>
                    <a:pt x="11400" y="16884"/>
                  </a:lnTo>
                  <a:lnTo>
                    <a:pt x="11400" y="16897"/>
                  </a:lnTo>
                  <a:lnTo>
                    <a:pt x="11413" y="17293"/>
                  </a:lnTo>
                  <a:lnTo>
                    <a:pt x="11400" y="17318"/>
                  </a:lnTo>
                  <a:lnTo>
                    <a:pt x="11375" y="17331"/>
                  </a:lnTo>
                  <a:lnTo>
                    <a:pt x="11158" y="17318"/>
                  </a:lnTo>
                  <a:lnTo>
                    <a:pt x="11439" y="17676"/>
                  </a:lnTo>
                  <a:lnTo>
                    <a:pt x="11452" y="17702"/>
                  </a:lnTo>
                  <a:lnTo>
                    <a:pt x="11413" y="18277"/>
                  </a:lnTo>
                  <a:lnTo>
                    <a:pt x="12883" y="18366"/>
                  </a:lnTo>
                  <a:lnTo>
                    <a:pt x="12909" y="18379"/>
                  </a:lnTo>
                  <a:lnTo>
                    <a:pt x="12921" y="18405"/>
                  </a:lnTo>
                  <a:lnTo>
                    <a:pt x="12934" y="18584"/>
                  </a:lnTo>
                  <a:lnTo>
                    <a:pt x="12934" y="18609"/>
                  </a:lnTo>
                  <a:lnTo>
                    <a:pt x="12755" y="18865"/>
                  </a:lnTo>
                  <a:lnTo>
                    <a:pt x="12832" y="19248"/>
                  </a:lnTo>
                  <a:lnTo>
                    <a:pt x="13024" y="19504"/>
                  </a:lnTo>
                  <a:lnTo>
                    <a:pt x="13279" y="19517"/>
                  </a:lnTo>
                  <a:lnTo>
                    <a:pt x="13292" y="19517"/>
                  </a:lnTo>
                  <a:lnTo>
                    <a:pt x="13305" y="19542"/>
                  </a:lnTo>
                  <a:lnTo>
                    <a:pt x="13522" y="20079"/>
                  </a:lnTo>
                  <a:lnTo>
                    <a:pt x="13535" y="20092"/>
                  </a:lnTo>
                  <a:lnTo>
                    <a:pt x="13522" y="20117"/>
                  </a:lnTo>
                  <a:lnTo>
                    <a:pt x="13203" y="20667"/>
                  </a:lnTo>
                  <a:lnTo>
                    <a:pt x="13318" y="20846"/>
                  </a:lnTo>
                  <a:lnTo>
                    <a:pt x="13318" y="20859"/>
                  </a:lnTo>
                  <a:lnTo>
                    <a:pt x="13318" y="20884"/>
                  </a:lnTo>
                  <a:lnTo>
                    <a:pt x="12972" y="21434"/>
                  </a:lnTo>
                  <a:lnTo>
                    <a:pt x="13151" y="21613"/>
                  </a:lnTo>
                  <a:lnTo>
                    <a:pt x="13151" y="21625"/>
                  </a:lnTo>
                  <a:lnTo>
                    <a:pt x="13164" y="21651"/>
                  </a:lnTo>
                  <a:lnTo>
                    <a:pt x="13151" y="21664"/>
                  </a:lnTo>
                  <a:lnTo>
                    <a:pt x="13139" y="21676"/>
                  </a:lnTo>
                  <a:lnTo>
                    <a:pt x="12845" y="21792"/>
                  </a:lnTo>
                  <a:lnTo>
                    <a:pt x="12819" y="21894"/>
                  </a:lnTo>
                  <a:lnTo>
                    <a:pt x="12998" y="22341"/>
                  </a:lnTo>
                  <a:lnTo>
                    <a:pt x="13011" y="22367"/>
                  </a:lnTo>
                  <a:lnTo>
                    <a:pt x="12870" y="23517"/>
                  </a:lnTo>
                  <a:lnTo>
                    <a:pt x="13739" y="23683"/>
                  </a:lnTo>
                  <a:lnTo>
                    <a:pt x="13969" y="23517"/>
                  </a:lnTo>
                  <a:lnTo>
                    <a:pt x="13995" y="23504"/>
                  </a:lnTo>
                  <a:lnTo>
                    <a:pt x="14021" y="23517"/>
                  </a:lnTo>
                  <a:lnTo>
                    <a:pt x="14238" y="23734"/>
                  </a:lnTo>
                  <a:lnTo>
                    <a:pt x="14493" y="23760"/>
                  </a:lnTo>
                  <a:lnTo>
                    <a:pt x="14506" y="23760"/>
                  </a:lnTo>
                  <a:lnTo>
                    <a:pt x="14519" y="23785"/>
                  </a:lnTo>
                  <a:lnTo>
                    <a:pt x="14787" y="25255"/>
                  </a:lnTo>
                  <a:lnTo>
                    <a:pt x="15439" y="25153"/>
                  </a:lnTo>
                  <a:lnTo>
                    <a:pt x="15452" y="25166"/>
                  </a:lnTo>
                  <a:lnTo>
                    <a:pt x="15478" y="25178"/>
                  </a:lnTo>
                  <a:lnTo>
                    <a:pt x="15682" y="25600"/>
                  </a:lnTo>
                  <a:lnTo>
                    <a:pt x="15682" y="25626"/>
                  </a:lnTo>
                  <a:lnTo>
                    <a:pt x="15311" y="26776"/>
                  </a:lnTo>
                  <a:lnTo>
                    <a:pt x="15311" y="26776"/>
                  </a:lnTo>
                  <a:lnTo>
                    <a:pt x="15733" y="26750"/>
                  </a:lnTo>
                  <a:lnTo>
                    <a:pt x="15759" y="26750"/>
                  </a:lnTo>
                  <a:lnTo>
                    <a:pt x="15784" y="26776"/>
                  </a:lnTo>
                  <a:lnTo>
                    <a:pt x="15938" y="27351"/>
                  </a:lnTo>
                  <a:lnTo>
                    <a:pt x="15938" y="27364"/>
                  </a:lnTo>
                  <a:lnTo>
                    <a:pt x="15746" y="28118"/>
                  </a:lnTo>
                  <a:lnTo>
                    <a:pt x="15746" y="28131"/>
                  </a:lnTo>
                  <a:lnTo>
                    <a:pt x="15733" y="28143"/>
                  </a:lnTo>
                  <a:lnTo>
                    <a:pt x="14749" y="28514"/>
                  </a:lnTo>
                  <a:lnTo>
                    <a:pt x="14212" y="28910"/>
                  </a:lnTo>
                  <a:lnTo>
                    <a:pt x="14212" y="29064"/>
                  </a:lnTo>
                  <a:lnTo>
                    <a:pt x="14199" y="29089"/>
                  </a:lnTo>
                  <a:lnTo>
                    <a:pt x="14174" y="29102"/>
                  </a:lnTo>
                  <a:lnTo>
                    <a:pt x="13995" y="29102"/>
                  </a:lnTo>
                  <a:lnTo>
                    <a:pt x="13369" y="29792"/>
                  </a:lnTo>
                  <a:lnTo>
                    <a:pt x="13049" y="30188"/>
                  </a:lnTo>
                  <a:lnTo>
                    <a:pt x="13036" y="30201"/>
                  </a:lnTo>
                  <a:lnTo>
                    <a:pt x="13011" y="30201"/>
                  </a:lnTo>
                  <a:lnTo>
                    <a:pt x="12845" y="30188"/>
                  </a:lnTo>
                  <a:lnTo>
                    <a:pt x="12781" y="30431"/>
                  </a:lnTo>
                  <a:lnTo>
                    <a:pt x="12781" y="30457"/>
                  </a:lnTo>
                  <a:lnTo>
                    <a:pt x="12755" y="30457"/>
                  </a:lnTo>
                  <a:lnTo>
                    <a:pt x="12666" y="30508"/>
                  </a:lnTo>
                  <a:lnTo>
                    <a:pt x="12845" y="30585"/>
                  </a:lnTo>
                  <a:lnTo>
                    <a:pt x="12985" y="30406"/>
                  </a:lnTo>
                  <a:lnTo>
                    <a:pt x="12998" y="30406"/>
                  </a:lnTo>
                  <a:lnTo>
                    <a:pt x="13011" y="30393"/>
                  </a:lnTo>
                  <a:lnTo>
                    <a:pt x="13203" y="30418"/>
                  </a:lnTo>
                  <a:lnTo>
                    <a:pt x="13228" y="30431"/>
                  </a:lnTo>
                  <a:lnTo>
                    <a:pt x="13739" y="31045"/>
                  </a:lnTo>
                  <a:lnTo>
                    <a:pt x="13752" y="31083"/>
                  </a:lnTo>
                  <a:lnTo>
                    <a:pt x="13714" y="31275"/>
                  </a:lnTo>
                  <a:lnTo>
                    <a:pt x="13778" y="31326"/>
                  </a:lnTo>
                  <a:lnTo>
                    <a:pt x="14008" y="31121"/>
                  </a:lnTo>
                  <a:lnTo>
                    <a:pt x="14021" y="31109"/>
                  </a:lnTo>
                  <a:lnTo>
                    <a:pt x="14046" y="31109"/>
                  </a:lnTo>
                  <a:lnTo>
                    <a:pt x="14059" y="31121"/>
                  </a:lnTo>
                  <a:lnTo>
                    <a:pt x="14072" y="31134"/>
                  </a:lnTo>
                  <a:lnTo>
                    <a:pt x="14238" y="31479"/>
                  </a:lnTo>
                  <a:lnTo>
                    <a:pt x="14787" y="31799"/>
                  </a:lnTo>
                  <a:lnTo>
                    <a:pt x="14800" y="31811"/>
                  </a:lnTo>
                  <a:lnTo>
                    <a:pt x="14902" y="32105"/>
                  </a:lnTo>
                  <a:lnTo>
                    <a:pt x="15120" y="32093"/>
                  </a:lnTo>
                  <a:lnTo>
                    <a:pt x="15132" y="32105"/>
                  </a:lnTo>
                  <a:lnTo>
                    <a:pt x="15145" y="32118"/>
                  </a:lnTo>
                  <a:lnTo>
                    <a:pt x="15452" y="32693"/>
                  </a:lnTo>
                  <a:lnTo>
                    <a:pt x="15720" y="32872"/>
                  </a:lnTo>
                  <a:lnTo>
                    <a:pt x="15810" y="32783"/>
                  </a:lnTo>
                  <a:lnTo>
                    <a:pt x="16002" y="32527"/>
                  </a:lnTo>
                  <a:lnTo>
                    <a:pt x="16027" y="32655"/>
                  </a:lnTo>
                  <a:lnTo>
                    <a:pt x="16078" y="32783"/>
                  </a:lnTo>
                  <a:lnTo>
                    <a:pt x="16040" y="32911"/>
                  </a:lnTo>
                  <a:lnTo>
                    <a:pt x="15861" y="33141"/>
                  </a:lnTo>
                  <a:lnTo>
                    <a:pt x="15720" y="32962"/>
                  </a:lnTo>
                  <a:lnTo>
                    <a:pt x="15311" y="33294"/>
                  </a:lnTo>
                  <a:lnTo>
                    <a:pt x="15311" y="33677"/>
                  </a:lnTo>
                  <a:lnTo>
                    <a:pt x="15414" y="33780"/>
                  </a:lnTo>
                  <a:lnTo>
                    <a:pt x="16078" y="33307"/>
                  </a:lnTo>
                  <a:lnTo>
                    <a:pt x="16283" y="32706"/>
                  </a:lnTo>
                  <a:lnTo>
                    <a:pt x="16653" y="32438"/>
                  </a:lnTo>
                  <a:lnTo>
                    <a:pt x="17343" y="32003"/>
                  </a:lnTo>
                  <a:lnTo>
                    <a:pt x="18072" y="31070"/>
                  </a:lnTo>
                  <a:lnTo>
                    <a:pt x="18583" y="30316"/>
                  </a:lnTo>
                  <a:lnTo>
                    <a:pt x="19222" y="29792"/>
                  </a:lnTo>
                  <a:lnTo>
                    <a:pt x="19286" y="29652"/>
                  </a:lnTo>
                  <a:lnTo>
                    <a:pt x="19388" y="29588"/>
                  </a:lnTo>
                  <a:lnTo>
                    <a:pt x="19606" y="29140"/>
                  </a:lnTo>
                  <a:lnTo>
                    <a:pt x="19606" y="28961"/>
                  </a:lnTo>
                  <a:lnTo>
                    <a:pt x="19606" y="28757"/>
                  </a:lnTo>
                  <a:lnTo>
                    <a:pt x="19708" y="28552"/>
                  </a:lnTo>
                  <a:lnTo>
                    <a:pt x="19695" y="28348"/>
                  </a:lnTo>
                  <a:lnTo>
                    <a:pt x="19657" y="28169"/>
                  </a:lnTo>
                  <a:lnTo>
                    <a:pt x="19823" y="27926"/>
                  </a:lnTo>
                  <a:lnTo>
                    <a:pt x="19797" y="27492"/>
                  </a:lnTo>
                  <a:lnTo>
                    <a:pt x="20002" y="27313"/>
                  </a:lnTo>
                  <a:lnTo>
                    <a:pt x="19861" y="27198"/>
                  </a:lnTo>
                  <a:lnTo>
                    <a:pt x="20168" y="27032"/>
                  </a:lnTo>
                  <a:lnTo>
                    <a:pt x="20194" y="27172"/>
                  </a:lnTo>
                  <a:lnTo>
                    <a:pt x="20436" y="26942"/>
                  </a:lnTo>
                  <a:lnTo>
                    <a:pt x="20513" y="26725"/>
                  </a:lnTo>
                  <a:lnTo>
                    <a:pt x="21037" y="26533"/>
                  </a:lnTo>
                  <a:lnTo>
                    <a:pt x="21523" y="26188"/>
                  </a:lnTo>
                  <a:lnTo>
                    <a:pt x="22226" y="25984"/>
                  </a:lnTo>
                  <a:lnTo>
                    <a:pt x="22584" y="26175"/>
                  </a:lnTo>
                  <a:lnTo>
                    <a:pt x="22711" y="26073"/>
                  </a:lnTo>
                  <a:lnTo>
                    <a:pt x="22584" y="25920"/>
                  </a:lnTo>
                  <a:lnTo>
                    <a:pt x="22967" y="25779"/>
                  </a:lnTo>
                  <a:lnTo>
                    <a:pt x="23248" y="25766"/>
                  </a:lnTo>
                  <a:lnTo>
                    <a:pt x="23235" y="25523"/>
                  </a:lnTo>
                  <a:lnTo>
                    <a:pt x="23491" y="25485"/>
                  </a:lnTo>
                  <a:lnTo>
                    <a:pt x="23555" y="25651"/>
                  </a:lnTo>
                  <a:lnTo>
                    <a:pt x="23836" y="25511"/>
                  </a:lnTo>
                  <a:lnTo>
                    <a:pt x="24092" y="25677"/>
                  </a:lnTo>
                  <a:lnTo>
                    <a:pt x="25101" y="25702"/>
                  </a:lnTo>
                  <a:lnTo>
                    <a:pt x="25331" y="25805"/>
                  </a:lnTo>
                  <a:lnTo>
                    <a:pt x="25434" y="25600"/>
                  </a:lnTo>
                  <a:lnTo>
                    <a:pt x="25370" y="25421"/>
                  </a:lnTo>
                  <a:lnTo>
                    <a:pt x="25753" y="25204"/>
                  </a:lnTo>
                  <a:lnTo>
                    <a:pt x="26277" y="25140"/>
                  </a:lnTo>
                  <a:lnTo>
                    <a:pt x="26200" y="24667"/>
                  </a:lnTo>
                  <a:lnTo>
                    <a:pt x="26699" y="24118"/>
                  </a:lnTo>
                  <a:lnTo>
                    <a:pt x="26916" y="23990"/>
                  </a:lnTo>
                  <a:lnTo>
                    <a:pt x="27312" y="23376"/>
                  </a:lnTo>
                  <a:lnTo>
                    <a:pt x="27645" y="23185"/>
                  </a:lnTo>
                  <a:lnTo>
                    <a:pt x="27709" y="22635"/>
                  </a:lnTo>
                  <a:lnTo>
                    <a:pt x="27798" y="22200"/>
                  </a:lnTo>
                  <a:lnTo>
                    <a:pt x="28297" y="21766"/>
                  </a:lnTo>
                  <a:lnTo>
                    <a:pt x="28527" y="21050"/>
                  </a:lnTo>
                  <a:lnTo>
                    <a:pt x="28846" y="20219"/>
                  </a:lnTo>
                  <a:lnTo>
                    <a:pt x="28884" y="19031"/>
                  </a:lnTo>
                  <a:lnTo>
                    <a:pt x="29089" y="18571"/>
                  </a:lnTo>
                  <a:lnTo>
                    <a:pt x="28987" y="18315"/>
                  </a:lnTo>
                  <a:lnTo>
                    <a:pt x="29140" y="18175"/>
                  </a:lnTo>
                  <a:lnTo>
                    <a:pt x="29076" y="17970"/>
                  </a:lnTo>
                  <a:lnTo>
                    <a:pt x="29332" y="17638"/>
                  </a:lnTo>
                  <a:lnTo>
                    <a:pt x="29319" y="17421"/>
                  </a:lnTo>
                  <a:lnTo>
                    <a:pt x="29549" y="17408"/>
                  </a:lnTo>
                  <a:lnTo>
                    <a:pt x="29549" y="17689"/>
                  </a:lnTo>
                  <a:lnTo>
                    <a:pt x="29741" y="17702"/>
                  </a:lnTo>
                  <a:lnTo>
                    <a:pt x="30712" y="16705"/>
                  </a:lnTo>
                  <a:lnTo>
                    <a:pt x="30738" y="16449"/>
                  </a:lnTo>
                  <a:lnTo>
                    <a:pt x="30891" y="16321"/>
                  </a:lnTo>
                  <a:lnTo>
                    <a:pt x="30980" y="16104"/>
                  </a:lnTo>
                  <a:lnTo>
                    <a:pt x="31185" y="16040"/>
                  </a:lnTo>
                  <a:lnTo>
                    <a:pt x="31645" y="15861"/>
                  </a:lnTo>
                  <a:lnTo>
                    <a:pt x="32156" y="15350"/>
                  </a:lnTo>
                  <a:lnTo>
                    <a:pt x="32131" y="15171"/>
                  </a:lnTo>
                  <a:lnTo>
                    <a:pt x="32374" y="15222"/>
                  </a:lnTo>
                  <a:lnTo>
                    <a:pt x="32949" y="14570"/>
                  </a:lnTo>
                  <a:lnTo>
                    <a:pt x="33153" y="14021"/>
                  </a:lnTo>
                  <a:lnTo>
                    <a:pt x="33319" y="13574"/>
                  </a:lnTo>
                  <a:lnTo>
                    <a:pt x="33307" y="13011"/>
                  </a:lnTo>
                  <a:lnTo>
                    <a:pt x="33230" y="12091"/>
                  </a:lnTo>
                  <a:lnTo>
                    <a:pt x="33255" y="11810"/>
                  </a:lnTo>
                  <a:lnTo>
                    <a:pt x="33013" y="11414"/>
                  </a:lnTo>
                  <a:lnTo>
                    <a:pt x="32604" y="11248"/>
                  </a:lnTo>
                  <a:lnTo>
                    <a:pt x="32156" y="11209"/>
                  </a:lnTo>
                  <a:lnTo>
                    <a:pt x="31798" y="10992"/>
                  </a:lnTo>
                  <a:lnTo>
                    <a:pt x="31683" y="10954"/>
                  </a:lnTo>
                  <a:lnTo>
                    <a:pt x="31108" y="10366"/>
                  </a:lnTo>
                  <a:lnTo>
                    <a:pt x="30712" y="9752"/>
                  </a:lnTo>
                  <a:lnTo>
                    <a:pt x="30559" y="9701"/>
                  </a:lnTo>
                  <a:lnTo>
                    <a:pt x="29626" y="8883"/>
                  </a:lnTo>
                  <a:lnTo>
                    <a:pt x="29204" y="8640"/>
                  </a:lnTo>
                  <a:lnTo>
                    <a:pt x="28514" y="8602"/>
                  </a:lnTo>
                  <a:lnTo>
                    <a:pt x="28360" y="8717"/>
                  </a:lnTo>
                  <a:lnTo>
                    <a:pt x="27836" y="8423"/>
                  </a:lnTo>
                  <a:lnTo>
                    <a:pt x="27402" y="8385"/>
                  </a:lnTo>
                  <a:lnTo>
                    <a:pt x="26712" y="7912"/>
                  </a:lnTo>
                  <a:lnTo>
                    <a:pt x="25970" y="8167"/>
                  </a:lnTo>
                  <a:lnTo>
                    <a:pt x="25970" y="8167"/>
                  </a:lnTo>
                  <a:lnTo>
                    <a:pt x="26060" y="7912"/>
                  </a:lnTo>
                  <a:lnTo>
                    <a:pt x="25779" y="7886"/>
                  </a:lnTo>
                  <a:lnTo>
                    <a:pt x="25600" y="8180"/>
                  </a:lnTo>
                  <a:lnTo>
                    <a:pt x="25536" y="7912"/>
                  </a:lnTo>
                  <a:lnTo>
                    <a:pt x="25791" y="7656"/>
                  </a:lnTo>
                  <a:lnTo>
                    <a:pt x="25395" y="7043"/>
                  </a:lnTo>
                  <a:lnTo>
                    <a:pt x="25127" y="6915"/>
                  </a:lnTo>
                  <a:lnTo>
                    <a:pt x="25012" y="7068"/>
                  </a:lnTo>
                  <a:lnTo>
                    <a:pt x="24398" y="6493"/>
                  </a:lnTo>
                  <a:lnTo>
                    <a:pt x="23951" y="6365"/>
                  </a:lnTo>
                  <a:lnTo>
                    <a:pt x="23657" y="6033"/>
                  </a:lnTo>
                  <a:lnTo>
                    <a:pt x="22916" y="5905"/>
                  </a:lnTo>
                  <a:lnTo>
                    <a:pt x="22558" y="6020"/>
                  </a:lnTo>
                  <a:lnTo>
                    <a:pt x="22366" y="6289"/>
                  </a:lnTo>
                  <a:lnTo>
                    <a:pt x="22405" y="6557"/>
                  </a:lnTo>
                  <a:lnTo>
                    <a:pt x="22085" y="6519"/>
                  </a:lnTo>
                  <a:lnTo>
                    <a:pt x="21829" y="6787"/>
                  </a:lnTo>
                  <a:lnTo>
                    <a:pt x="21599" y="6864"/>
                  </a:lnTo>
                  <a:lnTo>
                    <a:pt x="21331" y="7158"/>
                  </a:lnTo>
                  <a:lnTo>
                    <a:pt x="21484" y="6710"/>
                  </a:lnTo>
                  <a:lnTo>
                    <a:pt x="21088" y="6736"/>
                  </a:lnTo>
                  <a:lnTo>
                    <a:pt x="20705" y="6634"/>
                  </a:lnTo>
                  <a:lnTo>
                    <a:pt x="21331" y="6595"/>
                  </a:lnTo>
                  <a:lnTo>
                    <a:pt x="21523" y="6506"/>
                  </a:lnTo>
                  <a:lnTo>
                    <a:pt x="21829" y="6519"/>
                  </a:lnTo>
                  <a:lnTo>
                    <a:pt x="22021" y="6378"/>
                  </a:lnTo>
                  <a:lnTo>
                    <a:pt x="22136" y="6135"/>
                  </a:lnTo>
                  <a:lnTo>
                    <a:pt x="22481" y="5586"/>
                  </a:lnTo>
                  <a:lnTo>
                    <a:pt x="21829" y="5330"/>
                  </a:lnTo>
                  <a:lnTo>
                    <a:pt x="21561" y="5432"/>
                  </a:lnTo>
                  <a:lnTo>
                    <a:pt x="20833" y="5215"/>
                  </a:lnTo>
                  <a:lnTo>
                    <a:pt x="20513" y="5228"/>
                  </a:lnTo>
                  <a:lnTo>
                    <a:pt x="20372" y="5535"/>
                  </a:lnTo>
                  <a:lnTo>
                    <a:pt x="20245" y="5841"/>
                  </a:lnTo>
                  <a:lnTo>
                    <a:pt x="20066" y="5956"/>
                  </a:lnTo>
                  <a:lnTo>
                    <a:pt x="19951" y="6046"/>
                  </a:lnTo>
                  <a:lnTo>
                    <a:pt x="19887" y="6071"/>
                  </a:lnTo>
                  <a:lnTo>
                    <a:pt x="19567" y="6212"/>
                  </a:lnTo>
                  <a:lnTo>
                    <a:pt x="19261" y="6353"/>
                  </a:lnTo>
                  <a:lnTo>
                    <a:pt x="19018" y="6365"/>
                  </a:lnTo>
                  <a:lnTo>
                    <a:pt x="18915" y="6225"/>
                  </a:lnTo>
                  <a:lnTo>
                    <a:pt x="18609" y="6250"/>
                  </a:lnTo>
                  <a:lnTo>
                    <a:pt x="18609" y="6250"/>
                  </a:lnTo>
                  <a:lnTo>
                    <a:pt x="19018" y="6148"/>
                  </a:lnTo>
                  <a:lnTo>
                    <a:pt x="19261" y="6186"/>
                  </a:lnTo>
                  <a:lnTo>
                    <a:pt x="19452" y="5918"/>
                  </a:lnTo>
                  <a:lnTo>
                    <a:pt x="19631" y="5547"/>
                  </a:lnTo>
                  <a:lnTo>
                    <a:pt x="20053" y="5049"/>
                  </a:lnTo>
                  <a:lnTo>
                    <a:pt x="20424" y="4883"/>
                  </a:lnTo>
                  <a:lnTo>
                    <a:pt x="20769" y="4499"/>
                  </a:lnTo>
                  <a:lnTo>
                    <a:pt x="21139" y="4116"/>
                  </a:lnTo>
                  <a:lnTo>
                    <a:pt x="21280" y="3720"/>
                  </a:lnTo>
                  <a:lnTo>
                    <a:pt x="21152" y="3579"/>
                  </a:lnTo>
                  <a:lnTo>
                    <a:pt x="20833" y="3554"/>
                  </a:lnTo>
                  <a:lnTo>
                    <a:pt x="20615" y="3285"/>
                  </a:lnTo>
                  <a:lnTo>
                    <a:pt x="20360" y="2327"/>
                  </a:lnTo>
                  <a:lnTo>
                    <a:pt x="20372" y="1675"/>
                  </a:lnTo>
                  <a:lnTo>
                    <a:pt x="19976" y="1355"/>
                  </a:lnTo>
                  <a:lnTo>
                    <a:pt x="19951" y="1522"/>
                  </a:lnTo>
                  <a:lnTo>
                    <a:pt x="19938" y="1522"/>
                  </a:lnTo>
                  <a:lnTo>
                    <a:pt x="19938" y="1534"/>
                  </a:lnTo>
                  <a:lnTo>
                    <a:pt x="19925" y="1560"/>
                  </a:lnTo>
                  <a:lnTo>
                    <a:pt x="19273" y="2161"/>
                  </a:lnTo>
                  <a:lnTo>
                    <a:pt x="19043" y="2838"/>
                  </a:lnTo>
                  <a:lnTo>
                    <a:pt x="19031" y="2851"/>
                  </a:lnTo>
                  <a:lnTo>
                    <a:pt x="18749" y="3030"/>
                  </a:lnTo>
                  <a:lnTo>
                    <a:pt x="18737" y="3042"/>
                  </a:lnTo>
                  <a:lnTo>
                    <a:pt x="18391" y="3030"/>
                  </a:lnTo>
                  <a:lnTo>
                    <a:pt x="18379" y="3017"/>
                  </a:lnTo>
                  <a:lnTo>
                    <a:pt x="18366" y="3004"/>
                  </a:lnTo>
                  <a:lnTo>
                    <a:pt x="18315" y="2940"/>
                  </a:lnTo>
                  <a:lnTo>
                    <a:pt x="18213" y="3004"/>
                  </a:lnTo>
                  <a:lnTo>
                    <a:pt x="18187" y="3004"/>
                  </a:lnTo>
                  <a:lnTo>
                    <a:pt x="17931" y="2876"/>
                  </a:lnTo>
                  <a:lnTo>
                    <a:pt x="17561" y="3042"/>
                  </a:lnTo>
                  <a:lnTo>
                    <a:pt x="17522" y="3055"/>
                  </a:lnTo>
                  <a:lnTo>
                    <a:pt x="17254" y="2940"/>
                  </a:lnTo>
                  <a:lnTo>
                    <a:pt x="17241" y="2927"/>
                  </a:lnTo>
                  <a:lnTo>
                    <a:pt x="16858" y="2608"/>
                  </a:lnTo>
                  <a:lnTo>
                    <a:pt x="16257" y="2697"/>
                  </a:lnTo>
                  <a:lnTo>
                    <a:pt x="16232" y="2697"/>
                  </a:lnTo>
                  <a:lnTo>
                    <a:pt x="16053" y="2595"/>
                  </a:lnTo>
                  <a:lnTo>
                    <a:pt x="15963" y="2748"/>
                  </a:lnTo>
                  <a:lnTo>
                    <a:pt x="16104" y="2979"/>
                  </a:lnTo>
                  <a:lnTo>
                    <a:pt x="16117" y="3004"/>
                  </a:lnTo>
                  <a:lnTo>
                    <a:pt x="16078" y="3132"/>
                  </a:lnTo>
                  <a:lnTo>
                    <a:pt x="16053" y="3145"/>
                  </a:lnTo>
                  <a:lnTo>
                    <a:pt x="16027" y="3157"/>
                  </a:lnTo>
                  <a:lnTo>
                    <a:pt x="15426" y="2953"/>
                  </a:lnTo>
                  <a:lnTo>
                    <a:pt x="15299" y="3055"/>
                  </a:lnTo>
                  <a:lnTo>
                    <a:pt x="15260" y="3055"/>
                  </a:lnTo>
                  <a:lnTo>
                    <a:pt x="14749" y="2927"/>
                  </a:lnTo>
                  <a:lnTo>
                    <a:pt x="14634" y="3132"/>
                  </a:lnTo>
                  <a:lnTo>
                    <a:pt x="14608" y="3157"/>
                  </a:lnTo>
                  <a:lnTo>
                    <a:pt x="14583" y="3157"/>
                  </a:lnTo>
                  <a:lnTo>
                    <a:pt x="14327" y="3081"/>
                  </a:lnTo>
                  <a:lnTo>
                    <a:pt x="14110" y="3260"/>
                  </a:lnTo>
                  <a:lnTo>
                    <a:pt x="14097" y="3272"/>
                  </a:lnTo>
                  <a:lnTo>
                    <a:pt x="14072" y="3272"/>
                  </a:lnTo>
                  <a:lnTo>
                    <a:pt x="13854" y="3183"/>
                  </a:lnTo>
                  <a:lnTo>
                    <a:pt x="13675" y="3387"/>
                  </a:lnTo>
                  <a:lnTo>
                    <a:pt x="13663" y="3400"/>
                  </a:lnTo>
                  <a:lnTo>
                    <a:pt x="13458" y="3528"/>
                  </a:lnTo>
                  <a:lnTo>
                    <a:pt x="13420" y="3528"/>
                  </a:lnTo>
                  <a:lnTo>
                    <a:pt x="13407" y="3515"/>
                  </a:lnTo>
                  <a:lnTo>
                    <a:pt x="13305" y="3362"/>
                  </a:lnTo>
                  <a:lnTo>
                    <a:pt x="13075" y="3298"/>
                  </a:lnTo>
                  <a:lnTo>
                    <a:pt x="13062" y="3285"/>
                  </a:lnTo>
                  <a:lnTo>
                    <a:pt x="12640" y="2876"/>
                  </a:lnTo>
                  <a:lnTo>
                    <a:pt x="12627" y="2851"/>
                  </a:lnTo>
                  <a:lnTo>
                    <a:pt x="12653" y="2582"/>
                  </a:lnTo>
                  <a:lnTo>
                    <a:pt x="12512" y="2454"/>
                  </a:lnTo>
                  <a:lnTo>
                    <a:pt x="12500" y="2429"/>
                  </a:lnTo>
                  <a:lnTo>
                    <a:pt x="12474" y="1905"/>
                  </a:lnTo>
                  <a:lnTo>
                    <a:pt x="12487" y="1879"/>
                  </a:lnTo>
                  <a:lnTo>
                    <a:pt x="12640" y="1624"/>
                  </a:lnTo>
                  <a:lnTo>
                    <a:pt x="12615" y="1406"/>
                  </a:lnTo>
                  <a:lnTo>
                    <a:pt x="12615" y="1381"/>
                  </a:lnTo>
                  <a:lnTo>
                    <a:pt x="12627" y="1368"/>
                  </a:lnTo>
                  <a:lnTo>
                    <a:pt x="12883" y="1164"/>
                  </a:lnTo>
                  <a:lnTo>
                    <a:pt x="12742" y="716"/>
                  </a:lnTo>
                  <a:lnTo>
                    <a:pt x="12448" y="614"/>
                  </a:lnTo>
                  <a:lnTo>
                    <a:pt x="12423" y="601"/>
                  </a:lnTo>
                  <a:lnTo>
                    <a:pt x="12423" y="563"/>
                  </a:lnTo>
                  <a:lnTo>
                    <a:pt x="12564" y="167"/>
                  </a:lnTo>
                  <a:lnTo>
                    <a:pt x="12423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3" name="Google Shape;873;p60"/>
            <p:cNvSpPr/>
            <p:nvPr/>
          </p:nvSpPr>
          <p:spPr>
            <a:xfrm>
              <a:off x="5043000" y="3293125"/>
              <a:ext cx="6100" cy="13775"/>
            </a:xfrm>
            <a:custGeom>
              <a:rect b="b" l="l" r="r" t="t"/>
              <a:pathLst>
                <a:path extrusionOk="0" h="551" w="244">
                  <a:moveTo>
                    <a:pt x="154" y="1"/>
                  </a:moveTo>
                  <a:lnTo>
                    <a:pt x="77" y="26"/>
                  </a:lnTo>
                  <a:lnTo>
                    <a:pt x="77" y="244"/>
                  </a:lnTo>
                  <a:lnTo>
                    <a:pt x="116" y="384"/>
                  </a:lnTo>
                  <a:lnTo>
                    <a:pt x="1" y="423"/>
                  </a:lnTo>
                  <a:lnTo>
                    <a:pt x="1" y="550"/>
                  </a:lnTo>
                  <a:lnTo>
                    <a:pt x="154" y="512"/>
                  </a:lnTo>
                  <a:lnTo>
                    <a:pt x="180" y="461"/>
                  </a:lnTo>
                  <a:lnTo>
                    <a:pt x="128" y="333"/>
                  </a:lnTo>
                  <a:lnTo>
                    <a:pt x="167" y="282"/>
                  </a:lnTo>
                  <a:lnTo>
                    <a:pt x="218" y="231"/>
                  </a:lnTo>
                  <a:lnTo>
                    <a:pt x="231" y="218"/>
                  </a:lnTo>
                  <a:lnTo>
                    <a:pt x="243" y="180"/>
                  </a:lnTo>
                  <a:lnTo>
                    <a:pt x="243" y="116"/>
                  </a:lnTo>
                  <a:lnTo>
                    <a:pt x="205" y="52"/>
                  </a:lnTo>
                  <a:lnTo>
                    <a:pt x="154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4" name="Google Shape;874;p60"/>
            <p:cNvSpPr/>
            <p:nvPr/>
          </p:nvSpPr>
          <p:spPr>
            <a:xfrm>
              <a:off x="2466750" y="4058375"/>
              <a:ext cx="97150" cy="105150"/>
            </a:xfrm>
            <a:custGeom>
              <a:rect b="b" l="l" r="r" t="t"/>
              <a:pathLst>
                <a:path extrusionOk="0" h="4206" w="3886">
                  <a:moveTo>
                    <a:pt x="1265" y="0"/>
                  </a:moveTo>
                  <a:lnTo>
                    <a:pt x="1112" y="179"/>
                  </a:lnTo>
                  <a:lnTo>
                    <a:pt x="1086" y="192"/>
                  </a:lnTo>
                  <a:lnTo>
                    <a:pt x="1074" y="179"/>
                  </a:lnTo>
                  <a:lnTo>
                    <a:pt x="818" y="77"/>
                  </a:lnTo>
                  <a:lnTo>
                    <a:pt x="626" y="422"/>
                  </a:lnTo>
                  <a:lnTo>
                    <a:pt x="703" y="537"/>
                  </a:lnTo>
                  <a:lnTo>
                    <a:pt x="703" y="563"/>
                  </a:lnTo>
                  <a:lnTo>
                    <a:pt x="460" y="1291"/>
                  </a:lnTo>
                  <a:lnTo>
                    <a:pt x="447" y="1317"/>
                  </a:lnTo>
                  <a:lnTo>
                    <a:pt x="256" y="1457"/>
                  </a:lnTo>
                  <a:lnTo>
                    <a:pt x="345" y="1828"/>
                  </a:lnTo>
                  <a:lnTo>
                    <a:pt x="345" y="1866"/>
                  </a:lnTo>
                  <a:lnTo>
                    <a:pt x="320" y="1879"/>
                  </a:lnTo>
                  <a:lnTo>
                    <a:pt x="217" y="1892"/>
                  </a:lnTo>
                  <a:lnTo>
                    <a:pt x="205" y="2416"/>
                  </a:lnTo>
                  <a:lnTo>
                    <a:pt x="192" y="2441"/>
                  </a:lnTo>
                  <a:lnTo>
                    <a:pt x="179" y="2454"/>
                  </a:lnTo>
                  <a:lnTo>
                    <a:pt x="0" y="2518"/>
                  </a:lnTo>
                  <a:lnTo>
                    <a:pt x="0" y="3029"/>
                  </a:lnTo>
                  <a:lnTo>
                    <a:pt x="51" y="3310"/>
                  </a:lnTo>
                  <a:lnTo>
                    <a:pt x="90" y="3285"/>
                  </a:lnTo>
                  <a:lnTo>
                    <a:pt x="345" y="3643"/>
                  </a:lnTo>
                  <a:lnTo>
                    <a:pt x="882" y="3643"/>
                  </a:lnTo>
                  <a:lnTo>
                    <a:pt x="1189" y="3962"/>
                  </a:lnTo>
                  <a:lnTo>
                    <a:pt x="1649" y="4065"/>
                  </a:lnTo>
                  <a:lnTo>
                    <a:pt x="1930" y="4001"/>
                  </a:lnTo>
                  <a:lnTo>
                    <a:pt x="2224" y="4192"/>
                  </a:lnTo>
                  <a:lnTo>
                    <a:pt x="2556" y="4205"/>
                  </a:lnTo>
                  <a:lnTo>
                    <a:pt x="3234" y="3822"/>
                  </a:lnTo>
                  <a:lnTo>
                    <a:pt x="3579" y="3349"/>
                  </a:lnTo>
                  <a:lnTo>
                    <a:pt x="3476" y="3247"/>
                  </a:lnTo>
                  <a:lnTo>
                    <a:pt x="3464" y="3208"/>
                  </a:lnTo>
                  <a:lnTo>
                    <a:pt x="3464" y="2786"/>
                  </a:lnTo>
                  <a:lnTo>
                    <a:pt x="3464" y="2774"/>
                  </a:lnTo>
                  <a:lnTo>
                    <a:pt x="3476" y="2761"/>
                  </a:lnTo>
                  <a:lnTo>
                    <a:pt x="3885" y="2441"/>
                  </a:lnTo>
                  <a:lnTo>
                    <a:pt x="3630" y="2275"/>
                  </a:lnTo>
                  <a:lnTo>
                    <a:pt x="3617" y="2250"/>
                  </a:lnTo>
                  <a:lnTo>
                    <a:pt x="3323" y="1700"/>
                  </a:lnTo>
                  <a:lnTo>
                    <a:pt x="3106" y="1700"/>
                  </a:lnTo>
                  <a:lnTo>
                    <a:pt x="3080" y="1687"/>
                  </a:lnTo>
                  <a:lnTo>
                    <a:pt x="3067" y="1675"/>
                  </a:lnTo>
                  <a:lnTo>
                    <a:pt x="2965" y="1368"/>
                  </a:lnTo>
                  <a:lnTo>
                    <a:pt x="2416" y="1048"/>
                  </a:lnTo>
                  <a:lnTo>
                    <a:pt x="2403" y="1036"/>
                  </a:lnTo>
                  <a:lnTo>
                    <a:pt x="2250" y="729"/>
                  </a:lnTo>
                  <a:lnTo>
                    <a:pt x="2032" y="921"/>
                  </a:lnTo>
                  <a:lnTo>
                    <a:pt x="2007" y="933"/>
                  </a:lnTo>
                  <a:lnTo>
                    <a:pt x="1981" y="921"/>
                  </a:lnTo>
                  <a:lnTo>
                    <a:pt x="1879" y="831"/>
                  </a:lnTo>
                  <a:lnTo>
                    <a:pt x="1866" y="818"/>
                  </a:lnTo>
                  <a:lnTo>
                    <a:pt x="1866" y="805"/>
                  </a:lnTo>
                  <a:lnTo>
                    <a:pt x="1904" y="601"/>
                  </a:lnTo>
                  <a:lnTo>
                    <a:pt x="1406" y="13"/>
                  </a:lnTo>
                  <a:lnTo>
                    <a:pt x="1265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5" name="Google Shape;875;p60"/>
            <p:cNvSpPr/>
            <p:nvPr/>
          </p:nvSpPr>
          <p:spPr>
            <a:xfrm>
              <a:off x="2300900" y="4539550"/>
              <a:ext cx="46375" cy="38700"/>
            </a:xfrm>
            <a:custGeom>
              <a:rect b="b" l="l" r="r" t="t"/>
              <a:pathLst>
                <a:path extrusionOk="0" h="1548" w="1855">
                  <a:moveTo>
                    <a:pt x="1" y="1"/>
                  </a:moveTo>
                  <a:lnTo>
                    <a:pt x="78" y="1279"/>
                  </a:lnTo>
                  <a:lnTo>
                    <a:pt x="896" y="1330"/>
                  </a:lnTo>
                  <a:lnTo>
                    <a:pt x="908" y="1343"/>
                  </a:lnTo>
                  <a:lnTo>
                    <a:pt x="934" y="1356"/>
                  </a:lnTo>
                  <a:lnTo>
                    <a:pt x="972" y="1471"/>
                  </a:lnTo>
                  <a:lnTo>
                    <a:pt x="1177" y="1547"/>
                  </a:lnTo>
                  <a:lnTo>
                    <a:pt x="1356" y="1394"/>
                  </a:lnTo>
                  <a:lnTo>
                    <a:pt x="1790" y="1368"/>
                  </a:lnTo>
                  <a:lnTo>
                    <a:pt x="1854" y="1138"/>
                  </a:lnTo>
                  <a:lnTo>
                    <a:pt x="1241" y="947"/>
                  </a:lnTo>
                  <a:lnTo>
                    <a:pt x="551" y="448"/>
                  </a:lnTo>
                  <a:lnTo>
                    <a:pt x="205" y="26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6" name="Google Shape;876;p60"/>
            <p:cNvSpPr/>
            <p:nvPr/>
          </p:nvSpPr>
          <p:spPr>
            <a:xfrm>
              <a:off x="2223900" y="3870175"/>
              <a:ext cx="345100" cy="652475"/>
            </a:xfrm>
            <a:custGeom>
              <a:rect b="b" l="l" r="r" t="t"/>
              <a:pathLst>
                <a:path extrusionOk="0" h="26099" w="13804">
                  <a:moveTo>
                    <a:pt x="4270" y="1"/>
                  </a:moveTo>
                  <a:lnTo>
                    <a:pt x="4218" y="192"/>
                  </a:lnTo>
                  <a:lnTo>
                    <a:pt x="4206" y="218"/>
                  </a:lnTo>
                  <a:lnTo>
                    <a:pt x="4193" y="231"/>
                  </a:lnTo>
                  <a:lnTo>
                    <a:pt x="3797" y="307"/>
                  </a:lnTo>
                  <a:lnTo>
                    <a:pt x="3797" y="550"/>
                  </a:lnTo>
                  <a:lnTo>
                    <a:pt x="3784" y="576"/>
                  </a:lnTo>
                  <a:lnTo>
                    <a:pt x="3771" y="588"/>
                  </a:lnTo>
                  <a:lnTo>
                    <a:pt x="3605" y="627"/>
                  </a:lnTo>
                  <a:lnTo>
                    <a:pt x="3452" y="806"/>
                  </a:lnTo>
                  <a:lnTo>
                    <a:pt x="3579" y="959"/>
                  </a:lnTo>
                  <a:lnTo>
                    <a:pt x="3579" y="985"/>
                  </a:lnTo>
                  <a:lnTo>
                    <a:pt x="3579" y="997"/>
                  </a:lnTo>
                  <a:lnTo>
                    <a:pt x="3298" y="1879"/>
                  </a:lnTo>
                  <a:lnTo>
                    <a:pt x="3285" y="1905"/>
                  </a:lnTo>
                  <a:lnTo>
                    <a:pt x="2442" y="2288"/>
                  </a:lnTo>
                  <a:lnTo>
                    <a:pt x="2365" y="2544"/>
                  </a:lnTo>
                  <a:lnTo>
                    <a:pt x="2570" y="2748"/>
                  </a:lnTo>
                  <a:lnTo>
                    <a:pt x="2583" y="2787"/>
                  </a:lnTo>
                  <a:lnTo>
                    <a:pt x="2570" y="2812"/>
                  </a:lnTo>
                  <a:lnTo>
                    <a:pt x="2352" y="3017"/>
                  </a:lnTo>
                  <a:lnTo>
                    <a:pt x="2519" y="3707"/>
                  </a:lnTo>
                  <a:lnTo>
                    <a:pt x="2519" y="3732"/>
                  </a:lnTo>
                  <a:lnTo>
                    <a:pt x="2506" y="3758"/>
                  </a:lnTo>
                  <a:lnTo>
                    <a:pt x="2327" y="3835"/>
                  </a:lnTo>
                  <a:lnTo>
                    <a:pt x="2519" y="4295"/>
                  </a:lnTo>
                  <a:lnTo>
                    <a:pt x="2519" y="4333"/>
                  </a:lnTo>
                  <a:lnTo>
                    <a:pt x="2442" y="4512"/>
                  </a:lnTo>
                  <a:lnTo>
                    <a:pt x="2429" y="4538"/>
                  </a:lnTo>
                  <a:lnTo>
                    <a:pt x="2135" y="4538"/>
                  </a:lnTo>
                  <a:lnTo>
                    <a:pt x="1943" y="5330"/>
                  </a:lnTo>
                  <a:lnTo>
                    <a:pt x="1931" y="5356"/>
                  </a:lnTo>
                  <a:lnTo>
                    <a:pt x="1522" y="5675"/>
                  </a:lnTo>
                  <a:lnTo>
                    <a:pt x="1381" y="6314"/>
                  </a:lnTo>
                  <a:lnTo>
                    <a:pt x="1356" y="6340"/>
                  </a:lnTo>
                  <a:lnTo>
                    <a:pt x="1177" y="6442"/>
                  </a:lnTo>
                  <a:lnTo>
                    <a:pt x="1381" y="7324"/>
                  </a:lnTo>
                  <a:lnTo>
                    <a:pt x="1381" y="7349"/>
                  </a:lnTo>
                  <a:lnTo>
                    <a:pt x="1368" y="7362"/>
                  </a:lnTo>
                  <a:lnTo>
                    <a:pt x="1138" y="7516"/>
                  </a:lnTo>
                  <a:lnTo>
                    <a:pt x="1049" y="7976"/>
                  </a:lnTo>
                  <a:lnTo>
                    <a:pt x="1036" y="8001"/>
                  </a:lnTo>
                  <a:lnTo>
                    <a:pt x="870" y="8103"/>
                  </a:lnTo>
                  <a:lnTo>
                    <a:pt x="870" y="8385"/>
                  </a:lnTo>
                  <a:lnTo>
                    <a:pt x="1087" y="8666"/>
                  </a:lnTo>
                  <a:lnTo>
                    <a:pt x="1087" y="8691"/>
                  </a:lnTo>
                  <a:lnTo>
                    <a:pt x="1087" y="8704"/>
                  </a:lnTo>
                  <a:lnTo>
                    <a:pt x="1010" y="8819"/>
                  </a:lnTo>
                  <a:lnTo>
                    <a:pt x="1445" y="9548"/>
                  </a:lnTo>
                  <a:lnTo>
                    <a:pt x="1458" y="9573"/>
                  </a:lnTo>
                  <a:lnTo>
                    <a:pt x="1432" y="9599"/>
                  </a:lnTo>
                  <a:lnTo>
                    <a:pt x="1292" y="9727"/>
                  </a:lnTo>
                  <a:lnTo>
                    <a:pt x="1356" y="9854"/>
                  </a:lnTo>
                  <a:lnTo>
                    <a:pt x="1522" y="9854"/>
                  </a:lnTo>
                  <a:lnTo>
                    <a:pt x="1547" y="9867"/>
                  </a:lnTo>
                  <a:lnTo>
                    <a:pt x="1560" y="9893"/>
                  </a:lnTo>
                  <a:lnTo>
                    <a:pt x="1560" y="10672"/>
                  </a:lnTo>
                  <a:lnTo>
                    <a:pt x="1547" y="10698"/>
                  </a:lnTo>
                  <a:lnTo>
                    <a:pt x="1534" y="10711"/>
                  </a:lnTo>
                  <a:lnTo>
                    <a:pt x="1356" y="10775"/>
                  </a:lnTo>
                  <a:lnTo>
                    <a:pt x="1177" y="11529"/>
                  </a:lnTo>
                  <a:lnTo>
                    <a:pt x="1151" y="11554"/>
                  </a:lnTo>
                  <a:lnTo>
                    <a:pt x="1036" y="11605"/>
                  </a:lnTo>
                  <a:lnTo>
                    <a:pt x="1215" y="12334"/>
                  </a:lnTo>
                  <a:lnTo>
                    <a:pt x="1202" y="12359"/>
                  </a:lnTo>
                  <a:lnTo>
                    <a:pt x="1189" y="12372"/>
                  </a:lnTo>
                  <a:lnTo>
                    <a:pt x="678" y="12768"/>
                  </a:lnTo>
                  <a:lnTo>
                    <a:pt x="704" y="13727"/>
                  </a:lnTo>
                  <a:lnTo>
                    <a:pt x="947" y="14430"/>
                  </a:lnTo>
                  <a:lnTo>
                    <a:pt x="947" y="14455"/>
                  </a:lnTo>
                  <a:lnTo>
                    <a:pt x="921" y="14609"/>
                  </a:lnTo>
                  <a:lnTo>
                    <a:pt x="908" y="14634"/>
                  </a:lnTo>
                  <a:lnTo>
                    <a:pt x="895" y="14647"/>
                  </a:lnTo>
                  <a:lnTo>
                    <a:pt x="563" y="14749"/>
                  </a:lnTo>
                  <a:lnTo>
                    <a:pt x="601" y="15337"/>
                  </a:lnTo>
                  <a:lnTo>
                    <a:pt x="589" y="15363"/>
                  </a:lnTo>
                  <a:lnTo>
                    <a:pt x="576" y="15376"/>
                  </a:lnTo>
                  <a:lnTo>
                    <a:pt x="410" y="15439"/>
                  </a:lnTo>
                  <a:lnTo>
                    <a:pt x="486" y="15682"/>
                  </a:lnTo>
                  <a:lnTo>
                    <a:pt x="486" y="15695"/>
                  </a:lnTo>
                  <a:lnTo>
                    <a:pt x="474" y="15721"/>
                  </a:lnTo>
                  <a:lnTo>
                    <a:pt x="359" y="15848"/>
                  </a:lnTo>
                  <a:lnTo>
                    <a:pt x="423" y="17127"/>
                  </a:lnTo>
                  <a:lnTo>
                    <a:pt x="563" y="17318"/>
                  </a:lnTo>
                  <a:lnTo>
                    <a:pt x="576" y="17344"/>
                  </a:lnTo>
                  <a:lnTo>
                    <a:pt x="563" y="17369"/>
                  </a:lnTo>
                  <a:lnTo>
                    <a:pt x="308" y="17587"/>
                  </a:lnTo>
                  <a:lnTo>
                    <a:pt x="359" y="18290"/>
                  </a:lnTo>
                  <a:lnTo>
                    <a:pt x="601" y="18302"/>
                  </a:lnTo>
                  <a:lnTo>
                    <a:pt x="614" y="18315"/>
                  </a:lnTo>
                  <a:lnTo>
                    <a:pt x="627" y="18328"/>
                  </a:lnTo>
                  <a:lnTo>
                    <a:pt x="627" y="18341"/>
                  </a:lnTo>
                  <a:lnTo>
                    <a:pt x="627" y="18366"/>
                  </a:lnTo>
                  <a:lnTo>
                    <a:pt x="486" y="18583"/>
                  </a:lnTo>
                  <a:lnTo>
                    <a:pt x="640" y="18724"/>
                  </a:lnTo>
                  <a:lnTo>
                    <a:pt x="653" y="18737"/>
                  </a:lnTo>
                  <a:lnTo>
                    <a:pt x="653" y="18750"/>
                  </a:lnTo>
                  <a:lnTo>
                    <a:pt x="627" y="19005"/>
                  </a:lnTo>
                  <a:lnTo>
                    <a:pt x="704" y="19108"/>
                  </a:lnTo>
                  <a:lnTo>
                    <a:pt x="717" y="19120"/>
                  </a:lnTo>
                  <a:lnTo>
                    <a:pt x="704" y="19146"/>
                  </a:lnTo>
                  <a:lnTo>
                    <a:pt x="640" y="19325"/>
                  </a:lnTo>
                  <a:lnTo>
                    <a:pt x="1010" y="19350"/>
                  </a:lnTo>
                  <a:lnTo>
                    <a:pt x="1049" y="19363"/>
                  </a:lnTo>
                  <a:lnTo>
                    <a:pt x="1049" y="19389"/>
                  </a:lnTo>
                  <a:lnTo>
                    <a:pt x="998" y="19721"/>
                  </a:lnTo>
                  <a:lnTo>
                    <a:pt x="985" y="19747"/>
                  </a:lnTo>
                  <a:lnTo>
                    <a:pt x="959" y="19759"/>
                  </a:lnTo>
                  <a:lnTo>
                    <a:pt x="474" y="19747"/>
                  </a:lnTo>
                  <a:lnTo>
                    <a:pt x="499" y="19836"/>
                  </a:lnTo>
                  <a:lnTo>
                    <a:pt x="819" y="19874"/>
                  </a:lnTo>
                  <a:lnTo>
                    <a:pt x="844" y="19887"/>
                  </a:lnTo>
                  <a:lnTo>
                    <a:pt x="1023" y="20168"/>
                  </a:lnTo>
                  <a:lnTo>
                    <a:pt x="1036" y="20194"/>
                  </a:lnTo>
                  <a:lnTo>
                    <a:pt x="1023" y="20207"/>
                  </a:lnTo>
                  <a:lnTo>
                    <a:pt x="768" y="20462"/>
                  </a:lnTo>
                  <a:lnTo>
                    <a:pt x="908" y="20680"/>
                  </a:lnTo>
                  <a:lnTo>
                    <a:pt x="921" y="20692"/>
                  </a:lnTo>
                  <a:lnTo>
                    <a:pt x="908" y="20718"/>
                  </a:lnTo>
                  <a:lnTo>
                    <a:pt x="806" y="20897"/>
                  </a:lnTo>
                  <a:lnTo>
                    <a:pt x="870" y="21434"/>
                  </a:lnTo>
                  <a:lnTo>
                    <a:pt x="870" y="21459"/>
                  </a:lnTo>
                  <a:lnTo>
                    <a:pt x="844" y="21472"/>
                  </a:lnTo>
                  <a:lnTo>
                    <a:pt x="742" y="21497"/>
                  </a:lnTo>
                  <a:lnTo>
                    <a:pt x="755" y="21804"/>
                  </a:lnTo>
                  <a:lnTo>
                    <a:pt x="742" y="21830"/>
                  </a:lnTo>
                  <a:lnTo>
                    <a:pt x="563" y="22034"/>
                  </a:lnTo>
                  <a:lnTo>
                    <a:pt x="461" y="22392"/>
                  </a:lnTo>
                  <a:lnTo>
                    <a:pt x="653" y="22648"/>
                  </a:lnTo>
                  <a:lnTo>
                    <a:pt x="653" y="22673"/>
                  </a:lnTo>
                  <a:lnTo>
                    <a:pt x="653" y="22686"/>
                  </a:lnTo>
                  <a:lnTo>
                    <a:pt x="474" y="22903"/>
                  </a:lnTo>
                  <a:lnTo>
                    <a:pt x="525" y="23197"/>
                  </a:lnTo>
                  <a:lnTo>
                    <a:pt x="525" y="23210"/>
                  </a:lnTo>
                  <a:lnTo>
                    <a:pt x="512" y="23223"/>
                  </a:lnTo>
                  <a:lnTo>
                    <a:pt x="1" y="23657"/>
                  </a:lnTo>
                  <a:lnTo>
                    <a:pt x="52" y="24028"/>
                  </a:lnTo>
                  <a:lnTo>
                    <a:pt x="52" y="24041"/>
                  </a:lnTo>
                  <a:lnTo>
                    <a:pt x="14" y="24233"/>
                  </a:lnTo>
                  <a:lnTo>
                    <a:pt x="308" y="24782"/>
                  </a:lnTo>
                  <a:lnTo>
                    <a:pt x="717" y="24578"/>
                  </a:lnTo>
                  <a:lnTo>
                    <a:pt x="729" y="24565"/>
                  </a:lnTo>
                  <a:lnTo>
                    <a:pt x="742" y="24578"/>
                  </a:lnTo>
                  <a:lnTo>
                    <a:pt x="755" y="24578"/>
                  </a:lnTo>
                  <a:lnTo>
                    <a:pt x="768" y="24603"/>
                  </a:lnTo>
                  <a:lnTo>
                    <a:pt x="857" y="24974"/>
                  </a:lnTo>
                  <a:lnTo>
                    <a:pt x="857" y="24987"/>
                  </a:lnTo>
                  <a:lnTo>
                    <a:pt x="780" y="25434"/>
                  </a:lnTo>
                  <a:lnTo>
                    <a:pt x="1100" y="25728"/>
                  </a:lnTo>
                  <a:lnTo>
                    <a:pt x="2033" y="25715"/>
                  </a:lnTo>
                  <a:lnTo>
                    <a:pt x="2033" y="25741"/>
                  </a:lnTo>
                  <a:lnTo>
                    <a:pt x="2071" y="25702"/>
                  </a:lnTo>
                  <a:lnTo>
                    <a:pt x="2225" y="25702"/>
                  </a:lnTo>
                  <a:lnTo>
                    <a:pt x="2250" y="25715"/>
                  </a:lnTo>
                  <a:lnTo>
                    <a:pt x="2301" y="25753"/>
                  </a:lnTo>
                  <a:lnTo>
                    <a:pt x="2404" y="25753"/>
                  </a:lnTo>
                  <a:lnTo>
                    <a:pt x="2991" y="26098"/>
                  </a:lnTo>
                  <a:lnTo>
                    <a:pt x="3043" y="26009"/>
                  </a:lnTo>
                  <a:lnTo>
                    <a:pt x="2595" y="25268"/>
                  </a:lnTo>
                  <a:lnTo>
                    <a:pt x="2557" y="24501"/>
                  </a:lnTo>
                  <a:lnTo>
                    <a:pt x="2991" y="24207"/>
                  </a:lnTo>
                  <a:lnTo>
                    <a:pt x="3311" y="24105"/>
                  </a:lnTo>
                  <a:lnTo>
                    <a:pt x="3413" y="23300"/>
                  </a:lnTo>
                  <a:lnTo>
                    <a:pt x="4385" y="22354"/>
                  </a:lnTo>
                  <a:lnTo>
                    <a:pt x="4346" y="22239"/>
                  </a:lnTo>
                  <a:lnTo>
                    <a:pt x="4448" y="22009"/>
                  </a:lnTo>
                  <a:lnTo>
                    <a:pt x="4333" y="21664"/>
                  </a:lnTo>
                  <a:lnTo>
                    <a:pt x="3809" y="21574"/>
                  </a:lnTo>
                  <a:lnTo>
                    <a:pt x="3247" y="20935"/>
                  </a:lnTo>
                  <a:lnTo>
                    <a:pt x="3541" y="20271"/>
                  </a:lnTo>
                  <a:lnTo>
                    <a:pt x="3822" y="20040"/>
                  </a:lnTo>
                  <a:lnTo>
                    <a:pt x="3873" y="20092"/>
                  </a:lnTo>
                  <a:lnTo>
                    <a:pt x="3976" y="19938"/>
                  </a:lnTo>
                  <a:lnTo>
                    <a:pt x="4551" y="19913"/>
                  </a:lnTo>
                  <a:lnTo>
                    <a:pt x="4461" y="19670"/>
                  </a:lnTo>
                  <a:lnTo>
                    <a:pt x="4679" y="19427"/>
                  </a:lnTo>
                  <a:lnTo>
                    <a:pt x="4730" y="18699"/>
                  </a:lnTo>
                  <a:lnTo>
                    <a:pt x="5049" y="18328"/>
                  </a:lnTo>
                  <a:lnTo>
                    <a:pt x="5292" y="18251"/>
                  </a:lnTo>
                  <a:lnTo>
                    <a:pt x="4896" y="17983"/>
                  </a:lnTo>
                  <a:lnTo>
                    <a:pt x="5139" y="17766"/>
                  </a:lnTo>
                  <a:lnTo>
                    <a:pt x="5151" y="17612"/>
                  </a:lnTo>
                  <a:lnTo>
                    <a:pt x="4883" y="17459"/>
                  </a:lnTo>
                  <a:lnTo>
                    <a:pt x="4870" y="16909"/>
                  </a:lnTo>
                  <a:lnTo>
                    <a:pt x="4806" y="16436"/>
                  </a:lnTo>
                  <a:lnTo>
                    <a:pt x="4921" y="16283"/>
                  </a:lnTo>
                  <a:lnTo>
                    <a:pt x="5701" y="16628"/>
                  </a:lnTo>
                  <a:lnTo>
                    <a:pt x="6199" y="16628"/>
                  </a:lnTo>
                  <a:lnTo>
                    <a:pt x="6723" y="16321"/>
                  </a:lnTo>
                  <a:lnTo>
                    <a:pt x="6647" y="15976"/>
                  </a:lnTo>
                  <a:lnTo>
                    <a:pt x="6826" y="15427"/>
                  </a:lnTo>
                  <a:lnTo>
                    <a:pt x="6813" y="15133"/>
                  </a:lnTo>
                  <a:lnTo>
                    <a:pt x="6660" y="14941"/>
                  </a:lnTo>
                  <a:lnTo>
                    <a:pt x="6775" y="14634"/>
                  </a:lnTo>
                  <a:lnTo>
                    <a:pt x="7043" y="14826"/>
                  </a:lnTo>
                  <a:lnTo>
                    <a:pt x="7580" y="14954"/>
                  </a:lnTo>
                  <a:lnTo>
                    <a:pt x="9177" y="14698"/>
                  </a:lnTo>
                  <a:lnTo>
                    <a:pt x="9203" y="14737"/>
                  </a:lnTo>
                  <a:lnTo>
                    <a:pt x="9305" y="14839"/>
                  </a:lnTo>
                  <a:lnTo>
                    <a:pt x="9395" y="14775"/>
                  </a:lnTo>
                  <a:lnTo>
                    <a:pt x="9331" y="14685"/>
                  </a:lnTo>
                  <a:lnTo>
                    <a:pt x="9292" y="14660"/>
                  </a:lnTo>
                  <a:lnTo>
                    <a:pt x="9983" y="14289"/>
                  </a:lnTo>
                  <a:lnTo>
                    <a:pt x="10021" y="14174"/>
                  </a:lnTo>
                  <a:lnTo>
                    <a:pt x="10059" y="14034"/>
                  </a:lnTo>
                  <a:lnTo>
                    <a:pt x="10161" y="13931"/>
                  </a:lnTo>
                  <a:lnTo>
                    <a:pt x="10379" y="13714"/>
                  </a:lnTo>
                  <a:lnTo>
                    <a:pt x="10685" y="13420"/>
                  </a:lnTo>
                  <a:lnTo>
                    <a:pt x="10711" y="12858"/>
                  </a:lnTo>
                  <a:lnTo>
                    <a:pt x="10443" y="12819"/>
                  </a:lnTo>
                  <a:lnTo>
                    <a:pt x="10289" y="12500"/>
                  </a:lnTo>
                  <a:lnTo>
                    <a:pt x="10353" y="12257"/>
                  </a:lnTo>
                  <a:lnTo>
                    <a:pt x="10532" y="12040"/>
                  </a:lnTo>
                  <a:lnTo>
                    <a:pt x="10110" y="11529"/>
                  </a:lnTo>
                  <a:lnTo>
                    <a:pt x="9612" y="11247"/>
                  </a:lnTo>
                  <a:lnTo>
                    <a:pt x="9612" y="10979"/>
                  </a:lnTo>
                  <a:lnTo>
                    <a:pt x="9701" y="10902"/>
                  </a:lnTo>
                  <a:lnTo>
                    <a:pt x="9637" y="10570"/>
                  </a:lnTo>
                  <a:lnTo>
                    <a:pt x="9637" y="10557"/>
                  </a:lnTo>
                  <a:lnTo>
                    <a:pt x="9637" y="10008"/>
                  </a:lnTo>
                  <a:lnTo>
                    <a:pt x="9650" y="9995"/>
                  </a:lnTo>
                  <a:lnTo>
                    <a:pt x="9663" y="9982"/>
                  </a:lnTo>
                  <a:lnTo>
                    <a:pt x="9842" y="9918"/>
                  </a:lnTo>
                  <a:lnTo>
                    <a:pt x="9855" y="9381"/>
                  </a:lnTo>
                  <a:lnTo>
                    <a:pt x="9867" y="9356"/>
                  </a:lnTo>
                  <a:lnTo>
                    <a:pt x="9893" y="9343"/>
                  </a:lnTo>
                  <a:lnTo>
                    <a:pt x="9983" y="9330"/>
                  </a:lnTo>
                  <a:lnTo>
                    <a:pt x="9880" y="8973"/>
                  </a:lnTo>
                  <a:lnTo>
                    <a:pt x="9880" y="8947"/>
                  </a:lnTo>
                  <a:lnTo>
                    <a:pt x="9893" y="8934"/>
                  </a:lnTo>
                  <a:lnTo>
                    <a:pt x="10098" y="8781"/>
                  </a:lnTo>
                  <a:lnTo>
                    <a:pt x="10340" y="8091"/>
                  </a:lnTo>
                  <a:lnTo>
                    <a:pt x="10264" y="7963"/>
                  </a:lnTo>
                  <a:lnTo>
                    <a:pt x="10264" y="7950"/>
                  </a:lnTo>
                  <a:lnTo>
                    <a:pt x="10264" y="7924"/>
                  </a:lnTo>
                  <a:lnTo>
                    <a:pt x="10494" y="7516"/>
                  </a:lnTo>
                  <a:lnTo>
                    <a:pt x="10519" y="7503"/>
                  </a:lnTo>
                  <a:lnTo>
                    <a:pt x="10660" y="7439"/>
                  </a:lnTo>
                  <a:lnTo>
                    <a:pt x="10724" y="7183"/>
                  </a:lnTo>
                  <a:lnTo>
                    <a:pt x="10737" y="7158"/>
                  </a:lnTo>
                  <a:lnTo>
                    <a:pt x="10762" y="7158"/>
                  </a:lnTo>
                  <a:lnTo>
                    <a:pt x="10941" y="7170"/>
                  </a:lnTo>
                  <a:lnTo>
                    <a:pt x="11248" y="6787"/>
                  </a:lnTo>
                  <a:lnTo>
                    <a:pt x="11900" y="6084"/>
                  </a:lnTo>
                  <a:lnTo>
                    <a:pt x="11925" y="6071"/>
                  </a:lnTo>
                  <a:lnTo>
                    <a:pt x="12079" y="6071"/>
                  </a:lnTo>
                  <a:lnTo>
                    <a:pt x="12079" y="5931"/>
                  </a:lnTo>
                  <a:lnTo>
                    <a:pt x="12079" y="5918"/>
                  </a:lnTo>
                  <a:lnTo>
                    <a:pt x="12091" y="5905"/>
                  </a:lnTo>
                  <a:lnTo>
                    <a:pt x="12654" y="5496"/>
                  </a:lnTo>
                  <a:lnTo>
                    <a:pt x="12666" y="5496"/>
                  </a:lnTo>
                  <a:lnTo>
                    <a:pt x="13625" y="5126"/>
                  </a:lnTo>
                  <a:lnTo>
                    <a:pt x="13804" y="4410"/>
                  </a:lnTo>
                  <a:lnTo>
                    <a:pt x="13651" y="3873"/>
                  </a:lnTo>
                  <a:lnTo>
                    <a:pt x="13216" y="3899"/>
                  </a:lnTo>
                  <a:lnTo>
                    <a:pt x="13127" y="4141"/>
                  </a:lnTo>
                  <a:lnTo>
                    <a:pt x="13037" y="4550"/>
                  </a:lnTo>
                  <a:lnTo>
                    <a:pt x="13037" y="4563"/>
                  </a:lnTo>
                  <a:lnTo>
                    <a:pt x="12730" y="4921"/>
                  </a:lnTo>
                  <a:lnTo>
                    <a:pt x="12705" y="4934"/>
                  </a:lnTo>
                  <a:lnTo>
                    <a:pt x="12347" y="4985"/>
                  </a:lnTo>
                  <a:lnTo>
                    <a:pt x="12296" y="5138"/>
                  </a:lnTo>
                  <a:lnTo>
                    <a:pt x="12283" y="5151"/>
                  </a:lnTo>
                  <a:lnTo>
                    <a:pt x="12155" y="5266"/>
                  </a:lnTo>
                  <a:lnTo>
                    <a:pt x="12104" y="5266"/>
                  </a:lnTo>
                  <a:lnTo>
                    <a:pt x="11836" y="5151"/>
                  </a:lnTo>
                  <a:lnTo>
                    <a:pt x="11644" y="5368"/>
                  </a:lnTo>
                  <a:lnTo>
                    <a:pt x="11631" y="5381"/>
                  </a:lnTo>
                  <a:lnTo>
                    <a:pt x="11618" y="5381"/>
                  </a:lnTo>
                  <a:lnTo>
                    <a:pt x="11593" y="5368"/>
                  </a:lnTo>
                  <a:lnTo>
                    <a:pt x="11491" y="5228"/>
                  </a:lnTo>
                  <a:lnTo>
                    <a:pt x="10979" y="5266"/>
                  </a:lnTo>
                  <a:lnTo>
                    <a:pt x="10967" y="5266"/>
                  </a:lnTo>
                  <a:lnTo>
                    <a:pt x="10545" y="5049"/>
                  </a:lnTo>
                  <a:lnTo>
                    <a:pt x="9957" y="5011"/>
                  </a:lnTo>
                  <a:lnTo>
                    <a:pt x="9931" y="4998"/>
                  </a:lnTo>
                  <a:lnTo>
                    <a:pt x="9919" y="4985"/>
                  </a:lnTo>
                  <a:lnTo>
                    <a:pt x="9880" y="4819"/>
                  </a:lnTo>
                  <a:lnTo>
                    <a:pt x="9880" y="4806"/>
                  </a:lnTo>
                  <a:lnTo>
                    <a:pt x="9893" y="4780"/>
                  </a:lnTo>
                  <a:lnTo>
                    <a:pt x="10289" y="4448"/>
                  </a:lnTo>
                  <a:lnTo>
                    <a:pt x="10417" y="4014"/>
                  </a:lnTo>
                  <a:lnTo>
                    <a:pt x="10417" y="4001"/>
                  </a:lnTo>
                  <a:lnTo>
                    <a:pt x="10443" y="3988"/>
                  </a:lnTo>
                  <a:lnTo>
                    <a:pt x="10570" y="3963"/>
                  </a:lnTo>
                  <a:lnTo>
                    <a:pt x="10673" y="3745"/>
                  </a:lnTo>
                  <a:lnTo>
                    <a:pt x="10673" y="3732"/>
                  </a:lnTo>
                  <a:lnTo>
                    <a:pt x="10852" y="3541"/>
                  </a:lnTo>
                  <a:lnTo>
                    <a:pt x="10941" y="3298"/>
                  </a:lnTo>
                  <a:lnTo>
                    <a:pt x="10123" y="2991"/>
                  </a:lnTo>
                  <a:lnTo>
                    <a:pt x="10110" y="2978"/>
                  </a:lnTo>
                  <a:lnTo>
                    <a:pt x="8986" y="2148"/>
                  </a:lnTo>
                  <a:lnTo>
                    <a:pt x="8232" y="1905"/>
                  </a:lnTo>
                  <a:lnTo>
                    <a:pt x="8219" y="1892"/>
                  </a:lnTo>
                  <a:lnTo>
                    <a:pt x="8206" y="1879"/>
                  </a:lnTo>
                  <a:lnTo>
                    <a:pt x="8129" y="1662"/>
                  </a:lnTo>
                  <a:lnTo>
                    <a:pt x="7580" y="1330"/>
                  </a:lnTo>
                  <a:lnTo>
                    <a:pt x="7554" y="1317"/>
                  </a:lnTo>
                  <a:lnTo>
                    <a:pt x="7247" y="691"/>
                  </a:lnTo>
                  <a:lnTo>
                    <a:pt x="7056" y="448"/>
                  </a:lnTo>
                  <a:lnTo>
                    <a:pt x="6775" y="243"/>
                  </a:lnTo>
                  <a:lnTo>
                    <a:pt x="6110" y="256"/>
                  </a:lnTo>
                  <a:lnTo>
                    <a:pt x="5765" y="985"/>
                  </a:lnTo>
                  <a:lnTo>
                    <a:pt x="5752" y="997"/>
                  </a:lnTo>
                  <a:lnTo>
                    <a:pt x="5714" y="997"/>
                  </a:lnTo>
                  <a:lnTo>
                    <a:pt x="5701" y="985"/>
                  </a:lnTo>
                  <a:lnTo>
                    <a:pt x="5394" y="358"/>
                  </a:lnTo>
                  <a:lnTo>
                    <a:pt x="4589" y="231"/>
                  </a:lnTo>
                  <a:lnTo>
                    <a:pt x="4576" y="218"/>
                  </a:lnTo>
                  <a:lnTo>
                    <a:pt x="4270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7" name="Google Shape;877;p60"/>
            <p:cNvSpPr/>
            <p:nvPr/>
          </p:nvSpPr>
          <p:spPr>
            <a:xfrm>
              <a:off x="2317850" y="4587175"/>
              <a:ext cx="5450" cy="7050"/>
            </a:xfrm>
            <a:custGeom>
              <a:rect b="b" l="l" r="r" t="t"/>
              <a:pathLst>
                <a:path extrusionOk="0" h="282" w="218">
                  <a:moveTo>
                    <a:pt x="26" y="0"/>
                  </a:moveTo>
                  <a:lnTo>
                    <a:pt x="0" y="141"/>
                  </a:lnTo>
                  <a:lnTo>
                    <a:pt x="128" y="281"/>
                  </a:lnTo>
                  <a:lnTo>
                    <a:pt x="218" y="230"/>
                  </a:lnTo>
                  <a:lnTo>
                    <a:pt x="26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8" name="Google Shape;878;p60"/>
            <p:cNvSpPr/>
            <p:nvPr/>
          </p:nvSpPr>
          <p:spPr>
            <a:xfrm>
              <a:off x="6844750" y="2046700"/>
              <a:ext cx="28150" cy="23350"/>
            </a:xfrm>
            <a:custGeom>
              <a:rect b="b" l="l" r="r" t="t"/>
              <a:pathLst>
                <a:path extrusionOk="0" h="934" w="1126">
                  <a:moveTo>
                    <a:pt x="998" y="1"/>
                  </a:moveTo>
                  <a:lnTo>
                    <a:pt x="678" y="218"/>
                  </a:lnTo>
                  <a:lnTo>
                    <a:pt x="282" y="346"/>
                  </a:lnTo>
                  <a:lnTo>
                    <a:pt x="1" y="780"/>
                  </a:lnTo>
                  <a:lnTo>
                    <a:pt x="77" y="934"/>
                  </a:lnTo>
                  <a:lnTo>
                    <a:pt x="359" y="729"/>
                  </a:lnTo>
                  <a:lnTo>
                    <a:pt x="691" y="550"/>
                  </a:lnTo>
                  <a:lnTo>
                    <a:pt x="998" y="550"/>
                  </a:lnTo>
                  <a:lnTo>
                    <a:pt x="1125" y="256"/>
                  </a:lnTo>
                  <a:lnTo>
                    <a:pt x="998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9" name="Google Shape;879;p60"/>
            <p:cNvSpPr/>
            <p:nvPr/>
          </p:nvSpPr>
          <p:spPr>
            <a:xfrm>
              <a:off x="6931975" y="3803725"/>
              <a:ext cx="5150" cy="8650"/>
            </a:xfrm>
            <a:custGeom>
              <a:rect b="b" l="l" r="r" t="t"/>
              <a:pathLst>
                <a:path extrusionOk="0" h="346" w="206">
                  <a:moveTo>
                    <a:pt x="1" y="0"/>
                  </a:moveTo>
                  <a:lnTo>
                    <a:pt x="1" y="345"/>
                  </a:lnTo>
                  <a:lnTo>
                    <a:pt x="205" y="166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0" name="Google Shape;880;p60"/>
            <p:cNvSpPr/>
            <p:nvPr/>
          </p:nvSpPr>
          <p:spPr>
            <a:xfrm>
              <a:off x="6915700" y="3789350"/>
              <a:ext cx="10550" cy="14400"/>
            </a:xfrm>
            <a:custGeom>
              <a:rect b="b" l="l" r="r" t="t"/>
              <a:pathLst>
                <a:path extrusionOk="0" h="576" w="422">
                  <a:moveTo>
                    <a:pt x="0" y="0"/>
                  </a:moveTo>
                  <a:lnTo>
                    <a:pt x="0" y="332"/>
                  </a:lnTo>
                  <a:lnTo>
                    <a:pt x="205" y="575"/>
                  </a:lnTo>
                  <a:lnTo>
                    <a:pt x="422" y="294"/>
                  </a:lnTo>
                  <a:lnTo>
                    <a:pt x="307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1" name="Google Shape;881;p60"/>
            <p:cNvSpPr/>
            <p:nvPr/>
          </p:nvSpPr>
          <p:spPr>
            <a:xfrm>
              <a:off x="6684675" y="2278025"/>
              <a:ext cx="24950" cy="20475"/>
            </a:xfrm>
            <a:custGeom>
              <a:rect b="b" l="l" r="r" t="t"/>
              <a:pathLst>
                <a:path extrusionOk="0" h="819" w="998">
                  <a:moveTo>
                    <a:pt x="870" y="1"/>
                  </a:moveTo>
                  <a:lnTo>
                    <a:pt x="665" y="103"/>
                  </a:lnTo>
                  <a:lnTo>
                    <a:pt x="525" y="295"/>
                  </a:lnTo>
                  <a:lnTo>
                    <a:pt x="231" y="512"/>
                  </a:lnTo>
                  <a:lnTo>
                    <a:pt x="1" y="512"/>
                  </a:lnTo>
                  <a:lnTo>
                    <a:pt x="13" y="614"/>
                  </a:lnTo>
                  <a:lnTo>
                    <a:pt x="1" y="742"/>
                  </a:lnTo>
                  <a:lnTo>
                    <a:pt x="13" y="755"/>
                  </a:lnTo>
                  <a:lnTo>
                    <a:pt x="39" y="768"/>
                  </a:lnTo>
                  <a:lnTo>
                    <a:pt x="103" y="793"/>
                  </a:lnTo>
                  <a:lnTo>
                    <a:pt x="192" y="806"/>
                  </a:lnTo>
                  <a:lnTo>
                    <a:pt x="269" y="819"/>
                  </a:lnTo>
                  <a:lnTo>
                    <a:pt x="295" y="806"/>
                  </a:lnTo>
                  <a:lnTo>
                    <a:pt x="333" y="768"/>
                  </a:lnTo>
                  <a:lnTo>
                    <a:pt x="435" y="691"/>
                  </a:lnTo>
                  <a:lnTo>
                    <a:pt x="563" y="589"/>
                  </a:lnTo>
                  <a:lnTo>
                    <a:pt x="601" y="461"/>
                  </a:lnTo>
                  <a:lnTo>
                    <a:pt x="640" y="372"/>
                  </a:lnTo>
                  <a:lnTo>
                    <a:pt x="665" y="333"/>
                  </a:lnTo>
                  <a:lnTo>
                    <a:pt x="844" y="257"/>
                  </a:lnTo>
                  <a:lnTo>
                    <a:pt x="998" y="205"/>
                  </a:lnTo>
                  <a:lnTo>
                    <a:pt x="998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2" name="Google Shape;882;p60"/>
            <p:cNvSpPr/>
            <p:nvPr/>
          </p:nvSpPr>
          <p:spPr>
            <a:xfrm>
              <a:off x="6671900" y="2309025"/>
              <a:ext cx="9275" cy="12500"/>
            </a:xfrm>
            <a:custGeom>
              <a:rect b="b" l="l" r="r" t="t"/>
              <a:pathLst>
                <a:path extrusionOk="0" h="500" w="371">
                  <a:moveTo>
                    <a:pt x="103" y="1"/>
                  </a:moveTo>
                  <a:lnTo>
                    <a:pt x="0" y="167"/>
                  </a:lnTo>
                  <a:lnTo>
                    <a:pt x="39" y="333"/>
                  </a:lnTo>
                  <a:lnTo>
                    <a:pt x="77" y="448"/>
                  </a:lnTo>
                  <a:lnTo>
                    <a:pt x="103" y="499"/>
                  </a:lnTo>
                  <a:lnTo>
                    <a:pt x="269" y="410"/>
                  </a:lnTo>
                  <a:lnTo>
                    <a:pt x="371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3" name="Google Shape;883;p60"/>
            <p:cNvSpPr/>
            <p:nvPr/>
          </p:nvSpPr>
          <p:spPr>
            <a:xfrm>
              <a:off x="6901300" y="4414000"/>
              <a:ext cx="15050" cy="16950"/>
            </a:xfrm>
            <a:custGeom>
              <a:rect b="b" l="l" r="r" t="t"/>
              <a:pathLst>
                <a:path extrusionOk="0" h="678" w="602">
                  <a:moveTo>
                    <a:pt x="244" y="0"/>
                  </a:moveTo>
                  <a:lnTo>
                    <a:pt x="193" y="13"/>
                  </a:lnTo>
                  <a:lnTo>
                    <a:pt x="167" y="38"/>
                  </a:lnTo>
                  <a:lnTo>
                    <a:pt x="154" y="77"/>
                  </a:lnTo>
                  <a:lnTo>
                    <a:pt x="154" y="115"/>
                  </a:lnTo>
                  <a:lnTo>
                    <a:pt x="180" y="166"/>
                  </a:lnTo>
                  <a:lnTo>
                    <a:pt x="205" y="230"/>
                  </a:lnTo>
                  <a:lnTo>
                    <a:pt x="205" y="256"/>
                  </a:lnTo>
                  <a:lnTo>
                    <a:pt x="193" y="281"/>
                  </a:lnTo>
                  <a:lnTo>
                    <a:pt x="154" y="307"/>
                  </a:lnTo>
                  <a:lnTo>
                    <a:pt x="141" y="358"/>
                  </a:lnTo>
                  <a:lnTo>
                    <a:pt x="116" y="396"/>
                  </a:lnTo>
                  <a:lnTo>
                    <a:pt x="78" y="422"/>
                  </a:lnTo>
                  <a:lnTo>
                    <a:pt x="52" y="447"/>
                  </a:lnTo>
                  <a:lnTo>
                    <a:pt x="52" y="486"/>
                  </a:lnTo>
                  <a:lnTo>
                    <a:pt x="52" y="511"/>
                  </a:lnTo>
                  <a:lnTo>
                    <a:pt x="52" y="537"/>
                  </a:lnTo>
                  <a:lnTo>
                    <a:pt x="39" y="562"/>
                  </a:lnTo>
                  <a:lnTo>
                    <a:pt x="14" y="588"/>
                  </a:lnTo>
                  <a:lnTo>
                    <a:pt x="1" y="601"/>
                  </a:lnTo>
                  <a:lnTo>
                    <a:pt x="1" y="614"/>
                  </a:lnTo>
                  <a:lnTo>
                    <a:pt x="1" y="665"/>
                  </a:lnTo>
                  <a:lnTo>
                    <a:pt x="26" y="677"/>
                  </a:lnTo>
                  <a:lnTo>
                    <a:pt x="52" y="677"/>
                  </a:lnTo>
                  <a:lnTo>
                    <a:pt x="78" y="665"/>
                  </a:lnTo>
                  <a:lnTo>
                    <a:pt x="103" y="639"/>
                  </a:lnTo>
                  <a:lnTo>
                    <a:pt x="116" y="601"/>
                  </a:lnTo>
                  <a:lnTo>
                    <a:pt x="154" y="575"/>
                  </a:lnTo>
                  <a:lnTo>
                    <a:pt x="193" y="562"/>
                  </a:lnTo>
                  <a:lnTo>
                    <a:pt x="231" y="550"/>
                  </a:lnTo>
                  <a:lnTo>
                    <a:pt x="282" y="562"/>
                  </a:lnTo>
                  <a:lnTo>
                    <a:pt x="308" y="562"/>
                  </a:lnTo>
                  <a:lnTo>
                    <a:pt x="333" y="550"/>
                  </a:lnTo>
                  <a:lnTo>
                    <a:pt x="372" y="511"/>
                  </a:lnTo>
                  <a:lnTo>
                    <a:pt x="423" y="486"/>
                  </a:lnTo>
                  <a:lnTo>
                    <a:pt x="525" y="460"/>
                  </a:lnTo>
                  <a:lnTo>
                    <a:pt x="563" y="435"/>
                  </a:lnTo>
                  <a:lnTo>
                    <a:pt x="589" y="422"/>
                  </a:lnTo>
                  <a:lnTo>
                    <a:pt x="602" y="396"/>
                  </a:lnTo>
                  <a:lnTo>
                    <a:pt x="602" y="345"/>
                  </a:lnTo>
                  <a:lnTo>
                    <a:pt x="589" y="332"/>
                  </a:lnTo>
                  <a:lnTo>
                    <a:pt x="576" y="307"/>
                  </a:lnTo>
                  <a:lnTo>
                    <a:pt x="538" y="294"/>
                  </a:lnTo>
                  <a:lnTo>
                    <a:pt x="474" y="281"/>
                  </a:lnTo>
                  <a:lnTo>
                    <a:pt x="448" y="256"/>
                  </a:lnTo>
                  <a:lnTo>
                    <a:pt x="410" y="230"/>
                  </a:lnTo>
                  <a:lnTo>
                    <a:pt x="448" y="243"/>
                  </a:lnTo>
                  <a:lnTo>
                    <a:pt x="487" y="230"/>
                  </a:lnTo>
                  <a:lnTo>
                    <a:pt x="512" y="230"/>
                  </a:lnTo>
                  <a:lnTo>
                    <a:pt x="525" y="205"/>
                  </a:lnTo>
                  <a:lnTo>
                    <a:pt x="525" y="192"/>
                  </a:lnTo>
                  <a:lnTo>
                    <a:pt x="512" y="166"/>
                  </a:lnTo>
                  <a:lnTo>
                    <a:pt x="474" y="141"/>
                  </a:lnTo>
                  <a:lnTo>
                    <a:pt x="423" y="115"/>
                  </a:lnTo>
                  <a:lnTo>
                    <a:pt x="397" y="64"/>
                  </a:lnTo>
                  <a:lnTo>
                    <a:pt x="359" y="26"/>
                  </a:lnTo>
                  <a:lnTo>
                    <a:pt x="308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4" name="Google Shape;884;p60"/>
            <p:cNvSpPr/>
            <p:nvPr/>
          </p:nvSpPr>
          <p:spPr>
            <a:xfrm>
              <a:off x="7039650" y="2233625"/>
              <a:ext cx="10900" cy="5775"/>
            </a:xfrm>
            <a:custGeom>
              <a:rect b="b" l="l" r="r" t="t"/>
              <a:pathLst>
                <a:path extrusionOk="0" h="231" w="436">
                  <a:moveTo>
                    <a:pt x="1" y="0"/>
                  </a:moveTo>
                  <a:lnTo>
                    <a:pt x="116" y="230"/>
                  </a:lnTo>
                  <a:lnTo>
                    <a:pt x="435" y="230"/>
                  </a:lnTo>
                  <a:lnTo>
                    <a:pt x="435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5" name="Google Shape;885;p60"/>
            <p:cNvSpPr/>
            <p:nvPr/>
          </p:nvSpPr>
          <p:spPr>
            <a:xfrm>
              <a:off x="7015375" y="2219575"/>
              <a:ext cx="24300" cy="7675"/>
            </a:xfrm>
            <a:custGeom>
              <a:rect b="b" l="l" r="r" t="t"/>
              <a:pathLst>
                <a:path extrusionOk="0" h="307" w="972">
                  <a:moveTo>
                    <a:pt x="1" y="0"/>
                  </a:moveTo>
                  <a:lnTo>
                    <a:pt x="1" y="166"/>
                  </a:lnTo>
                  <a:lnTo>
                    <a:pt x="550" y="307"/>
                  </a:lnTo>
                  <a:lnTo>
                    <a:pt x="972" y="307"/>
                  </a:lnTo>
                  <a:lnTo>
                    <a:pt x="831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6" name="Google Shape;886;p60"/>
            <p:cNvSpPr/>
            <p:nvPr/>
          </p:nvSpPr>
          <p:spPr>
            <a:xfrm>
              <a:off x="7063950" y="4113975"/>
              <a:ext cx="5450" cy="8325"/>
            </a:xfrm>
            <a:custGeom>
              <a:rect b="b" l="l" r="r" t="t"/>
              <a:pathLst>
                <a:path extrusionOk="0" h="333" w="218">
                  <a:moveTo>
                    <a:pt x="39" y="0"/>
                  </a:moveTo>
                  <a:lnTo>
                    <a:pt x="26" y="38"/>
                  </a:lnTo>
                  <a:lnTo>
                    <a:pt x="13" y="102"/>
                  </a:lnTo>
                  <a:lnTo>
                    <a:pt x="0" y="153"/>
                  </a:lnTo>
                  <a:lnTo>
                    <a:pt x="0" y="192"/>
                  </a:lnTo>
                  <a:lnTo>
                    <a:pt x="51" y="217"/>
                  </a:lnTo>
                  <a:lnTo>
                    <a:pt x="90" y="256"/>
                  </a:lnTo>
                  <a:lnTo>
                    <a:pt x="115" y="294"/>
                  </a:lnTo>
                  <a:lnTo>
                    <a:pt x="166" y="320"/>
                  </a:lnTo>
                  <a:lnTo>
                    <a:pt x="192" y="332"/>
                  </a:lnTo>
                  <a:lnTo>
                    <a:pt x="205" y="320"/>
                  </a:lnTo>
                  <a:lnTo>
                    <a:pt x="218" y="307"/>
                  </a:lnTo>
                  <a:lnTo>
                    <a:pt x="218" y="281"/>
                  </a:lnTo>
                  <a:lnTo>
                    <a:pt x="205" y="256"/>
                  </a:lnTo>
                  <a:lnTo>
                    <a:pt x="192" y="243"/>
                  </a:lnTo>
                  <a:lnTo>
                    <a:pt x="179" y="217"/>
                  </a:lnTo>
                  <a:lnTo>
                    <a:pt x="166" y="192"/>
                  </a:lnTo>
                  <a:lnTo>
                    <a:pt x="166" y="166"/>
                  </a:lnTo>
                  <a:lnTo>
                    <a:pt x="166" y="141"/>
                  </a:lnTo>
                  <a:lnTo>
                    <a:pt x="141" y="90"/>
                  </a:lnTo>
                  <a:lnTo>
                    <a:pt x="103" y="51"/>
                  </a:lnTo>
                  <a:lnTo>
                    <a:pt x="90" y="13"/>
                  </a:lnTo>
                  <a:lnTo>
                    <a:pt x="77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7" name="Google Shape;887;p60"/>
            <p:cNvSpPr/>
            <p:nvPr/>
          </p:nvSpPr>
          <p:spPr>
            <a:xfrm>
              <a:off x="6876700" y="4238250"/>
              <a:ext cx="165850" cy="174175"/>
            </a:xfrm>
            <a:custGeom>
              <a:rect b="b" l="l" r="r" t="t"/>
              <a:pathLst>
                <a:path extrusionOk="0" h="6967" w="6634">
                  <a:moveTo>
                    <a:pt x="5100" y="1"/>
                  </a:moveTo>
                  <a:lnTo>
                    <a:pt x="5062" y="14"/>
                  </a:lnTo>
                  <a:lnTo>
                    <a:pt x="5011" y="39"/>
                  </a:lnTo>
                  <a:lnTo>
                    <a:pt x="4985" y="90"/>
                  </a:lnTo>
                  <a:lnTo>
                    <a:pt x="4985" y="103"/>
                  </a:lnTo>
                  <a:lnTo>
                    <a:pt x="4972" y="116"/>
                  </a:lnTo>
                  <a:lnTo>
                    <a:pt x="4883" y="167"/>
                  </a:lnTo>
                  <a:lnTo>
                    <a:pt x="4806" y="231"/>
                  </a:lnTo>
                  <a:lnTo>
                    <a:pt x="4730" y="295"/>
                  </a:lnTo>
                  <a:lnTo>
                    <a:pt x="4653" y="359"/>
                  </a:lnTo>
                  <a:lnTo>
                    <a:pt x="4615" y="384"/>
                  </a:lnTo>
                  <a:lnTo>
                    <a:pt x="4589" y="423"/>
                  </a:lnTo>
                  <a:lnTo>
                    <a:pt x="4576" y="461"/>
                  </a:lnTo>
                  <a:lnTo>
                    <a:pt x="4576" y="512"/>
                  </a:lnTo>
                  <a:lnTo>
                    <a:pt x="4576" y="665"/>
                  </a:lnTo>
                  <a:lnTo>
                    <a:pt x="4576" y="832"/>
                  </a:lnTo>
                  <a:lnTo>
                    <a:pt x="4576" y="883"/>
                  </a:lnTo>
                  <a:lnTo>
                    <a:pt x="4576" y="934"/>
                  </a:lnTo>
                  <a:lnTo>
                    <a:pt x="4563" y="985"/>
                  </a:lnTo>
                  <a:lnTo>
                    <a:pt x="4525" y="1036"/>
                  </a:lnTo>
                  <a:lnTo>
                    <a:pt x="4474" y="1113"/>
                  </a:lnTo>
                  <a:lnTo>
                    <a:pt x="4423" y="1189"/>
                  </a:lnTo>
                  <a:lnTo>
                    <a:pt x="4372" y="1279"/>
                  </a:lnTo>
                  <a:lnTo>
                    <a:pt x="4308" y="1343"/>
                  </a:lnTo>
                  <a:lnTo>
                    <a:pt x="4218" y="1394"/>
                  </a:lnTo>
                  <a:lnTo>
                    <a:pt x="4180" y="1407"/>
                  </a:lnTo>
                  <a:lnTo>
                    <a:pt x="4129" y="1407"/>
                  </a:lnTo>
                  <a:lnTo>
                    <a:pt x="4065" y="1419"/>
                  </a:lnTo>
                  <a:lnTo>
                    <a:pt x="4039" y="1432"/>
                  </a:lnTo>
                  <a:lnTo>
                    <a:pt x="4027" y="1471"/>
                  </a:lnTo>
                  <a:lnTo>
                    <a:pt x="4027" y="1522"/>
                  </a:lnTo>
                  <a:lnTo>
                    <a:pt x="4027" y="1547"/>
                  </a:lnTo>
                  <a:lnTo>
                    <a:pt x="4014" y="1573"/>
                  </a:lnTo>
                  <a:lnTo>
                    <a:pt x="3988" y="1637"/>
                  </a:lnTo>
                  <a:lnTo>
                    <a:pt x="3963" y="1713"/>
                  </a:lnTo>
                  <a:lnTo>
                    <a:pt x="3924" y="1854"/>
                  </a:lnTo>
                  <a:lnTo>
                    <a:pt x="3886" y="2007"/>
                  </a:lnTo>
                  <a:lnTo>
                    <a:pt x="3835" y="2148"/>
                  </a:lnTo>
                  <a:lnTo>
                    <a:pt x="3758" y="2314"/>
                  </a:lnTo>
                  <a:lnTo>
                    <a:pt x="3707" y="2391"/>
                  </a:lnTo>
                  <a:lnTo>
                    <a:pt x="3643" y="2467"/>
                  </a:lnTo>
                  <a:lnTo>
                    <a:pt x="3618" y="2493"/>
                  </a:lnTo>
                  <a:lnTo>
                    <a:pt x="3592" y="2544"/>
                  </a:lnTo>
                  <a:lnTo>
                    <a:pt x="3515" y="2634"/>
                  </a:lnTo>
                  <a:lnTo>
                    <a:pt x="3439" y="2723"/>
                  </a:lnTo>
                  <a:lnTo>
                    <a:pt x="3337" y="2787"/>
                  </a:lnTo>
                  <a:lnTo>
                    <a:pt x="3234" y="2838"/>
                  </a:lnTo>
                  <a:lnTo>
                    <a:pt x="3183" y="2864"/>
                  </a:lnTo>
                  <a:lnTo>
                    <a:pt x="3145" y="2889"/>
                  </a:lnTo>
                  <a:lnTo>
                    <a:pt x="3055" y="2953"/>
                  </a:lnTo>
                  <a:lnTo>
                    <a:pt x="2979" y="3030"/>
                  </a:lnTo>
                  <a:lnTo>
                    <a:pt x="2825" y="3196"/>
                  </a:lnTo>
                  <a:lnTo>
                    <a:pt x="2774" y="3247"/>
                  </a:lnTo>
                  <a:lnTo>
                    <a:pt x="2710" y="3285"/>
                  </a:lnTo>
                  <a:lnTo>
                    <a:pt x="2672" y="3298"/>
                  </a:lnTo>
                  <a:lnTo>
                    <a:pt x="2646" y="3324"/>
                  </a:lnTo>
                  <a:lnTo>
                    <a:pt x="2595" y="3388"/>
                  </a:lnTo>
                  <a:lnTo>
                    <a:pt x="2570" y="3439"/>
                  </a:lnTo>
                  <a:lnTo>
                    <a:pt x="2531" y="3477"/>
                  </a:lnTo>
                  <a:lnTo>
                    <a:pt x="2493" y="3515"/>
                  </a:lnTo>
                  <a:lnTo>
                    <a:pt x="2442" y="3541"/>
                  </a:lnTo>
                  <a:lnTo>
                    <a:pt x="2352" y="3567"/>
                  </a:lnTo>
                  <a:lnTo>
                    <a:pt x="2276" y="3605"/>
                  </a:lnTo>
                  <a:lnTo>
                    <a:pt x="2161" y="3682"/>
                  </a:lnTo>
                  <a:lnTo>
                    <a:pt x="2046" y="3771"/>
                  </a:lnTo>
                  <a:lnTo>
                    <a:pt x="1841" y="3963"/>
                  </a:lnTo>
                  <a:lnTo>
                    <a:pt x="1790" y="3988"/>
                  </a:lnTo>
                  <a:lnTo>
                    <a:pt x="1765" y="4001"/>
                  </a:lnTo>
                  <a:lnTo>
                    <a:pt x="1739" y="4001"/>
                  </a:lnTo>
                  <a:lnTo>
                    <a:pt x="1688" y="3988"/>
                  </a:lnTo>
                  <a:lnTo>
                    <a:pt x="1637" y="4001"/>
                  </a:lnTo>
                  <a:lnTo>
                    <a:pt x="1534" y="4039"/>
                  </a:lnTo>
                  <a:lnTo>
                    <a:pt x="1509" y="4039"/>
                  </a:lnTo>
                  <a:lnTo>
                    <a:pt x="1483" y="4052"/>
                  </a:lnTo>
                  <a:lnTo>
                    <a:pt x="1445" y="4052"/>
                  </a:lnTo>
                  <a:lnTo>
                    <a:pt x="1419" y="4091"/>
                  </a:lnTo>
                  <a:lnTo>
                    <a:pt x="1343" y="4206"/>
                  </a:lnTo>
                  <a:lnTo>
                    <a:pt x="1292" y="4269"/>
                  </a:lnTo>
                  <a:lnTo>
                    <a:pt x="1241" y="4321"/>
                  </a:lnTo>
                  <a:lnTo>
                    <a:pt x="1228" y="4333"/>
                  </a:lnTo>
                  <a:lnTo>
                    <a:pt x="1228" y="4346"/>
                  </a:lnTo>
                  <a:lnTo>
                    <a:pt x="1228" y="4359"/>
                  </a:lnTo>
                  <a:lnTo>
                    <a:pt x="1241" y="4385"/>
                  </a:lnTo>
                  <a:lnTo>
                    <a:pt x="1228" y="4397"/>
                  </a:lnTo>
                  <a:lnTo>
                    <a:pt x="1215" y="4410"/>
                  </a:lnTo>
                  <a:lnTo>
                    <a:pt x="1202" y="4410"/>
                  </a:lnTo>
                  <a:lnTo>
                    <a:pt x="1164" y="4423"/>
                  </a:lnTo>
                  <a:lnTo>
                    <a:pt x="1151" y="4448"/>
                  </a:lnTo>
                  <a:lnTo>
                    <a:pt x="1113" y="4500"/>
                  </a:lnTo>
                  <a:lnTo>
                    <a:pt x="1062" y="4538"/>
                  </a:lnTo>
                  <a:lnTo>
                    <a:pt x="1023" y="4563"/>
                  </a:lnTo>
                  <a:lnTo>
                    <a:pt x="1010" y="4589"/>
                  </a:lnTo>
                  <a:lnTo>
                    <a:pt x="1010" y="4602"/>
                  </a:lnTo>
                  <a:lnTo>
                    <a:pt x="1010" y="4653"/>
                  </a:lnTo>
                  <a:lnTo>
                    <a:pt x="998" y="4691"/>
                  </a:lnTo>
                  <a:lnTo>
                    <a:pt x="972" y="4717"/>
                  </a:lnTo>
                  <a:lnTo>
                    <a:pt x="934" y="4730"/>
                  </a:lnTo>
                  <a:lnTo>
                    <a:pt x="908" y="4755"/>
                  </a:lnTo>
                  <a:lnTo>
                    <a:pt x="780" y="4883"/>
                  </a:lnTo>
                  <a:lnTo>
                    <a:pt x="665" y="4998"/>
                  </a:lnTo>
                  <a:lnTo>
                    <a:pt x="538" y="5113"/>
                  </a:lnTo>
                  <a:lnTo>
                    <a:pt x="423" y="5254"/>
                  </a:lnTo>
                  <a:lnTo>
                    <a:pt x="371" y="5317"/>
                  </a:lnTo>
                  <a:lnTo>
                    <a:pt x="359" y="5381"/>
                  </a:lnTo>
                  <a:lnTo>
                    <a:pt x="359" y="5445"/>
                  </a:lnTo>
                  <a:lnTo>
                    <a:pt x="397" y="5509"/>
                  </a:lnTo>
                  <a:lnTo>
                    <a:pt x="423" y="5548"/>
                  </a:lnTo>
                  <a:lnTo>
                    <a:pt x="423" y="5573"/>
                  </a:lnTo>
                  <a:lnTo>
                    <a:pt x="410" y="5586"/>
                  </a:lnTo>
                  <a:lnTo>
                    <a:pt x="397" y="5599"/>
                  </a:lnTo>
                  <a:lnTo>
                    <a:pt x="371" y="5599"/>
                  </a:lnTo>
                  <a:lnTo>
                    <a:pt x="333" y="5573"/>
                  </a:lnTo>
                  <a:lnTo>
                    <a:pt x="295" y="5548"/>
                  </a:lnTo>
                  <a:lnTo>
                    <a:pt x="269" y="5548"/>
                  </a:lnTo>
                  <a:lnTo>
                    <a:pt x="244" y="5560"/>
                  </a:lnTo>
                  <a:lnTo>
                    <a:pt x="231" y="5599"/>
                  </a:lnTo>
                  <a:lnTo>
                    <a:pt x="193" y="5688"/>
                  </a:lnTo>
                  <a:lnTo>
                    <a:pt x="180" y="5739"/>
                  </a:lnTo>
                  <a:lnTo>
                    <a:pt x="167" y="5790"/>
                  </a:lnTo>
                  <a:lnTo>
                    <a:pt x="167" y="5841"/>
                  </a:lnTo>
                  <a:lnTo>
                    <a:pt x="167" y="5867"/>
                  </a:lnTo>
                  <a:lnTo>
                    <a:pt x="205" y="5880"/>
                  </a:lnTo>
                  <a:lnTo>
                    <a:pt x="269" y="5867"/>
                  </a:lnTo>
                  <a:lnTo>
                    <a:pt x="218" y="5893"/>
                  </a:lnTo>
                  <a:lnTo>
                    <a:pt x="205" y="5905"/>
                  </a:lnTo>
                  <a:lnTo>
                    <a:pt x="205" y="5918"/>
                  </a:lnTo>
                  <a:lnTo>
                    <a:pt x="218" y="5957"/>
                  </a:lnTo>
                  <a:lnTo>
                    <a:pt x="231" y="5982"/>
                  </a:lnTo>
                  <a:lnTo>
                    <a:pt x="244" y="6008"/>
                  </a:lnTo>
                  <a:lnTo>
                    <a:pt x="269" y="6033"/>
                  </a:lnTo>
                  <a:lnTo>
                    <a:pt x="269" y="6046"/>
                  </a:lnTo>
                  <a:lnTo>
                    <a:pt x="282" y="6046"/>
                  </a:lnTo>
                  <a:lnTo>
                    <a:pt x="295" y="6059"/>
                  </a:lnTo>
                  <a:lnTo>
                    <a:pt x="333" y="6059"/>
                  </a:lnTo>
                  <a:lnTo>
                    <a:pt x="308" y="6072"/>
                  </a:lnTo>
                  <a:lnTo>
                    <a:pt x="269" y="6072"/>
                  </a:lnTo>
                  <a:lnTo>
                    <a:pt x="244" y="6059"/>
                  </a:lnTo>
                  <a:lnTo>
                    <a:pt x="231" y="6059"/>
                  </a:lnTo>
                  <a:lnTo>
                    <a:pt x="193" y="6097"/>
                  </a:lnTo>
                  <a:lnTo>
                    <a:pt x="141" y="6110"/>
                  </a:lnTo>
                  <a:lnTo>
                    <a:pt x="52" y="6123"/>
                  </a:lnTo>
                  <a:lnTo>
                    <a:pt x="14" y="6135"/>
                  </a:lnTo>
                  <a:lnTo>
                    <a:pt x="1" y="6148"/>
                  </a:lnTo>
                  <a:lnTo>
                    <a:pt x="1" y="6161"/>
                  </a:lnTo>
                  <a:lnTo>
                    <a:pt x="1" y="6289"/>
                  </a:lnTo>
                  <a:lnTo>
                    <a:pt x="1" y="6327"/>
                  </a:lnTo>
                  <a:lnTo>
                    <a:pt x="26" y="6353"/>
                  </a:lnTo>
                  <a:lnTo>
                    <a:pt x="52" y="6353"/>
                  </a:lnTo>
                  <a:lnTo>
                    <a:pt x="77" y="6340"/>
                  </a:lnTo>
                  <a:lnTo>
                    <a:pt x="116" y="6327"/>
                  </a:lnTo>
                  <a:lnTo>
                    <a:pt x="129" y="6327"/>
                  </a:lnTo>
                  <a:lnTo>
                    <a:pt x="141" y="6353"/>
                  </a:lnTo>
                  <a:lnTo>
                    <a:pt x="141" y="6378"/>
                  </a:lnTo>
                  <a:lnTo>
                    <a:pt x="129" y="6404"/>
                  </a:lnTo>
                  <a:lnTo>
                    <a:pt x="129" y="6417"/>
                  </a:lnTo>
                  <a:lnTo>
                    <a:pt x="141" y="6429"/>
                  </a:lnTo>
                  <a:lnTo>
                    <a:pt x="167" y="6429"/>
                  </a:lnTo>
                  <a:lnTo>
                    <a:pt x="205" y="6417"/>
                  </a:lnTo>
                  <a:lnTo>
                    <a:pt x="218" y="6404"/>
                  </a:lnTo>
                  <a:lnTo>
                    <a:pt x="231" y="6391"/>
                  </a:lnTo>
                  <a:lnTo>
                    <a:pt x="244" y="6404"/>
                  </a:lnTo>
                  <a:lnTo>
                    <a:pt x="256" y="6417"/>
                  </a:lnTo>
                  <a:lnTo>
                    <a:pt x="256" y="6429"/>
                  </a:lnTo>
                  <a:lnTo>
                    <a:pt x="244" y="6455"/>
                  </a:lnTo>
                  <a:lnTo>
                    <a:pt x="205" y="6506"/>
                  </a:lnTo>
                  <a:lnTo>
                    <a:pt x="205" y="6532"/>
                  </a:lnTo>
                  <a:lnTo>
                    <a:pt x="205" y="6557"/>
                  </a:lnTo>
                  <a:lnTo>
                    <a:pt x="218" y="6570"/>
                  </a:lnTo>
                  <a:lnTo>
                    <a:pt x="231" y="6570"/>
                  </a:lnTo>
                  <a:lnTo>
                    <a:pt x="308" y="6583"/>
                  </a:lnTo>
                  <a:lnTo>
                    <a:pt x="423" y="6596"/>
                  </a:lnTo>
                  <a:lnTo>
                    <a:pt x="729" y="6596"/>
                  </a:lnTo>
                  <a:lnTo>
                    <a:pt x="768" y="6583"/>
                  </a:lnTo>
                  <a:lnTo>
                    <a:pt x="793" y="6570"/>
                  </a:lnTo>
                  <a:lnTo>
                    <a:pt x="806" y="6544"/>
                  </a:lnTo>
                  <a:lnTo>
                    <a:pt x="819" y="6493"/>
                  </a:lnTo>
                  <a:lnTo>
                    <a:pt x="844" y="6481"/>
                  </a:lnTo>
                  <a:lnTo>
                    <a:pt x="883" y="6455"/>
                  </a:lnTo>
                  <a:lnTo>
                    <a:pt x="908" y="6455"/>
                  </a:lnTo>
                  <a:lnTo>
                    <a:pt x="947" y="6468"/>
                  </a:lnTo>
                  <a:lnTo>
                    <a:pt x="1010" y="6506"/>
                  </a:lnTo>
                  <a:lnTo>
                    <a:pt x="1062" y="6557"/>
                  </a:lnTo>
                  <a:lnTo>
                    <a:pt x="1087" y="6621"/>
                  </a:lnTo>
                  <a:lnTo>
                    <a:pt x="1100" y="6659"/>
                  </a:lnTo>
                  <a:lnTo>
                    <a:pt x="1125" y="6685"/>
                  </a:lnTo>
                  <a:lnTo>
                    <a:pt x="1164" y="6698"/>
                  </a:lnTo>
                  <a:lnTo>
                    <a:pt x="1189" y="6698"/>
                  </a:lnTo>
                  <a:lnTo>
                    <a:pt x="1253" y="6685"/>
                  </a:lnTo>
                  <a:lnTo>
                    <a:pt x="1304" y="6685"/>
                  </a:lnTo>
                  <a:lnTo>
                    <a:pt x="1356" y="6672"/>
                  </a:lnTo>
                  <a:lnTo>
                    <a:pt x="1381" y="6659"/>
                  </a:lnTo>
                  <a:lnTo>
                    <a:pt x="1407" y="6634"/>
                  </a:lnTo>
                  <a:lnTo>
                    <a:pt x="1445" y="6634"/>
                  </a:lnTo>
                  <a:lnTo>
                    <a:pt x="1483" y="6647"/>
                  </a:lnTo>
                  <a:lnTo>
                    <a:pt x="1522" y="6672"/>
                  </a:lnTo>
                  <a:lnTo>
                    <a:pt x="1547" y="6698"/>
                  </a:lnTo>
                  <a:lnTo>
                    <a:pt x="1560" y="6736"/>
                  </a:lnTo>
                  <a:lnTo>
                    <a:pt x="1586" y="6774"/>
                  </a:lnTo>
                  <a:lnTo>
                    <a:pt x="1598" y="6774"/>
                  </a:lnTo>
                  <a:lnTo>
                    <a:pt x="1624" y="6749"/>
                  </a:lnTo>
                  <a:lnTo>
                    <a:pt x="1637" y="6736"/>
                  </a:lnTo>
                  <a:lnTo>
                    <a:pt x="1649" y="6749"/>
                  </a:lnTo>
                  <a:lnTo>
                    <a:pt x="1662" y="6762"/>
                  </a:lnTo>
                  <a:lnTo>
                    <a:pt x="1662" y="6774"/>
                  </a:lnTo>
                  <a:lnTo>
                    <a:pt x="1649" y="6787"/>
                  </a:lnTo>
                  <a:lnTo>
                    <a:pt x="1586" y="6813"/>
                  </a:lnTo>
                  <a:lnTo>
                    <a:pt x="1573" y="6826"/>
                  </a:lnTo>
                  <a:lnTo>
                    <a:pt x="1573" y="6851"/>
                  </a:lnTo>
                  <a:lnTo>
                    <a:pt x="1586" y="6889"/>
                  </a:lnTo>
                  <a:lnTo>
                    <a:pt x="1624" y="6902"/>
                  </a:lnTo>
                  <a:lnTo>
                    <a:pt x="1649" y="6902"/>
                  </a:lnTo>
                  <a:lnTo>
                    <a:pt x="1649" y="6877"/>
                  </a:lnTo>
                  <a:lnTo>
                    <a:pt x="1649" y="6864"/>
                  </a:lnTo>
                  <a:lnTo>
                    <a:pt x="1662" y="6864"/>
                  </a:lnTo>
                  <a:lnTo>
                    <a:pt x="1688" y="6877"/>
                  </a:lnTo>
                  <a:lnTo>
                    <a:pt x="1726" y="6902"/>
                  </a:lnTo>
                  <a:lnTo>
                    <a:pt x="1777" y="6915"/>
                  </a:lnTo>
                  <a:lnTo>
                    <a:pt x="1816" y="6915"/>
                  </a:lnTo>
                  <a:lnTo>
                    <a:pt x="1854" y="6889"/>
                  </a:lnTo>
                  <a:lnTo>
                    <a:pt x="1880" y="6864"/>
                  </a:lnTo>
                  <a:lnTo>
                    <a:pt x="1905" y="6864"/>
                  </a:lnTo>
                  <a:lnTo>
                    <a:pt x="1943" y="6877"/>
                  </a:lnTo>
                  <a:lnTo>
                    <a:pt x="1969" y="6877"/>
                  </a:lnTo>
                  <a:lnTo>
                    <a:pt x="1995" y="6864"/>
                  </a:lnTo>
                  <a:lnTo>
                    <a:pt x="2020" y="6877"/>
                  </a:lnTo>
                  <a:lnTo>
                    <a:pt x="2046" y="6889"/>
                  </a:lnTo>
                  <a:lnTo>
                    <a:pt x="2058" y="6928"/>
                  </a:lnTo>
                  <a:lnTo>
                    <a:pt x="2058" y="6941"/>
                  </a:lnTo>
                  <a:lnTo>
                    <a:pt x="2071" y="6941"/>
                  </a:lnTo>
                  <a:lnTo>
                    <a:pt x="2110" y="6953"/>
                  </a:lnTo>
                  <a:lnTo>
                    <a:pt x="2161" y="6966"/>
                  </a:lnTo>
                  <a:lnTo>
                    <a:pt x="2212" y="6966"/>
                  </a:lnTo>
                  <a:lnTo>
                    <a:pt x="2314" y="6941"/>
                  </a:lnTo>
                  <a:lnTo>
                    <a:pt x="2467" y="6915"/>
                  </a:lnTo>
                  <a:lnTo>
                    <a:pt x="2531" y="6889"/>
                  </a:lnTo>
                  <a:lnTo>
                    <a:pt x="2595" y="6838"/>
                  </a:lnTo>
                  <a:lnTo>
                    <a:pt x="2621" y="6826"/>
                  </a:lnTo>
                  <a:lnTo>
                    <a:pt x="2685" y="6826"/>
                  </a:lnTo>
                  <a:lnTo>
                    <a:pt x="2736" y="6800"/>
                  </a:lnTo>
                  <a:lnTo>
                    <a:pt x="2761" y="6774"/>
                  </a:lnTo>
                  <a:lnTo>
                    <a:pt x="2800" y="6749"/>
                  </a:lnTo>
                  <a:lnTo>
                    <a:pt x="2813" y="6723"/>
                  </a:lnTo>
                  <a:lnTo>
                    <a:pt x="2838" y="6711"/>
                  </a:lnTo>
                  <a:lnTo>
                    <a:pt x="2876" y="6698"/>
                  </a:lnTo>
                  <a:lnTo>
                    <a:pt x="2889" y="6685"/>
                  </a:lnTo>
                  <a:lnTo>
                    <a:pt x="2889" y="6659"/>
                  </a:lnTo>
                  <a:lnTo>
                    <a:pt x="2876" y="6634"/>
                  </a:lnTo>
                  <a:lnTo>
                    <a:pt x="2864" y="6608"/>
                  </a:lnTo>
                  <a:lnTo>
                    <a:pt x="2876" y="6583"/>
                  </a:lnTo>
                  <a:lnTo>
                    <a:pt x="2889" y="6557"/>
                  </a:lnTo>
                  <a:lnTo>
                    <a:pt x="2915" y="6544"/>
                  </a:lnTo>
                  <a:lnTo>
                    <a:pt x="2953" y="6532"/>
                  </a:lnTo>
                  <a:lnTo>
                    <a:pt x="2979" y="6493"/>
                  </a:lnTo>
                  <a:lnTo>
                    <a:pt x="3043" y="6429"/>
                  </a:lnTo>
                  <a:lnTo>
                    <a:pt x="3081" y="6404"/>
                  </a:lnTo>
                  <a:lnTo>
                    <a:pt x="3119" y="6378"/>
                  </a:lnTo>
                  <a:lnTo>
                    <a:pt x="3145" y="6365"/>
                  </a:lnTo>
                  <a:lnTo>
                    <a:pt x="3170" y="6340"/>
                  </a:lnTo>
                  <a:lnTo>
                    <a:pt x="3196" y="6276"/>
                  </a:lnTo>
                  <a:lnTo>
                    <a:pt x="3234" y="6174"/>
                  </a:lnTo>
                  <a:lnTo>
                    <a:pt x="3260" y="6135"/>
                  </a:lnTo>
                  <a:lnTo>
                    <a:pt x="3285" y="6110"/>
                  </a:lnTo>
                  <a:lnTo>
                    <a:pt x="3324" y="6084"/>
                  </a:lnTo>
                  <a:lnTo>
                    <a:pt x="3375" y="6072"/>
                  </a:lnTo>
                  <a:lnTo>
                    <a:pt x="3490" y="6072"/>
                  </a:lnTo>
                  <a:lnTo>
                    <a:pt x="3528" y="6059"/>
                  </a:lnTo>
                  <a:lnTo>
                    <a:pt x="3579" y="6033"/>
                  </a:lnTo>
                  <a:lnTo>
                    <a:pt x="3618" y="5995"/>
                  </a:lnTo>
                  <a:lnTo>
                    <a:pt x="3630" y="5969"/>
                  </a:lnTo>
                  <a:lnTo>
                    <a:pt x="3630" y="5931"/>
                  </a:lnTo>
                  <a:lnTo>
                    <a:pt x="3605" y="5893"/>
                  </a:lnTo>
                  <a:lnTo>
                    <a:pt x="3554" y="5854"/>
                  </a:lnTo>
                  <a:lnTo>
                    <a:pt x="3515" y="5841"/>
                  </a:lnTo>
                  <a:lnTo>
                    <a:pt x="3515" y="5829"/>
                  </a:lnTo>
                  <a:lnTo>
                    <a:pt x="3528" y="5803"/>
                  </a:lnTo>
                  <a:lnTo>
                    <a:pt x="3592" y="5701"/>
                  </a:lnTo>
                  <a:lnTo>
                    <a:pt x="3656" y="5599"/>
                  </a:lnTo>
                  <a:lnTo>
                    <a:pt x="3682" y="5560"/>
                  </a:lnTo>
                  <a:lnTo>
                    <a:pt x="3694" y="5522"/>
                  </a:lnTo>
                  <a:lnTo>
                    <a:pt x="3707" y="5471"/>
                  </a:lnTo>
                  <a:lnTo>
                    <a:pt x="3707" y="5420"/>
                  </a:lnTo>
                  <a:lnTo>
                    <a:pt x="3707" y="5330"/>
                  </a:lnTo>
                  <a:lnTo>
                    <a:pt x="3733" y="5241"/>
                  </a:lnTo>
                  <a:lnTo>
                    <a:pt x="3784" y="5151"/>
                  </a:lnTo>
                  <a:lnTo>
                    <a:pt x="3835" y="5087"/>
                  </a:lnTo>
                  <a:lnTo>
                    <a:pt x="3886" y="5024"/>
                  </a:lnTo>
                  <a:lnTo>
                    <a:pt x="3924" y="4960"/>
                  </a:lnTo>
                  <a:lnTo>
                    <a:pt x="3937" y="4896"/>
                  </a:lnTo>
                  <a:lnTo>
                    <a:pt x="3950" y="4819"/>
                  </a:lnTo>
                  <a:lnTo>
                    <a:pt x="3937" y="4653"/>
                  </a:lnTo>
                  <a:lnTo>
                    <a:pt x="3937" y="4576"/>
                  </a:lnTo>
                  <a:lnTo>
                    <a:pt x="3963" y="4500"/>
                  </a:lnTo>
                  <a:lnTo>
                    <a:pt x="3976" y="4423"/>
                  </a:lnTo>
                  <a:lnTo>
                    <a:pt x="4001" y="4346"/>
                  </a:lnTo>
                  <a:lnTo>
                    <a:pt x="4027" y="4282"/>
                  </a:lnTo>
                  <a:lnTo>
                    <a:pt x="4052" y="4244"/>
                  </a:lnTo>
                  <a:lnTo>
                    <a:pt x="4078" y="4218"/>
                  </a:lnTo>
                  <a:lnTo>
                    <a:pt x="4308" y="4039"/>
                  </a:lnTo>
                  <a:lnTo>
                    <a:pt x="4436" y="3950"/>
                  </a:lnTo>
                  <a:lnTo>
                    <a:pt x="4551" y="3886"/>
                  </a:lnTo>
                  <a:lnTo>
                    <a:pt x="4679" y="3822"/>
                  </a:lnTo>
                  <a:lnTo>
                    <a:pt x="4819" y="3758"/>
                  </a:lnTo>
                  <a:lnTo>
                    <a:pt x="4960" y="3707"/>
                  </a:lnTo>
                  <a:lnTo>
                    <a:pt x="5100" y="3669"/>
                  </a:lnTo>
                  <a:lnTo>
                    <a:pt x="5139" y="3656"/>
                  </a:lnTo>
                  <a:lnTo>
                    <a:pt x="5190" y="3669"/>
                  </a:lnTo>
                  <a:lnTo>
                    <a:pt x="5228" y="3682"/>
                  </a:lnTo>
                  <a:lnTo>
                    <a:pt x="5279" y="3707"/>
                  </a:lnTo>
                  <a:lnTo>
                    <a:pt x="5318" y="3733"/>
                  </a:lnTo>
                  <a:lnTo>
                    <a:pt x="5369" y="3745"/>
                  </a:lnTo>
                  <a:lnTo>
                    <a:pt x="5420" y="3745"/>
                  </a:lnTo>
                  <a:lnTo>
                    <a:pt x="5471" y="3720"/>
                  </a:lnTo>
                  <a:lnTo>
                    <a:pt x="5509" y="3694"/>
                  </a:lnTo>
                  <a:lnTo>
                    <a:pt x="5548" y="3669"/>
                  </a:lnTo>
                  <a:lnTo>
                    <a:pt x="5573" y="3630"/>
                  </a:lnTo>
                  <a:lnTo>
                    <a:pt x="5586" y="3579"/>
                  </a:lnTo>
                  <a:lnTo>
                    <a:pt x="5573" y="3541"/>
                  </a:lnTo>
                  <a:lnTo>
                    <a:pt x="5548" y="3503"/>
                  </a:lnTo>
                  <a:lnTo>
                    <a:pt x="5509" y="3477"/>
                  </a:lnTo>
                  <a:lnTo>
                    <a:pt x="5458" y="3464"/>
                  </a:lnTo>
                  <a:lnTo>
                    <a:pt x="5356" y="3439"/>
                  </a:lnTo>
                  <a:lnTo>
                    <a:pt x="5241" y="3439"/>
                  </a:lnTo>
                  <a:lnTo>
                    <a:pt x="5266" y="3400"/>
                  </a:lnTo>
                  <a:lnTo>
                    <a:pt x="5266" y="3388"/>
                  </a:lnTo>
                  <a:lnTo>
                    <a:pt x="5266" y="3362"/>
                  </a:lnTo>
                  <a:lnTo>
                    <a:pt x="5228" y="3298"/>
                  </a:lnTo>
                  <a:lnTo>
                    <a:pt x="5215" y="3221"/>
                  </a:lnTo>
                  <a:lnTo>
                    <a:pt x="5215" y="3145"/>
                  </a:lnTo>
                  <a:lnTo>
                    <a:pt x="5228" y="3068"/>
                  </a:lnTo>
                  <a:lnTo>
                    <a:pt x="5254" y="2991"/>
                  </a:lnTo>
                  <a:lnTo>
                    <a:pt x="5305" y="2928"/>
                  </a:lnTo>
                  <a:lnTo>
                    <a:pt x="5369" y="2876"/>
                  </a:lnTo>
                  <a:lnTo>
                    <a:pt x="5458" y="2838"/>
                  </a:lnTo>
                  <a:lnTo>
                    <a:pt x="5522" y="2812"/>
                  </a:lnTo>
                  <a:lnTo>
                    <a:pt x="5573" y="2774"/>
                  </a:lnTo>
                  <a:lnTo>
                    <a:pt x="5663" y="2685"/>
                  </a:lnTo>
                  <a:lnTo>
                    <a:pt x="5752" y="2595"/>
                  </a:lnTo>
                  <a:lnTo>
                    <a:pt x="5816" y="2493"/>
                  </a:lnTo>
                  <a:lnTo>
                    <a:pt x="5854" y="2378"/>
                  </a:lnTo>
                  <a:lnTo>
                    <a:pt x="5893" y="2263"/>
                  </a:lnTo>
                  <a:lnTo>
                    <a:pt x="5918" y="2199"/>
                  </a:lnTo>
                  <a:lnTo>
                    <a:pt x="5944" y="2161"/>
                  </a:lnTo>
                  <a:lnTo>
                    <a:pt x="5982" y="2135"/>
                  </a:lnTo>
                  <a:lnTo>
                    <a:pt x="6033" y="2110"/>
                  </a:lnTo>
                  <a:lnTo>
                    <a:pt x="6059" y="2110"/>
                  </a:lnTo>
                  <a:lnTo>
                    <a:pt x="6072" y="2097"/>
                  </a:lnTo>
                  <a:lnTo>
                    <a:pt x="6084" y="2033"/>
                  </a:lnTo>
                  <a:lnTo>
                    <a:pt x="6123" y="1969"/>
                  </a:lnTo>
                  <a:lnTo>
                    <a:pt x="6225" y="1880"/>
                  </a:lnTo>
                  <a:lnTo>
                    <a:pt x="6263" y="1841"/>
                  </a:lnTo>
                  <a:lnTo>
                    <a:pt x="6276" y="1790"/>
                  </a:lnTo>
                  <a:lnTo>
                    <a:pt x="6276" y="1739"/>
                  </a:lnTo>
                  <a:lnTo>
                    <a:pt x="6302" y="1688"/>
                  </a:lnTo>
                  <a:lnTo>
                    <a:pt x="6327" y="1637"/>
                  </a:lnTo>
                  <a:lnTo>
                    <a:pt x="6366" y="1598"/>
                  </a:lnTo>
                  <a:lnTo>
                    <a:pt x="6429" y="1547"/>
                  </a:lnTo>
                  <a:lnTo>
                    <a:pt x="6468" y="1483"/>
                  </a:lnTo>
                  <a:lnTo>
                    <a:pt x="6557" y="1356"/>
                  </a:lnTo>
                  <a:lnTo>
                    <a:pt x="6570" y="1343"/>
                  </a:lnTo>
                  <a:lnTo>
                    <a:pt x="6544" y="1330"/>
                  </a:lnTo>
                  <a:lnTo>
                    <a:pt x="6519" y="1317"/>
                  </a:lnTo>
                  <a:lnTo>
                    <a:pt x="6493" y="1292"/>
                  </a:lnTo>
                  <a:lnTo>
                    <a:pt x="6481" y="1228"/>
                  </a:lnTo>
                  <a:lnTo>
                    <a:pt x="6455" y="1164"/>
                  </a:lnTo>
                  <a:lnTo>
                    <a:pt x="6442" y="1125"/>
                  </a:lnTo>
                  <a:lnTo>
                    <a:pt x="6404" y="1100"/>
                  </a:lnTo>
                  <a:lnTo>
                    <a:pt x="6366" y="1062"/>
                  </a:lnTo>
                  <a:lnTo>
                    <a:pt x="6353" y="1010"/>
                  </a:lnTo>
                  <a:lnTo>
                    <a:pt x="6366" y="972"/>
                  </a:lnTo>
                  <a:lnTo>
                    <a:pt x="6391" y="947"/>
                  </a:lnTo>
                  <a:lnTo>
                    <a:pt x="6404" y="934"/>
                  </a:lnTo>
                  <a:lnTo>
                    <a:pt x="6468" y="895"/>
                  </a:lnTo>
                  <a:lnTo>
                    <a:pt x="6519" y="844"/>
                  </a:lnTo>
                  <a:lnTo>
                    <a:pt x="6570" y="806"/>
                  </a:lnTo>
                  <a:lnTo>
                    <a:pt x="6621" y="755"/>
                  </a:lnTo>
                  <a:lnTo>
                    <a:pt x="6634" y="729"/>
                  </a:lnTo>
                  <a:lnTo>
                    <a:pt x="6634" y="704"/>
                  </a:lnTo>
                  <a:lnTo>
                    <a:pt x="6634" y="691"/>
                  </a:lnTo>
                  <a:lnTo>
                    <a:pt x="6570" y="691"/>
                  </a:lnTo>
                  <a:lnTo>
                    <a:pt x="6544" y="704"/>
                  </a:lnTo>
                  <a:lnTo>
                    <a:pt x="6481" y="742"/>
                  </a:lnTo>
                  <a:lnTo>
                    <a:pt x="6493" y="678"/>
                  </a:lnTo>
                  <a:lnTo>
                    <a:pt x="6519" y="627"/>
                  </a:lnTo>
                  <a:lnTo>
                    <a:pt x="6557" y="589"/>
                  </a:lnTo>
                  <a:lnTo>
                    <a:pt x="6570" y="538"/>
                  </a:lnTo>
                  <a:lnTo>
                    <a:pt x="6544" y="538"/>
                  </a:lnTo>
                  <a:lnTo>
                    <a:pt x="6532" y="550"/>
                  </a:lnTo>
                  <a:lnTo>
                    <a:pt x="6519" y="563"/>
                  </a:lnTo>
                  <a:lnTo>
                    <a:pt x="6493" y="563"/>
                  </a:lnTo>
                  <a:lnTo>
                    <a:pt x="6493" y="550"/>
                  </a:lnTo>
                  <a:lnTo>
                    <a:pt x="6506" y="538"/>
                  </a:lnTo>
                  <a:lnTo>
                    <a:pt x="6506" y="525"/>
                  </a:lnTo>
                  <a:lnTo>
                    <a:pt x="6493" y="525"/>
                  </a:lnTo>
                  <a:lnTo>
                    <a:pt x="6391" y="499"/>
                  </a:lnTo>
                  <a:lnTo>
                    <a:pt x="6340" y="499"/>
                  </a:lnTo>
                  <a:lnTo>
                    <a:pt x="6289" y="512"/>
                  </a:lnTo>
                  <a:lnTo>
                    <a:pt x="6276" y="512"/>
                  </a:lnTo>
                  <a:lnTo>
                    <a:pt x="6263" y="538"/>
                  </a:lnTo>
                  <a:lnTo>
                    <a:pt x="6263" y="563"/>
                  </a:lnTo>
                  <a:lnTo>
                    <a:pt x="6289" y="576"/>
                  </a:lnTo>
                  <a:lnTo>
                    <a:pt x="6302" y="589"/>
                  </a:lnTo>
                  <a:lnTo>
                    <a:pt x="6302" y="614"/>
                  </a:lnTo>
                  <a:lnTo>
                    <a:pt x="6302" y="627"/>
                  </a:lnTo>
                  <a:lnTo>
                    <a:pt x="6276" y="640"/>
                  </a:lnTo>
                  <a:lnTo>
                    <a:pt x="6225" y="653"/>
                  </a:lnTo>
                  <a:lnTo>
                    <a:pt x="6199" y="665"/>
                  </a:lnTo>
                  <a:lnTo>
                    <a:pt x="6199" y="691"/>
                  </a:lnTo>
                  <a:lnTo>
                    <a:pt x="6199" y="742"/>
                  </a:lnTo>
                  <a:lnTo>
                    <a:pt x="6199" y="768"/>
                  </a:lnTo>
                  <a:lnTo>
                    <a:pt x="6187" y="793"/>
                  </a:lnTo>
                  <a:lnTo>
                    <a:pt x="6174" y="755"/>
                  </a:lnTo>
                  <a:lnTo>
                    <a:pt x="6161" y="716"/>
                  </a:lnTo>
                  <a:lnTo>
                    <a:pt x="6161" y="691"/>
                  </a:lnTo>
                  <a:lnTo>
                    <a:pt x="6161" y="665"/>
                  </a:lnTo>
                  <a:lnTo>
                    <a:pt x="6187" y="653"/>
                  </a:lnTo>
                  <a:lnTo>
                    <a:pt x="6225" y="627"/>
                  </a:lnTo>
                  <a:lnTo>
                    <a:pt x="6238" y="614"/>
                  </a:lnTo>
                  <a:lnTo>
                    <a:pt x="6225" y="601"/>
                  </a:lnTo>
                  <a:lnTo>
                    <a:pt x="6212" y="589"/>
                  </a:lnTo>
                  <a:lnTo>
                    <a:pt x="6187" y="589"/>
                  </a:lnTo>
                  <a:lnTo>
                    <a:pt x="6136" y="601"/>
                  </a:lnTo>
                  <a:lnTo>
                    <a:pt x="6110" y="614"/>
                  </a:lnTo>
                  <a:lnTo>
                    <a:pt x="6123" y="576"/>
                  </a:lnTo>
                  <a:lnTo>
                    <a:pt x="6174" y="563"/>
                  </a:lnTo>
                  <a:lnTo>
                    <a:pt x="6212" y="538"/>
                  </a:lnTo>
                  <a:lnTo>
                    <a:pt x="6276" y="474"/>
                  </a:lnTo>
                  <a:lnTo>
                    <a:pt x="6302" y="461"/>
                  </a:lnTo>
                  <a:lnTo>
                    <a:pt x="6314" y="448"/>
                  </a:lnTo>
                  <a:lnTo>
                    <a:pt x="6302" y="423"/>
                  </a:lnTo>
                  <a:lnTo>
                    <a:pt x="6289" y="410"/>
                  </a:lnTo>
                  <a:lnTo>
                    <a:pt x="6263" y="410"/>
                  </a:lnTo>
                  <a:lnTo>
                    <a:pt x="6238" y="435"/>
                  </a:lnTo>
                  <a:lnTo>
                    <a:pt x="6212" y="461"/>
                  </a:lnTo>
                  <a:lnTo>
                    <a:pt x="6199" y="474"/>
                  </a:lnTo>
                  <a:lnTo>
                    <a:pt x="6136" y="474"/>
                  </a:lnTo>
                  <a:lnTo>
                    <a:pt x="6110" y="486"/>
                  </a:lnTo>
                  <a:lnTo>
                    <a:pt x="6059" y="525"/>
                  </a:lnTo>
                  <a:lnTo>
                    <a:pt x="5995" y="601"/>
                  </a:lnTo>
                  <a:lnTo>
                    <a:pt x="5969" y="614"/>
                  </a:lnTo>
                  <a:lnTo>
                    <a:pt x="5944" y="627"/>
                  </a:lnTo>
                  <a:lnTo>
                    <a:pt x="5905" y="614"/>
                  </a:lnTo>
                  <a:lnTo>
                    <a:pt x="5854" y="665"/>
                  </a:lnTo>
                  <a:lnTo>
                    <a:pt x="5790" y="704"/>
                  </a:lnTo>
                  <a:lnTo>
                    <a:pt x="5727" y="742"/>
                  </a:lnTo>
                  <a:lnTo>
                    <a:pt x="5701" y="768"/>
                  </a:lnTo>
                  <a:lnTo>
                    <a:pt x="5675" y="793"/>
                  </a:lnTo>
                  <a:lnTo>
                    <a:pt x="5637" y="832"/>
                  </a:lnTo>
                  <a:lnTo>
                    <a:pt x="5599" y="870"/>
                  </a:lnTo>
                  <a:lnTo>
                    <a:pt x="5560" y="883"/>
                  </a:lnTo>
                  <a:lnTo>
                    <a:pt x="5535" y="883"/>
                  </a:lnTo>
                  <a:lnTo>
                    <a:pt x="5522" y="870"/>
                  </a:lnTo>
                  <a:lnTo>
                    <a:pt x="5509" y="844"/>
                  </a:lnTo>
                  <a:lnTo>
                    <a:pt x="5496" y="806"/>
                  </a:lnTo>
                  <a:lnTo>
                    <a:pt x="5471" y="755"/>
                  </a:lnTo>
                  <a:lnTo>
                    <a:pt x="5458" y="716"/>
                  </a:lnTo>
                  <a:lnTo>
                    <a:pt x="5445" y="665"/>
                  </a:lnTo>
                  <a:lnTo>
                    <a:pt x="5433" y="627"/>
                  </a:lnTo>
                  <a:lnTo>
                    <a:pt x="5420" y="601"/>
                  </a:lnTo>
                  <a:lnTo>
                    <a:pt x="5433" y="576"/>
                  </a:lnTo>
                  <a:lnTo>
                    <a:pt x="5445" y="512"/>
                  </a:lnTo>
                  <a:lnTo>
                    <a:pt x="5458" y="461"/>
                  </a:lnTo>
                  <a:lnTo>
                    <a:pt x="5445" y="397"/>
                  </a:lnTo>
                  <a:lnTo>
                    <a:pt x="5394" y="346"/>
                  </a:lnTo>
                  <a:lnTo>
                    <a:pt x="5356" y="307"/>
                  </a:lnTo>
                  <a:lnTo>
                    <a:pt x="5343" y="307"/>
                  </a:lnTo>
                  <a:lnTo>
                    <a:pt x="5318" y="333"/>
                  </a:lnTo>
                  <a:lnTo>
                    <a:pt x="5292" y="346"/>
                  </a:lnTo>
                  <a:lnTo>
                    <a:pt x="5254" y="359"/>
                  </a:lnTo>
                  <a:lnTo>
                    <a:pt x="5228" y="346"/>
                  </a:lnTo>
                  <a:lnTo>
                    <a:pt x="5190" y="333"/>
                  </a:lnTo>
                  <a:lnTo>
                    <a:pt x="5126" y="269"/>
                  </a:lnTo>
                  <a:lnTo>
                    <a:pt x="5100" y="218"/>
                  </a:lnTo>
                  <a:lnTo>
                    <a:pt x="5100" y="154"/>
                  </a:lnTo>
                  <a:lnTo>
                    <a:pt x="5126" y="77"/>
                  </a:lnTo>
                  <a:lnTo>
                    <a:pt x="5139" y="39"/>
                  </a:lnTo>
                  <a:lnTo>
                    <a:pt x="5151" y="26"/>
                  </a:lnTo>
                  <a:lnTo>
                    <a:pt x="5139" y="14"/>
                  </a:lnTo>
                  <a:lnTo>
                    <a:pt x="5126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8" name="Google Shape;888;p60"/>
            <p:cNvSpPr/>
            <p:nvPr/>
          </p:nvSpPr>
          <p:spPr>
            <a:xfrm>
              <a:off x="6998450" y="4068600"/>
              <a:ext cx="142525" cy="200025"/>
            </a:xfrm>
            <a:custGeom>
              <a:rect b="b" l="l" r="r" t="t"/>
              <a:pathLst>
                <a:path extrusionOk="0" h="8001" w="5701">
                  <a:moveTo>
                    <a:pt x="3131" y="4691"/>
                  </a:moveTo>
                  <a:lnTo>
                    <a:pt x="3234" y="4908"/>
                  </a:lnTo>
                  <a:lnTo>
                    <a:pt x="3131" y="4908"/>
                  </a:lnTo>
                  <a:lnTo>
                    <a:pt x="3131" y="5023"/>
                  </a:lnTo>
                  <a:lnTo>
                    <a:pt x="2991" y="5125"/>
                  </a:lnTo>
                  <a:lnTo>
                    <a:pt x="2850" y="4895"/>
                  </a:lnTo>
                  <a:lnTo>
                    <a:pt x="3131" y="4691"/>
                  </a:lnTo>
                  <a:close/>
                  <a:moveTo>
                    <a:pt x="345" y="0"/>
                  </a:moveTo>
                  <a:lnTo>
                    <a:pt x="269" y="13"/>
                  </a:lnTo>
                  <a:lnTo>
                    <a:pt x="192" y="39"/>
                  </a:lnTo>
                  <a:lnTo>
                    <a:pt x="128" y="51"/>
                  </a:lnTo>
                  <a:lnTo>
                    <a:pt x="90" y="39"/>
                  </a:lnTo>
                  <a:lnTo>
                    <a:pt x="51" y="26"/>
                  </a:lnTo>
                  <a:lnTo>
                    <a:pt x="39" y="26"/>
                  </a:lnTo>
                  <a:lnTo>
                    <a:pt x="26" y="39"/>
                  </a:lnTo>
                  <a:lnTo>
                    <a:pt x="0" y="64"/>
                  </a:lnTo>
                  <a:lnTo>
                    <a:pt x="0" y="77"/>
                  </a:lnTo>
                  <a:lnTo>
                    <a:pt x="0" y="90"/>
                  </a:lnTo>
                  <a:lnTo>
                    <a:pt x="26" y="115"/>
                  </a:lnTo>
                  <a:lnTo>
                    <a:pt x="51" y="141"/>
                  </a:lnTo>
                  <a:lnTo>
                    <a:pt x="90" y="154"/>
                  </a:lnTo>
                  <a:lnTo>
                    <a:pt x="115" y="179"/>
                  </a:lnTo>
                  <a:lnTo>
                    <a:pt x="154" y="205"/>
                  </a:lnTo>
                  <a:lnTo>
                    <a:pt x="511" y="652"/>
                  </a:lnTo>
                  <a:lnTo>
                    <a:pt x="524" y="690"/>
                  </a:lnTo>
                  <a:lnTo>
                    <a:pt x="537" y="716"/>
                  </a:lnTo>
                  <a:lnTo>
                    <a:pt x="537" y="793"/>
                  </a:lnTo>
                  <a:lnTo>
                    <a:pt x="524" y="831"/>
                  </a:lnTo>
                  <a:lnTo>
                    <a:pt x="448" y="831"/>
                  </a:lnTo>
                  <a:lnTo>
                    <a:pt x="435" y="844"/>
                  </a:lnTo>
                  <a:lnTo>
                    <a:pt x="435" y="857"/>
                  </a:lnTo>
                  <a:lnTo>
                    <a:pt x="448" y="869"/>
                  </a:lnTo>
                  <a:lnTo>
                    <a:pt x="460" y="895"/>
                  </a:lnTo>
                  <a:lnTo>
                    <a:pt x="742" y="1266"/>
                  </a:lnTo>
                  <a:lnTo>
                    <a:pt x="1176" y="1802"/>
                  </a:lnTo>
                  <a:lnTo>
                    <a:pt x="1304" y="1956"/>
                  </a:lnTo>
                  <a:lnTo>
                    <a:pt x="1355" y="2045"/>
                  </a:lnTo>
                  <a:lnTo>
                    <a:pt x="1393" y="2147"/>
                  </a:lnTo>
                  <a:lnTo>
                    <a:pt x="1406" y="2186"/>
                  </a:lnTo>
                  <a:lnTo>
                    <a:pt x="1419" y="2199"/>
                  </a:lnTo>
                  <a:lnTo>
                    <a:pt x="1444" y="2211"/>
                  </a:lnTo>
                  <a:lnTo>
                    <a:pt x="1483" y="2199"/>
                  </a:lnTo>
                  <a:lnTo>
                    <a:pt x="1508" y="2186"/>
                  </a:lnTo>
                  <a:lnTo>
                    <a:pt x="1521" y="2160"/>
                  </a:lnTo>
                  <a:lnTo>
                    <a:pt x="1521" y="2135"/>
                  </a:lnTo>
                  <a:lnTo>
                    <a:pt x="1521" y="2109"/>
                  </a:lnTo>
                  <a:lnTo>
                    <a:pt x="1508" y="2071"/>
                  </a:lnTo>
                  <a:lnTo>
                    <a:pt x="1483" y="2045"/>
                  </a:lnTo>
                  <a:lnTo>
                    <a:pt x="1432" y="1981"/>
                  </a:lnTo>
                  <a:lnTo>
                    <a:pt x="1406" y="1968"/>
                  </a:lnTo>
                  <a:lnTo>
                    <a:pt x="1406" y="1956"/>
                  </a:lnTo>
                  <a:lnTo>
                    <a:pt x="1406" y="1943"/>
                  </a:lnTo>
                  <a:lnTo>
                    <a:pt x="1419" y="1930"/>
                  </a:lnTo>
                  <a:lnTo>
                    <a:pt x="1432" y="1943"/>
                  </a:lnTo>
                  <a:lnTo>
                    <a:pt x="1457" y="1956"/>
                  </a:lnTo>
                  <a:lnTo>
                    <a:pt x="1508" y="2007"/>
                  </a:lnTo>
                  <a:lnTo>
                    <a:pt x="1534" y="2020"/>
                  </a:lnTo>
                  <a:lnTo>
                    <a:pt x="1559" y="2045"/>
                  </a:lnTo>
                  <a:lnTo>
                    <a:pt x="1598" y="2058"/>
                  </a:lnTo>
                  <a:lnTo>
                    <a:pt x="1611" y="2071"/>
                  </a:lnTo>
                  <a:lnTo>
                    <a:pt x="1623" y="2096"/>
                  </a:lnTo>
                  <a:lnTo>
                    <a:pt x="1611" y="2135"/>
                  </a:lnTo>
                  <a:lnTo>
                    <a:pt x="1611" y="2160"/>
                  </a:lnTo>
                  <a:lnTo>
                    <a:pt x="1623" y="2186"/>
                  </a:lnTo>
                  <a:lnTo>
                    <a:pt x="1674" y="2199"/>
                  </a:lnTo>
                  <a:lnTo>
                    <a:pt x="1713" y="2199"/>
                  </a:lnTo>
                  <a:lnTo>
                    <a:pt x="1738" y="2160"/>
                  </a:lnTo>
                  <a:lnTo>
                    <a:pt x="1751" y="2109"/>
                  </a:lnTo>
                  <a:lnTo>
                    <a:pt x="1764" y="2096"/>
                  </a:lnTo>
                  <a:lnTo>
                    <a:pt x="1790" y="2096"/>
                  </a:lnTo>
                  <a:lnTo>
                    <a:pt x="1815" y="2109"/>
                  </a:lnTo>
                  <a:lnTo>
                    <a:pt x="1802" y="2135"/>
                  </a:lnTo>
                  <a:lnTo>
                    <a:pt x="1790" y="2135"/>
                  </a:lnTo>
                  <a:lnTo>
                    <a:pt x="1764" y="2147"/>
                  </a:lnTo>
                  <a:lnTo>
                    <a:pt x="1751" y="2173"/>
                  </a:lnTo>
                  <a:lnTo>
                    <a:pt x="1751" y="2211"/>
                  </a:lnTo>
                  <a:lnTo>
                    <a:pt x="1764" y="2390"/>
                  </a:lnTo>
                  <a:lnTo>
                    <a:pt x="1764" y="2416"/>
                  </a:lnTo>
                  <a:lnTo>
                    <a:pt x="1751" y="2416"/>
                  </a:lnTo>
                  <a:lnTo>
                    <a:pt x="1738" y="2429"/>
                  </a:lnTo>
                  <a:lnTo>
                    <a:pt x="1713" y="2416"/>
                  </a:lnTo>
                  <a:lnTo>
                    <a:pt x="1713" y="2403"/>
                  </a:lnTo>
                  <a:lnTo>
                    <a:pt x="1700" y="2352"/>
                  </a:lnTo>
                  <a:lnTo>
                    <a:pt x="1662" y="2314"/>
                  </a:lnTo>
                  <a:lnTo>
                    <a:pt x="1623" y="2275"/>
                  </a:lnTo>
                  <a:lnTo>
                    <a:pt x="1598" y="2237"/>
                  </a:lnTo>
                  <a:lnTo>
                    <a:pt x="1585" y="2224"/>
                  </a:lnTo>
                  <a:lnTo>
                    <a:pt x="1559" y="2224"/>
                  </a:lnTo>
                  <a:lnTo>
                    <a:pt x="1521" y="2237"/>
                  </a:lnTo>
                  <a:lnTo>
                    <a:pt x="1508" y="2250"/>
                  </a:lnTo>
                  <a:lnTo>
                    <a:pt x="1508" y="2262"/>
                  </a:lnTo>
                  <a:lnTo>
                    <a:pt x="1521" y="2301"/>
                  </a:lnTo>
                  <a:lnTo>
                    <a:pt x="1585" y="2403"/>
                  </a:lnTo>
                  <a:lnTo>
                    <a:pt x="1674" y="2518"/>
                  </a:lnTo>
                  <a:lnTo>
                    <a:pt x="1713" y="2582"/>
                  </a:lnTo>
                  <a:lnTo>
                    <a:pt x="1738" y="2646"/>
                  </a:lnTo>
                  <a:lnTo>
                    <a:pt x="1790" y="2799"/>
                  </a:lnTo>
                  <a:lnTo>
                    <a:pt x="1828" y="2876"/>
                  </a:lnTo>
                  <a:lnTo>
                    <a:pt x="1866" y="2953"/>
                  </a:lnTo>
                  <a:lnTo>
                    <a:pt x="1968" y="3119"/>
                  </a:lnTo>
                  <a:lnTo>
                    <a:pt x="2045" y="3298"/>
                  </a:lnTo>
                  <a:lnTo>
                    <a:pt x="2109" y="3489"/>
                  </a:lnTo>
                  <a:lnTo>
                    <a:pt x="2160" y="3668"/>
                  </a:lnTo>
                  <a:lnTo>
                    <a:pt x="2173" y="3719"/>
                  </a:lnTo>
                  <a:lnTo>
                    <a:pt x="2160" y="3745"/>
                  </a:lnTo>
                  <a:lnTo>
                    <a:pt x="2135" y="3771"/>
                  </a:lnTo>
                  <a:lnTo>
                    <a:pt x="2122" y="3783"/>
                  </a:lnTo>
                  <a:lnTo>
                    <a:pt x="2109" y="3822"/>
                  </a:lnTo>
                  <a:lnTo>
                    <a:pt x="2135" y="3975"/>
                  </a:lnTo>
                  <a:lnTo>
                    <a:pt x="2135" y="4013"/>
                  </a:lnTo>
                  <a:lnTo>
                    <a:pt x="2147" y="4039"/>
                  </a:lnTo>
                  <a:lnTo>
                    <a:pt x="2173" y="4052"/>
                  </a:lnTo>
                  <a:lnTo>
                    <a:pt x="2211" y="4052"/>
                  </a:lnTo>
                  <a:lnTo>
                    <a:pt x="2173" y="4090"/>
                  </a:lnTo>
                  <a:lnTo>
                    <a:pt x="2160" y="4090"/>
                  </a:lnTo>
                  <a:lnTo>
                    <a:pt x="2122" y="4077"/>
                  </a:lnTo>
                  <a:lnTo>
                    <a:pt x="2096" y="4065"/>
                  </a:lnTo>
                  <a:lnTo>
                    <a:pt x="2071" y="4077"/>
                  </a:lnTo>
                  <a:lnTo>
                    <a:pt x="2045" y="4116"/>
                  </a:lnTo>
                  <a:lnTo>
                    <a:pt x="2045" y="4141"/>
                  </a:lnTo>
                  <a:lnTo>
                    <a:pt x="2058" y="4205"/>
                  </a:lnTo>
                  <a:lnTo>
                    <a:pt x="2058" y="4269"/>
                  </a:lnTo>
                  <a:lnTo>
                    <a:pt x="2045" y="4333"/>
                  </a:lnTo>
                  <a:lnTo>
                    <a:pt x="2007" y="4397"/>
                  </a:lnTo>
                  <a:lnTo>
                    <a:pt x="1994" y="4410"/>
                  </a:lnTo>
                  <a:lnTo>
                    <a:pt x="1994" y="4422"/>
                  </a:lnTo>
                  <a:lnTo>
                    <a:pt x="1994" y="4461"/>
                  </a:lnTo>
                  <a:lnTo>
                    <a:pt x="1981" y="4640"/>
                  </a:lnTo>
                  <a:lnTo>
                    <a:pt x="1968" y="4806"/>
                  </a:lnTo>
                  <a:lnTo>
                    <a:pt x="1943" y="4870"/>
                  </a:lnTo>
                  <a:lnTo>
                    <a:pt x="1917" y="4921"/>
                  </a:lnTo>
                  <a:lnTo>
                    <a:pt x="1866" y="4972"/>
                  </a:lnTo>
                  <a:lnTo>
                    <a:pt x="1828" y="5023"/>
                  </a:lnTo>
                  <a:lnTo>
                    <a:pt x="1777" y="5049"/>
                  </a:lnTo>
                  <a:lnTo>
                    <a:pt x="1726" y="5061"/>
                  </a:lnTo>
                  <a:lnTo>
                    <a:pt x="1687" y="5074"/>
                  </a:lnTo>
                  <a:lnTo>
                    <a:pt x="1623" y="5061"/>
                  </a:lnTo>
                  <a:lnTo>
                    <a:pt x="1598" y="5061"/>
                  </a:lnTo>
                  <a:lnTo>
                    <a:pt x="1559" y="5074"/>
                  </a:lnTo>
                  <a:lnTo>
                    <a:pt x="1496" y="5125"/>
                  </a:lnTo>
                  <a:lnTo>
                    <a:pt x="1419" y="5164"/>
                  </a:lnTo>
                  <a:lnTo>
                    <a:pt x="1266" y="5240"/>
                  </a:lnTo>
                  <a:lnTo>
                    <a:pt x="1214" y="5279"/>
                  </a:lnTo>
                  <a:lnTo>
                    <a:pt x="1189" y="5330"/>
                  </a:lnTo>
                  <a:lnTo>
                    <a:pt x="1176" y="5381"/>
                  </a:lnTo>
                  <a:lnTo>
                    <a:pt x="1176" y="5445"/>
                  </a:lnTo>
                  <a:lnTo>
                    <a:pt x="1189" y="5509"/>
                  </a:lnTo>
                  <a:lnTo>
                    <a:pt x="1214" y="5560"/>
                  </a:lnTo>
                  <a:lnTo>
                    <a:pt x="1253" y="5624"/>
                  </a:lnTo>
                  <a:lnTo>
                    <a:pt x="1304" y="5662"/>
                  </a:lnTo>
                  <a:lnTo>
                    <a:pt x="1368" y="5700"/>
                  </a:lnTo>
                  <a:lnTo>
                    <a:pt x="1432" y="5713"/>
                  </a:lnTo>
                  <a:lnTo>
                    <a:pt x="1534" y="5739"/>
                  </a:lnTo>
                  <a:lnTo>
                    <a:pt x="1636" y="5777"/>
                  </a:lnTo>
                  <a:lnTo>
                    <a:pt x="1726" y="5828"/>
                  </a:lnTo>
                  <a:lnTo>
                    <a:pt x="1764" y="5867"/>
                  </a:lnTo>
                  <a:lnTo>
                    <a:pt x="1802" y="5905"/>
                  </a:lnTo>
                  <a:lnTo>
                    <a:pt x="1841" y="5943"/>
                  </a:lnTo>
                  <a:lnTo>
                    <a:pt x="1892" y="5982"/>
                  </a:lnTo>
                  <a:lnTo>
                    <a:pt x="2007" y="6020"/>
                  </a:lnTo>
                  <a:lnTo>
                    <a:pt x="2058" y="6045"/>
                  </a:lnTo>
                  <a:lnTo>
                    <a:pt x="2083" y="6058"/>
                  </a:lnTo>
                  <a:lnTo>
                    <a:pt x="2122" y="6045"/>
                  </a:lnTo>
                  <a:lnTo>
                    <a:pt x="2173" y="6045"/>
                  </a:lnTo>
                  <a:lnTo>
                    <a:pt x="2224" y="6058"/>
                  </a:lnTo>
                  <a:lnTo>
                    <a:pt x="2339" y="6135"/>
                  </a:lnTo>
                  <a:lnTo>
                    <a:pt x="2441" y="6237"/>
                  </a:lnTo>
                  <a:lnTo>
                    <a:pt x="2467" y="6288"/>
                  </a:lnTo>
                  <a:lnTo>
                    <a:pt x="2505" y="6352"/>
                  </a:lnTo>
                  <a:lnTo>
                    <a:pt x="2531" y="6416"/>
                  </a:lnTo>
                  <a:lnTo>
                    <a:pt x="2544" y="6480"/>
                  </a:lnTo>
                  <a:lnTo>
                    <a:pt x="2544" y="6557"/>
                  </a:lnTo>
                  <a:lnTo>
                    <a:pt x="2544" y="6646"/>
                  </a:lnTo>
                  <a:lnTo>
                    <a:pt x="2518" y="6800"/>
                  </a:lnTo>
                  <a:lnTo>
                    <a:pt x="2492" y="6889"/>
                  </a:lnTo>
                  <a:lnTo>
                    <a:pt x="2454" y="6966"/>
                  </a:lnTo>
                  <a:lnTo>
                    <a:pt x="2377" y="7119"/>
                  </a:lnTo>
                  <a:lnTo>
                    <a:pt x="2339" y="7196"/>
                  </a:lnTo>
                  <a:lnTo>
                    <a:pt x="2301" y="7260"/>
                  </a:lnTo>
                  <a:lnTo>
                    <a:pt x="2262" y="7336"/>
                  </a:lnTo>
                  <a:lnTo>
                    <a:pt x="2237" y="7413"/>
                  </a:lnTo>
                  <a:lnTo>
                    <a:pt x="2224" y="7426"/>
                  </a:lnTo>
                  <a:lnTo>
                    <a:pt x="2198" y="7426"/>
                  </a:lnTo>
                  <a:lnTo>
                    <a:pt x="2173" y="7439"/>
                  </a:lnTo>
                  <a:lnTo>
                    <a:pt x="2147" y="7464"/>
                  </a:lnTo>
                  <a:lnTo>
                    <a:pt x="2109" y="7515"/>
                  </a:lnTo>
                  <a:lnTo>
                    <a:pt x="2096" y="7541"/>
                  </a:lnTo>
                  <a:lnTo>
                    <a:pt x="2071" y="7554"/>
                  </a:lnTo>
                  <a:lnTo>
                    <a:pt x="2020" y="7579"/>
                  </a:lnTo>
                  <a:lnTo>
                    <a:pt x="2007" y="7605"/>
                  </a:lnTo>
                  <a:lnTo>
                    <a:pt x="2007" y="7630"/>
                  </a:lnTo>
                  <a:lnTo>
                    <a:pt x="2020" y="7669"/>
                  </a:lnTo>
                  <a:lnTo>
                    <a:pt x="2045" y="7694"/>
                  </a:lnTo>
                  <a:lnTo>
                    <a:pt x="2071" y="7720"/>
                  </a:lnTo>
                  <a:lnTo>
                    <a:pt x="2109" y="7733"/>
                  </a:lnTo>
                  <a:lnTo>
                    <a:pt x="2147" y="7733"/>
                  </a:lnTo>
                  <a:lnTo>
                    <a:pt x="2173" y="7720"/>
                  </a:lnTo>
                  <a:lnTo>
                    <a:pt x="2186" y="7707"/>
                  </a:lnTo>
                  <a:lnTo>
                    <a:pt x="2211" y="7669"/>
                  </a:lnTo>
                  <a:lnTo>
                    <a:pt x="2211" y="7656"/>
                  </a:lnTo>
                  <a:lnTo>
                    <a:pt x="2198" y="7630"/>
                  </a:lnTo>
                  <a:lnTo>
                    <a:pt x="2186" y="7605"/>
                  </a:lnTo>
                  <a:lnTo>
                    <a:pt x="2198" y="7592"/>
                  </a:lnTo>
                  <a:lnTo>
                    <a:pt x="2237" y="7592"/>
                  </a:lnTo>
                  <a:lnTo>
                    <a:pt x="2250" y="7618"/>
                  </a:lnTo>
                  <a:lnTo>
                    <a:pt x="2250" y="7630"/>
                  </a:lnTo>
                  <a:lnTo>
                    <a:pt x="2237" y="7656"/>
                  </a:lnTo>
                  <a:lnTo>
                    <a:pt x="2224" y="7694"/>
                  </a:lnTo>
                  <a:lnTo>
                    <a:pt x="2224" y="7720"/>
                  </a:lnTo>
                  <a:lnTo>
                    <a:pt x="2237" y="7758"/>
                  </a:lnTo>
                  <a:lnTo>
                    <a:pt x="2262" y="7784"/>
                  </a:lnTo>
                  <a:lnTo>
                    <a:pt x="2288" y="7796"/>
                  </a:lnTo>
                  <a:lnTo>
                    <a:pt x="2314" y="7796"/>
                  </a:lnTo>
                  <a:lnTo>
                    <a:pt x="2365" y="7758"/>
                  </a:lnTo>
                  <a:lnTo>
                    <a:pt x="2416" y="7745"/>
                  </a:lnTo>
                  <a:lnTo>
                    <a:pt x="2467" y="7758"/>
                  </a:lnTo>
                  <a:lnTo>
                    <a:pt x="2492" y="7771"/>
                  </a:lnTo>
                  <a:lnTo>
                    <a:pt x="2518" y="7796"/>
                  </a:lnTo>
                  <a:lnTo>
                    <a:pt x="2531" y="7822"/>
                  </a:lnTo>
                  <a:lnTo>
                    <a:pt x="2544" y="7860"/>
                  </a:lnTo>
                  <a:lnTo>
                    <a:pt x="2544" y="7937"/>
                  </a:lnTo>
                  <a:lnTo>
                    <a:pt x="2569" y="7975"/>
                  </a:lnTo>
                  <a:lnTo>
                    <a:pt x="2607" y="8001"/>
                  </a:lnTo>
                  <a:lnTo>
                    <a:pt x="2646" y="7988"/>
                  </a:lnTo>
                  <a:lnTo>
                    <a:pt x="2799" y="7924"/>
                  </a:lnTo>
                  <a:lnTo>
                    <a:pt x="2863" y="7886"/>
                  </a:lnTo>
                  <a:lnTo>
                    <a:pt x="2914" y="7848"/>
                  </a:lnTo>
                  <a:lnTo>
                    <a:pt x="3029" y="7758"/>
                  </a:lnTo>
                  <a:lnTo>
                    <a:pt x="3106" y="7707"/>
                  </a:lnTo>
                  <a:lnTo>
                    <a:pt x="3170" y="7643"/>
                  </a:lnTo>
                  <a:lnTo>
                    <a:pt x="3285" y="7528"/>
                  </a:lnTo>
                  <a:lnTo>
                    <a:pt x="3323" y="7477"/>
                  </a:lnTo>
                  <a:lnTo>
                    <a:pt x="3362" y="7413"/>
                  </a:lnTo>
                  <a:lnTo>
                    <a:pt x="3387" y="7349"/>
                  </a:lnTo>
                  <a:lnTo>
                    <a:pt x="3413" y="7285"/>
                  </a:lnTo>
                  <a:lnTo>
                    <a:pt x="3477" y="7221"/>
                  </a:lnTo>
                  <a:lnTo>
                    <a:pt x="3502" y="7183"/>
                  </a:lnTo>
                  <a:lnTo>
                    <a:pt x="3515" y="7132"/>
                  </a:lnTo>
                  <a:lnTo>
                    <a:pt x="3553" y="7042"/>
                  </a:lnTo>
                  <a:lnTo>
                    <a:pt x="3604" y="6940"/>
                  </a:lnTo>
                  <a:lnTo>
                    <a:pt x="3681" y="6863"/>
                  </a:lnTo>
                  <a:lnTo>
                    <a:pt x="3758" y="6800"/>
                  </a:lnTo>
                  <a:lnTo>
                    <a:pt x="3809" y="6748"/>
                  </a:lnTo>
                  <a:lnTo>
                    <a:pt x="3847" y="6697"/>
                  </a:lnTo>
                  <a:lnTo>
                    <a:pt x="3860" y="6646"/>
                  </a:lnTo>
                  <a:lnTo>
                    <a:pt x="3886" y="6595"/>
                  </a:lnTo>
                  <a:lnTo>
                    <a:pt x="3886" y="6569"/>
                  </a:lnTo>
                  <a:lnTo>
                    <a:pt x="3898" y="6557"/>
                  </a:lnTo>
                  <a:lnTo>
                    <a:pt x="3898" y="6518"/>
                  </a:lnTo>
                  <a:lnTo>
                    <a:pt x="3911" y="6506"/>
                  </a:lnTo>
                  <a:lnTo>
                    <a:pt x="3962" y="6467"/>
                  </a:lnTo>
                  <a:lnTo>
                    <a:pt x="4013" y="6429"/>
                  </a:lnTo>
                  <a:lnTo>
                    <a:pt x="4064" y="6391"/>
                  </a:lnTo>
                  <a:lnTo>
                    <a:pt x="4090" y="6327"/>
                  </a:lnTo>
                  <a:lnTo>
                    <a:pt x="4103" y="6263"/>
                  </a:lnTo>
                  <a:lnTo>
                    <a:pt x="4128" y="6161"/>
                  </a:lnTo>
                  <a:lnTo>
                    <a:pt x="4167" y="6058"/>
                  </a:lnTo>
                  <a:lnTo>
                    <a:pt x="4205" y="5956"/>
                  </a:lnTo>
                  <a:lnTo>
                    <a:pt x="4269" y="5867"/>
                  </a:lnTo>
                  <a:lnTo>
                    <a:pt x="4282" y="5841"/>
                  </a:lnTo>
                  <a:lnTo>
                    <a:pt x="4282" y="5815"/>
                  </a:lnTo>
                  <a:lnTo>
                    <a:pt x="4282" y="5803"/>
                  </a:lnTo>
                  <a:lnTo>
                    <a:pt x="4243" y="5803"/>
                  </a:lnTo>
                  <a:lnTo>
                    <a:pt x="4205" y="5790"/>
                  </a:lnTo>
                  <a:lnTo>
                    <a:pt x="4179" y="5764"/>
                  </a:lnTo>
                  <a:lnTo>
                    <a:pt x="4141" y="5713"/>
                  </a:lnTo>
                  <a:lnTo>
                    <a:pt x="4128" y="5675"/>
                  </a:lnTo>
                  <a:lnTo>
                    <a:pt x="4116" y="5637"/>
                  </a:lnTo>
                  <a:lnTo>
                    <a:pt x="4103" y="5585"/>
                  </a:lnTo>
                  <a:lnTo>
                    <a:pt x="4116" y="5547"/>
                  </a:lnTo>
                  <a:lnTo>
                    <a:pt x="4128" y="5509"/>
                  </a:lnTo>
                  <a:lnTo>
                    <a:pt x="4154" y="5458"/>
                  </a:lnTo>
                  <a:lnTo>
                    <a:pt x="4192" y="5419"/>
                  </a:lnTo>
                  <a:lnTo>
                    <a:pt x="4243" y="5355"/>
                  </a:lnTo>
                  <a:lnTo>
                    <a:pt x="4282" y="5304"/>
                  </a:lnTo>
                  <a:lnTo>
                    <a:pt x="4346" y="5266"/>
                  </a:lnTo>
                  <a:lnTo>
                    <a:pt x="4486" y="5202"/>
                  </a:lnTo>
                  <a:lnTo>
                    <a:pt x="4627" y="5176"/>
                  </a:lnTo>
                  <a:lnTo>
                    <a:pt x="4780" y="5176"/>
                  </a:lnTo>
                  <a:lnTo>
                    <a:pt x="4934" y="5189"/>
                  </a:lnTo>
                  <a:lnTo>
                    <a:pt x="4972" y="5189"/>
                  </a:lnTo>
                  <a:lnTo>
                    <a:pt x="4985" y="5202"/>
                  </a:lnTo>
                  <a:lnTo>
                    <a:pt x="4997" y="5228"/>
                  </a:lnTo>
                  <a:lnTo>
                    <a:pt x="4985" y="5266"/>
                  </a:lnTo>
                  <a:lnTo>
                    <a:pt x="4972" y="5291"/>
                  </a:lnTo>
                  <a:lnTo>
                    <a:pt x="4972" y="5317"/>
                  </a:lnTo>
                  <a:lnTo>
                    <a:pt x="4985" y="5355"/>
                  </a:lnTo>
                  <a:lnTo>
                    <a:pt x="5010" y="5381"/>
                  </a:lnTo>
                  <a:lnTo>
                    <a:pt x="5036" y="5381"/>
                  </a:lnTo>
                  <a:lnTo>
                    <a:pt x="5074" y="5304"/>
                  </a:lnTo>
                  <a:lnTo>
                    <a:pt x="5125" y="5240"/>
                  </a:lnTo>
                  <a:lnTo>
                    <a:pt x="5125" y="5228"/>
                  </a:lnTo>
                  <a:lnTo>
                    <a:pt x="5112" y="5215"/>
                  </a:lnTo>
                  <a:lnTo>
                    <a:pt x="5087" y="5202"/>
                  </a:lnTo>
                  <a:lnTo>
                    <a:pt x="5074" y="5189"/>
                  </a:lnTo>
                  <a:lnTo>
                    <a:pt x="5061" y="5176"/>
                  </a:lnTo>
                  <a:lnTo>
                    <a:pt x="5049" y="5125"/>
                  </a:lnTo>
                  <a:lnTo>
                    <a:pt x="5061" y="5049"/>
                  </a:lnTo>
                  <a:lnTo>
                    <a:pt x="5074" y="4959"/>
                  </a:lnTo>
                  <a:lnTo>
                    <a:pt x="5087" y="4882"/>
                  </a:lnTo>
                  <a:lnTo>
                    <a:pt x="5100" y="4806"/>
                  </a:lnTo>
                  <a:lnTo>
                    <a:pt x="5112" y="4755"/>
                  </a:lnTo>
                  <a:lnTo>
                    <a:pt x="5125" y="4742"/>
                  </a:lnTo>
                  <a:lnTo>
                    <a:pt x="5138" y="4742"/>
                  </a:lnTo>
                  <a:lnTo>
                    <a:pt x="5176" y="4767"/>
                  </a:lnTo>
                  <a:lnTo>
                    <a:pt x="5202" y="4767"/>
                  </a:lnTo>
                  <a:lnTo>
                    <a:pt x="5253" y="4742"/>
                  </a:lnTo>
                  <a:lnTo>
                    <a:pt x="5317" y="4716"/>
                  </a:lnTo>
                  <a:lnTo>
                    <a:pt x="5355" y="4678"/>
                  </a:lnTo>
                  <a:lnTo>
                    <a:pt x="5394" y="4627"/>
                  </a:lnTo>
                  <a:lnTo>
                    <a:pt x="5419" y="4589"/>
                  </a:lnTo>
                  <a:lnTo>
                    <a:pt x="5458" y="4525"/>
                  </a:lnTo>
                  <a:lnTo>
                    <a:pt x="5470" y="4461"/>
                  </a:lnTo>
                  <a:lnTo>
                    <a:pt x="5483" y="4397"/>
                  </a:lnTo>
                  <a:lnTo>
                    <a:pt x="5483" y="4333"/>
                  </a:lnTo>
                  <a:lnTo>
                    <a:pt x="5483" y="4256"/>
                  </a:lnTo>
                  <a:lnTo>
                    <a:pt x="5509" y="4180"/>
                  </a:lnTo>
                  <a:lnTo>
                    <a:pt x="5521" y="4090"/>
                  </a:lnTo>
                  <a:lnTo>
                    <a:pt x="5509" y="4052"/>
                  </a:lnTo>
                  <a:lnTo>
                    <a:pt x="5496" y="4013"/>
                  </a:lnTo>
                  <a:lnTo>
                    <a:pt x="5509" y="3988"/>
                  </a:lnTo>
                  <a:lnTo>
                    <a:pt x="5585" y="3834"/>
                  </a:lnTo>
                  <a:lnTo>
                    <a:pt x="5675" y="3694"/>
                  </a:lnTo>
                  <a:lnTo>
                    <a:pt x="5688" y="3668"/>
                  </a:lnTo>
                  <a:lnTo>
                    <a:pt x="5700" y="3643"/>
                  </a:lnTo>
                  <a:lnTo>
                    <a:pt x="5688" y="3630"/>
                  </a:lnTo>
                  <a:lnTo>
                    <a:pt x="5662" y="3617"/>
                  </a:lnTo>
                  <a:lnTo>
                    <a:pt x="5547" y="3566"/>
                  </a:lnTo>
                  <a:lnTo>
                    <a:pt x="5496" y="3540"/>
                  </a:lnTo>
                  <a:lnTo>
                    <a:pt x="5445" y="3489"/>
                  </a:lnTo>
                  <a:lnTo>
                    <a:pt x="5432" y="3489"/>
                  </a:lnTo>
                  <a:lnTo>
                    <a:pt x="5368" y="3477"/>
                  </a:lnTo>
                  <a:lnTo>
                    <a:pt x="5317" y="3489"/>
                  </a:lnTo>
                  <a:lnTo>
                    <a:pt x="5253" y="3489"/>
                  </a:lnTo>
                  <a:lnTo>
                    <a:pt x="5189" y="3477"/>
                  </a:lnTo>
                  <a:lnTo>
                    <a:pt x="5164" y="3502"/>
                  </a:lnTo>
                  <a:lnTo>
                    <a:pt x="5125" y="3540"/>
                  </a:lnTo>
                  <a:lnTo>
                    <a:pt x="5074" y="3579"/>
                  </a:lnTo>
                  <a:lnTo>
                    <a:pt x="5023" y="3592"/>
                  </a:lnTo>
                  <a:lnTo>
                    <a:pt x="4972" y="3617"/>
                  </a:lnTo>
                  <a:lnTo>
                    <a:pt x="4934" y="3617"/>
                  </a:lnTo>
                  <a:lnTo>
                    <a:pt x="4895" y="3643"/>
                  </a:lnTo>
                  <a:lnTo>
                    <a:pt x="4870" y="3668"/>
                  </a:lnTo>
                  <a:lnTo>
                    <a:pt x="4857" y="3694"/>
                  </a:lnTo>
                  <a:lnTo>
                    <a:pt x="4831" y="3732"/>
                  </a:lnTo>
                  <a:lnTo>
                    <a:pt x="4806" y="3771"/>
                  </a:lnTo>
                  <a:lnTo>
                    <a:pt x="4755" y="3847"/>
                  </a:lnTo>
                  <a:lnTo>
                    <a:pt x="4704" y="3898"/>
                  </a:lnTo>
                  <a:lnTo>
                    <a:pt x="4640" y="3937"/>
                  </a:lnTo>
                  <a:lnTo>
                    <a:pt x="4563" y="3962"/>
                  </a:lnTo>
                  <a:lnTo>
                    <a:pt x="4397" y="3962"/>
                  </a:lnTo>
                  <a:lnTo>
                    <a:pt x="4371" y="3975"/>
                  </a:lnTo>
                  <a:lnTo>
                    <a:pt x="4358" y="3988"/>
                  </a:lnTo>
                  <a:lnTo>
                    <a:pt x="4333" y="3988"/>
                  </a:lnTo>
                  <a:lnTo>
                    <a:pt x="4307" y="3962"/>
                  </a:lnTo>
                  <a:lnTo>
                    <a:pt x="4256" y="3924"/>
                  </a:lnTo>
                  <a:lnTo>
                    <a:pt x="4205" y="3898"/>
                  </a:lnTo>
                  <a:lnTo>
                    <a:pt x="4154" y="3873"/>
                  </a:lnTo>
                  <a:lnTo>
                    <a:pt x="4090" y="3860"/>
                  </a:lnTo>
                  <a:lnTo>
                    <a:pt x="4013" y="3834"/>
                  </a:lnTo>
                  <a:lnTo>
                    <a:pt x="3937" y="3809"/>
                  </a:lnTo>
                  <a:lnTo>
                    <a:pt x="3860" y="3771"/>
                  </a:lnTo>
                  <a:lnTo>
                    <a:pt x="3796" y="3732"/>
                  </a:lnTo>
                  <a:lnTo>
                    <a:pt x="3758" y="3694"/>
                  </a:lnTo>
                  <a:lnTo>
                    <a:pt x="3732" y="3681"/>
                  </a:lnTo>
                  <a:lnTo>
                    <a:pt x="3719" y="3681"/>
                  </a:lnTo>
                  <a:lnTo>
                    <a:pt x="3681" y="3694"/>
                  </a:lnTo>
                  <a:lnTo>
                    <a:pt x="3643" y="3681"/>
                  </a:lnTo>
                  <a:lnTo>
                    <a:pt x="3579" y="3643"/>
                  </a:lnTo>
                  <a:lnTo>
                    <a:pt x="3515" y="3604"/>
                  </a:lnTo>
                  <a:lnTo>
                    <a:pt x="3400" y="3604"/>
                  </a:lnTo>
                  <a:lnTo>
                    <a:pt x="3362" y="3592"/>
                  </a:lnTo>
                  <a:lnTo>
                    <a:pt x="3285" y="3540"/>
                  </a:lnTo>
                  <a:lnTo>
                    <a:pt x="3259" y="3528"/>
                  </a:lnTo>
                  <a:lnTo>
                    <a:pt x="3234" y="3502"/>
                  </a:lnTo>
                  <a:lnTo>
                    <a:pt x="3234" y="3477"/>
                  </a:lnTo>
                  <a:lnTo>
                    <a:pt x="3234" y="3438"/>
                  </a:lnTo>
                  <a:lnTo>
                    <a:pt x="3247" y="3413"/>
                  </a:lnTo>
                  <a:lnTo>
                    <a:pt x="3247" y="3374"/>
                  </a:lnTo>
                  <a:lnTo>
                    <a:pt x="3234" y="3310"/>
                  </a:lnTo>
                  <a:lnTo>
                    <a:pt x="3234" y="3247"/>
                  </a:lnTo>
                  <a:lnTo>
                    <a:pt x="3208" y="3195"/>
                  </a:lnTo>
                  <a:lnTo>
                    <a:pt x="3183" y="3132"/>
                  </a:lnTo>
                  <a:lnTo>
                    <a:pt x="3170" y="3068"/>
                  </a:lnTo>
                  <a:lnTo>
                    <a:pt x="3170" y="2927"/>
                  </a:lnTo>
                  <a:lnTo>
                    <a:pt x="3157" y="2863"/>
                  </a:lnTo>
                  <a:lnTo>
                    <a:pt x="3144" y="2799"/>
                  </a:lnTo>
                  <a:lnTo>
                    <a:pt x="3131" y="2748"/>
                  </a:lnTo>
                  <a:lnTo>
                    <a:pt x="3119" y="2697"/>
                  </a:lnTo>
                  <a:lnTo>
                    <a:pt x="3080" y="2671"/>
                  </a:lnTo>
                  <a:lnTo>
                    <a:pt x="3055" y="2659"/>
                  </a:lnTo>
                  <a:lnTo>
                    <a:pt x="3029" y="2659"/>
                  </a:lnTo>
                  <a:lnTo>
                    <a:pt x="3042" y="2608"/>
                  </a:lnTo>
                  <a:lnTo>
                    <a:pt x="3080" y="2582"/>
                  </a:lnTo>
                  <a:lnTo>
                    <a:pt x="3106" y="2569"/>
                  </a:lnTo>
                  <a:lnTo>
                    <a:pt x="3106" y="2556"/>
                  </a:lnTo>
                  <a:lnTo>
                    <a:pt x="3106" y="2544"/>
                  </a:lnTo>
                  <a:lnTo>
                    <a:pt x="3080" y="2518"/>
                  </a:lnTo>
                  <a:lnTo>
                    <a:pt x="3055" y="2518"/>
                  </a:lnTo>
                  <a:lnTo>
                    <a:pt x="2978" y="2556"/>
                  </a:lnTo>
                  <a:lnTo>
                    <a:pt x="2940" y="2569"/>
                  </a:lnTo>
                  <a:lnTo>
                    <a:pt x="2914" y="2556"/>
                  </a:lnTo>
                  <a:lnTo>
                    <a:pt x="2901" y="2531"/>
                  </a:lnTo>
                  <a:lnTo>
                    <a:pt x="2850" y="2403"/>
                  </a:lnTo>
                  <a:lnTo>
                    <a:pt x="2799" y="2352"/>
                  </a:lnTo>
                  <a:lnTo>
                    <a:pt x="2735" y="2301"/>
                  </a:lnTo>
                  <a:lnTo>
                    <a:pt x="2697" y="2275"/>
                  </a:lnTo>
                  <a:lnTo>
                    <a:pt x="2684" y="2275"/>
                  </a:lnTo>
                  <a:lnTo>
                    <a:pt x="2659" y="2288"/>
                  </a:lnTo>
                  <a:lnTo>
                    <a:pt x="2633" y="2314"/>
                  </a:lnTo>
                  <a:lnTo>
                    <a:pt x="2633" y="2339"/>
                  </a:lnTo>
                  <a:lnTo>
                    <a:pt x="2646" y="2365"/>
                  </a:lnTo>
                  <a:lnTo>
                    <a:pt x="2671" y="2377"/>
                  </a:lnTo>
                  <a:lnTo>
                    <a:pt x="2697" y="2416"/>
                  </a:lnTo>
                  <a:lnTo>
                    <a:pt x="2723" y="2429"/>
                  </a:lnTo>
                  <a:lnTo>
                    <a:pt x="2723" y="2454"/>
                  </a:lnTo>
                  <a:lnTo>
                    <a:pt x="2748" y="2582"/>
                  </a:lnTo>
                  <a:lnTo>
                    <a:pt x="2748" y="2646"/>
                  </a:lnTo>
                  <a:lnTo>
                    <a:pt x="2735" y="2684"/>
                  </a:lnTo>
                  <a:lnTo>
                    <a:pt x="2723" y="2710"/>
                  </a:lnTo>
                  <a:lnTo>
                    <a:pt x="2710" y="2723"/>
                  </a:lnTo>
                  <a:lnTo>
                    <a:pt x="2723" y="2748"/>
                  </a:lnTo>
                  <a:lnTo>
                    <a:pt x="2761" y="2799"/>
                  </a:lnTo>
                  <a:lnTo>
                    <a:pt x="2786" y="2876"/>
                  </a:lnTo>
                  <a:lnTo>
                    <a:pt x="2812" y="3016"/>
                  </a:lnTo>
                  <a:lnTo>
                    <a:pt x="2812" y="3042"/>
                  </a:lnTo>
                  <a:lnTo>
                    <a:pt x="2799" y="3055"/>
                  </a:lnTo>
                  <a:lnTo>
                    <a:pt x="2774" y="3080"/>
                  </a:lnTo>
                  <a:lnTo>
                    <a:pt x="2710" y="3093"/>
                  </a:lnTo>
                  <a:lnTo>
                    <a:pt x="2659" y="3080"/>
                  </a:lnTo>
                  <a:lnTo>
                    <a:pt x="2633" y="3042"/>
                  </a:lnTo>
                  <a:lnTo>
                    <a:pt x="2620" y="2978"/>
                  </a:lnTo>
                  <a:lnTo>
                    <a:pt x="2607" y="2889"/>
                  </a:lnTo>
                  <a:lnTo>
                    <a:pt x="2582" y="2838"/>
                  </a:lnTo>
                  <a:lnTo>
                    <a:pt x="2556" y="2799"/>
                  </a:lnTo>
                  <a:lnTo>
                    <a:pt x="2505" y="2786"/>
                  </a:lnTo>
                  <a:lnTo>
                    <a:pt x="2416" y="2786"/>
                  </a:lnTo>
                  <a:lnTo>
                    <a:pt x="2377" y="2774"/>
                  </a:lnTo>
                  <a:lnTo>
                    <a:pt x="2314" y="2748"/>
                  </a:lnTo>
                  <a:lnTo>
                    <a:pt x="2262" y="2710"/>
                  </a:lnTo>
                  <a:lnTo>
                    <a:pt x="2237" y="2710"/>
                  </a:lnTo>
                  <a:lnTo>
                    <a:pt x="2211" y="2735"/>
                  </a:lnTo>
                  <a:lnTo>
                    <a:pt x="2198" y="2748"/>
                  </a:lnTo>
                  <a:lnTo>
                    <a:pt x="2198" y="2710"/>
                  </a:lnTo>
                  <a:lnTo>
                    <a:pt x="2173" y="2697"/>
                  </a:lnTo>
                  <a:lnTo>
                    <a:pt x="2147" y="2697"/>
                  </a:lnTo>
                  <a:lnTo>
                    <a:pt x="2135" y="2684"/>
                  </a:lnTo>
                  <a:lnTo>
                    <a:pt x="2109" y="2633"/>
                  </a:lnTo>
                  <a:lnTo>
                    <a:pt x="2109" y="2556"/>
                  </a:lnTo>
                  <a:lnTo>
                    <a:pt x="2122" y="2480"/>
                  </a:lnTo>
                  <a:lnTo>
                    <a:pt x="2147" y="2429"/>
                  </a:lnTo>
                  <a:lnTo>
                    <a:pt x="2122" y="2416"/>
                  </a:lnTo>
                  <a:lnTo>
                    <a:pt x="2096" y="2429"/>
                  </a:lnTo>
                  <a:lnTo>
                    <a:pt x="2071" y="2416"/>
                  </a:lnTo>
                  <a:lnTo>
                    <a:pt x="2058" y="2403"/>
                  </a:lnTo>
                  <a:lnTo>
                    <a:pt x="2058" y="2365"/>
                  </a:lnTo>
                  <a:lnTo>
                    <a:pt x="2071" y="2352"/>
                  </a:lnTo>
                  <a:lnTo>
                    <a:pt x="2083" y="2326"/>
                  </a:lnTo>
                  <a:lnTo>
                    <a:pt x="2122" y="2314"/>
                  </a:lnTo>
                  <a:lnTo>
                    <a:pt x="2147" y="2301"/>
                  </a:lnTo>
                  <a:lnTo>
                    <a:pt x="2147" y="2288"/>
                  </a:lnTo>
                  <a:lnTo>
                    <a:pt x="2135" y="2275"/>
                  </a:lnTo>
                  <a:lnTo>
                    <a:pt x="2096" y="2237"/>
                  </a:lnTo>
                  <a:lnTo>
                    <a:pt x="2096" y="2211"/>
                  </a:lnTo>
                  <a:lnTo>
                    <a:pt x="2096" y="2199"/>
                  </a:lnTo>
                  <a:lnTo>
                    <a:pt x="2122" y="2173"/>
                  </a:lnTo>
                  <a:lnTo>
                    <a:pt x="2173" y="2160"/>
                  </a:lnTo>
                  <a:lnTo>
                    <a:pt x="2160" y="2135"/>
                  </a:lnTo>
                  <a:lnTo>
                    <a:pt x="2147" y="2135"/>
                  </a:lnTo>
                  <a:lnTo>
                    <a:pt x="2135" y="2122"/>
                  </a:lnTo>
                  <a:lnTo>
                    <a:pt x="2135" y="2109"/>
                  </a:lnTo>
                  <a:lnTo>
                    <a:pt x="2135" y="2084"/>
                  </a:lnTo>
                  <a:lnTo>
                    <a:pt x="2135" y="2071"/>
                  </a:lnTo>
                  <a:lnTo>
                    <a:pt x="2122" y="2032"/>
                  </a:lnTo>
                  <a:lnTo>
                    <a:pt x="2058" y="1994"/>
                  </a:lnTo>
                  <a:lnTo>
                    <a:pt x="2007" y="1956"/>
                  </a:lnTo>
                  <a:lnTo>
                    <a:pt x="1981" y="1905"/>
                  </a:lnTo>
                  <a:lnTo>
                    <a:pt x="1930" y="1828"/>
                  </a:lnTo>
                  <a:lnTo>
                    <a:pt x="1892" y="1790"/>
                  </a:lnTo>
                  <a:lnTo>
                    <a:pt x="1853" y="1764"/>
                  </a:lnTo>
                  <a:lnTo>
                    <a:pt x="1828" y="1738"/>
                  </a:lnTo>
                  <a:lnTo>
                    <a:pt x="1815" y="1700"/>
                  </a:lnTo>
                  <a:lnTo>
                    <a:pt x="1815" y="1649"/>
                  </a:lnTo>
                  <a:lnTo>
                    <a:pt x="1828" y="1611"/>
                  </a:lnTo>
                  <a:lnTo>
                    <a:pt x="1841" y="1585"/>
                  </a:lnTo>
                  <a:lnTo>
                    <a:pt x="1866" y="1598"/>
                  </a:lnTo>
                  <a:lnTo>
                    <a:pt x="1892" y="1611"/>
                  </a:lnTo>
                  <a:lnTo>
                    <a:pt x="1905" y="1611"/>
                  </a:lnTo>
                  <a:lnTo>
                    <a:pt x="1917" y="1598"/>
                  </a:lnTo>
                  <a:lnTo>
                    <a:pt x="1917" y="1585"/>
                  </a:lnTo>
                  <a:lnTo>
                    <a:pt x="1917" y="1572"/>
                  </a:lnTo>
                  <a:lnTo>
                    <a:pt x="1905" y="1547"/>
                  </a:lnTo>
                  <a:lnTo>
                    <a:pt x="1879" y="1496"/>
                  </a:lnTo>
                  <a:lnTo>
                    <a:pt x="1853" y="1444"/>
                  </a:lnTo>
                  <a:lnTo>
                    <a:pt x="1853" y="1393"/>
                  </a:lnTo>
                  <a:lnTo>
                    <a:pt x="1879" y="1342"/>
                  </a:lnTo>
                  <a:lnTo>
                    <a:pt x="1879" y="1304"/>
                  </a:lnTo>
                  <a:lnTo>
                    <a:pt x="1866" y="1291"/>
                  </a:lnTo>
                  <a:lnTo>
                    <a:pt x="1853" y="1278"/>
                  </a:lnTo>
                  <a:lnTo>
                    <a:pt x="1815" y="1240"/>
                  </a:lnTo>
                  <a:lnTo>
                    <a:pt x="1802" y="1202"/>
                  </a:lnTo>
                  <a:lnTo>
                    <a:pt x="1790" y="1151"/>
                  </a:lnTo>
                  <a:lnTo>
                    <a:pt x="1764" y="1138"/>
                  </a:lnTo>
                  <a:lnTo>
                    <a:pt x="1738" y="1125"/>
                  </a:lnTo>
                  <a:lnTo>
                    <a:pt x="1713" y="1112"/>
                  </a:lnTo>
                  <a:lnTo>
                    <a:pt x="1700" y="1087"/>
                  </a:lnTo>
                  <a:lnTo>
                    <a:pt x="1687" y="1036"/>
                  </a:lnTo>
                  <a:lnTo>
                    <a:pt x="1674" y="984"/>
                  </a:lnTo>
                  <a:lnTo>
                    <a:pt x="1662" y="920"/>
                  </a:lnTo>
                  <a:lnTo>
                    <a:pt x="1662" y="895"/>
                  </a:lnTo>
                  <a:lnTo>
                    <a:pt x="1662" y="869"/>
                  </a:lnTo>
                  <a:lnTo>
                    <a:pt x="1611" y="908"/>
                  </a:lnTo>
                  <a:lnTo>
                    <a:pt x="1547" y="933"/>
                  </a:lnTo>
                  <a:lnTo>
                    <a:pt x="1496" y="972"/>
                  </a:lnTo>
                  <a:lnTo>
                    <a:pt x="1470" y="997"/>
                  </a:lnTo>
                  <a:lnTo>
                    <a:pt x="1457" y="1023"/>
                  </a:lnTo>
                  <a:lnTo>
                    <a:pt x="1432" y="933"/>
                  </a:lnTo>
                  <a:lnTo>
                    <a:pt x="1368" y="857"/>
                  </a:lnTo>
                  <a:lnTo>
                    <a:pt x="1419" y="869"/>
                  </a:lnTo>
                  <a:lnTo>
                    <a:pt x="1444" y="869"/>
                  </a:lnTo>
                  <a:lnTo>
                    <a:pt x="1457" y="844"/>
                  </a:lnTo>
                  <a:lnTo>
                    <a:pt x="1457" y="818"/>
                  </a:lnTo>
                  <a:lnTo>
                    <a:pt x="1444" y="805"/>
                  </a:lnTo>
                  <a:lnTo>
                    <a:pt x="1406" y="793"/>
                  </a:lnTo>
                  <a:lnTo>
                    <a:pt x="1381" y="780"/>
                  </a:lnTo>
                  <a:lnTo>
                    <a:pt x="1342" y="780"/>
                  </a:lnTo>
                  <a:lnTo>
                    <a:pt x="1317" y="767"/>
                  </a:lnTo>
                  <a:lnTo>
                    <a:pt x="1291" y="754"/>
                  </a:lnTo>
                  <a:lnTo>
                    <a:pt x="1278" y="716"/>
                  </a:lnTo>
                  <a:lnTo>
                    <a:pt x="1253" y="690"/>
                  </a:lnTo>
                  <a:lnTo>
                    <a:pt x="1227" y="665"/>
                  </a:lnTo>
                  <a:lnTo>
                    <a:pt x="1176" y="652"/>
                  </a:lnTo>
                  <a:lnTo>
                    <a:pt x="1099" y="652"/>
                  </a:lnTo>
                  <a:lnTo>
                    <a:pt x="1061" y="627"/>
                  </a:lnTo>
                  <a:lnTo>
                    <a:pt x="1035" y="614"/>
                  </a:lnTo>
                  <a:lnTo>
                    <a:pt x="997" y="588"/>
                  </a:lnTo>
                  <a:lnTo>
                    <a:pt x="933" y="575"/>
                  </a:lnTo>
                  <a:lnTo>
                    <a:pt x="908" y="575"/>
                  </a:lnTo>
                  <a:lnTo>
                    <a:pt x="895" y="588"/>
                  </a:lnTo>
                  <a:lnTo>
                    <a:pt x="869" y="627"/>
                  </a:lnTo>
                  <a:lnTo>
                    <a:pt x="844" y="639"/>
                  </a:lnTo>
                  <a:lnTo>
                    <a:pt x="818" y="627"/>
                  </a:lnTo>
                  <a:lnTo>
                    <a:pt x="767" y="601"/>
                  </a:lnTo>
                  <a:lnTo>
                    <a:pt x="754" y="588"/>
                  </a:lnTo>
                  <a:lnTo>
                    <a:pt x="754" y="563"/>
                  </a:lnTo>
                  <a:lnTo>
                    <a:pt x="754" y="550"/>
                  </a:lnTo>
                  <a:lnTo>
                    <a:pt x="780" y="537"/>
                  </a:lnTo>
                  <a:lnTo>
                    <a:pt x="805" y="512"/>
                  </a:lnTo>
                  <a:lnTo>
                    <a:pt x="818" y="499"/>
                  </a:lnTo>
                  <a:lnTo>
                    <a:pt x="805" y="486"/>
                  </a:lnTo>
                  <a:lnTo>
                    <a:pt x="793" y="473"/>
                  </a:lnTo>
                  <a:lnTo>
                    <a:pt x="754" y="473"/>
                  </a:lnTo>
                  <a:lnTo>
                    <a:pt x="703" y="486"/>
                  </a:lnTo>
                  <a:lnTo>
                    <a:pt x="678" y="512"/>
                  </a:lnTo>
                  <a:lnTo>
                    <a:pt x="678" y="537"/>
                  </a:lnTo>
                  <a:lnTo>
                    <a:pt x="690" y="588"/>
                  </a:lnTo>
                  <a:lnTo>
                    <a:pt x="690" y="614"/>
                  </a:lnTo>
                  <a:lnTo>
                    <a:pt x="678" y="652"/>
                  </a:lnTo>
                  <a:lnTo>
                    <a:pt x="652" y="665"/>
                  </a:lnTo>
                  <a:lnTo>
                    <a:pt x="639" y="665"/>
                  </a:lnTo>
                  <a:lnTo>
                    <a:pt x="614" y="639"/>
                  </a:lnTo>
                  <a:lnTo>
                    <a:pt x="614" y="627"/>
                  </a:lnTo>
                  <a:lnTo>
                    <a:pt x="639" y="575"/>
                  </a:lnTo>
                  <a:lnTo>
                    <a:pt x="626" y="550"/>
                  </a:lnTo>
                  <a:lnTo>
                    <a:pt x="601" y="524"/>
                  </a:lnTo>
                  <a:lnTo>
                    <a:pt x="563" y="499"/>
                  </a:lnTo>
                  <a:lnTo>
                    <a:pt x="537" y="486"/>
                  </a:lnTo>
                  <a:lnTo>
                    <a:pt x="524" y="460"/>
                  </a:lnTo>
                  <a:lnTo>
                    <a:pt x="524" y="422"/>
                  </a:lnTo>
                  <a:lnTo>
                    <a:pt x="499" y="396"/>
                  </a:lnTo>
                  <a:lnTo>
                    <a:pt x="460" y="358"/>
                  </a:lnTo>
                  <a:lnTo>
                    <a:pt x="396" y="281"/>
                  </a:lnTo>
                  <a:lnTo>
                    <a:pt x="358" y="218"/>
                  </a:lnTo>
                  <a:lnTo>
                    <a:pt x="358" y="128"/>
                  </a:lnTo>
                  <a:lnTo>
                    <a:pt x="384" y="51"/>
                  </a:lnTo>
                  <a:lnTo>
                    <a:pt x="396" y="26"/>
                  </a:lnTo>
                  <a:lnTo>
                    <a:pt x="396" y="13"/>
                  </a:lnTo>
                  <a:lnTo>
                    <a:pt x="384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9" name="Google Shape;889;p60"/>
            <p:cNvSpPr/>
            <p:nvPr/>
          </p:nvSpPr>
          <p:spPr>
            <a:xfrm>
              <a:off x="6876700" y="4386200"/>
              <a:ext cx="5150" cy="3525"/>
            </a:xfrm>
            <a:custGeom>
              <a:rect b="b" l="l" r="r" t="t"/>
              <a:pathLst>
                <a:path extrusionOk="0" h="141" w="206">
                  <a:moveTo>
                    <a:pt x="90" y="0"/>
                  </a:moveTo>
                  <a:lnTo>
                    <a:pt x="52" y="13"/>
                  </a:lnTo>
                  <a:lnTo>
                    <a:pt x="39" y="39"/>
                  </a:lnTo>
                  <a:lnTo>
                    <a:pt x="26" y="64"/>
                  </a:lnTo>
                  <a:lnTo>
                    <a:pt x="1" y="141"/>
                  </a:lnTo>
                  <a:lnTo>
                    <a:pt x="26" y="128"/>
                  </a:lnTo>
                  <a:lnTo>
                    <a:pt x="39" y="115"/>
                  </a:lnTo>
                  <a:lnTo>
                    <a:pt x="65" y="90"/>
                  </a:lnTo>
                  <a:lnTo>
                    <a:pt x="77" y="77"/>
                  </a:lnTo>
                  <a:lnTo>
                    <a:pt x="90" y="102"/>
                  </a:lnTo>
                  <a:lnTo>
                    <a:pt x="103" y="128"/>
                  </a:lnTo>
                  <a:lnTo>
                    <a:pt x="116" y="141"/>
                  </a:lnTo>
                  <a:lnTo>
                    <a:pt x="141" y="141"/>
                  </a:lnTo>
                  <a:lnTo>
                    <a:pt x="193" y="128"/>
                  </a:lnTo>
                  <a:lnTo>
                    <a:pt x="205" y="115"/>
                  </a:lnTo>
                  <a:lnTo>
                    <a:pt x="205" y="90"/>
                  </a:lnTo>
                  <a:lnTo>
                    <a:pt x="205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0" name="Google Shape;890;p60"/>
            <p:cNvSpPr/>
            <p:nvPr/>
          </p:nvSpPr>
          <p:spPr>
            <a:xfrm>
              <a:off x="6890450" y="2154075"/>
              <a:ext cx="22700" cy="17575"/>
            </a:xfrm>
            <a:custGeom>
              <a:rect b="b" l="l" r="r" t="t"/>
              <a:pathLst>
                <a:path extrusionOk="0" h="703" w="908">
                  <a:moveTo>
                    <a:pt x="128" y="0"/>
                  </a:moveTo>
                  <a:lnTo>
                    <a:pt x="0" y="371"/>
                  </a:lnTo>
                  <a:lnTo>
                    <a:pt x="575" y="703"/>
                  </a:lnTo>
                  <a:lnTo>
                    <a:pt x="908" y="626"/>
                  </a:lnTo>
                  <a:lnTo>
                    <a:pt x="652" y="371"/>
                  </a:lnTo>
                  <a:lnTo>
                    <a:pt x="128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1" name="Google Shape;891;p60"/>
            <p:cNvSpPr/>
            <p:nvPr/>
          </p:nvSpPr>
          <p:spPr>
            <a:xfrm>
              <a:off x="7118575" y="2243850"/>
              <a:ext cx="11225" cy="9925"/>
            </a:xfrm>
            <a:custGeom>
              <a:rect b="b" l="l" r="r" t="t"/>
              <a:pathLst>
                <a:path extrusionOk="0" h="397" w="449">
                  <a:moveTo>
                    <a:pt x="282" y="0"/>
                  </a:moveTo>
                  <a:lnTo>
                    <a:pt x="1" y="179"/>
                  </a:lnTo>
                  <a:lnTo>
                    <a:pt x="1" y="397"/>
                  </a:lnTo>
                  <a:lnTo>
                    <a:pt x="282" y="256"/>
                  </a:lnTo>
                  <a:lnTo>
                    <a:pt x="448" y="90"/>
                  </a:lnTo>
                  <a:lnTo>
                    <a:pt x="282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2" name="Google Shape;892;p60"/>
            <p:cNvSpPr/>
            <p:nvPr/>
          </p:nvSpPr>
          <p:spPr>
            <a:xfrm>
              <a:off x="7297500" y="3790925"/>
              <a:ext cx="2275" cy="1950"/>
            </a:xfrm>
            <a:custGeom>
              <a:rect b="b" l="l" r="r" t="t"/>
              <a:pathLst>
                <a:path extrusionOk="0" h="78" w="91">
                  <a:moveTo>
                    <a:pt x="14" y="1"/>
                  </a:moveTo>
                  <a:lnTo>
                    <a:pt x="1" y="14"/>
                  </a:lnTo>
                  <a:lnTo>
                    <a:pt x="1" y="65"/>
                  </a:lnTo>
                  <a:lnTo>
                    <a:pt x="52" y="78"/>
                  </a:lnTo>
                  <a:lnTo>
                    <a:pt x="78" y="52"/>
                  </a:lnTo>
                  <a:lnTo>
                    <a:pt x="90" y="39"/>
                  </a:lnTo>
                  <a:lnTo>
                    <a:pt x="78" y="27"/>
                  </a:lnTo>
                  <a:lnTo>
                    <a:pt x="78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3" name="Google Shape;893;p60"/>
            <p:cNvSpPr/>
            <p:nvPr/>
          </p:nvSpPr>
          <p:spPr>
            <a:xfrm>
              <a:off x="7161725" y="2248325"/>
              <a:ext cx="6725" cy="7700"/>
            </a:xfrm>
            <a:custGeom>
              <a:rect b="b" l="l" r="r" t="t"/>
              <a:pathLst>
                <a:path extrusionOk="0" h="308" w="269">
                  <a:moveTo>
                    <a:pt x="0" y="0"/>
                  </a:moveTo>
                  <a:lnTo>
                    <a:pt x="0" y="307"/>
                  </a:lnTo>
                  <a:lnTo>
                    <a:pt x="269" y="307"/>
                  </a:lnTo>
                  <a:lnTo>
                    <a:pt x="269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4" name="Google Shape;894;p60"/>
            <p:cNvSpPr/>
            <p:nvPr/>
          </p:nvSpPr>
          <p:spPr>
            <a:xfrm>
              <a:off x="5046825" y="3357675"/>
              <a:ext cx="11550" cy="15050"/>
            </a:xfrm>
            <a:custGeom>
              <a:rect b="b" l="l" r="r" t="t"/>
              <a:pathLst>
                <a:path extrusionOk="0" h="602" w="462">
                  <a:moveTo>
                    <a:pt x="218" y="0"/>
                  </a:moveTo>
                  <a:lnTo>
                    <a:pt x="218" y="179"/>
                  </a:lnTo>
                  <a:lnTo>
                    <a:pt x="78" y="307"/>
                  </a:lnTo>
                  <a:lnTo>
                    <a:pt x="1" y="486"/>
                  </a:lnTo>
                  <a:lnTo>
                    <a:pt x="103" y="601"/>
                  </a:lnTo>
                  <a:lnTo>
                    <a:pt x="397" y="550"/>
                  </a:lnTo>
                  <a:lnTo>
                    <a:pt x="461" y="409"/>
                  </a:lnTo>
                  <a:lnTo>
                    <a:pt x="308" y="205"/>
                  </a:lnTo>
                  <a:lnTo>
                    <a:pt x="461" y="103"/>
                  </a:lnTo>
                  <a:lnTo>
                    <a:pt x="218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5" name="Google Shape;895;p60"/>
            <p:cNvSpPr/>
            <p:nvPr/>
          </p:nvSpPr>
          <p:spPr>
            <a:xfrm>
              <a:off x="5432500" y="3105575"/>
              <a:ext cx="11200" cy="45075"/>
            </a:xfrm>
            <a:custGeom>
              <a:rect b="b" l="l" r="r" t="t"/>
              <a:pathLst>
                <a:path extrusionOk="0" h="1803" w="448">
                  <a:moveTo>
                    <a:pt x="396" y="1"/>
                  </a:moveTo>
                  <a:lnTo>
                    <a:pt x="269" y="167"/>
                  </a:lnTo>
                  <a:lnTo>
                    <a:pt x="269" y="563"/>
                  </a:lnTo>
                  <a:lnTo>
                    <a:pt x="179" y="614"/>
                  </a:lnTo>
                  <a:lnTo>
                    <a:pt x="179" y="499"/>
                  </a:lnTo>
                  <a:lnTo>
                    <a:pt x="128" y="652"/>
                  </a:lnTo>
                  <a:lnTo>
                    <a:pt x="192" y="691"/>
                  </a:lnTo>
                  <a:lnTo>
                    <a:pt x="179" y="793"/>
                  </a:lnTo>
                  <a:lnTo>
                    <a:pt x="128" y="1023"/>
                  </a:lnTo>
                  <a:lnTo>
                    <a:pt x="179" y="1061"/>
                  </a:lnTo>
                  <a:lnTo>
                    <a:pt x="77" y="1176"/>
                  </a:lnTo>
                  <a:lnTo>
                    <a:pt x="39" y="1355"/>
                  </a:lnTo>
                  <a:lnTo>
                    <a:pt x="0" y="1394"/>
                  </a:lnTo>
                  <a:lnTo>
                    <a:pt x="26" y="1509"/>
                  </a:lnTo>
                  <a:lnTo>
                    <a:pt x="128" y="1573"/>
                  </a:lnTo>
                  <a:lnTo>
                    <a:pt x="115" y="1675"/>
                  </a:lnTo>
                  <a:lnTo>
                    <a:pt x="77" y="1777"/>
                  </a:lnTo>
                  <a:lnTo>
                    <a:pt x="90" y="1790"/>
                  </a:lnTo>
                  <a:lnTo>
                    <a:pt x="102" y="1803"/>
                  </a:lnTo>
                  <a:lnTo>
                    <a:pt x="115" y="1803"/>
                  </a:lnTo>
                  <a:lnTo>
                    <a:pt x="205" y="1522"/>
                  </a:lnTo>
                  <a:lnTo>
                    <a:pt x="243" y="1368"/>
                  </a:lnTo>
                  <a:lnTo>
                    <a:pt x="179" y="1317"/>
                  </a:lnTo>
                  <a:lnTo>
                    <a:pt x="281" y="1189"/>
                  </a:lnTo>
                  <a:lnTo>
                    <a:pt x="320" y="1113"/>
                  </a:lnTo>
                  <a:lnTo>
                    <a:pt x="269" y="946"/>
                  </a:lnTo>
                  <a:lnTo>
                    <a:pt x="371" y="921"/>
                  </a:lnTo>
                  <a:lnTo>
                    <a:pt x="371" y="640"/>
                  </a:lnTo>
                  <a:lnTo>
                    <a:pt x="281" y="601"/>
                  </a:lnTo>
                  <a:lnTo>
                    <a:pt x="345" y="422"/>
                  </a:lnTo>
                  <a:lnTo>
                    <a:pt x="422" y="474"/>
                  </a:lnTo>
                  <a:lnTo>
                    <a:pt x="448" y="243"/>
                  </a:lnTo>
                  <a:lnTo>
                    <a:pt x="384" y="192"/>
                  </a:lnTo>
                  <a:lnTo>
                    <a:pt x="448" y="141"/>
                  </a:lnTo>
                  <a:lnTo>
                    <a:pt x="396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6" name="Google Shape;896;p60"/>
            <p:cNvSpPr/>
            <p:nvPr/>
          </p:nvSpPr>
          <p:spPr>
            <a:xfrm>
              <a:off x="5455175" y="3234975"/>
              <a:ext cx="6750" cy="10575"/>
            </a:xfrm>
            <a:custGeom>
              <a:rect b="b" l="l" r="r" t="t"/>
              <a:pathLst>
                <a:path extrusionOk="0" h="423" w="270">
                  <a:moveTo>
                    <a:pt x="116" y="1"/>
                  </a:moveTo>
                  <a:lnTo>
                    <a:pt x="1" y="141"/>
                  </a:lnTo>
                  <a:lnTo>
                    <a:pt x="65" y="244"/>
                  </a:lnTo>
                  <a:lnTo>
                    <a:pt x="180" y="423"/>
                  </a:lnTo>
                  <a:lnTo>
                    <a:pt x="269" y="269"/>
                  </a:lnTo>
                  <a:lnTo>
                    <a:pt x="192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7" name="Google Shape;897;p60"/>
            <p:cNvSpPr/>
            <p:nvPr/>
          </p:nvSpPr>
          <p:spPr>
            <a:xfrm>
              <a:off x="5450700" y="3215175"/>
              <a:ext cx="3875" cy="6725"/>
            </a:xfrm>
            <a:custGeom>
              <a:rect b="b" l="l" r="r" t="t"/>
              <a:pathLst>
                <a:path extrusionOk="0" h="269" w="155">
                  <a:moveTo>
                    <a:pt x="65" y="0"/>
                  </a:moveTo>
                  <a:lnTo>
                    <a:pt x="1" y="128"/>
                  </a:lnTo>
                  <a:lnTo>
                    <a:pt x="154" y="269"/>
                  </a:lnTo>
                  <a:lnTo>
                    <a:pt x="103" y="77"/>
                  </a:lnTo>
                  <a:lnTo>
                    <a:pt x="65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8" name="Google Shape;898;p60"/>
            <p:cNvSpPr/>
            <p:nvPr/>
          </p:nvSpPr>
          <p:spPr>
            <a:xfrm>
              <a:off x="5448475" y="3219325"/>
              <a:ext cx="3225" cy="3225"/>
            </a:xfrm>
            <a:custGeom>
              <a:rect b="b" l="l" r="r" t="t"/>
              <a:pathLst>
                <a:path extrusionOk="0" h="129" w="129">
                  <a:moveTo>
                    <a:pt x="64" y="1"/>
                  </a:moveTo>
                  <a:lnTo>
                    <a:pt x="0" y="13"/>
                  </a:lnTo>
                  <a:lnTo>
                    <a:pt x="0" y="128"/>
                  </a:lnTo>
                  <a:lnTo>
                    <a:pt x="128" y="128"/>
                  </a:lnTo>
                  <a:lnTo>
                    <a:pt x="64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9" name="Google Shape;899;p60"/>
            <p:cNvSpPr/>
            <p:nvPr/>
          </p:nvSpPr>
          <p:spPr>
            <a:xfrm>
              <a:off x="5451975" y="2995675"/>
              <a:ext cx="6100" cy="5125"/>
            </a:xfrm>
            <a:custGeom>
              <a:rect b="b" l="l" r="r" t="t"/>
              <a:pathLst>
                <a:path extrusionOk="0" h="205" w="244">
                  <a:moveTo>
                    <a:pt x="39" y="0"/>
                  </a:moveTo>
                  <a:lnTo>
                    <a:pt x="1" y="26"/>
                  </a:lnTo>
                  <a:lnTo>
                    <a:pt x="141" y="205"/>
                  </a:lnTo>
                  <a:lnTo>
                    <a:pt x="244" y="179"/>
                  </a:lnTo>
                  <a:lnTo>
                    <a:pt x="244" y="26"/>
                  </a:lnTo>
                  <a:lnTo>
                    <a:pt x="39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0" name="Google Shape;900;p60"/>
            <p:cNvSpPr/>
            <p:nvPr/>
          </p:nvSpPr>
          <p:spPr>
            <a:xfrm>
              <a:off x="5426100" y="2809075"/>
              <a:ext cx="180225" cy="369050"/>
            </a:xfrm>
            <a:custGeom>
              <a:rect b="b" l="l" r="r" t="t"/>
              <a:pathLst>
                <a:path extrusionOk="0" h="14762" w="7209">
                  <a:moveTo>
                    <a:pt x="4078" y="0"/>
                  </a:moveTo>
                  <a:lnTo>
                    <a:pt x="3963" y="281"/>
                  </a:lnTo>
                  <a:lnTo>
                    <a:pt x="3937" y="499"/>
                  </a:lnTo>
                  <a:lnTo>
                    <a:pt x="3605" y="754"/>
                  </a:lnTo>
                  <a:lnTo>
                    <a:pt x="3822" y="1163"/>
                  </a:lnTo>
                  <a:lnTo>
                    <a:pt x="3669" y="1163"/>
                  </a:lnTo>
                  <a:lnTo>
                    <a:pt x="3464" y="933"/>
                  </a:lnTo>
                  <a:lnTo>
                    <a:pt x="2940" y="1087"/>
                  </a:lnTo>
                  <a:lnTo>
                    <a:pt x="2787" y="1304"/>
                  </a:lnTo>
                  <a:lnTo>
                    <a:pt x="2633" y="1381"/>
                  </a:lnTo>
                  <a:lnTo>
                    <a:pt x="2480" y="1547"/>
                  </a:lnTo>
                  <a:lnTo>
                    <a:pt x="2276" y="1611"/>
                  </a:lnTo>
                  <a:lnTo>
                    <a:pt x="2237" y="1790"/>
                  </a:lnTo>
                  <a:lnTo>
                    <a:pt x="2327" y="2071"/>
                  </a:lnTo>
                  <a:lnTo>
                    <a:pt x="2212" y="2160"/>
                  </a:lnTo>
                  <a:lnTo>
                    <a:pt x="2186" y="2429"/>
                  </a:lnTo>
                  <a:lnTo>
                    <a:pt x="1943" y="2492"/>
                  </a:lnTo>
                  <a:lnTo>
                    <a:pt x="1867" y="2684"/>
                  </a:lnTo>
                  <a:lnTo>
                    <a:pt x="2007" y="2799"/>
                  </a:lnTo>
                  <a:lnTo>
                    <a:pt x="1828" y="3093"/>
                  </a:lnTo>
                  <a:lnTo>
                    <a:pt x="1458" y="3668"/>
                  </a:lnTo>
                  <a:lnTo>
                    <a:pt x="959" y="3540"/>
                  </a:lnTo>
                  <a:lnTo>
                    <a:pt x="946" y="3898"/>
                  </a:lnTo>
                  <a:lnTo>
                    <a:pt x="908" y="3962"/>
                  </a:lnTo>
                  <a:lnTo>
                    <a:pt x="767" y="3962"/>
                  </a:lnTo>
                  <a:lnTo>
                    <a:pt x="793" y="4128"/>
                  </a:lnTo>
                  <a:lnTo>
                    <a:pt x="704" y="4307"/>
                  </a:lnTo>
                  <a:lnTo>
                    <a:pt x="780" y="4499"/>
                  </a:lnTo>
                  <a:lnTo>
                    <a:pt x="780" y="4665"/>
                  </a:lnTo>
                  <a:lnTo>
                    <a:pt x="691" y="4691"/>
                  </a:lnTo>
                  <a:lnTo>
                    <a:pt x="601" y="4895"/>
                  </a:lnTo>
                  <a:lnTo>
                    <a:pt x="410" y="4716"/>
                  </a:lnTo>
                  <a:lnTo>
                    <a:pt x="397" y="4806"/>
                  </a:lnTo>
                  <a:lnTo>
                    <a:pt x="307" y="4870"/>
                  </a:lnTo>
                  <a:lnTo>
                    <a:pt x="320" y="5228"/>
                  </a:lnTo>
                  <a:lnTo>
                    <a:pt x="371" y="5432"/>
                  </a:lnTo>
                  <a:lnTo>
                    <a:pt x="269" y="5432"/>
                  </a:lnTo>
                  <a:lnTo>
                    <a:pt x="128" y="5291"/>
                  </a:lnTo>
                  <a:lnTo>
                    <a:pt x="1" y="5445"/>
                  </a:lnTo>
                  <a:lnTo>
                    <a:pt x="103" y="5675"/>
                  </a:lnTo>
                  <a:lnTo>
                    <a:pt x="103" y="5867"/>
                  </a:lnTo>
                  <a:lnTo>
                    <a:pt x="320" y="6160"/>
                  </a:lnTo>
                  <a:lnTo>
                    <a:pt x="563" y="6442"/>
                  </a:lnTo>
                  <a:lnTo>
                    <a:pt x="691" y="6646"/>
                  </a:lnTo>
                  <a:lnTo>
                    <a:pt x="793" y="6646"/>
                  </a:lnTo>
                  <a:lnTo>
                    <a:pt x="755" y="6531"/>
                  </a:lnTo>
                  <a:lnTo>
                    <a:pt x="831" y="6493"/>
                  </a:lnTo>
                  <a:lnTo>
                    <a:pt x="946" y="6518"/>
                  </a:lnTo>
                  <a:lnTo>
                    <a:pt x="1010" y="6710"/>
                  </a:lnTo>
                  <a:lnTo>
                    <a:pt x="1010" y="6659"/>
                  </a:lnTo>
                  <a:lnTo>
                    <a:pt x="1023" y="6595"/>
                  </a:lnTo>
                  <a:lnTo>
                    <a:pt x="1036" y="6582"/>
                  </a:lnTo>
                  <a:lnTo>
                    <a:pt x="1061" y="6608"/>
                  </a:lnTo>
                  <a:lnTo>
                    <a:pt x="1087" y="6659"/>
                  </a:lnTo>
                  <a:lnTo>
                    <a:pt x="1189" y="6569"/>
                  </a:lnTo>
                  <a:lnTo>
                    <a:pt x="1253" y="6672"/>
                  </a:lnTo>
                  <a:lnTo>
                    <a:pt x="1228" y="6825"/>
                  </a:lnTo>
                  <a:lnTo>
                    <a:pt x="1432" y="6966"/>
                  </a:lnTo>
                  <a:lnTo>
                    <a:pt x="1432" y="7119"/>
                  </a:lnTo>
                  <a:lnTo>
                    <a:pt x="1317" y="7183"/>
                  </a:lnTo>
                  <a:lnTo>
                    <a:pt x="1061" y="7017"/>
                  </a:lnTo>
                  <a:lnTo>
                    <a:pt x="1061" y="7157"/>
                  </a:lnTo>
                  <a:lnTo>
                    <a:pt x="1368" y="7502"/>
                  </a:lnTo>
                  <a:lnTo>
                    <a:pt x="1419" y="7490"/>
                  </a:lnTo>
                  <a:lnTo>
                    <a:pt x="1394" y="7336"/>
                  </a:lnTo>
                  <a:lnTo>
                    <a:pt x="1458" y="7260"/>
                  </a:lnTo>
                  <a:lnTo>
                    <a:pt x="1521" y="7400"/>
                  </a:lnTo>
                  <a:lnTo>
                    <a:pt x="1483" y="7528"/>
                  </a:lnTo>
                  <a:lnTo>
                    <a:pt x="1649" y="7617"/>
                  </a:lnTo>
                  <a:lnTo>
                    <a:pt x="1688" y="7784"/>
                  </a:lnTo>
                  <a:lnTo>
                    <a:pt x="1803" y="8180"/>
                  </a:lnTo>
                  <a:lnTo>
                    <a:pt x="1918" y="8423"/>
                  </a:lnTo>
                  <a:lnTo>
                    <a:pt x="1867" y="8819"/>
                  </a:lnTo>
                  <a:lnTo>
                    <a:pt x="1726" y="9356"/>
                  </a:lnTo>
                  <a:lnTo>
                    <a:pt x="1611" y="9547"/>
                  </a:lnTo>
                  <a:lnTo>
                    <a:pt x="1585" y="9829"/>
                  </a:lnTo>
                  <a:lnTo>
                    <a:pt x="1662" y="9880"/>
                  </a:lnTo>
                  <a:lnTo>
                    <a:pt x="1790" y="9841"/>
                  </a:lnTo>
                  <a:lnTo>
                    <a:pt x="1790" y="9841"/>
                  </a:lnTo>
                  <a:lnTo>
                    <a:pt x="1752" y="9905"/>
                  </a:lnTo>
                  <a:lnTo>
                    <a:pt x="1777" y="9982"/>
                  </a:lnTo>
                  <a:lnTo>
                    <a:pt x="1879" y="9918"/>
                  </a:lnTo>
                  <a:lnTo>
                    <a:pt x="2097" y="9777"/>
                  </a:lnTo>
                  <a:lnTo>
                    <a:pt x="2097" y="9777"/>
                  </a:lnTo>
                  <a:lnTo>
                    <a:pt x="1969" y="9956"/>
                  </a:lnTo>
                  <a:lnTo>
                    <a:pt x="2020" y="10007"/>
                  </a:lnTo>
                  <a:lnTo>
                    <a:pt x="2148" y="9931"/>
                  </a:lnTo>
                  <a:lnTo>
                    <a:pt x="2186" y="10059"/>
                  </a:lnTo>
                  <a:lnTo>
                    <a:pt x="2301" y="10046"/>
                  </a:lnTo>
                  <a:lnTo>
                    <a:pt x="2365" y="9892"/>
                  </a:lnTo>
                  <a:lnTo>
                    <a:pt x="2339" y="10046"/>
                  </a:lnTo>
                  <a:lnTo>
                    <a:pt x="2429" y="10033"/>
                  </a:lnTo>
                  <a:lnTo>
                    <a:pt x="2531" y="9880"/>
                  </a:lnTo>
                  <a:lnTo>
                    <a:pt x="2531" y="9880"/>
                  </a:lnTo>
                  <a:lnTo>
                    <a:pt x="2442" y="10084"/>
                  </a:lnTo>
                  <a:lnTo>
                    <a:pt x="2557" y="10135"/>
                  </a:lnTo>
                  <a:lnTo>
                    <a:pt x="2800" y="9995"/>
                  </a:lnTo>
                  <a:lnTo>
                    <a:pt x="2851" y="9892"/>
                  </a:lnTo>
                  <a:lnTo>
                    <a:pt x="2876" y="9713"/>
                  </a:lnTo>
                  <a:lnTo>
                    <a:pt x="3055" y="9688"/>
                  </a:lnTo>
                  <a:lnTo>
                    <a:pt x="3081" y="9624"/>
                  </a:lnTo>
                  <a:lnTo>
                    <a:pt x="3221" y="9611"/>
                  </a:lnTo>
                  <a:lnTo>
                    <a:pt x="3272" y="9573"/>
                  </a:lnTo>
                  <a:lnTo>
                    <a:pt x="3311" y="9535"/>
                  </a:lnTo>
                  <a:lnTo>
                    <a:pt x="3324" y="9522"/>
                  </a:lnTo>
                  <a:lnTo>
                    <a:pt x="3324" y="9509"/>
                  </a:lnTo>
                  <a:lnTo>
                    <a:pt x="3324" y="9483"/>
                  </a:lnTo>
                  <a:lnTo>
                    <a:pt x="3324" y="9458"/>
                  </a:lnTo>
                  <a:lnTo>
                    <a:pt x="3464" y="9483"/>
                  </a:lnTo>
                  <a:lnTo>
                    <a:pt x="3720" y="9266"/>
                  </a:lnTo>
                  <a:lnTo>
                    <a:pt x="3745" y="9189"/>
                  </a:lnTo>
                  <a:lnTo>
                    <a:pt x="3860" y="9011"/>
                  </a:lnTo>
                  <a:lnTo>
                    <a:pt x="3796" y="8972"/>
                  </a:lnTo>
                  <a:lnTo>
                    <a:pt x="3796" y="8832"/>
                  </a:lnTo>
                  <a:lnTo>
                    <a:pt x="3873" y="8781"/>
                  </a:lnTo>
                  <a:lnTo>
                    <a:pt x="3950" y="8947"/>
                  </a:lnTo>
                  <a:lnTo>
                    <a:pt x="4014" y="9087"/>
                  </a:lnTo>
                  <a:lnTo>
                    <a:pt x="4052" y="9279"/>
                  </a:lnTo>
                  <a:lnTo>
                    <a:pt x="4065" y="9292"/>
                  </a:lnTo>
                  <a:lnTo>
                    <a:pt x="4167" y="9445"/>
                  </a:lnTo>
                  <a:lnTo>
                    <a:pt x="4269" y="9432"/>
                  </a:lnTo>
                  <a:lnTo>
                    <a:pt x="4346" y="9471"/>
                  </a:lnTo>
                  <a:lnTo>
                    <a:pt x="4218" y="9573"/>
                  </a:lnTo>
                  <a:lnTo>
                    <a:pt x="4295" y="9701"/>
                  </a:lnTo>
                  <a:lnTo>
                    <a:pt x="4359" y="9650"/>
                  </a:lnTo>
                  <a:lnTo>
                    <a:pt x="4359" y="9483"/>
                  </a:lnTo>
                  <a:lnTo>
                    <a:pt x="4410" y="9650"/>
                  </a:lnTo>
                  <a:lnTo>
                    <a:pt x="4320" y="9777"/>
                  </a:lnTo>
                  <a:lnTo>
                    <a:pt x="4525" y="10097"/>
                  </a:lnTo>
                  <a:lnTo>
                    <a:pt x="4448" y="10225"/>
                  </a:lnTo>
                  <a:lnTo>
                    <a:pt x="4487" y="10442"/>
                  </a:lnTo>
                  <a:lnTo>
                    <a:pt x="4538" y="10761"/>
                  </a:lnTo>
                  <a:lnTo>
                    <a:pt x="4576" y="10889"/>
                  </a:lnTo>
                  <a:lnTo>
                    <a:pt x="4666" y="10940"/>
                  </a:lnTo>
                  <a:lnTo>
                    <a:pt x="4589" y="10992"/>
                  </a:lnTo>
                  <a:lnTo>
                    <a:pt x="4640" y="11081"/>
                  </a:lnTo>
                  <a:lnTo>
                    <a:pt x="4678" y="11247"/>
                  </a:lnTo>
                  <a:lnTo>
                    <a:pt x="4755" y="11375"/>
                  </a:lnTo>
                  <a:lnTo>
                    <a:pt x="4806" y="11375"/>
                  </a:lnTo>
                  <a:lnTo>
                    <a:pt x="4883" y="11388"/>
                  </a:lnTo>
                  <a:lnTo>
                    <a:pt x="4883" y="11401"/>
                  </a:lnTo>
                  <a:lnTo>
                    <a:pt x="4883" y="11426"/>
                  </a:lnTo>
                  <a:lnTo>
                    <a:pt x="4883" y="11464"/>
                  </a:lnTo>
                  <a:lnTo>
                    <a:pt x="4844" y="11503"/>
                  </a:lnTo>
                  <a:lnTo>
                    <a:pt x="4883" y="11746"/>
                  </a:lnTo>
                  <a:lnTo>
                    <a:pt x="4806" y="11464"/>
                  </a:lnTo>
                  <a:lnTo>
                    <a:pt x="4729" y="11464"/>
                  </a:lnTo>
                  <a:lnTo>
                    <a:pt x="4717" y="11490"/>
                  </a:lnTo>
                  <a:lnTo>
                    <a:pt x="4717" y="11541"/>
                  </a:lnTo>
                  <a:lnTo>
                    <a:pt x="4729" y="11605"/>
                  </a:lnTo>
                  <a:lnTo>
                    <a:pt x="4844" y="11746"/>
                  </a:lnTo>
                  <a:lnTo>
                    <a:pt x="4781" y="11848"/>
                  </a:lnTo>
                  <a:lnTo>
                    <a:pt x="4857" y="11899"/>
                  </a:lnTo>
                  <a:lnTo>
                    <a:pt x="4896" y="11797"/>
                  </a:lnTo>
                  <a:lnTo>
                    <a:pt x="4959" y="11822"/>
                  </a:lnTo>
                  <a:lnTo>
                    <a:pt x="5049" y="12091"/>
                  </a:lnTo>
                  <a:lnTo>
                    <a:pt x="5100" y="12142"/>
                  </a:lnTo>
                  <a:lnTo>
                    <a:pt x="5177" y="12346"/>
                  </a:lnTo>
                  <a:lnTo>
                    <a:pt x="5151" y="12423"/>
                  </a:lnTo>
                  <a:lnTo>
                    <a:pt x="5228" y="12615"/>
                  </a:lnTo>
                  <a:lnTo>
                    <a:pt x="5202" y="12794"/>
                  </a:lnTo>
                  <a:lnTo>
                    <a:pt x="5087" y="12781"/>
                  </a:lnTo>
                  <a:lnTo>
                    <a:pt x="5062" y="12679"/>
                  </a:lnTo>
                  <a:lnTo>
                    <a:pt x="4947" y="12576"/>
                  </a:lnTo>
                  <a:lnTo>
                    <a:pt x="4819" y="12730"/>
                  </a:lnTo>
                  <a:lnTo>
                    <a:pt x="4934" y="12755"/>
                  </a:lnTo>
                  <a:lnTo>
                    <a:pt x="4883" y="12870"/>
                  </a:lnTo>
                  <a:lnTo>
                    <a:pt x="4921" y="12896"/>
                  </a:lnTo>
                  <a:lnTo>
                    <a:pt x="4959" y="12909"/>
                  </a:lnTo>
                  <a:lnTo>
                    <a:pt x="4972" y="12909"/>
                  </a:lnTo>
                  <a:lnTo>
                    <a:pt x="4998" y="12870"/>
                  </a:lnTo>
                  <a:lnTo>
                    <a:pt x="5062" y="12832"/>
                  </a:lnTo>
                  <a:lnTo>
                    <a:pt x="5126" y="12806"/>
                  </a:lnTo>
                  <a:lnTo>
                    <a:pt x="5241" y="12858"/>
                  </a:lnTo>
                  <a:lnTo>
                    <a:pt x="5241" y="12921"/>
                  </a:lnTo>
                  <a:lnTo>
                    <a:pt x="5151" y="12973"/>
                  </a:lnTo>
                  <a:lnTo>
                    <a:pt x="5266" y="13024"/>
                  </a:lnTo>
                  <a:lnTo>
                    <a:pt x="5228" y="13113"/>
                  </a:lnTo>
                  <a:lnTo>
                    <a:pt x="5305" y="13139"/>
                  </a:lnTo>
                  <a:lnTo>
                    <a:pt x="5228" y="13241"/>
                  </a:lnTo>
                  <a:lnTo>
                    <a:pt x="5049" y="13126"/>
                  </a:lnTo>
                  <a:lnTo>
                    <a:pt x="5049" y="13241"/>
                  </a:lnTo>
                  <a:lnTo>
                    <a:pt x="5202" y="13318"/>
                  </a:lnTo>
                  <a:lnTo>
                    <a:pt x="5151" y="13369"/>
                  </a:lnTo>
                  <a:lnTo>
                    <a:pt x="5062" y="13318"/>
                  </a:lnTo>
                  <a:lnTo>
                    <a:pt x="5036" y="13356"/>
                  </a:lnTo>
                  <a:lnTo>
                    <a:pt x="4947" y="13369"/>
                  </a:lnTo>
                  <a:lnTo>
                    <a:pt x="4908" y="13177"/>
                  </a:lnTo>
                  <a:lnTo>
                    <a:pt x="4857" y="13177"/>
                  </a:lnTo>
                  <a:lnTo>
                    <a:pt x="4908" y="13343"/>
                  </a:lnTo>
                  <a:lnTo>
                    <a:pt x="4832" y="13484"/>
                  </a:lnTo>
                  <a:lnTo>
                    <a:pt x="4806" y="13637"/>
                  </a:lnTo>
                  <a:lnTo>
                    <a:pt x="4934" y="13612"/>
                  </a:lnTo>
                  <a:lnTo>
                    <a:pt x="4947" y="13394"/>
                  </a:lnTo>
                  <a:lnTo>
                    <a:pt x="5011" y="13369"/>
                  </a:lnTo>
                  <a:lnTo>
                    <a:pt x="4998" y="13458"/>
                  </a:lnTo>
                  <a:lnTo>
                    <a:pt x="5100" y="13548"/>
                  </a:lnTo>
                  <a:lnTo>
                    <a:pt x="5164" y="13420"/>
                  </a:lnTo>
                  <a:lnTo>
                    <a:pt x="5190" y="13420"/>
                  </a:lnTo>
                  <a:lnTo>
                    <a:pt x="5253" y="13458"/>
                  </a:lnTo>
                  <a:lnTo>
                    <a:pt x="5279" y="13573"/>
                  </a:lnTo>
                  <a:lnTo>
                    <a:pt x="5228" y="13675"/>
                  </a:lnTo>
                  <a:lnTo>
                    <a:pt x="5305" y="13803"/>
                  </a:lnTo>
                  <a:lnTo>
                    <a:pt x="5253" y="13918"/>
                  </a:lnTo>
                  <a:lnTo>
                    <a:pt x="5241" y="14033"/>
                  </a:lnTo>
                  <a:lnTo>
                    <a:pt x="5062" y="14187"/>
                  </a:lnTo>
                  <a:lnTo>
                    <a:pt x="5011" y="14340"/>
                  </a:lnTo>
                  <a:lnTo>
                    <a:pt x="5100" y="14430"/>
                  </a:lnTo>
                  <a:lnTo>
                    <a:pt x="5100" y="14557"/>
                  </a:lnTo>
                  <a:lnTo>
                    <a:pt x="5087" y="14736"/>
                  </a:lnTo>
                  <a:lnTo>
                    <a:pt x="5100" y="14762"/>
                  </a:lnTo>
                  <a:lnTo>
                    <a:pt x="5253" y="14532"/>
                  </a:lnTo>
                  <a:lnTo>
                    <a:pt x="5292" y="14212"/>
                  </a:lnTo>
                  <a:lnTo>
                    <a:pt x="5305" y="14187"/>
                  </a:lnTo>
                  <a:lnTo>
                    <a:pt x="5445" y="14123"/>
                  </a:lnTo>
                  <a:lnTo>
                    <a:pt x="5445" y="14059"/>
                  </a:lnTo>
                  <a:lnTo>
                    <a:pt x="5458" y="14046"/>
                  </a:lnTo>
                  <a:lnTo>
                    <a:pt x="5522" y="13995"/>
                  </a:lnTo>
                  <a:lnTo>
                    <a:pt x="5829" y="13650"/>
                  </a:lnTo>
                  <a:lnTo>
                    <a:pt x="5854" y="13471"/>
                  </a:lnTo>
                  <a:lnTo>
                    <a:pt x="5854" y="13458"/>
                  </a:lnTo>
                  <a:lnTo>
                    <a:pt x="5867" y="13445"/>
                  </a:lnTo>
                  <a:lnTo>
                    <a:pt x="5918" y="13445"/>
                  </a:lnTo>
                  <a:lnTo>
                    <a:pt x="5995" y="13356"/>
                  </a:lnTo>
                  <a:lnTo>
                    <a:pt x="5905" y="13075"/>
                  </a:lnTo>
                  <a:lnTo>
                    <a:pt x="5854" y="13036"/>
                  </a:lnTo>
                  <a:lnTo>
                    <a:pt x="5841" y="13024"/>
                  </a:lnTo>
                  <a:lnTo>
                    <a:pt x="5790" y="12717"/>
                  </a:lnTo>
                  <a:lnTo>
                    <a:pt x="5611" y="12589"/>
                  </a:lnTo>
                  <a:lnTo>
                    <a:pt x="5599" y="12576"/>
                  </a:lnTo>
                  <a:lnTo>
                    <a:pt x="5535" y="12282"/>
                  </a:lnTo>
                  <a:lnTo>
                    <a:pt x="5535" y="12270"/>
                  </a:lnTo>
                  <a:lnTo>
                    <a:pt x="5611" y="12116"/>
                  </a:lnTo>
                  <a:lnTo>
                    <a:pt x="5496" y="11567"/>
                  </a:lnTo>
                  <a:lnTo>
                    <a:pt x="5202" y="11324"/>
                  </a:lnTo>
                  <a:lnTo>
                    <a:pt x="5190" y="11324"/>
                  </a:lnTo>
                  <a:lnTo>
                    <a:pt x="4806" y="10800"/>
                  </a:lnTo>
                  <a:lnTo>
                    <a:pt x="4768" y="10506"/>
                  </a:lnTo>
                  <a:lnTo>
                    <a:pt x="4768" y="10493"/>
                  </a:lnTo>
                  <a:lnTo>
                    <a:pt x="4781" y="10480"/>
                  </a:lnTo>
                  <a:lnTo>
                    <a:pt x="4972" y="10391"/>
                  </a:lnTo>
                  <a:lnTo>
                    <a:pt x="5087" y="10327"/>
                  </a:lnTo>
                  <a:lnTo>
                    <a:pt x="5100" y="10186"/>
                  </a:lnTo>
                  <a:lnTo>
                    <a:pt x="5164" y="9790"/>
                  </a:lnTo>
                  <a:lnTo>
                    <a:pt x="5164" y="9777"/>
                  </a:lnTo>
                  <a:lnTo>
                    <a:pt x="5190" y="9765"/>
                  </a:lnTo>
                  <a:lnTo>
                    <a:pt x="5330" y="9765"/>
                  </a:lnTo>
                  <a:lnTo>
                    <a:pt x="5381" y="9586"/>
                  </a:lnTo>
                  <a:lnTo>
                    <a:pt x="5317" y="9586"/>
                  </a:lnTo>
                  <a:lnTo>
                    <a:pt x="5202" y="9637"/>
                  </a:lnTo>
                  <a:lnTo>
                    <a:pt x="5190" y="9637"/>
                  </a:lnTo>
                  <a:lnTo>
                    <a:pt x="5177" y="9624"/>
                  </a:lnTo>
                  <a:lnTo>
                    <a:pt x="5075" y="9381"/>
                  </a:lnTo>
                  <a:lnTo>
                    <a:pt x="5062" y="9368"/>
                  </a:lnTo>
                  <a:lnTo>
                    <a:pt x="5062" y="9049"/>
                  </a:lnTo>
                  <a:lnTo>
                    <a:pt x="4959" y="9049"/>
                  </a:lnTo>
                  <a:lnTo>
                    <a:pt x="4372" y="8333"/>
                  </a:lnTo>
                  <a:lnTo>
                    <a:pt x="4359" y="8320"/>
                  </a:lnTo>
                  <a:lnTo>
                    <a:pt x="4372" y="8295"/>
                  </a:lnTo>
                  <a:lnTo>
                    <a:pt x="4474" y="8244"/>
                  </a:lnTo>
                  <a:lnTo>
                    <a:pt x="4372" y="8001"/>
                  </a:lnTo>
                  <a:lnTo>
                    <a:pt x="4320" y="8026"/>
                  </a:lnTo>
                  <a:lnTo>
                    <a:pt x="4308" y="8026"/>
                  </a:lnTo>
                  <a:lnTo>
                    <a:pt x="4295" y="8014"/>
                  </a:lnTo>
                  <a:lnTo>
                    <a:pt x="4205" y="7835"/>
                  </a:lnTo>
                  <a:lnTo>
                    <a:pt x="4167" y="7771"/>
                  </a:lnTo>
                  <a:lnTo>
                    <a:pt x="4180" y="7745"/>
                  </a:lnTo>
                  <a:lnTo>
                    <a:pt x="4205" y="7745"/>
                  </a:lnTo>
                  <a:lnTo>
                    <a:pt x="4244" y="7771"/>
                  </a:lnTo>
                  <a:lnTo>
                    <a:pt x="4435" y="7694"/>
                  </a:lnTo>
                  <a:lnTo>
                    <a:pt x="4410" y="7413"/>
                  </a:lnTo>
                  <a:lnTo>
                    <a:pt x="4410" y="7400"/>
                  </a:lnTo>
                  <a:lnTo>
                    <a:pt x="4487" y="7247"/>
                  </a:lnTo>
                  <a:lnTo>
                    <a:pt x="4423" y="7196"/>
                  </a:lnTo>
                  <a:lnTo>
                    <a:pt x="4410" y="7183"/>
                  </a:lnTo>
                  <a:lnTo>
                    <a:pt x="4410" y="7170"/>
                  </a:lnTo>
                  <a:lnTo>
                    <a:pt x="4525" y="6940"/>
                  </a:lnTo>
                  <a:lnTo>
                    <a:pt x="4538" y="6927"/>
                  </a:lnTo>
                  <a:lnTo>
                    <a:pt x="4678" y="6838"/>
                  </a:lnTo>
                  <a:lnTo>
                    <a:pt x="4717" y="6684"/>
                  </a:lnTo>
                  <a:lnTo>
                    <a:pt x="4729" y="6672"/>
                  </a:lnTo>
                  <a:lnTo>
                    <a:pt x="4742" y="6672"/>
                  </a:lnTo>
                  <a:lnTo>
                    <a:pt x="4972" y="6787"/>
                  </a:lnTo>
                  <a:lnTo>
                    <a:pt x="5509" y="6684"/>
                  </a:lnTo>
                  <a:lnTo>
                    <a:pt x="5535" y="6429"/>
                  </a:lnTo>
                  <a:lnTo>
                    <a:pt x="5535" y="6416"/>
                  </a:lnTo>
                  <a:lnTo>
                    <a:pt x="5560" y="6416"/>
                  </a:lnTo>
                  <a:lnTo>
                    <a:pt x="5765" y="6454"/>
                  </a:lnTo>
                  <a:lnTo>
                    <a:pt x="5892" y="6378"/>
                  </a:lnTo>
                  <a:lnTo>
                    <a:pt x="5892" y="6199"/>
                  </a:lnTo>
                  <a:lnTo>
                    <a:pt x="5892" y="6173"/>
                  </a:lnTo>
                  <a:lnTo>
                    <a:pt x="5918" y="6173"/>
                  </a:lnTo>
                  <a:lnTo>
                    <a:pt x="6097" y="6237"/>
                  </a:lnTo>
                  <a:lnTo>
                    <a:pt x="6378" y="6148"/>
                  </a:lnTo>
                  <a:lnTo>
                    <a:pt x="6378" y="5918"/>
                  </a:lnTo>
                  <a:lnTo>
                    <a:pt x="6378" y="5905"/>
                  </a:lnTo>
                  <a:lnTo>
                    <a:pt x="6391" y="5892"/>
                  </a:lnTo>
                  <a:lnTo>
                    <a:pt x="6749" y="5803"/>
                  </a:lnTo>
                  <a:lnTo>
                    <a:pt x="6749" y="5739"/>
                  </a:lnTo>
                  <a:lnTo>
                    <a:pt x="6749" y="5726"/>
                  </a:lnTo>
                  <a:lnTo>
                    <a:pt x="6915" y="5406"/>
                  </a:lnTo>
                  <a:lnTo>
                    <a:pt x="6928" y="5394"/>
                  </a:lnTo>
                  <a:lnTo>
                    <a:pt x="7209" y="5240"/>
                  </a:lnTo>
                  <a:lnTo>
                    <a:pt x="7171" y="5112"/>
                  </a:lnTo>
                  <a:lnTo>
                    <a:pt x="7119" y="5023"/>
                  </a:lnTo>
                  <a:lnTo>
                    <a:pt x="6710" y="5330"/>
                  </a:lnTo>
                  <a:lnTo>
                    <a:pt x="6595" y="5240"/>
                  </a:lnTo>
                  <a:lnTo>
                    <a:pt x="6416" y="5291"/>
                  </a:lnTo>
                  <a:lnTo>
                    <a:pt x="6378" y="5138"/>
                  </a:lnTo>
                  <a:lnTo>
                    <a:pt x="6186" y="5061"/>
                  </a:lnTo>
                  <a:lnTo>
                    <a:pt x="6148" y="4831"/>
                  </a:lnTo>
                  <a:lnTo>
                    <a:pt x="5624" y="4819"/>
                  </a:lnTo>
                  <a:lnTo>
                    <a:pt x="5739" y="4537"/>
                  </a:lnTo>
                  <a:lnTo>
                    <a:pt x="5714" y="4346"/>
                  </a:lnTo>
                  <a:lnTo>
                    <a:pt x="5777" y="4179"/>
                  </a:lnTo>
                  <a:lnTo>
                    <a:pt x="5880" y="4179"/>
                  </a:lnTo>
                  <a:lnTo>
                    <a:pt x="5854" y="4026"/>
                  </a:lnTo>
                  <a:lnTo>
                    <a:pt x="5599" y="4039"/>
                  </a:lnTo>
                  <a:lnTo>
                    <a:pt x="5394" y="3962"/>
                  </a:lnTo>
                  <a:lnTo>
                    <a:pt x="5305" y="3707"/>
                  </a:lnTo>
                  <a:lnTo>
                    <a:pt x="5305" y="3553"/>
                  </a:lnTo>
                  <a:lnTo>
                    <a:pt x="5356" y="3489"/>
                  </a:lnTo>
                  <a:lnTo>
                    <a:pt x="5317" y="3285"/>
                  </a:lnTo>
                  <a:lnTo>
                    <a:pt x="5305" y="3208"/>
                  </a:lnTo>
                  <a:lnTo>
                    <a:pt x="4896" y="3540"/>
                  </a:lnTo>
                  <a:lnTo>
                    <a:pt x="4640" y="3515"/>
                  </a:lnTo>
                  <a:lnTo>
                    <a:pt x="4244" y="3719"/>
                  </a:lnTo>
                  <a:lnTo>
                    <a:pt x="4167" y="3694"/>
                  </a:lnTo>
                  <a:lnTo>
                    <a:pt x="4244" y="3362"/>
                  </a:lnTo>
                  <a:lnTo>
                    <a:pt x="4129" y="3259"/>
                  </a:lnTo>
                  <a:lnTo>
                    <a:pt x="4090" y="3029"/>
                  </a:lnTo>
                  <a:lnTo>
                    <a:pt x="4244" y="2863"/>
                  </a:lnTo>
                  <a:lnTo>
                    <a:pt x="4397" y="2671"/>
                  </a:lnTo>
                  <a:lnTo>
                    <a:pt x="4538" y="2582"/>
                  </a:lnTo>
                  <a:lnTo>
                    <a:pt x="4614" y="2403"/>
                  </a:lnTo>
                  <a:lnTo>
                    <a:pt x="4717" y="2403"/>
                  </a:lnTo>
                  <a:lnTo>
                    <a:pt x="4832" y="2211"/>
                  </a:lnTo>
                  <a:lnTo>
                    <a:pt x="4959" y="2147"/>
                  </a:lnTo>
                  <a:lnTo>
                    <a:pt x="4883" y="1994"/>
                  </a:lnTo>
                  <a:lnTo>
                    <a:pt x="4985" y="1956"/>
                  </a:lnTo>
                  <a:lnTo>
                    <a:pt x="4959" y="1892"/>
                  </a:lnTo>
                  <a:lnTo>
                    <a:pt x="5036" y="1598"/>
                  </a:lnTo>
                  <a:lnTo>
                    <a:pt x="4985" y="1393"/>
                  </a:lnTo>
                  <a:lnTo>
                    <a:pt x="4947" y="831"/>
                  </a:lnTo>
                  <a:lnTo>
                    <a:pt x="4768" y="716"/>
                  </a:lnTo>
                  <a:lnTo>
                    <a:pt x="4729" y="780"/>
                  </a:lnTo>
                  <a:lnTo>
                    <a:pt x="4653" y="767"/>
                  </a:lnTo>
                  <a:lnTo>
                    <a:pt x="4576" y="371"/>
                  </a:lnTo>
                  <a:lnTo>
                    <a:pt x="4308" y="115"/>
                  </a:lnTo>
                  <a:lnTo>
                    <a:pt x="4078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1" name="Google Shape;901;p60"/>
            <p:cNvSpPr/>
            <p:nvPr/>
          </p:nvSpPr>
          <p:spPr>
            <a:xfrm>
              <a:off x="5523875" y="3351600"/>
              <a:ext cx="18550" cy="19850"/>
            </a:xfrm>
            <a:custGeom>
              <a:rect b="b" l="l" r="r" t="t"/>
              <a:pathLst>
                <a:path extrusionOk="0" h="794" w="742">
                  <a:moveTo>
                    <a:pt x="294" y="1"/>
                  </a:moveTo>
                  <a:lnTo>
                    <a:pt x="154" y="39"/>
                  </a:lnTo>
                  <a:lnTo>
                    <a:pt x="0" y="39"/>
                  </a:lnTo>
                  <a:lnTo>
                    <a:pt x="231" y="346"/>
                  </a:lnTo>
                  <a:lnTo>
                    <a:pt x="231" y="422"/>
                  </a:lnTo>
                  <a:lnTo>
                    <a:pt x="397" y="448"/>
                  </a:lnTo>
                  <a:lnTo>
                    <a:pt x="473" y="576"/>
                  </a:lnTo>
                  <a:lnTo>
                    <a:pt x="473" y="742"/>
                  </a:lnTo>
                  <a:lnTo>
                    <a:pt x="627" y="793"/>
                  </a:lnTo>
                  <a:lnTo>
                    <a:pt x="703" y="461"/>
                  </a:lnTo>
                  <a:lnTo>
                    <a:pt x="742" y="359"/>
                  </a:lnTo>
                  <a:lnTo>
                    <a:pt x="563" y="282"/>
                  </a:lnTo>
                  <a:lnTo>
                    <a:pt x="397" y="65"/>
                  </a:lnTo>
                  <a:lnTo>
                    <a:pt x="294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2" name="Google Shape;902;p60"/>
            <p:cNvSpPr/>
            <p:nvPr/>
          </p:nvSpPr>
          <p:spPr>
            <a:xfrm>
              <a:off x="5548150" y="3381650"/>
              <a:ext cx="5475" cy="11525"/>
            </a:xfrm>
            <a:custGeom>
              <a:rect b="b" l="l" r="r" t="t"/>
              <a:pathLst>
                <a:path extrusionOk="0" h="461" w="219">
                  <a:moveTo>
                    <a:pt x="65" y="0"/>
                  </a:moveTo>
                  <a:lnTo>
                    <a:pt x="141" y="217"/>
                  </a:lnTo>
                  <a:lnTo>
                    <a:pt x="1" y="435"/>
                  </a:lnTo>
                  <a:lnTo>
                    <a:pt x="141" y="460"/>
                  </a:lnTo>
                  <a:lnTo>
                    <a:pt x="218" y="179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3" name="Google Shape;903;p60"/>
            <p:cNvSpPr/>
            <p:nvPr/>
          </p:nvSpPr>
          <p:spPr>
            <a:xfrm>
              <a:off x="5497025" y="3321575"/>
              <a:ext cx="15700" cy="13450"/>
            </a:xfrm>
            <a:custGeom>
              <a:rect b="b" l="l" r="r" t="t"/>
              <a:pathLst>
                <a:path extrusionOk="0" h="538" w="628">
                  <a:moveTo>
                    <a:pt x="78" y="0"/>
                  </a:moveTo>
                  <a:lnTo>
                    <a:pt x="1" y="154"/>
                  </a:lnTo>
                  <a:lnTo>
                    <a:pt x="167" y="320"/>
                  </a:lnTo>
                  <a:lnTo>
                    <a:pt x="282" y="320"/>
                  </a:lnTo>
                  <a:lnTo>
                    <a:pt x="525" y="537"/>
                  </a:lnTo>
                  <a:lnTo>
                    <a:pt x="602" y="537"/>
                  </a:lnTo>
                  <a:lnTo>
                    <a:pt x="627" y="422"/>
                  </a:lnTo>
                  <a:lnTo>
                    <a:pt x="346" y="269"/>
                  </a:lnTo>
                  <a:lnTo>
                    <a:pt x="346" y="179"/>
                  </a:lnTo>
                  <a:lnTo>
                    <a:pt x="205" y="166"/>
                  </a:lnTo>
                  <a:lnTo>
                    <a:pt x="154" y="39"/>
                  </a:lnTo>
                  <a:lnTo>
                    <a:pt x="78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4" name="Google Shape;904;p60"/>
            <p:cNvSpPr/>
            <p:nvPr/>
          </p:nvSpPr>
          <p:spPr>
            <a:xfrm>
              <a:off x="5436325" y="3193775"/>
              <a:ext cx="3550" cy="3850"/>
            </a:xfrm>
            <a:custGeom>
              <a:rect b="b" l="l" r="r" t="t"/>
              <a:pathLst>
                <a:path extrusionOk="0" h="154" w="142">
                  <a:moveTo>
                    <a:pt x="39" y="0"/>
                  </a:moveTo>
                  <a:lnTo>
                    <a:pt x="1" y="128"/>
                  </a:lnTo>
                  <a:lnTo>
                    <a:pt x="77" y="153"/>
                  </a:lnTo>
                  <a:lnTo>
                    <a:pt x="141" y="77"/>
                  </a:lnTo>
                  <a:lnTo>
                    <a:pt x="39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5" name="Google Shape;905;p60"/>
            <p:cNvSpPr/>
            <p:nvPr/>
          </p:nvSpPr>
          <p:spPr>
            <a:xfrm>
              <a:off x="5052575" y="3333400"/>
              <a:ext cx="8350" cy="8325"/>
            </a:xfrm>
            <a:custGeom>
              <a:rect b="b" l="l" r="r" t="t"/>
              <a:pathLst>
                <a:path extrusionOk="0" h="333" w="334">
                  <a:moveTo>
                    <a:pt x="142" y="0"/>
                  </a:moveTo>
                  <a:lnTo>
                    <a:pt x="1" y="243"/>
                  </a:lnTo>
                  <a:lnTo>
                    <a:pt x="142" y="332"/>
                  </a:lnTo>
                  <a:lnTo>
                    <a:pt x="333" y="166"/>
                  </a:lnTo>
                  <a:lnTo>
                    <a:pt x="333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6" name="Google Shape;906;p60"/>
            <p:cNvSpPr/>
            <p:nvPr/>
          </p:nvSpPr>
          <p:spPr>
            <a:xfrm>
              <a:off x="5183275" y="3186100"/>
              <a:ext cx="42200" cy="73825"/>
            </a:xfrm>
            <a:custGeom>
              <a:rect b="b" l="l" r="r" t="t"/>
              <a:pathLst>
                <a:path extrusionOk="0" h="2953" w="1688">
                  <a:moveTo>
                    <a:pt x="550" y="0"/>
                  </a:moveTo>
                  <a:lnTo>
                    <a:pt x="563" y="64"/>
                  </a:lnTo>
                  <a:lnTo>
                    <a:pt x="550" y="115"/>
                  </a:lnTo>
                  <a:lnTo>
                    <a:pt x="269" y="205"/>
                  </a:lnTo>
                  <a:lnTo>
                    <a:pt x="128" y="345"/>
                  </a:lnTo>
                  <a:lnTo>
                    <a:pt x="128" y="614"/>
                  </a:lnTo>
                  <a:lnTo>
                    <a:pt x="0" y="1099"/>
                  </a:lnTo>
                  <a:lnTo>
                    <a:pt x="0" y="1751"/>
                  </a:lnTo>
                  <a:lnTo>
                    <a:pt x="103" y="2390"/>
                  </a:lnTo>
                  <a:lnTo>
                    <a:pt x="281" y="2735"/>
                  </a:lnTo>
                  <a:lnTo>
                    <a:pt x="281" y="2863"/>
                  </a:lnTo>
                  <a:lnTo>
                    <a:pt x="742" y="2953"/>
                  </a:lnTo>
                  <a:lnTo>
                    <a:pt x="908" y="2825"/>
                  </a:lnTo>
                  <a:lnTo>
                    <a:pt x="1202" y="2812"/>
                  </a:lnTo>
                  <a:lnTo>
                    <a:pt x="1560" y="2544"/>
                  </a:lnTo>
                  <a:lnTo>
                    <a:pt x="1687" y="2173"/>
                  </a:lnTo>
                  <a:lnTo>
                    <a:pt x="1585" y="1560"/>
                  </a:lnTo>
                  <a:lnTo>
                    <a:pt x="1368" y="1317"/>
                  </a:lnTo>
                  <a:lnTo>
                    <a:pt x="1317" y="1023"/>
                  </a:lnTo>
                  <a:lnTo>
                    <a:pt x="1163" y="895"/>
                  </a:lnTo>
                  <a:lnTo>
                    <a:pt x="1151" y="703"/>
                  </a:lnTo>
                  <a:lnTo>
                    <a:pt x="844" y="473"/>
                  </a:lnTo>
                  <a:lnTo>
                    <a:pt x="780" y="128"/>
                  </a:lnTo>
                  <a:lnTo>
                    <a:pt x="550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7" name="Google Shape;907;p60"/>
            <p:cNvSpPr/>
            <p:nvPr/>
          </p:nvSpPr>
          <p:spPr>
            <a:xfrm>
              <a:off x="5052575" y="3291525"/>
              <a:ext cx="11850" cy="29750"/>
            </a:xfrm>
            <a:custGeom>
              <a:rect b="b" l="l" r="r" t="t"/>
              <a:pathLst>
                <a:path extrusionOk="0" h="1190" w="474">
                  <a:moveTo>
                    <a:pt x="103" y="1"/>
                  </a:moveTo>
                  <a:lnTo>
                    <a:pt x="78" y="180"/>
                  </a:lnTo>
                  <a:lnTo>
                    <a:pt x="103" y="448"/>
                  </a:lnTo>
                  <a:lnTo>
                    <a:pt x="1" y="525"/>
                  </a:lnTo>
                  <a:lnTo>
                    <a:pt x="52" y="602"/>
                  </a:lnTo>
                  <a:lnTo>
                    <a:pt x="103" y="691"/>
                  </a:lnTo>
                  <a:lnTo>
                    <a:pt x="129" y="717"/>
                  </a:lnTo>
                  <a:lnTo>
                    <a:pt x="193" y="742"/>
                  </a:lnTo>
                  <a:lnTo>
                    <a:pt x="269" y="768"/>
                  </a:lnTo>
                  <a:lnTo>
                    <a:pt x="167" y="768"/>
                  </a:lnTo>
                  <a:lnTo>
                    <a:pt x="27" y="1011"/>
                  </a:lnTo>
                  <a:lnTo>
                    <a:pt x="14" y="1100"/>
                  </a:lnTo>
                  <a:lnTo>
                    <a:pt x="14" y="1164"/>
                  </a:lnTo>
                  <a:lnTo>
                    <a:pt x="14" y="1177"/>
                  </a:lnTo>
                  <a:lnTo>
                    <a:pt x="27" y="1190"/>
                  </a:lnTo>
                  <a:lnTo>
                    <a:pt x="167" y="1190"/>
                  </a:lnTo>
                  <a:lnTo>
                    <a:pt x="205" y="1164"/>
                  </a:lnTo>
                  <a:lnTo>
                    <a:pt x="282" y="1113"/>
                  </a:lnTo>
                  <a:lnTo>
                    <a:pt x="372" y="1036"/>
                  </a:lnTo>
                  <a:lnTo>
                    <a:pt x="257" y="870"/>
                  </a:lnTo>
                  <a:lnTo>
                    <a:pt x="333" y="793"/>
                  </a:lnTo>
                  <a:lnTo>
                    <a:pt x="448" y="729"/>
                  </a:lnTo>
                  <a:lnTo>
                    <a:pt x="461" y="691"/>
                  </a:lnTo>
                  <a:lnTo>
                    <a:pt x="474" y="666"/>
                  </a:lnTo>
                  <a:lnTo>
                    <a:pt x="448" y="653"/>
                  </a:lnTo>
                  <a:lnTo>
                    <a:pt x="205" y="614"/>
                  </a:lnTo>
                  <a:lnTo>
                    <a:pt x="129" y="397"/>
                  </a:lnTo>
                  <a:lnTo>
                    <a:pt x="282" y="205"/>
                  </a:lnTo>
                  <a:lnTo>
                    <a:pt x="308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8" name="Google Shape;908;p60"/>
            <p:cNvSpPr/>
            <p:nvPr/>
          </p:nvSpPr>
          <p:spPr>
            <a:xfrm>
              <a:off x="5429925" y="3160225"/>
              <a:ext cx="4500" cy="9925"/>
            </a:xfrm>
            <a:custGeom>
              <a:rect b="b" l="l" r="r" t="t"/>
              <a:pathLst>
                <a:path extrusionOk="0" h="397" w="180">
                  <a:moveTo>
                    <a:pt x="52" y="0"/>
                  </a:moveTo>
                  <a:lnTo>
                    <a:pt x="1" y="141"/>
                  </a:lnTo>
                  <a:lnTo>
                    <a:pt x="27" y="396"/>
                  </a:lnTo>
                  <a:lnTo>
                    <a:pt x="167" y="332"/>
                  </a:lnTo>
                  <a:lnTo>
                    <a:pt x="180" y="128"/>
                  </a:lnTo>
                  <a:lnTo>
                    <a:pt x="90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9" name="Google Shape;909;p60"/>
            <p:cNvSpPr/>
            <p:nvPr/>
          </p:nvSpPr>
          <p:spPr>
            <a:xfrm>
              <a:off x="5350375" y="2840050"/>
              <a:ext cx="87575" cy="104200"/>
            </a:xfrm>
            <a:custGeom>
              <a:rect b="b" l="l" r="r" t="t"/>
              <a:pathLst>
                <a:path extrusionOk="0" h="4168" w="3503">
                  <a:moveTo>
                    <a:pt x="422" y="1"/>
                  </a:moveTo>
                  <a:lnTo>
                    <a:pt x="333" y="78"/>
                  </a:lnTo>
                  <a:lnTo>
                    <a:pt x="256" y="320"/>
                  </a:lnTo>
                  <a:lnTo>
                    <a:pt x="243" y="333"/>
                  </a:lnTo>
                  <a:lnTo>
                    <a:pt x="26" y="563"/>
                  </a:lnTo>
                  <a:lnTo>
                    <a:pt x="371" y="844"/>
                  </a:lnTo>
                  <a:lnTo>
                    <a:pt x="678" y="934"/>
                  </a:lnTo>
                  <a:lnTo>
                    <a:pt x="691" y="947"/>
                  </a:lnTo>
                  <a:lnTo>
                    <a:pt x="704" y="960"/>
                  </a:lnTo>
                  <a:lnTo>
                    <a:pt x="767" y="1190"/>
                  </a:lnTo>
                  <a:lnTo>
                    <a:pt x="780" y="1202"/>
                  </a:lnTo>
                  <a:lnTo>
                    <a:pt x="767" y="1215"/>
                  </a:lnTo>
                  <a:lnTo>
                    <a:pt x="755" y="1228"/>
                  </a:lnTo>
                  <a:lnTo>
                    <a:pt x="358" y="1228"/>
                  </a:lnTo>
                  <a:lnTo>
                    <a:pt x="1" y="1432"/>
                  </a:lnTo>
                  <a:lnTo>
                    <a:pt x="1" y="1701"/>
                  </a:lnTo>
                  <a:lnTo>
                    <a:pt x="346" y="1829"/>
                  </a:lnTo>
                  <a:lnTo>
                    <a:pt x="512" y="1829"/>
                  </a:lnTo>
                  <a:lnTo>
                    <a:pt x="525" y="1841"/>
                  </a:lnTo>
                  <a:lnTo>
                    <a:pt x="640" y="2020"/>
                  </a:lnTo>
                  <a:lnTo>
                    <a:pt x="652" y="2046"/>
                  </a:lnTo>
                  <a:lnTo>
                    <a:pt x="640" y="2059"/>
                  </a:lnTo>
                  <a:lnTo>
                    <a:pt x="525" y="2250"/>
                  </a:lnTo>
                  <a:lnTo>
                    <a:pt x="525" y="2659"/>
                  </a:lnTo>
                  <a:lnTo>
                    <a:pt x="755" y="2813"/>
                  </a:lnTo>
                  <a:lnTo>
                    <a:pt x="767" y="2825"/>
                  </a:lnTo>
                  <a:lnTo>
                    <a:pt x="767" y="2851"/>
                  </a:lnTo>
                  <a:lnTo>
                    <a:pt x="678" y="3107"/>
                  </a:lnTo>
                  <a:lnTo>
                    <a:pt x="767" y="3439"/>
                  </a:lnTo>
                  <a:lnTo>
                    <a:pt x="780" y="3452"/>
                  </a:lnTo>
                  <a:lnTo>
                    <a:pt x="780" y="3810"/>
                  </a:lnTo>
                  <a:lnTo>
                    <a:pt x="806" y="3886"/>
                  </a:lnTo>
                  <a:lnTo>
                    <a:pt x="908" y="4167"/>
                  </a:lnTo>
                  <a:lnTo>
                    <a:pt x="1164" y="3886"/>
                  </a:lnTo>
                  <a:lnTo>
                    <a:pt x="1291" y="4027"/>
                  </a:lnTo>
                  <a:lnTo>
                    <a:pt x="1406" y="3784"/>
                  </a:lnTo>
                  <a:lnTo>
                    <a:pt x="1496" y="3963"/>
                  </a:lnTo>
                  <a:lnTo>
                    <a:pt x="1790" y="3950"/>
                  </a:lnTo>
                  <a:lnTo>
                    <a:pt x="1982" y="3835"/>
                  </a:lnTo>
                  <a:lnTo>
                    <a:pt x="2148" y="3707"/>
                  </a:lnTo>
                  <a:lnTo>
                    <a:pt x="2250" y="3822"/>
                  </a:lnTo>
                  <a:lnTo>
                    <a:pt x="2595" y="3580"/>
                  </a:lnTo>
                  <a:lnTo>
                    <a:pt x="2851" y="3401"/>
                  </a:lnTo>
                  <a:lnTo>
                    <a:pt x="3030" y="3618"/>
                  </a:lnTo>
                  <a:lnTo>
                    <a:pt x="2953" y="3746"/>
                  </a:lnTo>
                  <a:lnTo>
                    <a:pt x="3030" y="3963"/>
                  </a:lnTo>
                  <a:lnTo>
                    <a:pt x="3093" y="3937"/>
                  </a:lnTo>
                  <a:lnTo>
                    <a:pt x="3234" y="4027"/>
                  </a:lnTo>
                  <a:lnTo>
                    <a:pt x="3311" y="3580"/>
                  </a:lnTo>
                  <a:lnTo>
                    <a:pt x="3311" y="3464"/>
                  </a:lnTo>
                  <a:lnTo>
                    <a:pt x="3375" y="3503"/>
                  </a:lnTo>
                  <a:lnTo>
                    <a:pt x="3413" y="3401"/>
                  </a:lnTo>
                  <a:lnTo>
                    <a:pt x="3413" y="3413"/>
                  </a:lnTo>
                  <a:lnTo>
                    <a:pt x="3502" y="3171"/>
                  </a:lnTo>
                  <a:lnTo>
                    <a:pt x="3336" y="2902"/>
                  </a:lnTo>
                  <a:lnTo>
                    <a:pt x="3324" y="2877"/>
                  </a:lnTo>
                  <a:lnTo>
                    <a:pt x="3298" y="2404"/>
                  </a:lnTo>
                  <a:lnTo>
                    <a:pt x="3170" y="2391"/>
                  </a:lnTo>
                  <a:lnTo>
                    <a:pt x="2800" y="2877"/>
                  </a:lnTo>
                  <a:lnTo>
                    <a:pt x="2774" y="2889"/>
                  </a:lnTo>
                  <a:lnTo>
                    <a:pt x="2736" y="2877"/>
                  </a:lnTo>
                  <a:lnTo>
                    <a:pt x="2480" y="2608"/>
                  </a:lnTo>
                  <a:lnTo>
                    <a:pt x="2467" y="2583"/>
                  </a:lnTo>
                  <a:lnTo>
                    <a:pt x="2454" y="2289"/>
                  </a:lnTo>
                  <a:lnTo>
                    <a:pt x="2454" y="2276"/>
                  </a:lnTo>
                  <a:lnTo>
                    <a:pt x="2544" y="1982"/>
                  </a:lnTo>
                  <a:lnTo>
                    <a:pt x="2557" y="1969"/>
                  </a:lnTo>
                  <a:lnTo>
                    <a:pt x="2582" y="1956"/>
                  </a:lnTo>
                  <a:lnTo>
                    <a:pt x="2978" y="1956"/>
                  </a:lnTo>
                  <a:lnTo>
                    <a:pt x="3132" y="1841"/>
                  </a:lnTo>
                  <a:lnTo>
                    <a:pt x="3145" y="1586"/>
                  </a:lnTo>
                  <a:lnTo>
                    <a:pt x="3145" y="1560"/>
                  </a:lnTo>
                  <a:lnTo>
                    <a:pt x="3170" y="1547"/>
                  </a:lnTo>
                  <a:lnTo>
                    <a:pt x="3413" y="1458"/>
                  </a:lnTo>
                  <a:lnTo>
                    <a:pt x="3349" y="1279"/>
                  </a:lnTo>
                  <a:lnTo>
                    <a:pt x="2978" y="1177"/>
                  </a:lnTo>
                  <a:lnTo>
                    <a:pt x="1534" y="1177"/>
                  </a:lnTo>
                  <a:lnTo>
                    <a:pt x="1509" y="1164"/>
                  </a:lnTo>
                  <a:lnTo>
                    <a:pt x="1496" y="1138"/>
                  </a:lnTo>
                  <a:lnTo>
                    <a:pt x="1419" y="908"/>
                  </a:lnTo>
                  <a:lnTo>
                    <a:pt x="1419" y="896"/>
                  </a:lnTo>
                  <a:lnTo>
                    <a:pt x="1496" y="474"/>
                  </a:lnTo>
                  <a:lnTo>
                    <a:pt x="1368" y="410"/>
                  </a:lnTo>
                  <a:lnTo>
                    <a:pt x="1125" y="551"/>
                  </a:lnTo>
                  <a:lnTo>
                    <a:pt x="1100" y="551"/>
                  </a:lnTo>
                  <a:lnTo>
                    <a:pt x="1074" y="525"/>
                  </a:lnTo>
                  <a:lnTo>
                    <a:pt x="934" y="282"/>
                  </a:lnTo>
                  <a:lnTo>
                    <a:pt x="806" y="193"/>
                  </a:lnTo>
                  <a:lnTo>
                    <a:pt x="704" y="295"/>
                  </a:lnTo>
                  <a:lnTo>
                    <a:pt x="678" y="295"/>
                  </a:lnTo>
                  <a:lnTo>
                    <a:pt x="640" y="282"/>
                  </a:lnTo>
                  <a:lnTo>
                    <a:pt x="422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0" name="Google Shape;910;p60"/>
            <p:cNvSpPr/>
            <p:nvPr/>
          </p:nvSpPr>
          <p:spPr>
            <a:xfrm>
              <a:off x="6305400" y="3651625"/>
              <a:ext cx="12500" cy="13125"/>
            </a:xfrm>
            <a:custGeom>
              <a:rect b="b" l="l" r="r" t="t"/>
              <a:pathLst>
                <a:path extrusionOk="0" h="525" w="500">
                  <a:moveTo>
                    <a:pt x="295" y="1"/>
                  </a:moveTo>
                  <a:lnTo>
                    <a:pt x="231" y="13"/>
                  </a:lnTo>
                  <a:lnTo>
                    <a:pt x="180" y="26"/>
                  </a:lnTo>
                  <a:lnTo>
                    <a:pt x="129" y="52"/>
                  </a:lnTo>
                  <a:lnTo>
                    <a:pt x="103" y="90"/>
                  </a:lnTo>
                  <a:lnTo>
                    <a:pt x="78" y="141"/>
                  </a:lnTo>
                  <a:lnTo>
                    <a:pt x="52" y="192"/>
                  </a:lnTo>
                  <a:lnTo>
                    <a:pt x="14" y="307"/>
                  </a:lnTo>
                  <a:lnTo>
                    <a:pt x="1" y="397"/>
                  </a:lnTo>
                  <a:lnTo>
                    <a:pt x="27" y="461"/>
                  </a:lnTo>
                  <a:lnTo>
                    <a:pt x="52" y="499"/>
                  </a:lnTo>
                  <a:lnTo>
                    <a:pt x="103" y="525"/>
                  </a:lnTo>
                  <a:lnTo>
                    <a:pt x="218" y="525"/>
                  </a:lnTo>
                  <a:lnTo>
                    <a:pt x="320" y="512"/>
                  </a:lnTo>
                  <a:lnTo>
                    <a:pt x="448" y="512"/>
                  </a:lnTo>
                  <a:lnTo>
                    <a:pt x="487" y="499"/>
                  </a:lnTo>
                  <a:lnTo>
                    <a:pt x="499" y="486"/>
                  </a:lnTo>
                  <a:lnTo>
                    <a:pt x="499" y="461"/>
                  </a:lnTo>
                  <a:lnTo>
                    <a:pt x="499" y="448"/>
                  </a:lnTo>
                  <a:lnTo>
                    <a:pt x="461" y="384"/>
                  </a:lnTo>
                  <a:lnTo>
                    <a:pt x="410" y="333"/>
                  </a:lnTo>
                  <a:lnTo>
                    <a:pt x="372" y="282"/>
                  </a:lnTo>
                  <a:lnTo>
                    <a:pt x="359" y="256"/>
                  </a:lnTo>
                  <a:lnTo>
                    <a:pt x="372" y="231"/>
                  </a:lnTo>
                  <a:lnTo>
                    <a:pt x="384" y="218"/>
                  </a:lnTo>
                  <a:lnTo>
                    <a:pt x="423" y="205"/>
                  </a:lnTo>
                  <a:lnTo>
                    <a:pt x="436" y="167"/>
                  </a:lnTo>
                  <a:lnTo>
                    <a:pt x="448" y="116"/>
                  </a:lnTo>
                  <a:lnTo>
                    <a:pt x="448" y="90"/>
                  </a:lnTo>
                  <a:lnTo>
                    <a:pt x="436" y="52"/>
                  </a:lnTo>
                  <a:lnTo>
                    <a:pt x="410" y="39"/>
                  </a:lnTo>
                  <a:lnTo>
                    <a:pt x="384" y="13"/>
                  </a:lnTo>
                  <a:lnTo>
                    <a:pt x="346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1" name="Google Shape;911;p60"/>
            <p:cNvSpPr/>
            <p:nvPr/>
          </p:nvSpPr>
          <p:spPr>
            <a:xfrm>
              <a:off x="5555500" y="3400500"/>
              <a:ext cx="13775" cy="16950"/>
            </a:xfrm>
            <a:custGeom>
              <a:rect b="b" l="l" r="r" t="t"/>
              <a:pathLst>
                <a:path extrusionOk="0" h="678" w="551">
                  <a:moveTo>
                    <a:pt x="39" y="0"/>
                  </a:moveTo>
                  <a:lnTo>
                    <a:pt x="39" y="141"/>
                  </a:lnTo>
                  <a:lnTo>
                    <a:pt x="1" y="179"/>
                  </a:lnTo>
                  <a:lnTo>
                    <a:pt x="167" y="486"/>
                  </a:lnTo>
                  <a:lnTo>
                    <a:pt x="180" y="562"/>
                  </a:lnTo>
                  <a:lnTo>
                    <a:pt x="423" y="677"/>
                  </a:lnTo>
                  <a:lnTo>
                    <a:pt x="550" y="652"/>
                  </a:lnTo>
                  <a:lnTo>
                    <a:pt x="550" y="550"/>
                  </a:lnTo>
                  <a:lnTo>
                    <a:pt x="423" y="396"/>
                  </a:lnTo>
                  <a:lnTo>
                    <a:pt x="269" y="90"/>
                  </a:lnTo>
                  <a:lnTo>
                    <a:pt x="269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2" name="Google Shape;912;p60"/>
            <p:cNvSpPr/>
            <p:nvPr/>
          </p:nvSpPr>
          <p:spPr>
            <a:xfrm>
              <a:off x="6210200" y="3600825"/>
              <a:ext cx="16000" cy="6725"/>
            </a:xfrm>
            <a:custGeom>
              <a:rect b="b" l="l" r="r" t="t"/>
              <a:pathLst>
                <a:path extrusionOk="0" h="269" w="640">
                  <a:moveTo>
                    <a:pt x="230" y="1"/>
                  </a:moveTo>
                  <a:lnTo>
                    <a:pt x="115" y="13"/>
                  </a:lnTo>
                  <a:lnTo>
                    <a:pt x="0" y="26"/>
                  </a:lnTo>
                  <a:lnTo>
                    <a:pt x="26" y="90"/>
                  </a:lnTo>
                  <a:lnTo>
                    <a:pt x="51" y="141"/>
                  </a:lnTo>
                  <a:lnTo>
                    <a:pt x="90" y="179"/>
                  </a:lnTo>
                  <a:lnTo>
                    <a:pt x="128" y="218"/>
                  </a:lnTo>
                  <a:lnTo>
                    <a:pt x="154" y="243"/>
                  </a:lnTo>
                  <a:lnTo>
                    <a:pt x="205" y="256"/>
                  </a:lnTo>
                  <a:lnTo>
                    <a:pt x="282" y="269"/>
                  </a:lnTo>
                  <a:lnTo>
                    <a:pt x="371" y="269"/>
                  </a:lnTo>
                  <a:lnTo>
                    <a:pt x="473" y="256"/>
                  </a:lnTo>
                  <a:lnTo>
                    <a:pt x="639" y="256"/>
                  </a:lnTo>
                  <a:lnTo>
                    <a:pt x="601" y="192"/>
                  </a:lnTo>
                  <a:lnTo>
                    <a:pt x="563" y="141"/>
                  </a:lnTo>
                  <a:lnTo>
                    <a:pt x="512" y="90"/>
                  </a:lnTo>
                  <a:lnTo>
                    <a:pt x="460" y="64"/>
                  </a:lnTo>
                  <a:lnTo>
                    <a:pt x="409" y="39"/>
                  </a:lnTo>
                  <a:lnTo>
                    <a:pt x="358" y="13"/>
                  </a:lnTo>
                  <a:lnTo>
                    <a:pt x="230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3" name="Google Shape;913;p60"/>
            <p:cNvSpPr/>
            <p:nvPr/>
          </p:nvSpPr>
          <p:spPr>
            <a:xfrm>
              <a:off x="6510225" y="4199275"/>
              <a:ext cx="9275" cy="21125"/>
            </a:xfrm>
            <a:custGeom>
              <a:rect b="b" l="l" r="r" t="t"/>
              <a:pathLst>
                <a:path extrusionOk="0" h="845" w="371">
                  <a:moveTo>
                    <a:pt x="103" y="1"/>
                  </a:moveTo>
                  <a:lnTo>
                    <a:pt x="39" y="116"/>
                  </a:lnTo>
                  <a:lnTo>
                    <a:pt x="26" y="179"/>
                  </a:lnTo>
                  <a:lnTo>
                    <a:pt x="0" y="231"/>
                  </a:lnTo>
                  <a:lnTo>
                    <a:pt x="0" y="282"/>
                  </a:lnTo>
                  <a:lnTo>
                    <a:pt x="13" y="333"/>
                  </a:lnTo>
                  <a:lnTo>
                    <a:pt x="39" y="397"/>
                  </a:lnTo>
                  <a:lnTo>
                    <a:pt x="90" y="448"/>
                  </a:lnTo>
                  <a:lnTo>
                    <a:pt x="154" y="525"/>
                  </a:lnTo>
                  <a:lnTo>
                    <a:pt x="205" y="614"/>
                  </a:lnTo>
                  <a:lnTo>
                    <a:pt x="243" y="716"/>
                  </a:lnTo>
                  <a:lnTo>
                    <a:pt x="256" y="844"/>
                  </a:lnTo>
                  <a:lnTo>
                    <a:pt x="307" y="716"/>
                  </a:lnTo>
                  <a:lnTo>
                    <a:pt x="345" y="601"/>
                  </a:lnTo>
                  <a:lnTo>
                    <a:pt x="371" y="499"/>
                  </a:lnTo>
                  <a:lnTo>
                    <a:pt x="358" y="397"/>
                  </a:lnTo>
                  <a:lnTo>
                    <a:pt x="333" y="294"/>
                  </a:lnTo>
                  <a:lnTo>
                    <a:pt x="282" y="192"/>
                  </a:lnTo>
                  <a:lnTo>
                    <a:pt x="205" y="90"/>
                  </a:lnTo>
                  <a:lnTo>
                    <a:pt x="103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4" name="Google Shape;914;p60"/>
            <p:cNvSpPr/>
            <p:nvPr/>
          </p:nvSpPr>
          <p:spPr>
            <a:xfrm>
              <a:off x="6613425" y="2371650"/>
              <a:ext cx="11200" cy="9925"/>
            </a:xfrm>
            <a:custGeom>
              <a:rect b="b" l="l" r="r" t="t"/>
              <a:pathLst>
                <a:path extrusionOk="0" h="397" w="448">
                  <a:moveTo>
                    <a:pt x="371" y="1"/>
                  </a:moveTo>
                  <a:lnTo>
                    <a:pt x="269" y="192"/>
                  </a:lnTo>
                  <a:lnTo>
                    <a:pt x="1" y="192"/>
                  </a:lnTo>
                  <a:lnTo>
                    <a:pt x="1" y="333"/>
                  </a:lnTo>
                  <a:lnTo>
                    <a:pt x="307" y="397"/>
                  </a:lnTo>
                  <a:lnTo>
                    <a:pt x="307" y="397"/>
                  </a:lnTo>
                  <a:lnTo>
                    <a:pt x="256" y="256"/>
                  </a:lnTo>
                  <a:lnTo>
                    <a:pt x="448" y="205"/>
                  </a:lnTo>
                  <a:lnTo>
                    <a:pt x="371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5" name="Google Shape;915;p60"/>
            <p:cNvSpPr/>
            <p:nvPr/>
          </p:nvSpPr>
          <p:spPr>
            <a:xfrm>
              <a:off x="5833175" y="3593800"/>
              <a:ext cx="807125" cy="592075"/>
            </a:xfrm>
            <a:custGeom>
              <a:rect b="b" l="l" r="r" t="t"/>
              <a:pathLst>
                <a:path extrusionOk="0" h="23683" w="32285">
                  <a:moveTo>
                    <a:pt x="13573" y="8742"/>
                  </a:moveTo>
                  <a:lnTo>
                    <a:pt x="13573" y="9215"/>
                  </a:lnTo>
                  <a:lnTo>
                    <a:pt x="12934" y="9215"/>
                  </a:lnTo>
                  <a:lnTo>
                    <a:pt x="12934" y="8985"/>
                  </a:lnTo>
                  <a:lnTo>
                    <a:pt x="13407" y="8742"/>
                  </a:lnTo>
                  <a:close/>
                  <a:moveTo>
                    <a:pt x="20015" y="13599"/>
                  </a:moveTo>
                  <a:lnTo>
                    <a:pt x="20296" y="13854"/>
                  </a:lnTo>
                  <a:lnTo>
                    <a:pt x="20296" y="14302"/>
                  </a:lnTo>
                  <a:lnTo>
                    <a:pt x="20436" y="14430"/>
                  </a:lnTo>
                  <a:lnTo>
                    <a:pt x="20347" y="14583"/>
                  </a:lnTo>
                  <a:lnTo>
                    <a:pt x="20015" y="14455"/>
                  </a:lnTo>
                  <a:lnTo>
                    <a:pt x="19733" y="14583"/>
                  </a:lnTo>
                  <a:lnTo>
                    <a:pt x="19682" y="14315"/>
                  </a:lnTo>
                  <a:lnTo>
                    <a:pt x="19785" y="14123"/>
                  </a:lnTo>
                  <a:lnTo>
                    <a:pt x="19785" y="13816"/>
                  </a:lnTo>
                  <a:lnTo>
                    <a:pt x="19682" y="13663"/>
                  </a:lnTo>
                  <a:lnTo>
                    <a:pt x="19785" y="13599"/>
                  </a:lnTo>
                  <a:close/>
                  <a:moveTo>
                    <a:pt x="22251" y="15720"/>
                  </a:moveTo>
                  <a:lnTo>
                    <a:pt x="22226" y="15912"/>
                  </a:lnTo>
                  <a:lnTo>
                    <a:pt x="22175" y="16078"/>
                  </a:lnTo>
                  <a:lnTo>
                    <a:pt x="22149" y="16155"/>
                  </a:lnTo>
                  <a:lnTo>
                    <a:pt x="22111" y="16219"/>
                  </a:lnTo>
                  <a:lnTo>
                    <a:pt x="22085" y="16270"/>
                  </a:lnTo>
                  <a:lnTo>
                    <a:pt x="22047" y="16296"/>
                  </a:lnTo>
                  <a:lnTo>
                    <a:pt x="22021" y="16308"/>
                  </a:lnTo>
                  <a:lnTo>
                    <a:pt x="21996" y="16308"/>
                  </a:lnTo>
                  <a:lnTo>
                    <a:pt x="21957" y="16296"/>
                  </a:lnTo>
                  <a:lnTo>
                    <a:pt x="21945" y="16270"/>
                  </a:lnTo>
                  <a:lnTo>
                    <a:pt x="21881" y="16014"/>
                  </a:lnTo>
                  <a:lnTo>
                    <a:pt x="22111" y="15720"/>
                  </a:lnTo>
                  <a:close/>
                  <a:moveTo>
                    <a:pt x="20130" y="15529"/>
                  </a:moveTo>
                  <a:lnTo>
                    <a:pt x="20360" y="15925"/>
                  </a:lnTo>
                  <a:lnTo>
                    <a:pt x="20475" y="16027"/>
                  </a:lnTo>
                  <a:lnTo>
                    <a:pt x="20577" y="16104"/>
                  </a:lnTo>
                  <a:lnTo>
                    <a:pt x="20628" y="16129"/>
                  </a:lnTo>
                  <a:lnTo>
                    <a:pt x="20654" y="16142"/>
                  </a:lnTo>
                  <a:lnTo>
                    <a:pt x="20679" y="16142"/>
                  </a:lnTo>
                  <a:lnTo>
                    <a:pt x="20679" y="16155"/>
                  </a:lnTo>
                  <a:lnTo>
                    <a:pt x="20692" y="16206"/>
                  </a:lnTo>
                  <a:lnTo>
                    <a:pt x="20692" y="16347"/>
                  </a:lnTo>
                  <a:lnTo>
                    <a:pt x="20666" y="16475"/>
                  </a:lnTo>
                  <a:lnTo>
                    <a:pt x="20654" y="16538"/>
                  </a:lnTo>
                  <a:lnTo>
                    <a:pt x="20219" y="17024"/>
                  </a:lnTo>
                  <a:lnTo>
                    <a:pt x="20309" y="16475"/>
                  </a:lnTo>
                  <a:lnTo>
                    <a:pt x="20309" y="16091"/>
                  </a:lnTo>
                  <a:lnTo>
                    <a:pt x="20168" y="15963"/>
                  </a:lnTo>
                  <a:lnTo>
                    <a:pt x="19900" y="15695"/>
                  </a:lnTo>
                  <a:lnTo>
                    <a:pt x="19976" y="15529"/>
                  </a:lnTo>
                  <a:close/>
                  <a:moveTo>
                    <a:pt x="18507" y="16168"/>
                  </a:moveTo>
                  <a:lnTo>
                    <a:pt x="18788" y="16423"/>
                  </a:lnTo>
                  <a:lnTo>
                    <a:pt x="19094" y="16462"/>
                  </a:lnTo>
                  <a:lnTo>
                    <a:pt x="19184" y="16653"/>
                  </a:lnTo>
                  <a:lnTo>
                    <a:pt x="19248" y="16794"/>
                  </a:lnTo>
                  <a:lnTo>
                    <a:pt x="19261" y="16871"/>
                  </a:lnTo>
                  <a:lnTo>
                    <a:pt x="19235" y="17062"/>
                  </a:lnTo>
                  <a:lnTo>
                    <a:pt x="19209" y="17216"/>
                  </a:lnTo>
                  <a:lnTo>
                    <a:pt x="18864" y="16730"/>
                  </a:lnTo>
                  <a:lnTo>
                    <a:pt x="18800" y="16513"/>
                  </a:lnTo>
                  <a:lnTo>
                    <a:pt x="18315" y="16270"/>
                  </a:lnTo>
                  <a:lnTo>
                    <a:pt x="18315" y="16168"/>
                  </a:lnTo>
                  <a:close/>
                  <a:moveTo>
                    <a:pt x="20232" y="20718"/>
                  </a:moveTo>
                  <a:lnTo>
                    <a:pt x="20232" y="20730"/>
                  </a:lnTo>
                  <a:lnTo>
                    <a:pt x="20245" y="20718"/>
                  </a:lnTo>
                  <a:close/>
                  <a:moveTo>
                    <a:pt x="19580" y="20654"/>
                  </a:moveTo>
                  <a:lnTo>
                    <a:pt x="19376" y="20692"/>
                  </a:lnTo>
                  <a:lnTo>
                    <a:pt x="19184" y="20730"/>
                  </a:lnTo>
                  <a:lnTo>
                    <a:pt x="19107" y="20743"/>
                  </a:lnTo>
                  <a:lnTo>
                    <a:pt x="19043" y="20756"/>
                  </a:lnTo>
                  <a:lnTo>
                    <a:pt x="19018" y="20769"/>
                  </a:lnTo>
                  <a:lnTo>
                    <a:pt x="19005" y="20794"/>
                  </a:lnTo>
                  <a:lnTo>
                    <a:pt x="18992" y="20833"/>
                  </a:lnTo>
                  <a:lnTo>
                    <a:pt x="18992" y="20871"/>
                  </a:lnTo>
                  <a:lnTo>
                    <a:pt x="19018" y="20948"/>
                  </a:lnTo>
                  <a:lnTo>
                    <a:pt x="19031" y="20973"/>
                  </a:lnTo>
                  <a:lnTo>
                    <a:pt x="19056" y="20999"/>
                  </a:lnTo>
                  <a:lnTo>
                    <a:pt x="19094" y="21024"/>
                  </a:lnTo>
                  <a:lnTo>
                    <a:pt x="19133" y="21037"/>
                  </a:lnTo>
                  <a:lnTo>
                    <a:pt x="19222" y="21037"/>
                  </a:lnTo>
                  <a:lnTo>
                    <a:pt x="19618" y="20999"/>
                  </a:lnTo>
                  <a:lnTo>
                    <a:pt x="20015" y="20948"/>
                  </a:lnTo>
                  <a:lnTo>
                    <a:pt x="20066" y="20948"/>
                  </a:lnTo>
                  <a:lnTo>
                    <a:pt x="20079" y="20935"/>
                  </a:lnTo>
                  <a:lnTo>
                    <a:pt x="20117" y="20935"/>
                  </a:lnTo>
                  <a:lnTo>
                    <a:pt x="20142" y="20909"/>
                  </a:lnTo>
                  <a:lnTo>
                    <a:pt x="20168" y="20884"/>
                  </a:lnTo>
                  <a:lnTo>
                    <a:pt x="20206" y="20845"/>
                  </a:lnTo>
                  <a:lnTo>
                    <a:pt x="20219" y="20782"/>
                  </a:lnTo>
                  <a:lnTo>
                    <a:pt x="20232" y="20730"/>
                  </a:lnTo>
                  <a:lnTo>
                    <a:pt x="20232" y="20730"/>
                  </a:lnTo>
                  <a:lnTo>
                    <a:pt x="20219" y="20743"/>
                  </a:lnTo>
                  <a:lnTo>
                    <a:pt x="20142" y="20769"/>
                  </a:lnTo>
                  <a:lnTo>
                    <a:pt x="20066" y="20782"/>
                  </a:lnTo>
                  <a:lnTo>
                    <a:pt x="20053" y="20782"/>
                  </a:lnTo>
                  <a:lnTo>
                    <a:pt x="20040" y="20769"/>
                  </a:lnTo>
                  <a:lnTo>
                    <a:pt x="20015" y="20769"/>
                  </a:lnTo>
                  <a:lnTo>
                    <a:pt x="20002" y="20756"/>
                  </a:lnTo>
                  <a:lnTo>
                    <a:pt x="19989" y="20756"/>
                  </a:lnTo>
                  <a:lnTo>
                    <a:pt x="19887" y="20692"/>
                  </a:lnTo>
                  <a:lnTo>
                    <a:pt x="19785" y="20654"/>
                  </a:lnTo>
                  <a:close/>
                  <a:moveTo>
                    <a:pt x="24168" y="0"/>
                  </a:moveTo>
                  <a:lnTo>
                    <a:pt x="24156" y="13"/>
                  </a:lnTo>
                  <a:lnTo>
                    <a:pt x="24092" y="64"/>
                  </a:lnTo>
                  <a:lnTo>
                    <a:pt x="24066" y="103"/>
                  </a:lnTo>
                  <a:lnTo>
                    <a:pt x="24015" y="141"/>
                  </a:lnTo>
                  <a:lnTo>
                    <a:pt x="23964" y="166"/>
                  </a:lnTo>
                  <a:lnTo>
                    <a:pt x="23913" y="166"/>
                  </a:lnTo>
                  <a:lnTo>
                    <a:pt x="23874" y="179"/>
                  </a:lnTo>
                  <a:lnTo>
                    <a:pt x="23849" y="192"/>
                  </a:lnTo>
                  <a:lnTo>
                    <a:pt x="23836" y="218"/>
                  </a:lnTo>
                  <a:lnTo>
                    <a:pt x="23836" y="256"/>
                  </a:lnTo>
                  <a:lnTo>
                    <a:pt x="23823" y="320"/>
                  </a:lnTo>
                  <a:lnTo>
                    <a:pt x="23823" y="397"/>
                  </a:lnTo>
                  <a:lnTo>
                    <a:pt x="23772" y="563"/>
                  </a:lnTo>
                  <a:lnTo>
                    <a:pt x="23721" y="742"/>
                  </a:lnTo>
                  <a:lnTo>
                    <a:pt x="23683" y="831"/>
                  </a:lnTo>
                  <a:lnTo>
                    <a:pt x="23657" y="908"/>
                  </a:lnTo>
                  <a:lnTo>
                    <a:pt x="23606" y="984"/>
                  </a:lnTo>
                  <a:lnTo>
                    <a:pt x="23555" y="1061"/>
                  </a:lnTo>
                  <a:lnTo>
                    <a:pt x="23453" y="1176"/>
                  </a:lnTo>
                  <a:lnTo>
                    <a:pt x="23402" y="1227"/>
                  </a:lnTo>
                  <a:lnTo>
                    <a:pt x="23376" y="1278"/>
                  </a:lnTo>
                  <a:lnTo>
                    <a:pt x="23376" y="1330"/>
                  </a:lnTo>
                  <a:lnTo>
                    <a:pt x="23402" y="1381"/>
                  </a:lnTo>
                  <a:lnTo>
                    <a:pt x="23465" y="1419"/>
                  </a:lnTo>
                  <a:lnTo>
                    <a:pt x="23568" y="1470"/>
                  </a:lnTo>
                  <a:lnTo>
                    <a:pt x="23580" y="1496"/>
                  </a:lnTo>
                  <a:lnTo>
                    <a:pt x="23593" y="1534"/>
                  </a:lnTo>
                  <a:lnTo>
                    <a:pt x="23593" y="1585"/>
                  </a:lnTo>
                  <a:lnTo>
                    <a:pt x="23580" y="1598"/>
                  </a:lnTo>
                  <a:lnTo>
                    <a:pt x="23504" y="1636"/>
                  </a:lnTo>
                  <a:lnTo>
                    <a:pt x="23440" y="1675"/>
                  </a:lnTo>
                  <a:lnTo>
                    <a:pt x="23389" y="1726"/>
                  </a:lnTo>
                  <a:lnTo>
                    <a:pt x="23338" y="1777"/>
                  </a:lnTo>
                  <a:lnTo>
                    <a:pt x="23312" y="1841"/>
                  </a:lnTo>
                  <a:lnTo>
                    <a:pt x="23287" y="1892"/>
                  </a:lnTo>
                  <a:lnTo>
                    <a:pt x="23261" y="2020"/>
                  </a:lnTo>
                  <a:lnTo>
                    <a:pt x="23261" y="2147"/>
                  </a:lnTo>
                  <a:lnTo>
                    <a:pt x="23261" y="2275"/>
                  </a:lnTo>
                  <a:lnTo>
                    <a:pt x="23261" y="2403"/>
                  </a:lnTo>
                  <a:lnTo>
                    <a:pt x="23235" y="2518"/>
                  </a:lnTo>
                  <a:lnTo>
                    <a:pt x="23210" y="2710"/>
                  </a:lnTo>
                  <a:lnTo>
                    <a:pt x="23184" y="2914"/>
                  </a:lnTo>
                  <a:lnTo>
                    <a:pt x="23171" y="3311"/>
                  </a:lnTo>
                  <a:lnTo>
                    <a:pt x="23171" y="3515"/>
                  </a:lnTo>
                  <a:lnTo>
                    <a:pt x="23159" y="3719"/>
                  </a:lnTo>
                  <a:lnTo>
                    <a:pt x="23133" y="3924"/>
                  </a:lnTo>
                  <a:lnTo>
                    <a:pt x="23082" y="4128"/>
                  </a:lnTo>
                  <a:lnTo>
                    <a:pt x="23044" y="4269"/>
                  </a:lnTo>
                  <a:lnTo>
                    <a:pt x="22980" y="4410"/>
                  </a:lnTo>
                  <a:lnTo>
                    <a:pt x="22852" y="4678"/>
                  </a:lnTo>
                  <a:lnTo>
                    <a:pt x="22724" y="4934"/>
                  </a:lnTo>
                  <a:lnTo>
                    <a:pt x="22673" y="5074"/>
                  </a:lnTo>
                  <a:lnTo>
                    <a:pt x="22609" y="5202"/>
                  </a:lnTo>
                  <a:lnTo>
                    <a:pt x="22571" y="5304"/>
                  </a:lnTo>
                  <a:lnTo>
                    <a:pt x="22520" y="5407"/>
                  </a:lnTo>
                  <a:lnTo>
                    <a:pt x="22456" y="5483"/>
                  </a:lnTo>
                  <a:lnTo>
                    <a:pt x="22392" y="5560"/>
                  </a:lnTo>
                  <a:lnTo>
                    <a:pt x="22315" y="5611"/>
                  </a:lnTo>
                  <a:lnTo>
                    <a:pt x="22238" y="5662"/>
                  </a:lnTo>
                  <a:lnTo>
                    <a:pt x="22149" y="5675"/>
                  </a:lnTo>
                  <a:lnTo>
                    <a:pt x="22047" y="5675"/>
                  </a:lnTo>
                  <a:lnTo>
                    <a:pt x="21817" y="5624"/>
                  </a:lnTo>
                  <a:lnTo>
                    <a:pt x="21689" y="5598"/>
                  </a:lnTo>
                  <a:lnTo>
                    <a:pt x="21561" y="5560"/>
                  </a:lnTo>
                  <a:lnTo>
                    <a:pt x="21459" y="5509"/>
                  </a:lnTo>
                  <a:lnTo>
                    <a:pt x="21357" y="5432"/>
                  </a:lnTo>
                  <a:lnTo>
                    <a:pt x="21267" y="5355"/>
                  </a:lnTo>
                  <a:lnTo>
                    <a:pt x="21242" y="5317"/>
                  </a:lnTo>
                  <a:lnTo>
                    <a:pt x="21216" y="5266"/>
                  </a:lnTo>
                  <a:lnTo>
                    <a:pt x="21165" y="5176"/>
                  </a:lnTo>
                  <a:lnTo>
                    <a:pt x="21114" y="5100"/>
                  </a:lnTo>
                  <a:lnTo>
                    <a:pt x="21063" y="5049"/>
                  </a:lnTo>
                  <a:lnTo>
                    <a:pt x="21012" y="4998"/>
                  </a:lnTo>
                  <a:lnTo>
                    <a:pt x="20948" y="4959"/>
                  </a:lnTo>
                  <a:lnTo>
                    <a:pt x="20871" y="4934"/>
                  </a:lnTo>
                  <a:lnTo>
                    <a:pt x="20718" y="4895"/>
                  </a:lnTo>
                  <a:lnTo>
                    <a:pt x="20615" y="4870"/>
                  </a:lnTo>
                  <a:lnTo>
                    <a:pt x="20513" y="4831"/>
                  </a:lnTo>
                  <a:lnTo>
                    <a:pt x="20424" y="4793"/>
                  </a:lnTo>
                  <a:lnTo>
                    <a:pt x="20321" y="4755"/>
                  </a:lnTo>
                  <a:lnTo>
                    <a:pt x="20245" y="4704"/>
                  </a:lnTo>
                  <a:lnTo>
                    <a:pt x="20155" y="4640"/>
                  </a:lnTo>
                  <a:lnTo>
                    <a:pt x="20002" y="4486"/>
                  </a:lnTo>
                  <a:lnTo>
                    <a:pt x="19887" y="4371"/>
                  </a:lnTo>
                  <a:lnTo>
                    <a:pt x="19823" y="4333"/>
                  </a:lnTo>
                  <a:lnTo>
                    <a:pt x="19746" y="4282"/>
                  </a:lnTo>
                  <a:lnTo>
                    <a:pt x="19670" y="4256"/>
                  </a:lnTo>
                  <a:lnTo>
                    <a:pt x="19593" y="4231"/>
                  </a:lnTo>
                  <a:lnTo>
                    <a:pt x="19503" y="4231"/>
                  </a:lnTo>
                  <a:lnTo>
                    <a:pt x="19401" y="4243"/>
                  </a:lnTo>
                  <a:lnTo>
                    <a:pt x="19197" y="4243"/>
                  </a:lnTo>
                  <a:lnTo>
                    <a:pt x="19107" y="4218"/>
                  </a:lnTo>
                  <a:lnTo>
                    <a:pt x="19082" y="4205"/>
                  </a:lnTo>
                  <a:lnTo>
                    <a:pt x="19069" y="4192"/>
                  </a:lnTo>
                  <a:lnTo>
                    <a:pt x="19043" y="4116"/>
                  </a:lnTo>
                  <a:lnTo>
                    <a:pt x="19005" y="4039"/>
                  </a:lnTo>
                  <a:lnTo>
                    <a:pt x="18954" y="3962"/>
                  </a:lnTo>
                  <a:lnTo>
                    <a:pt x="18916" y="3911"/>
                  </a:lnTo>
                  <a:lnTo>
                    <a:pt x="18800" y="3796"/>
                  </a:lnTo>
                  <a:lnTo>
                    <a:pt x="18673" y="3707"/>
                  </a:lnTo>
                  <a:lnTo>
                    <a:pt x="18532" y="3630"/>
                  </a:lnTo>
                  <a:lnTo>
                    <a:pt x="18392" y="3553"/>
                  </a:lnTo>
                  <a:lnTo>
                    <a:pt x="18251" y="3489"/>
                  </a:lnTo>
                  <a:lnTo>
                    <a:pt x="18123" y="3400"/>
                  </a:lnTo>
                  <a:lnTo>
                    <a:pt x="18034" y="3336"/>
                  </a:lnTo>
                  <a:lnTo>
                    <a:pt x="18008" y="3298"/>
                  </a:lnTo>
                  <a:lnTo>
                    <a:pt x="17983" y="3259"/>
                  </a:lnTo>
                  <a:lnTo>
                    <a:pt x="17983" y="3221"/>
                  </a:lnTo>
                  <a:lnTo>
                    <a:pt x="17995" y="3170"/>
                  </a:lnTo>
                  <a:lnTo>
                    <a:pt x="18046" y="3119"/>
                  </a:lnTo>
                  <a:lnTo>
                    <a:pt x="18136" y="3055"/>
                  </a:lnTo>
                  <a:lnTo>
                    <a:pt x="18200" y="3004"/>
                  </a:lnTo>
                  <a:lnTo>
                    <a:pt x="18276" y="2940"/>
                  </a:lnTo>
                  <a:lnTo>
                    <a:pt x="18392" y="2774"/>
                  </a:lnTo>
                  <a:lnTo>
                    <a:pt x="18519" y="2620"/>
                  </a:lnTo>
                  <a:lnTo>
                    <a:pt x="18583" y="2531"/>
                  </a:lnTo>
                  <a:lnTo>
                    <a:pt x="18647" y="2467"/>
                  </a:lnTo>
                  <a:lnTo>
                    <a:pt x="18673" y="2429"/>
                  </a:lnTo>
                  <a:lnTo>
                    <a:pt x="18673" y="2390"/>
                  </a:lnTo>
                  <a:lnTo>
                    <a:pt x="18660" y="2365"/>
                  </a:lnTo>
                  <a:lnTo>
                    <a:pt x="18622" y="2352"/>
                  </a:lnTo>
                  <a:lnTo>
                    <a:pt x="18519" y="2339"/>
                  </a:lnTo>
                  <a:lnTo>
                    <a:pt x="18455" y="2314"/>
                  </a:lnTo>
                  <a:lnTo>
                    <a:pt x="18443" y="2301"/>
                  </a:lnTo>
                  <a:lnTo>
                    <a:pt x="18443" y="2275"/>
                  </a:lnTo>
                  <a:lnTo>
                    <a:pt x="18443" y="2237"/>
                  </a:lnTo>
                  <a:lnTo>
                    <a:pt x="18468" y="2186"/>
                  </a:lnTo>
                  <a:lnTo>
                    <a:pt x="18494" y="2147"/>
                  </a:lnTo>
                  <a:lnTo>
                    <a:pt x="18519" y="2096"/>
                  </a:lnTo>
                  <a:lnTo>
                    <a:pt x="18532" y="2058"/>
                  </a:lnTo>
                  <a:lnTo>
                    <a:pt x="18545" y="2007"/>
                  </a:lnTo>
                  <a:lnTo>
                    <a:pt x="18570" y="1969"/>
                  </a:lnTo>
                  <a:lnTo>
                    <a:pt x="18596" y="1930"/>
                  </a:lnTo>
                  <a:lnTo>
                    <a:pt x="18622" y="1917"/>
                  </a:lnTo>
                  <a:lnTo>
                    <a:pt x="18673" y="1905"/>
                  </a:lnTo>
                  <a:lnTo>
                    <a:pt x="18711" y="1905"/>
                  </a:lnTo>
                  <a:lnTo>
                    <a:pt x="18813" y="1930"/>
                  </a:lnTo>
                  <a:lnTo>
                    <a:pt x="18877" y="1943"/>
                  </a:lnTo>
                  <a:lnTo>
                    <a:pt x="18928" y="1930"/>
                  </a:lnTo>
                  <a:lnTo>
                    <a:pt x="18979" y="1905"/>
                  </a:lnTo>
                  <a:lnTo>
                    <a:pt x="19018" y="1879"/>
                  </a:lnTo>
                  <a:lnTo>
                    <a:pt x="19082" y="1815"/>
                  </a:lnTo>
                  <a:lnTo>
                    <a:pt x="19094" y="1790"/>
                  </a:lnTo>
                  <a:lnTo>
                    <a:pt x="19056" y="1700"/>
                  </a:lnTo>
                  <a:lnTo>
                    <a:pt x="19043" y="1623"/>
                  </a:lnTo>
                  <a:lnTo>
                    <a:pt x="19056" y="1572"/>
                  </a:lnTo>
                  <a:lnTo>
                    <a:pt x="19094" y="1508"/>
                  </a:lnTo>
                  <a:lnTo>
                    <a:pt x="19146" y="1470"/>
                  </a:lnTo>
                  <a:lnTo>
                    <a:pt x="19197" y="1432"/>
                  </a:lnTo>
                  <a:lnTo>
                    <a:pt x="19299" y="1368"/>
                  </a:lnTo>
                  <a:lnTo>
                    <a:pt x="19363" y="1304"/>
                  </a:lnTo>
                  <a:lnTo>
                    <a:pt x="19401" y="1253"/>
                  </a:lnTo>
                  <a:lnTo>
                    <a:pt x="19414" y="1214"/>
                  </a:lnTo>
                  <a:lnTo>
                    <a:pt x="19414" y="1176"/>
                  </a:lnTo>
                  <a:lnTo>
                    <a:pt x="19401" y="1151"/>
                  </a:lnTo>
                  <a:lnTo>
                    <a:pt x="19376" y="1125"/>
                  </a:lnTo>
                  <a:lnTo>
                    <a:pt x="19312" y="1087"/>
                  </a:lnTo>
                  <a:lnTo>
                    <a:pt x="19222" y="1061"/>
                  </a:lnTo>
                  <a:lnTo>
                    <a:pt x="19146" y="1023"/>
                  </a:lnTo>
                  <a:lnTo>
                    <a:pt x="19120" y="997"/>
                  </a:lnTo>
                  <a:lnTo>
                    <a:pt x="19094" y="972"/>
                  </a:lnTo>
                  <a:lnTo>
                    <a:pt x="19094" y="946"/>
                  </a:lnTo>
                  <a:lnTo>
                    <a:pt x="19107" y="908"/>
                  </a:lnTo>
                  <a:lnTo>
                    <a:pt x="19107" y="882"/>
                  </a:lnTo>
                  <a:lnTo>
                    <a:pt x="19094" y="857"/>
                  </a:lnTo>
                  <a:lnTo>
                    <a:pt x="19082" y="844"/>
                  </a:lnTo>
                  <a:lnTo>
                    <a:pt x="19043" y="844"/>
                  </a:lnTo>
                  <a:lnTo>
                    <a:pt x="19018" y="857"/>
                  </a:lnTo>
                  <a:lnTo>
                    <a:pt x="18928" y="921"/>
                  </a:lnTo>
                  <a:lnTo>
                    <a:pt x="18903" y="946"/>
                  </a:lnTo>
                  <a:lnTo>
                    <a:pt x="18864" y="984"/>
                  </a:lnTo>
                  <a:lnTo>
                    <a:pt x="18852" y="1023"/>
                  </a:lnTo>
                  <a:lnTo>
                    <a:pt x="18852" y="1061"/>
                  </a:lnTo>
                  <a:lnTo>
                    <a:pt x="18864" y="1112"/>
                  </a:lnTo>
                  <a:lnTo>
                    <a:pt x="18903" y="1176"/>
                  </a:lnTo>
                  <a:lnTo>
                    <a:pt x="18916" y="1189"/>
                  </a:lnTo>
                  <a:lnTo>
                    <a:pt x="18928" y="1214"/>
                  </a:lnTo>
                  <a:lnTo>
                    <a:pt x="18903" y="1278"/>
                  </a:lnTo>
                  <a:lnTo>
                    <a:pt x="18864" y="1317"/>
                  </a:lnTo>
                  <a:lnTo>
                    <a:pt x="18839" y="1342"/>
                  </a:lnTo>
                  <a:lnTo>
                    <a:pt x="18685" y="1342"/>
                  </a:lnTo>
                  <a:lnTo>
                    <a:pt x="18673" y="1317"/>
                  </a:lnTo>
                  <a:lnTo>
                    <a:pt x="18647" y="1291"/>
                  </a:lnTo>
                  <a:lnTo>
                    <a:pt x="18647" y="1253"/>
                  </a:lnTo>
                  <a:lnTo>
                    <a:pt x="18647" y="1214"/>
                  </a:lnTo>
                  <a:lnTo>
                    <a:pt x="18634" y="1189"/>
                  </a:lnTo>
                  <a:lnTo>
                    <a:pt x="18622" y="1176"/>
                  </a:lnTo>
                  <a:lnTo>
                    <a:pt x="18570" y="1138"/>
                  </a:lnTo>
                  <a:lnTo>
                    <a:pt x="18494" y="1112"/>
                  </a:lnTo>
                  <a:lnTo>
                    <a:pt x="18392" y="1087"/>
                  </a:lnTo>
                  <a:lnTo>
                    <a:pt x="18302" y="1074"/>
                  </a:lnTo>
                  <a:lnTo>
                    <a:pt x="18213" y="1074"/>
                  </a:lnTo>
                  <a:lnTo>
                    <a:pt x="18149" y="1087"/>
                  </a:lnTo>
                  <a:lnTo>
                    <a:pt x="18123" y="1087"/>
                  </a:lnTo>
                  <a:lnTo>
                    <a:pt x="18110" y="1099"/>
                  </a:lnTo>
                  <a:lnTo>
                    <a:pt x="18072" y="1163"/>
                  </a:lnTo>
                  <a:lnTo>
                    <a:pt x="18034" y="1202"/>
                  </a:lnTo>
                  <a:lnTo>
                    <a:pt x="17995" y="1227"/>
                  </a:lnTo>
                  <a:lnTo>
                    <a:pt x="17906" y="1227"/>
                  </a:lnTo>
                  <a:lnTo>
                    <a:pt x="17868" y="1202"/>
                  </a:lnTo>
                  <a:lnTo>
                    <a:pt x="17765" y="1138"/>
                  </a:lnTo>
                  <a:lnTo>
                    <a:pt x="17637" y="1061"/>
                  </a:lnTo>
                  <a:lnTo>
                    <a:pt x="17497" y="1023"/>
                  </a:lnTo>
                  <a:lnTo>
                    <a:pt x="17356" y="984"/>
                  </a:lnTo>
                  <a:lnTo>
                    <a:pt x="17203" y="959"/>
                  </a:lnTo>
                  <a:lnTo>
                    <a:pt x="17050" y="946"/>
                  </a:lnTo>
                  <a:lnTo>
                    <a:pt x="16909" y="921"/>
                  </a:lnTo>
                  <a:lnTo>
                    <a:pt x="16756" y="869"/>
                  </a:lnTo>
                  <a:lnTo>
                    <a:pt x="16615" y="806"/>
                  </a:lnTo>
                  <a:lnTo>
                    <a:pt x="16462" y="742"/>
                  </a:lnTo>
                  <a:lnTo>
                    <a:pt x="16308" y="678"/>
                  </a:lnTo>
                  <a:lnTo>
                    <a:pt x="16232" y="639"/>
                  </a:lnTo>
                  <a:lnTo>
                    <a:pt x="16155" y="601"/>
                  </a:lnTo>
                  <a:lnTo>
                    <a:pt x="16091" y="550"/>
                  </a:lnTo>
                  <a:lnTo>
                    <a:pt x="16040" y="473"/>
                  </a:lnTo>
                  <a:lnTo>
                    <a:pt x="16002" y="448"/>
                  </a:lnTo>
                  <a:lnTo>
                    <a:pt x="15976" y="435"/>
                  </a:lnTo>
                  <a:lnTo>
                    <a:pt x="15950" y="448"/>
                  </a:lnTo>
                  <a:lnTo>
                    <a:pt x="15925" y="486"/>
                  </a:lnTo>
                  <a:lnTo>
                    <a:pt x="15733" y="550"/>
                  </a:lnTo>
                  <a:lnTo>
                    <a:pt x="15733" y="614"/>
                  </a:lnTo>
                  <a:lnTo>
                    <a:pt x="15733" y="678"/>
                  </a:lnTo>
                  <a:lnTo>
                    <a:pt x="15759" y="806"/>
                  </a:lnTo>
                  <a:lnTo>
                    <a:pt x="15771" y="869"/>
                  </a:lnTo>
                  <a:lnTo>
                    <a:pt x="15784" y="921"/>
                  </a:lnTo>
                  <a:lnTo>
                    <a:pt x="15771" y="984"/>
                  </a:lnTo>
                  <a:lnTo>
                    <a:pt x="15759" y="1036"/>
                  </a:lnTo>
                  <a:lnTo>
                    <a:pt x="15746" y="1048"/>
                  </a:lnTo>
                  <a:lnTo>
                    <a:pt x="15695" y="1099"/>
                  </a:lnTo>
                  <a:lnTo>
                    <a:pt x="15605" y="1138"/>
                  </a:lnTo>
                  <a:lnTo>
                    <a:pt x="15426" y="1202"/>
                  </a:lnTo>
                  <a:lnTo>
                    <a:pt x="15222" y="1240"/>
                  </a:lnTo>
                  <a:lnTo>
                    <a:pt x="15132" y="1253"/>
                  </a:lnTo>
                  <a:lnTo>
                    <a:pt x="15043" y="1253"/>
                  </a:lnTo>
                  <a:lnTo>
                    <a:pt x="14966" y="1240"/>
                  </a:lnTo>
                  <a:lnTo>
                    <a:pt x="14902" y="1214"/>
                  </a:lnTo>
                  <a:lnTo>
                    <a:pt x="14813" y="1163"/>
                  </a:lnTo>
                  <a:lnTo>
                    <a:pt x="14736" y="1125"/>
                  </a:lnTo>
                  <a:lnTo>
                    <a:pt x="14660" y="1112"/>
                  </a:lnTo>
                  <a:lnTo>
                    <a:pt x="14519" y="1112"/>
                  </a:lnTo>
                  <a:lnTo>
                    <a:pt x="14455" y="1138"/>
                  </a:lnTo>
                  <a:lnTo>
                    <a:pt x="14404" y="1163"/>
                  </a:lnTo>
                  <a:lnTo>
                    <a:pt x="14353" y="1189"/>
                  </a:lnTo>
                  <a:lnTo>
                    <a:pt x="14251" y="1266"/>
                  </a:lnTo>
                  <a:lnTo>
                    <a:pt x="14148" y="1355"/>
                  </a:lnTo>
                  <a:lnTo>
                    <a:pt x="14046" y="1432"/>
                  </a:lnTo>
                  <a:lnTo>
                    <a:pt x="13982" y="1457"/>
                  </a:lnTo>
                  <a:lnTo>
                    <a:pt x="13931" y="1483"/>
                  </a:lnTo>
                  <a:lnTo>
                    <a:pt x="13867" y="1508"/>
                  </a:lnTo>
                  <a:lnTo>
                    <a:pt x="13829" y="1547"/>
                  </a:lnTo>
                  <a:lnTo>
                    <a:pt x="13790" y="1585"/>
                  </a:lnTo>
                  <a:lnTo>
                    <a:pt x="13765" y="1649"/>
                  </a:lnTo>
                  <a:lnTo>
                    <a:pt x="13714" y="1764"/>
                  </a:lnTo>
                  <a:lnTo>
                    <a:pt x="13688" y="1892"/>
                  </a:lnTo>
                  <a:lnTo>
                    <a:pt x="13637" y="2032"/>
                  </a:lnTo>
                  <a:lnTo>
                    <a:pt x="13612" y="2084"/>
                  </a:lnTo>
                  <a:lnTo>
                    <a:pt x="13573" y="2147"/>
                  </a:lnTo>
                  <a:lnTo>
                    <a:pt x="13522" y="2199"/>
                  </a:lnTo>
                  <a:lnTo>
                    <a:pt x="13471" y="2237"/>
                  </a:lnTo>
                  <a:lnTo>
                    <a:pt x="13394" y="2263"/>
                  </a:lnTo>
                  <a:lnTo>
                    <a:pt x="13305" y="2288"/>
                  </a:lnTo>
                  <a:lnTo>
                    <a:pt x="13305" y="2301"/>
                  </a:lnTo>
                  <a:lnTo>
                    <a:pt x="13292" y="2352"/>
                  </a:lnTo>
                  <a:lnTo>
                    <a:pt x="13292" y="2416"/>
                  </a:lnTo>
                  <a:lnTo>
                    <a:pt x="13279" y="2467"/>
                  </a:lnTo>
                  <a:lnTo>
                    <a:pt x="13241" y="2595"/>
                  </a:lnTo>
                  <a:lnTo>
                    <a:pt x="13203" y="2659"/>
                  </a:lnTo>
                  <a:lnTo>
                    <a:pt x="13164" y="2697"/>
                  </a:lnTo>
                  <a:lnTo>
                    <a:pt x="13088" y="2761"/>
                  </a:lnTo>
                  <a:lnTo>
                    <a:pt x="13036" y="2799"/>
                  </a:lnTo>
                  <a:lnTo>
                    <a:pt x="12998" y="2850"/>
                  </a:lnTo>
                  <a:lnTo>
                    <a:pt x="12998" y="2902"/>
                  </a:lnTo>
                  <a:lnTo>
                    <a:pt x="13011" y="2940"/>
                  </a:lnTo>
                  <a:lnTo>
                    <a:pt x="13036" y="2978"/>
                  </a:lnTo>
                  <a:lnTo>
                    <a:pt x="13100" y="3029"/>
                  </a:lnTo>
                  <a:lnTo>
                    <a:pt x="13190" y="3068"/>
                  </a:lnTo>
                  <a:lnTo>
                    <a:pt x="13228" y="3093"/>
                  </a:lnTo>
                  <a:lnTo>
                    <a:pt x="13254" y="3132"/>
                  </a:lnTo>
                  <a:lnTo>
                    <a:pt x="13266" y="3157"/>
                  </a:lnTo>
                  <a:lnTo>
                    <a:pt x="13279" y="3195"/>
                  </a:lnTo>
                  <a:lnTo>
                    <a:pt x="13279" y="3247"/>
                  </a:lnTo>
                  <a:lnTo>
                    <a:pt x="13266" y="3285"/>
                  </a:lnTo>
                  <a:lnTo>
                    <a:pt x="13241" y="3323"/>
                  </a:lnTo>
                  <a:lnTo>
                    <a:pt x="13203" y="3362"/>
                  </a:lnTo>
                  <a:lnTo>
                    <a:pt x="13190" y="3400"/>
                  </a:lnTo>
                  <a:lnTo>
                    <a:pt x="13177" y="3438"/>
                  </a:lnTo>
                  <a:lnTo>
                    <a:pt x="13164" y="3451"/>
                  </a:lnTo>
                  <a:lnTo>
                    <a:pt x="13151" y="3451"/>
                  </a:lnTo>
                  <a:lnTo>
                    <a:pt x="13126" y="3438"/>
                  </a:lnTo>
                  <a:lnTo>
                    <a:pt x="13088" y="3413"/>
                  </a:lnTo>
                  <a:lnTo>
                    <a:pt x="12998" y="3323"/>
                  </a:lnTo>
                  <a:lnTo>
                    <a:pt x="12973" y="3311"/>
                  </a:lnTo>
                  <a:lnTo>
                    <a:pt x="12947" y="3298"/>
                  </a:lnTo>
                  <a:lnTo>
                    <a:pt x="12921" y="3298"/>
                  </a:lnTo>
                  <a:lnTo>
                    <a:pt x="12909" y="3311"/>
                  </a:lnTo>
                  <a:lnTo>
                    <a:pt x="12896" y="3349"/>
                  </a:lnTo>
                  <a:lnTo>
                    <a:pt x="12883" y="3477"/>
                  </a:lnTo>
                  <a:lnTo>
                    <a:pt x="12870" y="3515"/>
                  </a:lnTo>
                  <a:lnTo>
                    <a:pt x="12870" y="3541"/>
                  </a:lnTo>
                  <a:lnTo>
                    <a:pt x="12857" y="3541"/>
                  </a:lnTo>
                  <a:lnTo>
                    <a:pt x="12755" y="3451"/>
                  </a:lnTo>
                  <a:lnTo>
                    <a:pt x="12666" y="3374"/>
                  </a:lnTo>
                  <a:lnTo>
                    <a:pt x="12627" y="3362"/>
                  </a:lnTo>
                  <a:lnTo>
                    <a:pt x="12576" y="3349"/>
                  </a:lnTo>
                  <a:lnTo>
                    <a:pt x="12538" y="3349"/>
                  </a:lnTo>
                  <a:lnTo>
                    <a:pt x="12487" y="3362"/>
                  </a:lnTo>
                  <a:lnTo>
                    <a:pt x="12372" y="3413"/>
                  </a:lnTo>
                  <a:lnTo>
                    <a:pt x="12218" y="3515"/>
                  </a:lnTo>
                  <a:lnTo>
                    <a:pt x="11746" y="3886"/>
                  </a:lnTo>
                  <a:lnTo>
                    <a:pt x="11861" y="3451"/>
                  </a:lnTo>
                  <a:lnTo>
                    <a:pt x="11886" y="3374"/>
                  </a:lnTo>
                  <a:lnTo>
                    <a:pt x="11899" y="3298"/>
                  </a:lnTo>
                  <a:lnTo>
                    <a:pt x="11899" y="3259"/>
                  </a:lnTo>
                  <a:lnTo>
                    <a:pt x="11899" y="3221"/>
                  </a:lnTo>
                  <a:lnTo>
                    <a:pt x="11886" y="3195"/>
                  </a:lnTo>
                  <a:lnTo>
                    <a:pt x="11861" y="3157"/>
                  </a:lnTo>
                  <a:lnTo>
                    <a:pt x="11592" y="2863"/>
                  </a:lnTo>
                  <a:lnTo>
                    <a:pt x="11439" y="2735"/>
                  </a:lnTo>
                  <a:lnTo>
                    <a:pt x="11362" y="2671"/>
                  </a:lnTo>
                  <a:lnTo>
                    <a:pt x="11285" y="2633"/>
                  </a:lnTo>
                  <a:lnTo>
                    <a:pt x="11158" y="2556"/>
                  </a:lnTo>
                  <a:lnTo>
                    <a:pt x="10992" y="2493"/>
                  </a:lnTo>
                  <a:lnTo>
                    <a:pt x="10915" y="2467"/>
                  </a:lnTo>
                  <a:lnTo>
                    <a:pt x="10851" y="2467"/>
                  </a:lnTo>
                  <a:lnTo>
                    <a:pt x="10800" y="2480"/>
                  </a:lnTo>
                  <a:lnTo>
                    <a:pt x="10774" y="2505"/>
                  </a:lnTo>
                  <a:lnTo>
                    <a:pt x="10761" y="2518"/>
                  </a:lnTo>
                  <a:lnTo>
                    <a:pt x="10698" y="2646"/>
                  </a:lnTo>
                  <a:lnTo>
                    <a:pt x="10672" y="2684"/>
                  </a:lnTo>
                  <a:lnTo>
                    <a:pt x="10634" y="2710"/>
                  </a:lnTo>
                  <a:lnTo>
                    <a:pt x="10595" y="2723"/>
                  </a:lnTo>
                  <a:lnTo>
                    <a:pt x="10544" y="2723"/>
                  </a:lnTo>
                  <a:lnTo>
                    <a:pt x="10404" y="2697"/>
                  </a:lnTo>
                  <a:lnTo>
                    <a:pt x="10289" y="2697"/>
                  </a:lnTo>
                  <a:lnTo>
                    <a:pt x="10250" y="2710"/>
                  </a:lnTo>
                  <a:lnTo>
                    <a:pt x="10225" y="2723"/>
                  </a:lnTo>
                  <a:lnTo>
                    <a:pt x="10199" y="2748"/>
                  </a:lnTo>
                  <a:lnTo>
                    <a:pt x="10186" y="2787"/>
                  </a:lnTo>
                  <a:lnTo>
                    <a:pt x="10161" y="2850"/>
                  </a:lnTo>
                  <a:lnTo>
                    <a:pt x="10148" y="3017"/>
                  </a:lnTo>
                  <a:lnTo>
                    <a:pt x="10148" y="3106"/>
                  </a:lnTo>
                  <a:lnTo>
                    <a:pt x="10122" y="3170"/>
                  </a:lnTo>
                  <a:lnTo>
                    <a:pt x="10071" y="3144"/>
                  </a:lnTo>
                  <a:lnTo>
                    <a:pt x="10033" y="3106"/>
                  </a:lnTo>
                  <a:lnTo>
                    <a:pt x="9956" y="3004"/>
                  </a:lnTo>
                  <a:lnTo>
                    <a:pt x="9918" y="2965"/>
                  </a:lnTo>
                  <a:lnTo>
                    <a:pt x="9892" y="2940"/>
                  </a:lnTo>
                  <a:lnTo>
                    <a:pt x="9867" y="2940"/>
                  </a:lnTo>
                  <a:lnTo>
                    <a:pt x="9841" y="2978"/>
                  </a:lnTo>
                  <a:lnTo>
                    <a:pt x="9790" y="3029"/>
                  </a:lnTo>
                  <a:lnTo>
                    <a:pt x="9739" y="3068"/>
                  </a:lnTo>
                  <a:lnTo>
                    <a:pt x="9598" y="3144"/>
                  </a:lnTo>
                  <a:lnTo>
                    <a:pt x="9535" y="3170"/>
                  </a:lnTo>
                  <a:lnTo>
                    <a:pt x="9496" y="3208"/>
                  </a:lnTo>
                  <a:lnTo>
                    <a:pt x="9483" y="3234"/>
                  </a:lnTo>
                  <a:lnTo>
                    <a:pt x="9483" y="3259"/>
                  </a:lnTo>
                  <a:lnTo>
                    <a:pt x="9483" y="3285"/>
                  </a:lnTo>
                  <a:lnTo>
                    <a:pt x="9496" y="3311"/>
                  </a:lnTo>
                  <a:lnTo>
                    <a:pt x="9560" y="3438"/>
                  </a:lnTo>
                  <a:lnTo>
                    <a:pt x="9586" y="3528"/>
                  </a:lnTo>
                  <a:lnTo>
                    <a:pt x="9586" y="3566"/>
                  </a:lnTo>
                  <a:lnTo>
                    <a:pt x="9573" y="3579"/>
                  </a:lnTo>
                  <a:lnTo>
                    <a:pt x="9560" y="3604"/>
                  </a:lnTo>
                  <a:lnTo>
                    <a:pt x="9535" y="3604"/>
                  </a:lnTo>
                  <a:lnTo>
                    <a:pt x="9471" y="3617"/>
                  </a:lnTo>
                  <a:lnTo>
                    <a:pt x="9394" y="3604"/>
                  </a:lnTo>
                  <a:lnTo>
                    <a:pt x="9215" y="3566"/>
                  </a:lnTo>
                  <a:lnTo>
                    <a:pt x="9215" y="3566"/>
                  </a:lnTo>
                  <a:lnTo>
                    <a:pt x="9228" y="3630"/>
                  </a:lnTo>
                  <a:lnTo>
                    <a:pt x="9266" y="3681"/>
                  </a:lnTo>
                  <a:lnTo>
                    <a:pt x="9343" y="3758"/>
                  </a:lnTo>
                  <a:lnTo>
                    <a:pt x="9381" y="3796"/>
                  </a:lnTo>
                  <a:lnTo>
                    <a:pt x="9419" y="3822"/>
                  </a:lnTo>
                  <a:lnTo>
                    <a:pt x="9445" y="3873"/>
                  </a:lnTo>
                  <a:lnTo>
                    <a:pt x="9445" y="3924"/>
                  </a:lnTo>
                  <a:lnTo>
                    <a:pt x="9394" y="3937"/>
                  </a:lnTo>
                  <a:lnTo>
                    <a:pt x="9343" y="3924"/>
                  </a:lnTo>
                  <a:lnTo>
                    <a:pt x="9292" y="3898"/>
                  </a:lnTo>
                  <a:lnTo>
                    <a:pt x="9253" y="3873"/>
                  </a:lnTo>
                  <a:lnTo>
                    <a:pt x="9215" y="3835"/>
                  </a:lnTo>
                  <a:lnTo>
                    <a:pt x="9177" y="3809"/>
                  </a:lnTo>
                  <a:lnTo>
                    <a:pt x="9138" y="3809"/>
                  </a:lnTo>
                  <a:lnTo>
                    <a:pt x="9087" y="3822"/>
                  </a:lnTo>
                  <a:lnTo>
                    <a:pt x="9011" y="3822"/>
                  </a:lnTo>
                  <a:lnTo>
                    <a:pt x="8934" y="3783"/>
                  </a:lnTo>
                  <a:lnTo>
                    <a:pt x="8895" y="3783"/>
                  </a:lnTo>
                  <a:lnTo>
                    <a:pt x="8870" y="3796"/>
                  </a:lnTo>
                  <a:lnTo>
                    <a:pt x="8857" y="3822"/>
                  </a:lnTo>
                  <a:lnTo>
                    <a:pt x="8857" y="3886"/>
                  </a:lnTo>
                  <a:lnTo>
                    <a:pt x="8844" y="3937"/>
                  </a:lnTo>
                  <a:lnTo>
                    <a:pt x="8832" y="4001"/>
                  </a:lnTo>
                  <a:lnTo>
                    <a:pt x="8819" y="4052"/>
                  </a:lnTo>
                  <a:lnTo>
                    <a:pt x="8806" y="4103"/>
                  </a:lnTo>
                  <a:lnTo>
                    <a:pt x="8819" y="4154"/>
                  </a:lnTo>
                  <a:lnTo>
                    <a:pt x="8844" y="4205"/>
                  </a:lnTo>
                  <a:lnTo>
                    <a:pt x="8908" y="4231"/>
                  </a:lnTo>
                  <a:lnTo>
                    <a:pt x="8998" y="4256"/>
                  </a:lnTo>
                  <a:lnTo>
                    <a:pt x="9011" y="4256"/>
                  </a:lnTo>
                  <a:lnTo>
                    <a:pt x="8998" y="4371"/>
                  </a:lnTo>
                  <a:lnTo>
                    <a:pt x="8972" y="4461"/>
                  </a:lnTo>
                  <a:lnTo>
                    <a:pt x="8934" y="4525"/>
                  </a:lnTo>
                  <a:lnTo>
                    <a:pt x="8883" y="4589"/>
                  </a:lnTo>
                  <a:lnTo>
                    <a:pt x="8819" y="4640"/>
                  </a:lnTo>
                  <a:lnTo>
                    <a:pt x="8755" y="4665"/>
                  </a:lnTo>
                  <a:lnTo>
                    <a:pt x="8678" y="4691"/>
                  </a:lnTo>
                  <a:lnTo>
                    <a:pt x="8563" y="4691"/>
                  </a:lnTo>
                  <a:lnTo>
                    <a:pt x="8474" y="4678"/>
                  </a:lnTo>
                  <a:lnTo>
                    <a:pt x="8371" y="4665"/>
                  </a:lnTo>
                  <a:lnTo>
                    <a:pt x="8346" y="4652"/>
                  </a:lnTo>
                  <a:lnTo>
                    <a:pt x="8308" y="4614"/>
                  </a:lnTo>
                  <a:lnTo>
                    <a:pt x="8256" y="4550"/>
                  </a:lnTo>
                  <a:lnTo>
                    <a:pt x="8218" y="4537"/>
                  </a:lnTo>
                  <a:lnTo>
                    <a:pt x="8193" y="4525"/>
                  </a:lnTo>
                  <a:lnTo>
                    <a:pt x="8154" y="4550"/>
                  </a:lnTo>
                  <a:lnTo>
                    <a:pt x="8129" y="4601"/>
                  </a:lnTo>
                  <a:lnTo>
                    <a:pt x="8078" y="4678"/>
                  </a:lnTo>
                  <a:lnTo>
                    <a:pt x="8052" y="4729"/>
                  </a:lnTo>
                  <a:lnTo>
                    <a:pt x="8039" y="4793"/>
                  </a:lnTo>
                  <a:lnTo>
                    <a:pt x="8052" y="4844"/>
                  </a:lnTo>
                  <a:lnTo>
                    <a:pt x="8078" y="4895"/>
                  </a:lnTo>
                  <a:lnTo>
                    <a:pt x="8129" y="4946"/>
                  </a:lnTo>
                  <a:lnTo>
                    <a:pt x="8218" y="4972"/>
                  </a:lnTo>
                  <a:lnTo>
                    <a:pt x="8269" y="4998"/>
                  </a:lnTo>
                  <a:lnTo>
                    <a:pt x="8308" y="5049"/>
                  </a:lnTo>
                  <a:lnTo>
                    <a:pt x="8333" y="5087"/>
                  </a:lnTo>
                  <a:lnTo>
                    <a:pt x="8346" y="5151"/>
                  </a:lnTo>
                  <a:lnTo>
                    <a:pt x="8346" y="5202"/>
                  </a:lnTo>
                  <a:lnTo>
                    <a:pt x="8346" y="5240"/>
                  </a:lnTo>
                  <a:lnTo>
                    <a:pt x="8333" y="5266"/>
                  </a:lnTo>
                  <a:lnTo>
                    <a:pt x="8320" y="5279"/>
                  </a:lnTo>
                  <a:lnTo>
                    <a:pt x="8269" y="5279"/>
                  </a:lnTo>
                  <a:lnTo>
                    <a:pt x="8231" y="5292"/>
                  </a:lnTo>
                  <a:lnTo>
                    <a:pt x="8205" y="5304"/>
                  </a:lnTo>
                  <a:lnTo>
                    <a:pt x="8180" y="5330"/>
                  </a:lnTo>
                  <a:lnTo>
                    <a:pt x="8167" y="5368"/>
                  </a:lnTo>
                  <a:lnTo>
                    <a:pt x="8167" y="5432"/>
                  </a:lnTo>
                  <a:lnTo>
                    <a:pt x="8167" y="5483"/>
                  </a:lnTo>
                  <a:lnTo>
                    <a:pt x="8167" y="5547"/>
                  </a:lnTo>
                  <a:lnTo>
                    <a:pt x="8154" y="5573"/>
                  </a:lnTo>
                  <a:lnTo>
                    <a:pt x="8141" y="5598"/>
                  </a:lnTo>
                  <a:lnTo>
                    <a:pt x="8116" y="5611"/>
                  </a:lnTo>
                  <a:lnTo>
                    <a:pt x="8078" y="5624"/>
                  </a:lnTo>
                  <a:lnTo>
                    <a:pt x="7962" y="5407"/>
                  </a:lnTo>
                  <a:lnTo>
                    <a:pt x="7847" y="5189"/>
                  </a:lnTo>
                  <a:lnTo>
                    <a:pt x="7732" y="4959"/>
                  </a:lnTo>
                  <a:lnTo>
                    <a:pt x="7681" y="4831"/>
                  </a:lnTo>
                  <a:lnTo>
                    <a:pt x="7643" y="4704"/>
                  </a:lnTo>
                  <a:lnTo>
                    <a:pt x="7413" y="4998"/>
                  </a:lnTo>
                  <a:lnTo>
                    <a:pt x="7311" y="5138"/>
                  </a:lnTo>
                  <a:lnTo>
                    <a:pt x="7183" y="5253"/>
                  </a:lnTo>
                  <a:lnTo>
                    <a:pt x="7106" y="5330"/>
                  </a:lnTo>
                  <a:lnTo>
                    <a:pt x="7042" y="5394"/>
                  </a:lnTo>
                  <a:lnTo>
                    <a:pt x="6991" y="5470"/>
                  </a:lnTo>
                  <a:lnTo>
                    <a:pt x="6966" y="5547"/>
                  </a:lnTo>
                  <a:lnTo>
                    <a:pt x="6953" y="5624"/>
                  </a:lnTo>
                  <a:lnTo>
                    <a:pt x="6953" y="5700"/>
                  </a:lnTo>
                  <a:lnTo>
                    <a:pt x="6978" y="5777"/>
                  </a:lnTo>
                  <a:lnTo>
                    <a:pt x="7017" y="5867"/>
                  </a:lnTo>
                  <a:lnTo>
                    <a:pt x="7068" y="5956"/>
                  </a:lnTo>
                  <a:lnTo>
                    <a:pt x="7093" y="6046"/>
                  </a:lnTo>
                  <a:lnTo>
                    <a:pt x="7093" y="6122"/>
                  </a:lnTo>
                  <a:lnTo>
                    <a:pt x="7081" y="6199"/>
                  </a:lnTo>
                  <a:lnTo>
                    <a:pt x="7042" y="6263"/>
                  </a:lnTo>
                  <a:lnTo>
                    <a:pt x="6991" y="6327"/>
                  </a:lnTo>
                  <a:lnTo>
                    <a:pt x="6927" y="6391"/>
                  </a:lnTo>
                  <a:lnTo>
                    <a:pt x="6863" y="6442"/>
                  </a:lnTo>
                  <a:lnTo>
                    <a:pt x="6736" y="6544"/>
                  </a:lnTo>
                  <a:lnTo>
                    <a:pt x="6621" y="6659"/>
                  </a:lnTo>
                  <a:lnTo>
                    <a:pt x="6531" y="6774"/>
                  </a:lnTo>
                  <a:lnTo>
                    <a:pt x="6506" y="6851"/>
                  </a:lnTo>
                  <a:lnTo>
                    <a:pt x="6480" y="6915"/>
                  </a:lnTo>
                  <a:lnTo>
                    <a:pt x="6442" y="7004"/>
                  </a:lnTo>
                  <a:lnTo>
                    <a:pt x="6403" y="7081"/>
                  </a:lnTo>
                  <a:lnTo>
                    <a:pt x="6365" y="7157"/>
                  </a:lnTo>
                  <a:lnTo>
                    <a:pt x="6301" y="7221"/>
                  </a:lnTo>
                  <a:lnTo>
                    <a:pt x="6186" y="7349"/>
                  </a:lnTo>
                  <a:lnTo>
                    <a:pt x="6045" y="7451"/>
                  </a:lnTo>
                  <a:lnTo>
                    <a:pt x="5892" y="7554"/>
                  </a:lnTo>
                  <a:lnTo>
                    <a:pt x="5726" y="7643"/>
                  </a:lnTo>
                  <a:lnTo>
                    <a:pt x="5560" y="7720"/>
                  </a:lnTo>
                  <a:lnTo>
                    <a:pt x="5394" y="7784"/>
                  </a:lnTo>
                  <a:lnTo>
                    <a:pt x="5227" y="7822"/>
                  </a:lnTo>
                  <a:lnTo>
                    <a:pt x="5049" y="7860"/>
                  </a:lnTo>
                  <a:lnTo>
                    <a:pt x="4870" y="7886"/>
                  </a:lnTo>
                  <a:lnTo>
                    <a:pt x="4678" y="7899"/>
                  </a:lnTo>
                  <a:lnTo>
                    <a:pt x="4601" y="7912"/>
                  </a:lnTo>
                  <a:lnTo>
                    <a:pt x="4525" y="7937"/>
                  </a:lnTo>
                  <a:lnTo>
                    <a:pt x="4448" y="7975"/>
                  </a:lnTo>
                  <a:lnTo>
                    <a:pt x="4384" y="8014"/>
                  </a:lnTo>
                  <a:lnTo>
                    <a:pt x="4243" y="8103"/>
                  </a:lnTo>
                  <a:lnTo>
                    <a:pt x="4090" y="8180"/>
                  </a:lnTo>
                  <a:lnTo>
                    <a:pt x="3770" y="8308"/>
                  </a:lnTo>
                  <a:lnTo>
                    <a:pt x="3617" y="8372"/>
                  </a:lnTo>
                  <a:lnTo>
                    <a:pt x="3464" y="8448"/>
                  </a:lnTo>
                  <a:lnTo>
                    <a:pt x="3310" y="8525"/>
                  </a:lnTo>
                  <a:lnTo>
                    <a:pt x="3183" y="8627"/>
                  </a:lnTo>
                  <a:lnTo>
                    <a:pt x="3157" y="8640"/>
                  </a:lnTo>
                  <a:lnTo>
                    <a:pt x="3131" y="8640"/>
                  </a:lnTo>
                  <a:lnTo>
                    <a:pt x="3055" y="8627"/>
                  </a:lnTo>
                  <a:lnTo>
                    <a:pt x="2978" y="8614"/>
                  </a:lnTo>
                  <a:lnTo>
                    <a:pt x="2901" y="8602"/>
                  </a:lnTo>
                  <a:lnTo>
                    <a:pt x="2697" y="8563"/>
                  </a:lnTo>
                  <a:lnTo>
                    <a:pt x="2556" y="8563"/>
                  </a:lnTo>
                  <a:lnTo>
                    <a:pt x="2531" y="8576"/>
                  </a:lnTo>
                  <a:lnTo>
                    <a:pt x="2313" y="8755"/>
                  </a:lnTo>
                  <a:lnTo>
                    <a:pt x="2096" y="8908"/>
                  </a:lnTo>
                  <a:lnTo>
                    <a:pt x="1879" y="9075"/>
                  </a:lnTo>
                  <a:lnTo>
                    <a:pt x="1674" y="9253"/>
                  </a:lnTo>
                  <a:lnTo>
                    <a:pt x="1508" y="9381"/>
                  </a:lnTo>
                  <a:lnTo>
                    <a:pt x="1342" y="9509"/>
                  </a:lnTo>
                  <a:lnTo>
                    <a:pt x="1176" y="9624"/>
                  </a:lnTo>
                  <a:lnTo>
                    <a:pt x="1010" y="9739"/>
                  </a:lnTo>
                  <a:lnTo>
                    <a:pt x="856" y="9880"/>
                  </a:lnTo>
                  <a:lnTo>
                    <a:pt x="780" y="9956"/>
                  </a:lnTo>
                  <a:lnTo>
                    <a:pt x="716" y="10033"/>
                  </a:lnTo>
                  <a:lnTo>
                    <a:pt x="665" y="10123"/>
                  </a:lnTo>
                  <a:lnTo>
                    <a:pt x="614" y="10212"/>
                  </a:lnTo>
                  <a:lnTo>
                    <a:pt x="575" y="10314"/>
                  </a:lnTo>
                  <a:lnTo>
                    <a:pt x="537" y="10429"/>
                  </a:lnTo>
                  <a:lnTo>
                    <a:pt x="460" y="10250"/>
                  </a:lnTo>
                  <a:lnTo>
                    <a:pt x="409" y="10084"/>
                  </a:lnTo>
                  <a:lnTo>
                    <a:pt x="384" y="9918"/>
                  </a:lnTo>
                  <a:lnTo>
                    <a:pt x="358" y="9765"/>
                  </a:lnTo>
                  <a:lnTo>
                    <a:pt x="243" y="9969"/>
                  </a:lnTo>
                  <a:lnTo>
                    <a:pt x="141" y="10186"/>
                  </a:lnTo>
                  <a:lnTo>
                    <a:pt x="115" y="10289"/>
                  </a:lnTo>
                  <a:lnTo>
                    <a:pt x="90" y="10391"/>
                  </a:lnTo>
                  <a:lnTo>
                    <a:pt x="90" y="10480"/>
                  </a:lnTo>
                  <a:lnTo>
                    <a:pt x="115" y="10583"/>
                  </a:lnTo>
                  <a:lnTo>
                    <a:pt x="179" y="10723"/>
                  </a:lnTo>
                  <a:lnTo>
                    <a:pt x="205" y="10851"/>
                  </a:lnTo>
                  <a:lnTo>
                    <a:pt x="217" y="10992"/>
                  </a:lnTo>
                  <a:lnTo>
                    <a:pt x="217" y="11119"/>
                  </a:lnTo>
                  <a:lnTo>
                    <a:pt x="192" y="11247"/>
                  </a:lnTo>
                  <a:lnTo>
                    <a:pt x="154" y="11362"/>
                  </a:lnTo>
                  <a:lnTo>
                    <a:pt x="77" y="11618"/>
                  </a:lnTo>
                  <a:lnTo>
                    <a:pt x="38" y="11733"/>
                  </a:lnTo>
                  <a:lnTo>
                    <a:pt x="13" y="11861"/>
                  </a:lnTo>
                  <a:lnTo>
                    <a:pt x="0" y="11976"/>
                  </a:lnTo>
                  <a:lnTo>
                    <a:pt x="0" y="12091"/>
                  </a:lnTo>
                  <a:lnTo>
                    <a:pt x="26" y="12206"/>
                  </a:lnTo>
                  <a:lnTo>
                    <a:pt x="51" y="12321"/>
                  </a:lnTo>
                  <a:lnTo>
                    <a:pt x="102" y="12423"/>
                  </a:lnTo>
                  <a:lnTo>
                    <a:pt x="166" y="12538"/>
                  </a:lnTo>
                  <a:lnTo>
                    <a:pt x="320" y="12806"/>
                  </a:lnTo>
                  <a:lnTo>
                    <a:pt x="486" y="13075"/>
                  </a:lnTo>
                  <a:lnTo>
                    <a:pt x="499" y="13164"/>
                  </a:lnTo>
                  <a:lnTo>
                    <a:pt x="511" y="13203"/>
                  </a:lnTo>
                  <a:lnTo>
                    <a:pt x="499" y="13241"/>
                  </a:lnTo>
                  <a:lnTo>
                    <a:pt x="486" y="13279"/>
                  </a:lnTo>
                  <a:lnTo>
                    <a:pt x="460" y="13305"/>
                  </a:lnTo>
                  <a:lnTo>
                    <a:pt x="422" y="13318"/>
                  </a:lnTo>
                  <a:lnTo>
                    <a:pt x="358" y="13330"/>
                  </a:lnTo>
                  <a:lnTo>
                    <a:pt x="269" y="13279"/>
                  </a:lnTo>
                  <a:lnTo>
                    <a:pt x="230" y="13267"/>
                  </a:lnTo>
                  <a:lnTo>
                    <a:pt x="205" y="13267"/>
                  </a:lnTo>
                  <a:lnTo>
                    <a:pt x="192" y="13279"/>
                  </a:lnTo>
                  <a:lnTo>
                    <a:pt x="192" y="13318"/>
                  </a:lnTo>
                  <a:lnTo>
                    <a:pt x="192" y="13356"/>
                  </a:lnTo>
                  <a:lnTo>
                    <a:pt x="217" y="13407"/>
                  </a:lnTo>
                  <a:lnTo>
                    <a:pt x="269" y="13497"/>
                  </a:lnTo>
                  <a:lnTo>
                    <a:pt x="345" y="13637"/>
                  </a:lnTo>
                  <a:lnTo>
                    <a:pt x="435" y="13778"/>
                  </a:lnTo>
                  <a:lnTo>
                    <a:pt x="626" y="14059"/>
                  </a:lnTo>
                  <a:lnTo>
                    <a:pt x="550" y="14110"/>
                  </a:lnTo>
                  <a:lnTo>
                    <a:pt x="499" y="14148"/>
                  </a:lnTo>
                  <a:lnTo>
                    <a:pt x="460" y="14187"/>
                  </a:lnTo>
                  <a:lnTo>
                    <a:pt x="447" y="14238"/>
                  </a:lnTo>
                  <a:lnTo>
                    <a:pt x="447" y="14289"/>
                  </a:lnTo>
                  <a:lnTo>
                    <a:pt x="460" y="14327"/>
                  </a:lnTo>
                  <a:lnTo>
                    <a:pt x="486" y="14378"/>
                  </a:lnTo>
                  <a:lnTo>
                    <a:pt x="537" y="14417"/>
                  </a:lnTo>
                  <a:lnTo>
                    <a:pt x="588" y="14455"/>
                  </a:lnTo>
                  <a:lnTo>
                    <a:pt x="665" y="14519"/>
                  </a:lnTo>
                  <a:lnTo>
                    <a:pt x="741" y="14583"/>
                  </a:lnTo>
                  <a:lnTo>
                    <a:pt x="793" y="14647"/>
                  </a:lnTo>
                  <a:lnTo>
                    <a:pt x="844" y="14724"/>
                  </a:lnTo>
                  <a:lnTo>
                    <a:pt x="933" y="14890"/>
                  </a:lnTo>
                  <a:lnTo>
                    <a:pt x="997" y="15069"/>
                  </a:lnTo>
                  <a:lnTo>
                    <a:pt x="1061" y="15235"/>
                  </a:lnTo>
                  <a:lnTo>
                    <a:pt x="1150" y="15401"/>
                  </a:lnTo>
                  <a:lnTo>
                    <a:pt x="1202" y="15478"/>
                  </a:lnTo>
                  <a:lnTo>
                    <a:pt x="1253" y="15554"/>
                  </a:lnTo>
                  <a:lnTo>
                    <a:pt x="1329" y="15618"/>
                  </a:lnTo>
                  <a:lnTo>
                    <a:pt x="1419" y="15669"/>
                  </a:lnTo>
                  <a:lnTo>
                    <a:pt x="1432" y="15682"/>
                  </a:lnTo>
                  <a:lnTo>
                    <a:pt x="1432" y="15708"/>
                  </a:lnTo>
                  <a:lnTo>
                    <a:pt x="1444" y="15759"/>
                  </a:lnTo>
                  <a:lnTo>
                    <a:pt x="1457" y="15887"/>
                  </a:lnTo>
                  <a:lnTo>
                    <a:pt x="1470" y="15963"/>
                  </a:lnTo>
                  <a:lnTo>
                    <a:pt x="1495" y="16027"/>
                  </a:lnTo>
                  <a:lnTo>
                    <a:pt x="1534" y="16078"/>
                  </a:lnTo>
                  <a:lnTo>
                    <a:pt x="1598" y="16117"/>
                  </a:lnTo>
                  <a:lnTo>
                    <a:pt x="1687" y="16155"/>
                  </a:lnTo>
                  <a:lnTo>
                    <a:pt x="1764" y="16219"/>
                  </a:lnTo>
                  <a:lnTo>
                    <a:pt x="1815" y="16283"/>
                  </a:lnTo>
                  <a:lnTo>
                    <a:pt x="1853" y="16359"/>
                  </a:lnTo>
                  <a:lnTo>
                    <a:pt x="1879" y="16436"/>
                  </a:lnTo>
                  <a:lnTo>
                    <a:pt x="1904" y="16526"/>
                  </a:lnTo>
                  <a:lnTo>
                    <a:pt x="1917" y="16692"/>
                  </a:lnTo>
                  <a:lnTo>
                    <a:pt x="1943" y="16871"/>
                  </a:lnTo>
                  <a:lnTo>
                    <a:pt x="1994" y="17050"/>
                  </a:lnTo>
                  <a:lnTo>
                    <a:pt x="2045" y="17216"/>
                  </a:lnTo>
                  <a:lnTo>
                    <a:pt x="2109" y="17369"/>
                  </a:lnTo>
                  <a:lnTo>
                    <a:pt x="2198" y="17535"/>
                  </a:lnTo>
                  <a:lnTo>
                    <a:pt x="2288" y="17689"/>
                  </a:lnTo>
                  <a:lnTo>
                    <a:pt x="2390" y="17829"/>
                  </a:lnTo>
                  <a:lnTo>
                    <a:pt x="2492" y="17983"/>
                  </a:lnTo>
                  <a:lnTo>
                    <a:pt x="2659" y="18200"/>
                  </a:lnTo>
                  <a:lnTo>
                    <a:pt x="2722" y="18302"/>
                  </a:lnTo>
                  <a:lnTo>
                    <a:pt x="2786" y="18417"/>
                  </a:lnTo>
                  <a:lnTo>
                    <a:pt x="2837" y="18545"/>
                  </a:lnTo>
                  <a:lnTo>
                    <a:pt x="2863" y="18673"/>
                  </a:lnTo>
                  <a:lnTo>
                    <a:pt x="2876" y="18801"/>
                  </a:lnTo>
                  <a:lnTo>
                    <a:pt x="2863" y="18928"/>
                  </a:lnTo>
                  <a:lnTo>
                    <a:pt x="2837" y="19133"/>
                  </a:lnTo>
                  <a:lnTo>
                    <a:pt x="2837" y="19337"/>
                  </a:lnTo>
                  <a:lnTo>
                    <a:pt x="2850" y="19529"/>
                  </a:lnTo>
                  <a:lnTo>
                    <a:pt x="2863" y="19734"/>
                  </a:lnTo>
                  <a:lnTo>
                    <a:pt x="2876" y="19887"/>
                  </a:lnTo>
                  <a:lnTo>
                    <a:pt x="2863" y="19951"/>
                  </a:lnTo>
                  <a:lnTo>
                    <a:pt x="2850" y="20015"/>
                  </a:lnTo>
                  <a:lnTo>
                    <a:pt x="2812" y="20066"/>
                  </a:lnTo>
                  <a:lnTo>
                    <a:pt x="2748" y="20104"/>
                  </a:lnTo>
                  <a:lnTo>
                    <a:pt x="2659" y="20117"/>
                  </a:lnTo>
                  <a:lnTo>
                    <a:pt x="2556" y="20104"/>
                  </a:lnTo>
                  <a:lnTo>
                    <a:pt x="2518" y="20104"/>
                  </a:lnTo>
                  <a:lnTo>
                    <a:pt x="2480" y="20117"/>
                  </a:lnTo>
                  <a:lnTo>
                    <a:pt x="2467" y="20130"/>
                  </a:lnTo>
                  <a:lnTo>
                    <a:pt x="2454" y="20143"/>
                  </a:lnTo>
                  <a:lnTo>
                    <a:pt x="2441" y="20194"/>
                  </a:lnTo>
                  <a:lnTo>
                    <a:pt x="2454" y="20232"/>
                  </a:lnTo>
                  <a:lnTo>
                    <a:pt x="2492" y="20321"/>
                  </a:lnTo>
                  <a:lnTo>
                    <a:pt x="2505" y="20411"/>
                  </a:lnTo>
                  <a:lnTo>
                    <a:pt x="2518" y="20513"/>
                  </a:lnTo>
                  <a:lnTo>
                    <a:pt x="2543" y="20615"/>
                  </a:lnTo>
                  <a:lnTo>
                    <a:pt x="2582" y="20705"/>
                  </a:lnTo>
                  <a:lnTo>
                    <a:pt x="2607" y="20730"/>
                  </a:lnTo>
                  <a:lnTo>
                    <a:pt x="2646" y="20769"/>
                  </a:lnTo>
                  <a:lnTo>
                    <a:pt x="2697" y="20794"/>
                  </a:lnTo>
                  <a:lnTo>
                    <a:pt x="2761" y="20807"/>
                  </a:lnTo>
                  <a:lnTo>
                    <a:pt x="2914" y="20807"/>
                  </a:lnTo>
                  <a:lnTo>
                    <a:pt x="2978" y="20820"/>
                  </a:lnTo>
                  <a:lnTo>
                    <a:pt x="3042" y="20845"/>
                  </a:lnTo>
                  <a:lnTo>
                    <a:pt x="3106" y="20884"/>
                  </a:lnTo>
                  <a:lnTo>
                    <a:pt x="3157" y="20935"/>
                  </a:lnTo>
                  <a:lnTo>
                    <a:pt x="3246" y="21024"/>
                  </a:lnTo>
                  <a:lnTo>
                    <a:pt x="3349" y="21101"/>
                  </a:lnTo>
                  <a:lnTo>
                    <a:pt x="3451" y="21165"/>
                  </a:lnTo>
                  <a:lnTo>
                    <a:pt x="3553" y="21203"/>
                  </a:lnTo>
                  <a:lnTo>
                    <a:pt x="3668" y="21229"/>
                  </a:lnTo>
                  <a:lnTo>
                    <a:pt x="3770" y="21242"/>
                  </a:lnTo>
                  <a:lnTo>
                    <a:pt x="3885" y="21254"/>
                  </a:lnTo>
                  <a:lnTo>
                    <a:pt x="4000" y="21242"/>
                  </a:lnTo>
                  <a:lnTo>
                    <a:pt x="4218" y="21229"/>
                  </a:lnTo>
                  <a:lnTo>
                    <a:pt x="4448" y="21203"/>
                  </a:lnTo>
                  <a:lnTo>
                    <a:pt x="4678" y="21191"/>
                  </a:lnTo>
                  <a:lnTo>
                    <a:pt x="4780" y="21191"/>
                  </a:lnTo>
                  <a:lnTo>
                    <a:pt x="4895" y="21203"/>
                  </a:lnTo>
                  <a:lnTo>
                    <a:pt x="4933" y="21203"/>
                  </a:lnTo>
                  <a:lnTo>
                    <a:pt x="4985" y="21191"/>
                  </a:lnTo>
                  <a:lnTo>
                    <a:pt x="5074" y="21139"/>
                  </a:lnTo>
                  <a:lnTo>
                    <a:pt x="5151" y="21076"/>
                  </a:lnTo>
                  <a:lnTo>
                    <a:pt x="5189" y="21024"/>
                  </a:lnTo>
                  <a:lnTo>
                    <a:pt x="5215" y="20986"/>
                  </a:lnTo>
                  <a:lnTo>
                    <a:pt x="5253" y="20909"/>
                  </a:lnTo>
                  <a:lnTo>
                    <a:pt x="5304" y="20833"/>
                  </a:lnTo>
                  <a:lnTo>
                    <a:pt x="5355" y="20769"/>
                  </a:lnTo>
                  <a:lnTo>
                    <a:pt x="5419" y="20718"/>
                  </a:lnTo>
                  <a:lnTo>
                    <a:pt x="5573" y="20615"/>
                  </a:lnTo>
                  <a:lnTo>
                    <a:pt x="5726" y="20526"/>
                  </a:lnTo>
                  <a:lnTo>
                    <a:pt x="5866" y="20436"/>
                  </a:lnTo>
                  <a:lnTo>
                    <a:pt x="6007" y="20334"/>
                  </a:lnTo>
                  <a:lnTo>
                    <a:pt x="6071" y="20270"/>
                  </a:lnTo>
                  <a:lnTo>
                    <a:pt x="6122" y="20206"/>
                  </a:lnTo>
                  <a:lnTo>
                    <a:pt x="6160" y="20130"/>
                  </a:lnTo>
                  <a:lnTo>
                    <a:pt x="6199" y="20040"/>
                  </a:lnTo>
                  <a:lnTo>
                    <a:pt x="6212" y="20015"/>
                  </a:lnTo>
                  <a:lnTo>
                    <a:pt x="6263" y="19989"/>
                  </a:lnTo>
                  <a:lnTo>
                    <a:pt x="6327" y="19976"/>
                  </a:lnTo>
                  <a:lnTo>
                    <a:pt x="6544" y="19976"/>
                  </a:lnTo>
                  <a:lnTo>
                    <a:pt x="6723" y="19964"/>
                  </a:lnTo>
                  <a:lnTo>
                    <a:pt x="6889" y="19925"/>
                  </a:lnTo>
                  <a:lnTo>
                    <a:pt x="7055" y="19874"/>
                  </a:lnTo>
                  <a:lnTo>
                    <a:pt x="7221" y="19836"/>
                  </a:lnTo>
                  <a:lnTo>
                    <a:pt x="7387" y="19797"/>
                  </a:lnTo>
                  <a:lnTo>
                    <a:pt x="7554" y="19797"/>
                  </a:lnTo>
                  <a:lnTo>
                    <a:pt x="7643" y="19810"/>
                  </a:lnTo>
                  <a:lnTo>
                    <a:pt x="7720" y="19823"/>
                  </a:lnTo>
                  <a:lnTo>
                    <a:pt x="7847" y="19849"/>
                  </a:lnTo>
                  <a:lnTo>
                    <a:pt x="7962" y="19861"/>
                  </a:lnTo>
                  <a:lnTo>
                    <a:pt x="8065" y="19849"/>
                  </a:lnTo>
                  <a:lnTo>
                    <a:pt x="8167" y="19836"/>
                  </a:lnTo>
                  <a:lnTo>
                    <a:pt x="8359" y="19785"/>
                  </a:lnTo>
                  <a:lnTo>
                    <a:pt x="8563" y="19721"/>
                  </a:lnTo>
                  <a:lnTo>
                    <a:pt x="8602" y="19721"/>
                  </a:lnTo>
                  <a:lnTo>
                    <a:pt x="8640" y="19734"/>
                  </a:lnTo>
                  <a:lnTo>
                    <a:pt x="8780" y="19746"/>
                  </a:lnTo>
                  <a:lnTo>
                    <a:pt x="8895" y="19759"/>
                  </a:lnTo>
                  <a:lnTo>
                    <a:pt x="8998" y="19734"/>
                  </a:lnTo>
                  <a:lnTo>
                    <a:pt x="9074" y="19708"/>
                  </a:lnTo>
                  <a:lnTo>
                    <a:pt x="9138" y="19644"/>
                  </a:lnTo>
                  <a:lnTo>
                    <a:pt x="9202" y="19567"/>
                  </a:lnTo>
                  <a:lnTo>
                    <a:pt x="9253" y="19465"/>
                  </a:lnTo>
                  <a:lnTo>
                    <a:pt x="9304" y="19337"/>
                  </a:lnTo>
                  <a:lnTo>
                    <a:pt x="9356" y="19158"/>
                  </a:lnTo>
                  <a:lnTo>
                    <a:pt x="9381" y="19069"/>
                  </a:lnTo>
                  <a:lnTo>
                    <a:pt x="9407" y="18992"/>
                  </a:lnTo>
                  <a:lnTo>
                    <a:pt x="9458" y="18916"/>
                  </a:lnTo>
                  <a:lnTo>
                    <a:pt x="9522" y="18852"/>
                  </a:lnTo>
                  <a:lnTo>
                    <a:pt x="9598" y="18801"/>
                  </a:lnTo>
                  <a:lnTo>
                    <a:pt x="9713" y="18762"/>
                  </a:lnTo>
                  <a:lnTo>
                    <a:pt x="9803" y="18737"/>
                  </a:lnTo>
                  <a:lnTo>
                    <a:pt x="9892" y="18711"/>
                  </a:lnTo>
                  <a:lnTo>
                    <a:pt x="10059" y="18634"/>
                  </a:lnTo>
                  <a:lnTo>
                    <a:pt x="10225" y="18532"/>
                  </a:lnTo>
                  <a:lnTo>
                    <a:pt x="10378" y="18417"/>
                  </a:lnTo>
                  <a:lnTo>
                    <a:pt x="10621" y="18251"/>
                  </a:lnTo>
                  <a:lnTo>
                    <a:pt x="10736" y="18187"/>
                  </a:lnTo>
                  <a:lnTo>
                    <a:pt x="10864" y="18123"/>
                  </a:lnTo>
                  <a:lnTo>
                    <a:pt x="10992" y="18085"/>
                  </a:lnTo>
                  <a:lnTo>
                    <a:pt x="11132" y="18059"/>
                  </a:lnTo>
                  <a:lnTo>
                    <a:pt x="11285" y="18059"/>
                  </a:lnTo>
                  <a:lnTo>
                    <a:pt x="11452" y="18085"/>
                  </a:lnTo>
                  <a:lnTo>
                    <a:pt x="11516" y="18098"/>
                  </a:lnTo>
                  <a:lnTo>
                    <a:pt x="11579" y="18098"/>
                  </a:lnTo>
                  <a:lnTo>
                    <a:pt x="11707" y="18085"/>
                  </a:lnTo>
                  <a:lnTo>
                    <a:pt x="11848" y="18059"/>
                  </a:lnTo>
                  <a:lnTo>
                    <a:pt x="11976" y="18021"/>
                  </a:lnTo>
                  <a:lnTo>
                    <a:pt x="12295" y="17931"/>
                  </a:lnTo>
                  <a:lnTo>
                    <a:pt x="12615" y="17804"/>
                  </a:lnTo>
                  <a:lnTo>
                    <a:pt x="12921" y="17689"/>
                  </a:lnTo>
                  <a:lnTo>
                    <a:pt x="13241" y="17561"/>
                  </a:lnTo>
                  <a:lnTo>
                    <a:pt x="13560" y="17459"/>
                  </a:lnTo>
                  <a:lnTo>
                    <a:pt x="13727" y="17420"/>
                  </a:lnTo>
                  <a:lnTo>
                    <a:pt x="13893" y="17395"/>
                  </a:lnTo>
                  <a:lnTo>
                    <a:pt x="14059" y="17369"/>
                  </a:lnTo>
                  <a:lnTo>
                    <a:pt x="14225" y="17356"/>
                  </a:lnTo>
                  <a:lnTo>
                    <a:pt x="14404" y="17369"/>
                  </a:lnTo>
                  <a:lnTo>
                    <a:pt x="14583" y="17382"/>
                  </a:lnTo>
                  <a:lnTo>
                    <a:pt x="14621" y="17369"/>
                  </a:lnTo>
                  <a:lnTo>
                    <a:pt x="14660" y="17356"/>
                  </a:lnTo>
                  <a:lnTo>
                    <a:pt x="14698" y="17305"/>
                  </a:lnTo>
                  <a:lnTo>
                    <a:pt x="14749" y="17267"/>
                  </a:lnTo>
                  <a:lnTo>
                    <a:pt x="14787" y="17229"/>
                  </a:lnTo>
                  <a:lnTo>
                    <a:pt x="14838" y="17216"/>
                  </a:lnTo>
                  <a:lnTo>
                    <a:pt x="14877" y="17203"/>
                  </a:lnTo>
                  <a:lnTo>
                    <a:pt x="14928" y="17190"/>
                  </a:lnTo>
                  <a:lnTo>
                    <a:pt x="15017" y="17203"/>
                  </a:lnTo>
                  <a:lnTo>
                    <a:pt x="15094" y="17241"/>
                  </a:lnTo>
                  <a:lnTo>
                    <a:pt x="15171" y="17280"/>
                  </a:lnTo>
                  <a:lnTo>
                    <a:pt x="15247" y="17331"/>
                  </a:lnTo>
                  <a:lnTo>
                    <a:pt x="15299" y="17395"/>
                  </a:lnTo>
                  <a:lnTo>
                    <a:pt x="15363" y="17459"/>
                  </a:lnTo>
                  <a:lnTo>
                    <a:pt x="15439" y="17510"/>
                  </a:lnTo>
                  <a:lnTo>
                    <a:pt x="15567" y="17586"/>
                  </a:lnTo>
                  <a:lnTo>
                    <a:pt x="15720" y="17638"/>
                  </a:lnTo>
                  <a:lnTo>
                    <a:pt x="15874" y="17676"/>
                  </a:lnTo>
                  <a:lnTo>
                    <a:pt x="16027" y="17689"/>
                  </a:lnTo>
                  <a:lnTo>
                    <a:pt x="16180" y="17714"/>
                  </a:lnTo>
                  <a:lnTo>
                    <a:pt x="16462" y="17740"/>
                  </a:lnTo>
                  <a:lnTo>
                    <a:pt x="16628" y="17765"/>
                  </a:lnTo>
                  <a:lnTo>
                    <a:pt x="16768" y="17804"/>
                  </a:lnTo>
                  <a:lnTo>
                    <a:pt x="16883" y="17855"/>
                  </a:lnTo>
                  <a:lnTo>
                    <a:pt x="16973" y="17931"/>
                  </a:lnTo>
                  <a:lnTo>
                    <a:pt x="17037" y="18008"/>
                  </a:lnTo>
                  <a:lnTo>
                    <a:pt x="17088" y="18110"/>
                  </a:lnTo>
                  <a:lnTo>
                    <a:pt x="17126" y="18225"/>
                  </a:lnTo>
                  <a:lnTo>
                    <a:pt x="17152" y="18366"/>
                  </a:lnTo>
                  <a:lnTo>
                    <a:pt x="17165" y="18417"/>
                  </a:lnTo>
                  <a:lnTo>
                    <a:pt x="17203" y="18468"/>
                  </a:lnTo>
                  <a:lnTo>
                    <a:pt x="17254" y="18519"/>
                  </a:lnTo>
                  <a:lnTo>
                    <a:pt x="17318" y="18558"/>
                  </a:lnTo>
                  <a:lnTo>
                    <a:pt x="17497" y="18673"/>
                  </a:lnTo>
                  <a:lnTo>
                    <a:pt x="17650" y="18775"/>
                  </a:lnTo>
                  <a:lnTo>
                    <a:pt x="17778" y="18903"/>
                  </a:lnTo>
                  <a:lnTo>
                    <a:pt x="17893" y="19043"/>
                  </a:lnTo>
                  <a:lnTo>
                    <a:pt x="17970" y="19197"/>
                  </a:lnTo>
                  <a:lnTo>
                    <a:pt x="18008" y="19273"/>
                  </a:lnTo>
                  <a:lnTo>
                    <a:pt x="18034" y="19363"/>
                  </a:lnTo>
                  <a:lnTo>
                    <a:pt x="18059" y="19452"/>
                  </a:lnTo>
                  <a:lnTo>
                    <a:pt x="18072" y="19555"/>
                  </a:lnTo>
                  <a:lnTo>
                    <a:pt x="18072" y="19644"/>
                  </a:lnTo>
                  <a:lnTo>
                    <a:pt x="18072" y="19746"/>
                  </a:lnTo>
                  <a:lnTo>
                    <a:pt x="18072" y="19810"/>
                  </a:lnTo>
                  <a:lnTo>
                    <a:pt x="18085" y="19861"/>
                  </a:lnTo>
                  <a:lnTo>
                    <a:pt x="18110" y="19912"/>
                  </a:lnTo>
                  <a:lnTo>
                    <a:pt x="18149" y="19964"/>
                  </a:lnTo>
                  <a:lnTo>
                    <a:pt x="18200" y="20015"/>
                  </a:lnTo>
                  <a:lnTo>
                    <a:pt x="18251" y="20040"/>
                  </a:lnTo>
                  <a:lnTo>
                    <a:pt x="18315" y="20066"/>
                  </a:lnTo>
                  <a:lnTo>
                    <a:pt x="18404" y="20079"/>
                  </a:lnTo>
                  <a:lnTo>
                    <a:pt x="18468" y="20079"/>
                  </a:lnTo>
                  <a:lnTo>
                    <a:pt x="18519" y="20091"/>
                  </a:lnTo>
                  <a:lnTo>
                    <a:pt x="18558" y="20091"/>
                  </a:lnTo>
                  <a:lnTo>
                    <a:pt x="18570" y="20079"/>
                  </a:lnTo>
                  <a:lnTo>
                    <a:pt x="18596" y="20040"/>
                  </a:lnTo>
                  <a:lnTo>
                    <a:pt x="18609" y="19989"/>
                  </a:lnTo>
                  <a:lnTo>
                    <a:pt x="18634" y="19823"/>
                  </a:lnTo>
                  <a:lnTo>
                    <a:pt x="18685" y="19670"/>
                  </a:lnTo>
                  <a:lnTo>
                    <a:pt x="18749" y="19529"/>
                  </a:lnTo>
                  <a:lnTo>
                    <a:pt x="18839" y="19401"/>
                  </a:lnTo>
                  <a:lnTo>
                    <a:pt x="18941" y="19286"/>
                  </a:lnTo>
                  <a:lnTo>
                    <a:pt x="19069" y="19171"/>
                  </a:lnTo>
                  <a:lnTo>
                    <a:pt x="19209" y="19082"/>
                  </a:lnTo>
                  <a:lnTo>
                    <a:pt x="19376" y="19018"/>
                  </a:lnTo>
                  <a:lnTo>
                    <a:pt x="19427" y="18979"/>
                  </a:lnTo>
                  <a:lnTo>
                    <a:pt x="19465" y="18954"/>
                  </a:lnTo>
                  <a:lnTo>
                    <a:pt x="19503" y="18903"/>
                  </a:lnTo>
                  <a:lnTo>
                    <a:pt x="19516" y="18852"/>
                  </a:lnTo>
                  <a:lnTo>
                    <a:pt x="19555" y="18762"/>
                  </a:lnTo>
                  <a:lnTo>
                    <a:pt x="19593" y="18673"/>
                  </a:lnTo>
                  <a:lnTo>
                    <a:pt x="19644" y="18583"/>
                  </a:lnTo>
                  <a:lnTo>
                    <a:pt x="19695" y="18507"/>
                  </a:lnTo>
                  <a:lnTo>
                    <a:pt x="19772" y="18430"/>
                  </a:lnTo>
                  <a:lnTo>
                    <a:pt x="19849" y="18353"/>
                  </a:lnTo>
                  <a:lnTo>
                    <a:pt x="20015" y="18213"/>
                  </a:lnTo>
                  <a:lnTo>
                    <a:pt x="19989" y="18507"/>
                  </a:lnTo>
                  <a:lnTo>
                    <a:pt x="19938" y="18788"/>
                  </a:lnTo>
                  <a:lnTo>
                    <a:pt x="19874" y="19069"/>
                  </a:lnTo>
                  <a:lnTo>
                    <a:pt x="19785" y="19337"/>
                  </a:lnTo>
                  <a:lnTo>
                    <a:pt x="19682" y="19606"/>
                  </a:lnTo>
                  <a:lnTo>
                    <a:pt x="19555" y="19861"/>
                  </a:lnTo>
                  <a:lnTo>
                    <a:pt x="19427" y="20104"/>
                  </a:lnTo>
                  <a:lnTo>
                    <a:pt x="19273" y="20347"/>
                  </a:lnTo>
                  <a:lnTo>
                    <a:pt x="19414" y="20373"/>
                  </a:lnTo>
                  <a:lnTo>
                    <a:pt x="19529" y="20360"/>
                  </a:lnTo>
                  <a:lnTo>
                    <a:pt x="19618" y="20347"/>
                  </a:lnTo>
                  <a:lnTo>
                    <a:pt x="19708" y="20309"/>
                  </a:lnTo>
                  <a:lnTo>
                    <a:pt x="19772" y="20270"/>
                  </a:lnTo>
                  <a:lnTo>
                    <a:pt x="19823" y="20206"/>
                  </a:lnTo>
                  <a:lnTo>
                    <a:pt x="19874" y="20143"/>
                  </a:lnTo>
                  <a:lnTo>
                    <a:pt x="19900" y="20079"/>
                  </a:lnTo>
                  <a:lnTo>
                    <a:pt x="19951" y="19912"/>
                  </a:lnTo>
                  <a:lnTo>
                    <a:pt x="20002" y="19734"/>
                  </a:lnTo>
                  <a:lnTo>
                    <a:pt x="20053" y="19567"/>
                  </a:lnTo>
                  <a:lnTo>
                    <a:pt x="20079" y="19491"/>
                  </a:lnTo>
                  <a:lnTo>
                    <a:pt x="20130" y="19427"/>
                  </a:lnTo>
                  <a:lnTo>
                    <a:pt x="20219" y="19529"/>
                  </a:lnTo>
                  <a:lnTo>
                    <a:pt x="20283" y="19644"/>
                  </a:lnTo>
                  <a:lnTo>
                    <a:pt x="20347" y="19746"/>
                  </a:lnTo>
                  <a:lnTo>
                    <a:pt x="20385" y="19861"/>
                  </a:lnTo>
                  <a:lnTo>
                    <a:pt x="20411" y="19964"/>
                  </a:lnTo>
                  <a:lnTo>
                    <a:pt x="20436" y="20079"/>
                  </a:lnTo>
                  <a:lnTo>
                    <a:pt x="20436" y="20206"/>
                  </a:lnTo>
                  <a:lnTo>
                    <a:pt x="20424" y="20334"/>
                  </a:lnTo>
                  <a:lnTo>
                    <a:pt x="20424" y="20347"/>
                  </a:lnTo>
                  <a:lnTo>
                    <a:pt x="20424" y="20360"/>
                  </a:lnTo>
                  <a:lnTo>
                    <a:pt x="20411" y="20360"/>
                  </a:lnTo>
                  <a:lnTo>
                    <a:pt x="20411" y="20373"/>
                  </a:lnTo>
                  <a:lnTo>
                    <a:pt x="20411" y="20385"/>
                  </a:lnTo>
                  <a:lnTo>
                    <a:pt x="20398" y="20385"/>
                  </a:lnTo>
                  <a:lnTo>
                    <a:pt x="20398" y="20398"/>
                  </a:lnTo>
                  <a:lnTo>
                    <a:pt x="20373" y="20424"/>
                  </a:lnTo>
                  <a:lnTo>
                    <a:pt x="20321" y="20462"/>
                  </a:lnTo>
                  <a:lnTo>
                    <a:pt x="20270" y="20500"/>
                  </a:lnTo>
                  <a:lnTo>
                    <a:pt x="20219" y="20539"/>
                  </a:lnTo>
                  <a:lnTo>
                    <a:pt x="20194" y="20590"/>
                  </a:lnTo>
                  <a:lnTo>
                    <a:pt x="20194" y="20603"/>
                  </a:lnTo>
                  <a:lnTo>
                    <a:pt x="20194" y="20615"/>
                  </a:lnTo>
                  <a:lnTo>
                    <a:pt x="20194" y="20628"/>
                  </a:lnTo>
                  <a:lnTo>
                    <a:pt x="20206" y="20641"/>
                  </a:lnTo>
                  <a:lnTo>
                    <a:pt x="20206" y="20654"/>
                  </a:lnTo>
                  <a:lnTo>
                    <a:pt x="20219" y="20667"/>
                  </a:lnTo>
                  <a:lnTo>
                    <a:pt x="20219" y="20679"/>
                  </a:lnTo>
                  <a:lnTo>
                    <a:pt x="20232" y="20692"/>
                  </a:lnTo>
                  <a:lnTo>
                    <a:pt x="20245" y="20705"/>
                  </a:lnTo>
                  <a:lnTo>
                    <a:pt x="20245" y="20718"/>
                  </a:lnTo>
                  <a:lnTo>
                    <a:pt x="20424" y="20679"/>
                  </a:lnTo>
                  <a:lnTo>
                    <a:pt x="20615" y="20628"/>
                  </a:lnTo>
                  <a:lnTo>
                    <a:pt x="20986" y="20500"/>
                  </a:lnTo>
                  <a:lnTo>
                    <a:pt x="21127" y="20449"/>
                  </a:lnTo>
                  <a:lnTo>
                    <a:pt x="21012" y="20526"/>
                  </a:lnTo>
                  <a:lnTo>
                    <a:pt x="20935" y="20590"/>
                  </a:lnTo>
                  <a:lnTo>
                    <a:pt x="20922" y="20628"/>
                  </a:lnTo>
                  <a:lnTo>
                    <a:pt x="20909" y="20667"/>
                  </a:lnTo>
                  <a:lnTo>
                    <a:pt x="20909" y="20730"/>
                  </a:lnTo>
                  <a:lnTo>
                    <a:pt x="20935" y="20794"/>
                  </a:lnTo>
                  <a:lnTo>
                    <a:pt x="20986" y="20858"/>
                  </a:lnTo>
                  <a:lnTo>
                    <a:pt x="21114" y="20973"/>
                  </a:lnTo>
                  <a:lnTo>
                    <a:pt x="21203" y="21063"/>
                  </a:lnTo>
                  <a:lnTo>
                    <a:pt x="21280" y="21152"/>
                  </a:lnTo>
                  <a:lnTo>
                    <a:pt x="21331" y="21242"/>
                  </a:lnTo>
                  <a:lnTo>
                    <a:pt x="21369" y="21331"/>
                  </a:lnTo>
                  <a:lnTo>
                    <a:pt x="21395" y="21433"/>
                  </a:lnTo>
                  <a:lnTo>
                    <a:pt x="21408" y="21548"/>
                  </a:lnTo>
                  <a:lnTo>
                    <a:pt x="21395" y="21651"/>
                  </a:lnTo>
                  <a:lnTo>
                    <a:pt x="21369" y="21766"/>
                  </a:lnTo>
                  <a:lnTo>
                    <a:pt x="21357" y="21881"/>
                  </a:lnTo>
                  <a:lnTo>
                    <a:pt x="21357" y="21983"/>
                  </a:lnTo>
                  <a:lnTo>
                    <a:pt x="21382" y="22085"/>
                  </a:lnTo>
                  <a:lnTo>
                    <a:pt x="21433" y="22187"/>
                  </a:lnTo>
                  <a:lnTo>
                    <a:pt x="21484" y="22264"/>
                  </a:lnTo>
                  <a:lnTo>
                    <a:pt x="21536" y="22341"/>
                  </a:lnTo>
                  <a:lnTo>
                    <a:pt x="21676" y="22481"/>
                  </a:lnTo>
                  <a:lnTo>
                    <a:pt x="21817" y="22596"/>
                  </a:lnTo>
                  <a:lnTo>
                    <a:pt x="21983" y="22699"/>
                  </a:lnTo>
                  <a:lnTo>
                    <a:pt x="22302" y="22890"/>
                  </a:lnTo>
                  <a:lnTo>
                    <a:pt x="22469" y="23005"/>
                  </a:lnTo>
                  <a:lnTo>
                    <a:pt x="22609" y="23120"/>
                  </a:lnTo>
                  <a:lnTo>
                    <a:pt x="22647" y="23120"/>
                  </a:lnTo>
                  <a:lnTo>
                    <a:pt x="22711" y="23095"/>
                  </a:lnTo>
                  <a:lnTo>
                    <a:pt x="22929" y="23069"/>
                  </a:lnTo>
                  <a:lnTo>
                    <a:pt x="23146" y="23069"/>
                  </a:lnTo>
                  <a:lnTo>
                    <a:pt x="23248" y="23095"/>
                  </a:lnTo>
                  <a:lnTo>
                    <a:pt x="23350" y="23133"/>
                  </a:lnTo>
                  <a:lnTo>
                    <a:pt x="23453" y="23197"/>
                  </a:lnTo>
                  <a:lnTo>
                    <a:pt x="23542" y="23274"/>
                  </a:lnTo>
                  <a:lnTo>
                    <a:pt x="23632" y="23350"/>
                  </a:lnTo>
                  <a:lnTo>
                    <a:pt x="23721" y="23414"/>
                  </a:lnTo>
                  <a:lnTo>
                    <a:pt x="23811" y="23465"/>
                  </a:lnTo>
                  <a:lnTo>
                    <a:pt x="23900" y="23504"/>
                  </a:lnTo>
                  <a:lnTo>
                    <a:pt x="24002" y="23517"/>
                  </a:lnTo>
                  <a:lnTo>
                    <a:pt x="24092" y="23504"/>
                  </a:lnTo>
                  <a:lnTo>
                    <a:pt x="24194" y="23453"/>
                  </a:lnTo>
                  <a:lnTo>
                    <a:pt x="24283" y="23389"/>
                  </a:lnTo>
                  <a:lnTo>
                    <a:pt x="24360" y="23325"/>
                  </a:lnTo>
                  <a:lnTo>
                    <a:pt x="24437" y="23274"/>
                  </a:lnTo>
                  <a:lnTo>
                    <a:pt x="24603" y="23172"/>
                  </a:lnTo>
                  <a:lnTo>
                    <a:pt x="24692" y="23108"/>
                  </a:lnTo>
                  <a:lnTo>
                    <a:pt x="24756" y="23044"/>
                  </a:lnTo>
                  <a:lnTo>
                    <a:pt x="24820" y="22980"/>
                  </a:lnTo>
                  <a:lnTo>
                    <a:pt x="24871" y="22890"/>
                  </a:lnTo>
                  <a:lnTo>
                    <a:pt x="24897" y="22852"/>
                  </a:lnTo>
                  <a:lnTo>
                    <a:pt x="24948" y="22814"/>
                  </a:lnTo>
                  <a:lnTo>
                    <a:pt x="24986" y="22801"/>
                  </a:lnTo>
                  <a:lnTo>
                    <a:pt x="25025" y="22801"/>
                  </a:lnTo>
                  <a:lnTo>
                    <a:pt x="25063" y="22814"/>
                  </a:lnTo>
                  <a:lnTo>
                    <a:pt x="25101" y="22839"/>
                  </a:lnTo>
                  <a:lnTo>
                    <a:pt x="25140" y="22878"/>
                  </a:lnTo>
                  <a:lnTo>
                    <a:pt x="25152" y="22916"/>
                  </a:lnTo>
                  <a:lnTo>
                    <a:pt x="25152" y="22941"/>
                  </a:lnTo>
                  <a:lnTo>
                    <a:pt x="25140" y="22967"/>
                  </a:lnTo>
                  <a:lnTo>
                    <a:pt x="25101" y="23018"/>
                  </a:lnTo>
                  <a:lnTo>
                    <a:pt x="25050" y="23057"/>
                  </a:lnTo>
                  <a:lnTo>
                    <a:pt x="25012" y="23082"/>
                  </a:lnTo>
                  <a:lnTo>
                    <a:pt x="24961" y="23095"/>
                  </a:lnTo>
                  <a:lnTo>
                    <a:pt x="24948" y="23108"/>
                  </a:lnTo>
                  <a:lnTo>
                    <a:pt x="24935" y="23120"/>
                  </a:lnTo>
                  <a:lnTo>
                    <a:pt x="24935" y="23146"/>
                  </a:lnTo>
                  <a:lnTo>
                    <a:pt x="24935" y="23184"/>
                  </a:lnTo>
                  <a:lnTo>
                    <a:pt x="25025" y="23210"/>
                  </a:lnTo>
                  <a:lnTo>
                    <a:pt x="25089" y="23223"/>
                  </a:lnTo>
                  <a:lnTo>
                    <a:pt x="25152" y="23210"/>
                  </a:lnTo>
                  <a:lnTo>
                    <a:pt x="25204" y="23184"/>
                  </a:lnTo>
                  <a:lnTo>
                    <a:pt x="25255" y="23146"/>
                  </a:lnTo>
                  <a:lnTo>
                    <a:pt x="25306" y="23108"/>
                  </a:lnTo>
                  <a:lnTo>
                    <a:pt x="25383" y="23005"/>
                  </a:lnTo>
                  <a:lnTo>
                    <a:pt x="25421" y="23031"/>
                  </a:lnTo>
                  <a:lnTo>
                    <a:pt x="25446" y="23057"/>
                  </a:lnTo>
                  <a:lnTo>
                    <a:pt x="25459" y="23082"/>
                  </a:lnTo>
                  <a:lnTo>
                    <a:pt x="25472" y="23120"/>
                  </a:lnTo>
                  <a:lnTo>
                    <a:pt x="25459" y="23184"/>
                  </a:lnTo>
                  <a:lnTo>
                    <a:pt x="25446" y="23261"/>
                  </a:lnTo>
                  <a:lnTo>
                    <a:pt x="25446" y="23325"/>
                  </a:lnTo>
                  <a:lnTo>
                    <a:pt x="25459" y="23389"/>
                  </a:lnTo>
                  <a:lnTo>
                    <a:pt x="25472" y="23427"/>
                  </a:lnTo>
                  <a:lnTo>
                    <a:pt x="25498" y="23440"/>
                  </a:lnTo>
                  <a:lnTo>
                    <a:pt x="25536" y="23465"/>
                  </a:lnTo>
                  <a:lnTo>
                    <a:pt x="25587" y="23478"/>
                  </a:lnTo>
                  <a:lnTo>
                    <a:pt x="25651" y="23504"/>
                  </a:lnTo>
                  <a:lnTo>
                    <a:pt x="25702" y="23555"/>
                  </a:lnTo>
                  <a:lnTo>
                    <a:pt x="25766" y="23606"/>
                  </a:lnTo>
                  <a:lnTo>
                    <a:pt x="25817" y="23657"/>
                  </a:lnTo>
                  <a:lnTo>
                    <a:pt x="25881" y="23683"/>
                  </a:lnTo>
                  <a:lnTo>
                    <a:pt x="25907" y="23683"/>
                  </a:lnTo>
                  <a:lnTo>
                    <a:pt x="25932" y="23670"/>
                  </a:lnTo>
                  <a:lnTo>
                    <a:pt x="25970" y="23657"/>
                  </a:lnTo>
                  <a:lnTo>
                    <a:pt x="25996" y="23619"/>
                  </a:lnTo>
                  <a:lnTo>
                    <a:pt x="26034" y="23568"/>
                  </a:lnTo>
                  <a:lnTo>
                    <a:pt x="26073" y="23504"/>
                  </a:lnTo>
                  <a:lnTo>
                    <a:pt x="26137" y="23529"/>
                  </a:lnTo>
                  <a:lnTo>
                    <a:pt x="26303" y="23529"/>
                  </a:lnTo>
                  <a:lnTo>
                    <a:pt x="26392" y="23491"/>
                  </a:lnTo>
                  <a:lnTo>
                    <a:pt x="26469" y="23427"/>
                  </a:lnTo>
                  <a:lnTo>
                    <a:pt x="26622" y="23299"/>
                  </a:lnTo>
                  <a:lnTo>
                    <a:pt x="26699" y="23235"/>
                  </a:lnTo>
                  <a:lnTo>
                    <a:pt x="26788" y="23197"/>
                  </a:lnTo>
                  <a:lnTo>
                    <a:pt x="26852" y="23159"/>
                  </a:lnTo>
                  <a:lnTo>
                    <a:pt x="26903" y="23120"/>
                  </a:lnTo>
                  <a:lnTo>
                    <a:pt x="26980" y="23031"/>
                  </a:lnTo>
                  <a:lnTo>
                    <a:pt x="27018" y="22980"/>
                  </a:lnTo>
                  <a:lnTo>
                    <a:pt x="27057" y="22941"/>
                  </a:lnTo>
                  <a:lnTo>
                    <a:pt x="27108" y="22903"/>
                  </a:lnTo>
                  <a:lnTo>
                    <a:pt x="27159" y="22890"/>
                  </a:lnTo>
                  <a:lnTo>
                    <a:pt x="27402" y="22865"/>
                  </a:lnTo>
                  <a:lnTo>
                    <a:pt x="27645" y="22839"/>
                  </a:lnTo>
                  <a:lnTo>
                    <a:pt x="27900" y="22826"/>
                  </a:lnTo>
                  <a:lnTo>
                    <a:pt x="28028" y="22826"/>
                  </a:lnTo>
                  <a:lnTo>
                    <a:pt x="28156" y="22852"/>
                  </a:lnTo>
                  <a:lnTo>
                    <a:pt x="28297" y="22865"/>
                  </a:lnTo>
                  <a:lnTo>
                    <a:pt x="28412" y="22852"/>
                  </a:lnTo>
                  <a:lnTo>
                    <a:pt x="28514" y="22826"/>
                  </a:lnTo>
                  <a:lnTo>
                    <a:pt x="28603" y="22763"/>
                  </a:lnTo>
                  <a:lnTo>
                    <a:pt x="28667" y="22686"/>
                  </a:lnTo>
                  <a:lnTo>
                    <a:pt x="28718" y="22584"/>
                  </a:lnTo>
                  <a:lnTo>
                    <a:pt x="28744" y="22469"/>
                  </a:lnTo>
                  <a:lnTo>
                    <a:pt x="28769" y="22328"/>
                  </a:lnTo>
                  <a:lnTo>
                    <a:pt x="28795" y="22034"/>
                  </a:lnTo>
                  <a:lnTo>
                    <a:pt x="28833" y="21881"/>
                  </a:lnTo>
                  <a:lnTo>
                    <a:pt x="28859" y="21740"/>
                  </a:lnTo>
                  <a:lnTo>
                    <a:pt x="28897" y="21600"/>
                  </a:lnTo>
                  <a:lnTo>
                    <a:pt x="28948" y="21459"/>
                  </a:lnTo>
                  <a:lnTo>
                    <a:pt x="29012" y="21331"/>
                  </a:lnTo>
                  <a:lnTo>
                    <a:pt x="29089" y="21203"/>
                  </a:lnTo>
                  <a:lnTo>
                    <a:pt x="29255" y="20948"/>
                  </a:lnTo>
                  <a:lnTo>
                    <a:pt x="29396" y="20679"/>
                  </a:lnTo>
                  <a:lnTo>
                    <a:pt x="29677" y="20155"/>
                  </a:lnTo>
                  <a:lnTo>
                    <a:pt x="29830" y="19823"/>
                  </a:lnTo>
                  <a:lnTo>
                    <a:pt x="29984" y="19491"/>
                  </a:lnTo>
                  <a:lnTo>
                    <a:pt x="30073" y="19325"/>
                  </a:lnTo>
                  <a:lnTo>
                    <a:pt x="30175" y="19171"/>
                  </a:lnTo>
                  <a:lnTo>
                    <a:pt x="30278" y="19031"/>
                  </a:lnTo>
                  <a:lnTo>
                    <a:pt x="30418" y="18903"/>
                  </a:lnTo>
                  <a:lnTo>
                    <a:pt x="30635" y="18698"/>
                  </a:lnTo>
                  <a:lnTo>
                    <a:pt x="30840" y="18494"/>
                  </a:lnTo>
                  <a:lnTo>
                    <a:pt x="31032" y="18277"/>
                  </a:lnTo>
                  <a:lnTo>
                    <a:pt x="31185" y="18047"/>
                  </a:lnTo>
                  <a:lnTo>
                    <a:pt x="31326" y="17804"/>
                  </a:lnTo>
                  <a:lnTo>
                    <a:pt x="31389" y="17676"/>
                  </a:lnTo>
                  <a:lnTo>
                    <a:pt x="31441" y="17548"/>
                  </a:lnTo>
                  <a:lnTo>
                    <a:pt x="31479" y="17407"/>
                  </a:lnTo>
                  <a:lnTo>
                    <a:pt x="31517" y="17280"/>
                  </a:lnTo>
                  <a:lnTo>
                    <a:pt x="31543" y="17139"/>
                  </a:lnTo>
                  <a:lnTo>
                    <a:pt x="31568" y="16986"/>
                  </a:lnTo>
                  <a:lnTo>
                    <a:pt x="31581" y="16935"/>
                  </a:lnTo>
                  <a:lnTo>
                    <a:pt x="31607" y="16883"/>
                  </a:lnTo>
                  <a:lnTo>
                    <a:pt x="31671" y="16781"/>
                  </a:lnTo>
                  <a:lnTo>
                    <a:pt x="31773" y="16602"/>
                  </a:lnTo>
                  <a:lnTo>
                    <a:pt x="31850" y="16436"/>
                  </a:lnTo>
                  <a:lnTo>
                    <a:pt x="31875" y="16334"/>
                  </a:lnTo>
                  <a:lnTo>
                    <a:pt x="31888" y="16244"/>
                  </a:lnTo>
                  <a:lnTo>
                    <a:pt x="31901" y="16155"/>
                  </a:lnTo>
                  <a:lnTo>
                    <a:pt x="31888" y="16053"/>
                  </a:lnTo>
                  <a:lnTo>
                    <a:pt x="31888" y="15989"/>
                  </a:lnTo>
                  <a:lnTo>
                    <a:pt x="31901" y="15912"/>
                  </a:lnTo>
                  <a:lnTo>
                    <a:pt x="31913" y="15861"/>
                  </a:lnTo>
                  <a:lnTo>
                    <a:pt x="31965" y="15797"/>
                  </a:lnTo>
                  <a:lnTo>
                    <a:pt x="32067" y="15708"/>
                  </a:lnTo>
                  <a:lnTo>
                    <a:pt x="32131" y="15605"/>
                  </a:lnTo>
                  <a:lnTo>
                    <a:pt x="32169" y="15490"/>
                  </a:lnTo>
                  <a:lnTo>
                    <a:pt x="32195" y="15388"/>
                  </a:lnTo>
                  <a:lnTo>
                    <a:pt x="32195" y="15273"/>
                  </a:lnTo>
                  <a:lnTo>
                    <a:pt x="32169" y="15158"/>
                  </a:lnTo>
                  <a:lnTo>
                    <a:pt x="32118" y="14928"/>
                  </a:lnTo>
                  <a:lnTo>
                    <a:pt x="32028" y="14545"/>
                  </a:lnTo>
                  <a:lnTo>
                    <a:pt x="31990" y="14366"/>
                  </a:lnTo>
                  <a:lnTo>
                    <a:pt x="31952" y="14174"/>
                  </a:lnTo>
                  <a:lnTo>
                    <a:pt x="31926" y="13982"/>
                  </a:lnTo>
                  <a:lnTo>
                    <a:pt x="31926" y="13791"/>
                  </a:lnTo>
                  <a:lnTo>
                    <a:pt x="31926" y="13599"/>
                  </a:lnTo>
                  <a:lnTo>
                    <a:pt x="31952" y="13407"/>
                  </a:lnTo>
                  <a:lnTo>
                    <a:pt x="31990" y="13190"/>
                  </a:lnTo>
                  <a:lnTo>
                    <a:pt x="31990" y="13139"/>
                  </a:lnTo>
                  <a:lnTo>
                    <a:pt x="31990" y="13075"/>
                  </a:lnTo>
                  <a:lnTo>
                    <a:pt x="31977" y="13024"/>
                  </a:lnTo>
                  <a:lnTo>
                    <a:pt x="31952" y="12973"/>
                  </a:lnTo>
                  <a:lnTo>
                    <a:pt x="32028" y="12909"/>
                  </a:lnTo>
                  <a:lnTo>
                    <a:pt x="32092" y="12845"/>
                  </a:lnTo>
                  <a:lnTo>
                    <a:pt x="32131" y="12768"/>
                  </a:lnTo>
                  <a:lnTo>
                    <a:pt x="32156" y="12691"/>
                  </a:lnTo>
                  <a:lnTo>
                    <a:pt x="32207" y="12513"/>
                  </a:lnTo>
                  <a:lnTo>
                    <a:pt x="32246" y="12436"/>
                  </a:lnTo>
                  <a:lnTo>
                    <a:pt x="32284" y="12372"/>
                  </a:lnTo>
                  <a:lnTo>
                    <a:pt x="32284" y="12346"/>
                  </a:lnTo>
                  <a:lnTo>
                    <a:pt x="32259" y="12308"/>
                  </a:lnTo>
                  <a:lnTo>
                    <a:pt x="32195" y="12219"/>
                  </a:lnTo>
                  <a:lnTo>
                    <a:pt x="32169" y="12193"/>
                  </a:lnTo>
                  <a:lnTo>
                    <a:pt x="32144" y="12193"/>
                  </a:lnTo>
                  <a:lnTo>
                    <a:pt x="32144" y="12219"/>
                  </a:lnTo>
                  <a:lnTo>
                    <a:pt x="32131" y="12244"/>
                  </a:lnTo>
                  <a:lnTo>
                    <a:pt x="32118" y="12295"/>
                  </a:lnTo>
                  <a:lnTo>
                    <a:pt x="32080" y="12346"/>
                  </a:lnTo>
                  <a:lnTo>
                    <a:pt x="32003" y="12449"/>
                  </a:lnTo>
                  <a:lnTo>
                    <a:pt x="31977" y="12500"/>
                  </a:lnTo>
                  <a:lnTo>
                    <a:pt x="31952" y="12551"/>
                  </a:lnTo>
                  <a:lnTo>
                    <a:pt x="31939" y="12615"/>
                  </a:lnTo>
                  <a:lnTo>
                    <a:pt x="31965" y="12691"/>
                  </a:lnTo>
                  <a:lnTo>
                    <a:pt x="31965" y="12691"/>
                  </a:lnTo>
                  <a:lnTo>
                    <a:pt x="31850" y="12564"/>
                  </a:lnTo>
                  <a:lnTo>
                    <a:pt x="31747" y="12449"/>
                  </a:lnTo>
                  <a:lnTo>
                    <a:pt x="31658" y="12321"/>
                  </a:lnTo>
                  <a:lnTo>
                    <a:pt x="31581" y="12180"/>
                  </a:lnTo>
                  <a:lnTo>
                    <a:pt x="31479" y="11989"/>
                  </a:lnTo>
                  <a:lnTo>
                    <a:pt x="31364" y="11810"/>
                  </a:lnTo>
                  <a:lnTo>
                    <a:pt x="31236" y="11631"/>
                  </a:lnTo>
                  <a:lnTo>
                    <a:pt x="31172" y="11554"/>
                  </a:lnTo>
                  <a:lnTo>
                    <a:pt x="31096" y="11490"/>
                  </a:lnTo>
                  <a:lnTo>
                    <a:pt x="31019" y="11439"/>
                  </a:lnTo>
                  <a:lnTo>
                    <a:pt x="30942" y="11413"/>
                  </a:lnTo>
                  <a:lnTo>
                    <a:pt x="30853" y="11375"/>
                  </a:lnTo>
                  <a:lnTo>
                    <a:pt x="30789" y="11337"/>
                  </a:lnTo>
                  <a:lnTo>
                    <a:pt x="30725" y="11286"/>
                  </a:lnTo>
                  <a:lnTo>
                    <a:pt x="30699" y="11260"/>
                  </a:lnTo>
                  <a:lnTo>
                    <a:pt x="30687" y="11222"/>
                  </a:lnTo>
                  <a:lnTo>
                    <a:pt x="30674" y="11183"/>
                  </a:lnTo>
                  <a:lnTo>
                    <a:pt x="30674" y="11132"/>
                  </a:lnTo>
                  <a:lnTo>
                    <a:pt x="30687" y="11081"/>
                  </a:lnTo>
                  <a:lnTo>
                    <a:pt x="30712" y="11017"/>
                  </a:lnTo>
                  <a:lnTo>
                    <a:pt x="30699" y="10992"/>
                  </a:lnTo>
                  <a:lnTo>
                    <a:pt x="30661" y="10966"/>
                  </a:lnTo>
                  <a:lnTo>
                    <a:pt x="30635" y="10928"/>
                  </a:lnTo>
                  <a:lnTo>
                    <a:pt x="30610" y="10928"/>
                  </a:lnTo>
                  <a:lnTo>
                    <a:pt x="30495" y="10953"/>
                  </a:lnTo>
                  <a:lnTo>
                    <a:pt x="30431" y="10966"/>
                  </a:lnTo>
                  <a:lnTo>
                    <a:pt x="30393" y="10941"/>
                  </a:lnTo>
                  <a:lnTo>
                    <a:pt x="30367" y="10902"/>
                  </a:lnTo>
                  <a:lnTo>
                    <a:pt x="30367" y="10864"/>
                  </a:lnTo>
                  <a:lnTo>
                    <a:pt x="30367" y="10800"/>
                  </a:lnTo>
                  <a:lnTo>
                    <a:pt x="30405" y="10698"/>
                  </a:lnTo>
                  <a:lnTo>
                    <a:pt x="30418" y="10621"/>
                  </a:lnTo>
                  <a:lnTo>
                    <a:pt x="30431" y="10544"/>
                  </a:lnTo>
                  <a:lnTo>
                    <a:pt x="30431" y="10468"/>
                  </a:lnTo>
                  <a:lnTo>
                    <a:pt x="30418" y="10404"/>
                  </a:lnTo>
                  <a:lnTo>
                    <a:pt x="30393" y="10353"/>
                  </a:lnTo>
                  <a:lnTo>
                    <a:pt x="30354" y="10301"/>
                  </a:lnTo>
                  <a:lnTo>
                    <a:pt x="30278" y="10199"/>
                  </a:lnTo>
                  <a:lnTo>
                    <a:pt x="30175" y="10110"/>
                  </a:lnTo>
                  <a:lnTo>
                    <a:pt x="30073" y="10020"/>
                  </a:lnTo>
                  <a:lnTo>
                    <a:pt x="29971" y="9931"/>
                  </a:lnTo>
                  <a:lnTo>
                    <a:pt x="29894" y="9841"/>
                  </a:lnTo>
                  <a:lnTo>
                    <a:pt x="29856" y="9816"/>
                  </a:lnTo>
                  <a:lnTo>
                    <a:pt x="29817" y="9803"/>
                  </a:lnTo>
                  <a:lnTo>
                    <a:pt x="29792" y="9816"/>
                  </a:lnTo>
                  <a:lnTo>
                    <a:pt x="29779" y="9829"/>
                  </a:lnTo>
                  <a:lnTo>
                    <a:pt x="29754" y="9854"/>
                  </a:lnTo>
                  <a:lnTo>
                    <a:pt x="29741" y="9880"/>
                  </a:lnTo>
                  <a:lnTo>
                    <a:pt x="29754" y="9931"/>
                  </a:lnTo>
                  <a:lnTo>
                    <a:pt x="29754" y="9969"/>
                  </a:lnTo>
                  <a:lnTo>
                    <a:pt x="29754" y="9995"/>
                  </a:lnTo>
                  <a:lnTo>
                    <a:pt x="29741" y="10008"/>
                  </a:lnTo>
                  <a:lnTo>
                    <a:pt x="29651" y="10008"/>
                  </a:lnTo>
                  <a:lnTo>
                    <a:pt x="29587" y="9982"/>
                  </a:lnTo>
                  <a:lnTo>
                    <a:pt x="29536" y="9956"/>
                  </a:lnTo>
                  <a:lnTo>
                    <a:pt x="29498" y="9905"/>
                  </a:lnTo>
                  <a:lnTo>
                    <a:pt x="29485" y="9854"/>
                  </a:lnTo>
                  <a:lnTo>
                    <a:pt x="29472" y="9726"/>
                  </a:lnTo>
                  <a:lnTo>
                    <a:pt x="29447" y="9611"/>
                  </a:lnTo>
                  <a:lnTo>
                    <a:pt x="29396" y="9381"/>
                  </a:lnTo>
                  <a:lnTo>
                    <a:pt x="29370" y="9164"/>
                  </a:lnTo>
                  <a:lnTo>
                    <a:pt x="29345" y="9049"/>
                  </a:lnTo>
                  <a:lnTo>
                    <a:pt x="29319" y="8947"/>
                  </a:lnTo>
                  <a:lnTo>
                    <a:pt x="29281" y="8845"/>
                  </a:lnTo>
                  <a:lnTo>
                    <a:pt x="29255" y="8806"/>
                  </a:lnTo>
                  <a:lnTo>
                    <a:pt x="29217" y="8755"/>
                  </a:lnTo>
                  <a:lnTo>
                    <a:pt x="29166" y="8717"/>
                  </a:lnTo>
                  <a:lnTo>
                    <a:pt x="29114" y="8691"/>
                  </a:lnTo>
                  <a:lnTo>
                    <a:pt x="29051" y="8653"/>
                  </a:lnTo>
                  <a:lnTo>
                    <a:pt x="28974" y="8627"/>
                  </a:lnTo>
                  <a:lnTo>
                    <a:pt x="28936" y="8614"/>
                  </a:lnTo>
                  <a:lnTo>
                    <a:pt x="28910" y="8576"/>
                  </a:lnTo>
                  <a:lnTo>
                    <a:pt x="28872" y="8538"/>
                  </a:lnTo>
                  <a:lnTo>
                    <a:pt x="28859" y="8487"/>
                  </a:lnTo>
                  <a:lnTo>
                    <a:pt x="28846" y="8436"/>
                  </a:lnTo>
                  <a:lnTo>
                    <a:pt x="28846" y="8384"/>
                  </a:lnTo>
                  <a:lnTo>
                    <a:pt x="28859" y="8346"/>
                  </a:lnTo>
                  <a:lnTo>
                    <a:pt x="28884" y="8320"/>
                  </a:lnTo>
                  <a:lnTo>
                    <a:pt x="28974" y="8231"/>
                  </a:lnTo>
                  <a:lnTo>
                    <a:pt x="28999" y="8193"/>
                  </a:lnTo>
                  <a:lnTo>
                    <a:pt x="29012" y="8167"/>
                  </a:lnTo>
                  <a:lnTo>
                    <a:pt x="29012" y="8142"/>
                  </a:lnTo>
                  <a:lnTo>
                    <a:pt x="28999" y="8116"/>
                  </a:lnTo>
                  <a:lnTo>
                    <a:pt x="28961" y="8078"/>
                  </a:lnTo>
                  <a:lnTo>
                    <a:pt x="28846" y="8001"/>
                  </a:lnTo>
                  <a:lnTo>
                    <a:pt x="28795" y="7975"/>
                  </a:lnTo>
                  <a:lnTo>
                    <a:pt x="28782" y="7950"/>
                  </a:lnTo>
                  <a:lnTo>
                    <a:pt x="28769" y="7924"/>
                  </a:lnTo>
                  <a:lnTo>
                    <a:pt x="28718" y="7963"/>
                  </a:lnTo>
                  <a:lnTo>
                    <a:pt x="28667" y="7975"/>
                  </a:lnTo>
                  <a:lnTo>
                    <a:pt x="28642" y="7963"/>
                  </a:lnTo>
                  <a:lnTo>
                    <a:pt x="28616" y="7950"/>
                  </a:lnTo>
                  <a:lnTo>
                    <a:pt x="28552" y="7886"/>
                  </a:lnTo>
                  <a:lnTo>
                    <a:pt x="28527" y="7860"/>
                  </a:lnTo>
                  <a:lnTo>
                    <a:pt x="28501" y="7835"/>
                  </a:lnTo>
                  <a:lnTo>
                    <a:pt x="28335" y="7758"/>
                  </a:lnTo>
                  <a:lnTo>
                    <a:pt x="28182" y="7643"/>
                  </a:lnTo>
                  <a:lnTo>
                    <a:pt x="27900" y="7413"/>
                  </a:lnTo>
                  <a:lnTo>
                    <a:pt x="27760" y="7298"/>
                  </a:lnTo>
                  <a:lnTo>
                    <a:pt x="27606" y="7196"/>
                  </a:lnTo>
                  <a:lnTo>
                    <a:pt x="27440" y="7119"/>
                  </a:lnTo>
                  <a:lnTo>
                    <a:pt x="27364" y="7081"/>
                  </a:lnTo>
                  <a:lnTo>
                    <a:pt x="27261" y="7055"/>
                  </a:lnTo>
                  <a:lnTo>
                    <a:pt x="27185" y="7030"/>
                  </a:lnTo>
                  <a:lnTo>
                    <a:pt x="27121" y="6991"/>
                  </a:lnTo>
                  <a:lnTo>
                    <a:pt x="27070" y="6953"/>
                  </a:lnTo>
                  <a:lnTo>
                    <a:pt x="27031" y="6902"/>
                  </a:lnTo>
                  <a:lnTo>
                    <a:pt x="27006" y="6851"/>
                  </a:lnTo>
                  <a:lnTo>
                    <a:pt x="26993" y="6774"/>
                  </a:lnTo>
                  <a:lnTo>
                    <a:pt x="26993" y="6697"/>
                  </a:lnTo>
                  <a:lnTo>
                    <a:pt x="27018" y="6608"/>
                  </a:lnTo>
                  <a:lnTo>
                    <a:pt x="27044" y="6531"/>
                  </a:lnTo>
                  <a:lnTo>
                    <a:pt x="27070" y="6480"/>
                  </a:lnTo>
                  <a:lnTo>
                    <a:pt x="27082" y="6429"/>
                  </a:lnTo>
                  <a:lnTo>
                    <a:pt x="27082" y="6378"/>
                  </a:lnTo>
                  <a:lnTo>
                    <a:pt x="27057" y="6327"/>
                  </a:lnTo>
                  <a:lnTo>
                    <a:pt x="27018" y="6301"/>
                  </a:lnTo>
                  <a:lnTo>
                    <a:pt x="26955" y="6276"/>
                  </a:lnTo>
                  <a:lnTo>
                    <a:pt x="26865" y="6263"/>
                  </a:lnTo>
                  <a:lnTo>
                    <a:pt x="26827" y="6250"/>
                  </a:lnTo>
                  <a:lnTo>
                    <a:pt x="26827" y="6237"/>
                  </a:lnTo>
                  <a:lnTo>
                    <a:pt x="26827" y="6212"/>
                  </a:lnTo>
                  <a:lnTo>
                    <a:pt x="26865" y="6135"/>
                  </a:lnTo>
                  <a:lnTo>
                    <a:pt x="26891" y="6058"/>
                  </a:lnTo>
                  <a:lnTo>
                    <a:pt x="26903" y="5969"/>
                  </a:lnTo>
                  <a:lnTo>
                    <a:pt x="26903" y="5892"/>
                  </a:lnTo>
                  <a:lnTo>
                    <a:pt x="26903" y="5803"/>
                  </a:lnTo>
                  <a:lnTo>
                    <a:pt x="26878" y="5637"/>
                  </a:lnTo>
                  <a:lnTo>
                    <a:pt x="26840" y="5458"/>
                  </a:lnTo>
                  <a:lnTo>
                    <a:pt x="26788" y="5317"/>
                  </a:lnTo>
                  <a:lnTo>
                    <a:pt x="26725" y="5189"/>
                  </a:lnTo>
                  <a:lnTo>
                    <a:pt x="26571" y="4934"/>
                  </a:lnTo>
                  <a:lnTo>
                    <a:pt x="26494" y="4806"/>
                  </a:lnTo>
                  <a:lnTo>
                    <a:pt x="26431" y="4665"/>
                  </a:lnTo>
                  <a:lnTo>
                    <a:pt x="26405" y="4589"/>
                  </a:lnTo>
                  <a:lnTo>
                    <a:pt x="26379" y="4512"/>
                  </a:lnTo>
                  <a:lnTo>
                    <a:pt x="26379" y="4435"/>
                  </a:lnTo>
                  <a:lnTo>
                    <a:pt x="26379" y="4346"/>
                  </a:lnTo>
                  <a:lnTo>
                    <a:pt x="26379" y="4180"/>
                  </a:lnTo>
                  <a:lnTo>
                    <a:pt x="26379" y="4001"/>
                  </a:lnTo>
                  <a:lnTo>
                    <a:pt x="26354" y="3822"/>
                  </a:lnTo>
                  <a:lnTo>
                    <a:pt x="26316" y="3643"/>
                  </a:lnTo>
                  <a:lnTo>
                    <a:pt x="26277" y="3566"/>
                  </a:lnTo>
                  <a:lnTo>
                    <a:pt x="26239" y="3477"/>
                  </a:lnTo>
                  <a:lnTo>
                    <a:pt x="26201" y="3400"/>
                  </a:lnTo>
                  <a:lnTo>
                    <a:pt x="26137" y="3336"/>
                  </a:lnTo>
                  <a:lnTo>
                    <a:pt x="26073" y="3259"/>
                  </a:lnTo>
                  <a:lnTo>
                    <a:pt x="25996" y="3195"/>
                  </a:lnTo>
                  <a:lnTo>
                    <a:pt x="25907" y="3144"/>
                  </a:lnTo>
                  <a:lnTo>
                    <a:pt x="25804" y="3093"/>
                  </a:lnTo>
                  <a:lnTo>
                    <a:pt x="25804" y="2991"/>
                  </a:lnTo>
                  <a:lnTo>
                    <a:pt x="25792" y="2953"/>
                  </a:lnTo>
                  <a:lnTo>
                    <a:pt x="25779" y="2927"/>
                  </a:lnTo>
                  <a:lnTo>
                    <a:pt x="25766" y="2914"/>
                  </a:lnTo>
                  <a:lnTo>
                    <a:pt x="25740" y="2902"/>
                  </a:lnTo>
                  <a:lnTo>
                    <a:pt x="25689" y="2889"/>
                  </a:lnTo>
                  <a:lnTo>
                    <a:pt x="25638" y="2889"/>
                  </a:lnTo>
                  <a:lnTo>
                    <a:pt x="25587" y="2914"/>
                  </a:lnTo>
                  <a:lnTo>
                    <a:pt x="25498" y="2965"/>
                  </a:lnTo>
                  <a:lnTo>
                    <a:pt x="25357" y="3068"/>
                  </a:lnTo>
                  <a:lnTo>
                    <a:pt x="25293" y="3093"/>
                  </a:lnTo>
                  <a:lnTo>
                    <a:pt x="25242" y="3106"/>
                  </a:lnTo>
                  <a:lnTo>
                    <a:pt x="25165" y="3106"/>
                  </a:lnTo>
                  <a:lnTo>
                    <a:pt x="25140" y="3093"/>
                  </a:lnTo>
                  <a:lnTo>
                    <a:pt x="25114" y="3068"/>
                  </a:lnTo>
                  <a:lnTo>
                    <a:pt x="25076" y="2991"/>
                  </a:lnTo>
                  <a:lnTo>
                    <a:pt x="25050" y="2902"/>
                  </a:lnTo>
                  <a:lnTo>
                    <a:pt x="25012" y="2697"/>
                  </a:lnTo>
                  <a:lnTo>
                    <a:pt x="24974" y="2493"/>
                  </a:lnTo>
                  <a:lnTo>
                    <a:pt x="24961" y="2390"/>
                  </a:lnTo>
                  <a:lnTo>
                    <a:pt x="24974" y="2288"/>
                  </a:lnTo>
                  <a:lnTo>
                    <a:pt x="24986" y="2186"/>
                  </a:lnTo>
                  <a:lnTo>
                    <a:pt x="24974" y="2084"/>
                  </a:lnTo>
                  <a:lnTo>
                    <a:pt x="24961" y="1994"/>
                  </a:lnTo>
                  <a:lnTo>
                    <a:pt x="24935" y="1892"/>
                  </a:lnTo>
                  <a:lnTo>
                    <a:pt x="24871" y="1713"/>
                  </a:lnTo>
                  <a:lnTo>
                    <a:pt x="24795" y="1521"/>
                  </a:lnTo>
                  <a:lnTo>
                    <a:pt x="24731" y="1393"/>
                  </a:lnTo>
                  <a:lnTo>
                    <a:pt x="24667" y="1253"/>
                  </a:lnTo>
                  <a:lnTo>
                    <a:pt x="24526" y="984"/>
                  </a:lnTo>
                  <a:lnTo>
                    <a:pt x="24462" y="844"/>
                  </a:lnTo>
                  <a:lnTo>
                    <a:pt x="24411" y="703"/>
                  </a:lnTo>
                  <a:lnTo>
                    <a:pt x="24386" y="563"/>
                  </a:lnTo>
                  <a:lnTo>
                    <a:pt x="24386" y="397"/>
                  </a:lnTo>
                  <a:lnTo>
                    <a:pt x="24386" y="345"/>
                  </a:lnTo>
                  <a:lnTo>
                    <a:pt x="24360" y="294"/>
                  </a:lnTo>
                  <a:lnTo>
                    <a:pt x="24335" y="256"/>
                  </a:lnTo>
                  <a:lnTo>
                    <a:pt x="24296" y="205"/>
                  </a:lnTo>
                  <a:lnTo>
                    <a:pt x="24219" y="115"/>
                  </a:lnTo>
                  <a:lnTo>
                    <a:pt x="24194" y="77"/>
                  </a:lnTo>
                  <a:lnTo>
                    <a:pt x="24168" y="13"/>
                  </a:lnTo>
                  <a:lnTo>
                    <a:pt x="24168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6" name="Google Shape;916;p60"/>
            <p:cNvSpPr/>
            <p:nvPr/>
          </p:nvSpPr>
          <p:spPr>
            <a:xfrm>
              <a:off x="5574350" y="3422525"/>
              <a:ext cx="5150" cy="5775"/>
            </a:xfrm>
            <a:custGeom>
              <a:rect b="b" l="l" r="r" t="t"/>
              <a:pathLst>
                <a:path extrusionOk="0" h="231" w="206">
                  <a:moveTo>
                    <a:pt x="39" y="1"/>
                  </a:moveTo>
                  <a:lnTo>
                    <a:pt x="1" y="129"/>
                  </a:lnTo>
                  <a:lnTo>
                    <a:pt x="141" y="231"/>
                  </a:lnTo>
                  <a:lnTo>
                    <a:pt x="205" y="154"/>
                  </a:lnTo>
                  <a:lnTo>
                    <a:pt x="39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7" name="Google Shape;917;p60"/>
            <p:cNvSpPr/>
            <p:nvPr/>
          </p:nvSpPr>
          <p:spPr>
            <a:xfrm>
              <a:off x="5582675" y="3431800"/>
              <a:ext cx="11825" cy="13125"/>
            </a:xfrm>
            <a:custGeom>
              <a:rect b="b" l="l" r="r" t="t"/>
              <a:pathLst>
                <a:path extrusionOk="0" h="525" w="473">
                  <a:moveTo>
                    <a:pt x="51" y="1"/>
                  </a:moveTo>
                  <a:lnTo>
                    <a:pt x="0" y="26"/>
                  </a:lnTo>
                  <a:lnTo>
                    <a:pt x="38" y="128"/>
                  </a:lnTo>
                  <a:lnTo>
                    <a:pt x="38" y="282"/>
                  </a:lnTo>
                  <a:lnTo>
                    <a:pt x="205" y="243"/>
                  </a:lnTo>
                  <a:lnTo>
                    <a:pt x="205" y="435"/>
                  </a:lnTo>
                  <a:lnTo>
                    <a:pt x="332" y="525"/>
                  </a:lnTo>
                  <a:lnTo>
                    <a:pt x="473" y="525"/>
                  </a:lnTo>
                  <a:lnTo>
                    <a:pt x="332" y="320"/>
                  </a:lnTo>
                  <a:lnTo>
                    <a:pt x="243" y="282"/>
                  </a:lnTo>
                  <a:lnTo>
                    <a:pt x="205" y="154"/>
                  </a:lnTo>
                  <a:lnTo>
                    <a:pt x="51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8" name="Google Shape;918;p60"/>
            <p:cNvSpPr/>
            <p:nvPr/>
          </p:nvSpPr>
          <p:spPr>
            <a:xfrm>
              <a:off x="5553600" y="3378125"/>
              <a:ext cx="7050" cy="1950"/>
            </a:xfrm>
            <a:custGeom>
              <a:rect b="b" l="l" r="r" t="t"/>
              <a:pathLst>
                <a:path extrusionOk="0" h="78" w="282">
                  <a:moveTo>
                    <a:pt x="77" y="0"/>
                  </a:moveTo>
                  <a:lnTo>
                    <a:pt x="0" y="77"/>
                  </a:lnTo>
                  <a:lnTo>
                    <a:pt x="281" y="77"/>
                  </a:lnTo>
                  <a:lnTo>
                    <a:pt x="281" y="39"/>
                  </a:lnTo>
                  <a:lnTo>
                    <a:pt x="77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9" name="Google Shape;919;p60"/>
            <p:cNvSpPr/>
            <p:nvPr/>
          </p:nvSpPr>
          <p:spPr>
            <a:xfrm>
              <a:off x="5688425" y="3500825"/>
              <a:ext cx="212175" cy="57850"/>
            </a:xfrm>
            <a:custGeom>
              <a:rect b="b" l="l" r="r" t="t"/>
              <a:pathLst>
                <a:path extrusionOk="0" h="2314" w="8487">
                  <a:moveTo>
                    <a:pt x="665" y="0"/>
                  </a:moveTo>
                  <a:lnTo>
                    <a:pt x="448" y="256"/>
                  </a:lnTo>
                  <a:lnTo>
                    <a:pt x="563" y="460"/>
                  </a:lnTo>
                  <a:lnTo>
                    <a:pt x="346" y="588"/>
                  </a:lnTo>
                  <a:lnTo>
                    <a:pt x="205" y="741"/>
                  </a:lnTo>
                  <a:lnTo>
                    <a:pt x="103" y="614"/>
                  </a:lnTo>
                  <a:lnTo>
                    <a:pt x="1" y="741"/>
                  </a:lnTo>
                  <a:lnTo>
                    <a:pt x="282" y="793"/>
                  </a:lnTo>
                  <a:lnTo>
                    <a:pt x="384" y="818"/>
                  </a:lnTo>
                  <a:lnTo>
                    <a:pt x="525" y="716"/>
                  </a:lnTo>
                  <a:lnTo>
                    <a:pt x="742" y="844"/>
                  </a:lnTo>
                  <a:lnTo>
                    <a:pt x="857" y="793"/>
                  </a:lnTo>
                  <a:lnTo>
                    <a:pt x="882" y="844"/>
                  </a:lnTo>
                  <a:lnTo>
                    <a:pt x="1049" y="869"/>
                  </a:lnTo>
                  <a:lnTo>
                    <a:pt x="1074" y="984"/>
                  </a:lnTo>
                  <a:lnTo>
                    <a:pt x="972" y="1074"/>
                  </a:lnTo>
                  <a:lnTo>
                    <a:pt x="959" y="1202"/>
                  </a:lnTo>
                  <a:lnTo>
                    <a:pt x="1803" y="1329"/>
                  </a:lnTo>
                  <a:lnTo>
                    <a:pt x="2212" y="1534"/>
                  </a:lnTo>
                  <a:lnTo>
                    <a:pt x="2621" y="1572"/>
                  </a:lnTo>
                  <a:lnTo>
                    <a:pt x="2723" y="1457"/>
                  </a:lnTo>
                  <a:lnTo>
                    <a:pt x="3375" y="1483"/>
                  </a:lnTo>
                  <a:lnTo>
                    <a:pt x="4001" y="1649"/>
                  </a:lnTo>
                  <a:lnTo>
                    <a:pt x="4487" y="1905"/>
                  </a:lnTo>
                  <a:lnTo>
                    <a:pt x="5036" y="1943"/>
                  </a:lnTo>
                  <a:lnTo>
                    <a:pt x="5266" y="2020"/>
                  </a:lnTo>
                  <a:lnTo>
                    <a:pt x="5343" y="1968"/>
                  </a:lnTo>
                  <a:lnTo>
                    <a:pt x="5765" y="1968"/>
                  </a:lnTo>
                  <a:lnTo>
                    <a:pt x="5880" y="2032"/>
                  </a:lnTo>
                  <a:lnTo>
                    <a:pt x="6199" y="2058"/>
                  </a:lnTo>
                  <a:lnTo>
                    <a:pt x="6468" y="1892"/>
                  </a:lnTo>
                  <a:lnTo>
                    <a:pt x="7017" y="2186"/>
                  </a:lnTo>
                  <a:lnTo>
                    <a:pt x="7554" y="2313"/>
                  </a:lnTo>
                  <a:lnTo>
                    <a:pt x="7605" y="2262"/>
                  </a:lnTo>
                  <a:lnTo>
                    <a:pt x="7490" y="2237"/>
                  </a:lnTo>
                  <a:lnTo>
                    <a:pt x="7426" y="2096"/>
                  </a:lnTo>
                  <a:lnTo>
                    <a:pt x="7413" y="1917"/>
                  </a:lnTo>
                  <a:lnTo>
                    <a:pt x="7490" y="1853"/>
                  </a:lnTo>
                  <a:lnTo>
                    <a:pt x="7541" y="1943"/>
                  </a:lnTo>
                  <a:lnTo>
                    <a:pt x="7605" y="2058"/>
                  </a:lnTo>
                  <a:lnTo>
                    <a:pt x="7746" y="2058"/>
                  </a:lnTo>
                  <a:lnTo>
                    <a:pt x="7912" y="2186"/>
                  </a:lnTo>
                  <a:lnTo>
                    <a:pt x="8078" y="2313"/>
                  </a:lnTo>
                  <a:lnTo>
                    <a:pt x="8282" y="2186"/>
                  </a:lnTo>
                  <a:lnTo>
                    <a:pt x="8487" y="2058"/>
                  </a:lnTo>
                  <a:lnTo>
                    <a:pt x="8333" y="1841"/>
                  </a:lnTo>
                  <a:lnTo>
                    <a:pt x="8040" y="1738"/>
                  </a:lnTo>
                  <a:lnTo>
                    <a:pt x="7797" y="1853"/>
                  </a:lnTo>
                  <a:lnTo>
                    <a:pt x="7490" y="1828"/>
                  </a:lnTo>
                  <a:lnTo>
                    <a:pt x="7528" y="1547"/>
                  </a:lnTo>
                  <a:lnTo>
                    <a:pt x="7298" y="1508"/>
                  </a:lnTo>
                  <a:lnTo>
                    <a:pt x="7209" y="1380"/>
                  </a:lnTo>
                  <a:lnTo>
                    <a:pt x="7132" y="1496"/>
                  </a:lnTo>
                  <a:lnTo>
                    <a:pt x="6825" y="1508"/>
                  </a:lnTo>
                  <a:lnTo>
                    <a:pt x="6570" y="1547"/>
                  </a:lnTo>
                  <a:lnTo>
                    <a:pt x="6148" y="1329"/>
                  </a:lnTo>
                  <a:lnTo>
                    <a:pt x="6174" y="1163"/>
                  </a:lnTo>
                  <a:lnTo>
                    <a:pt x="6059" y="1074"/>
                  </a:lnTo>
                  <a:lnTo>
                    <a:pt x="6774" y="1074"/>
                  </a:lnTo>
                  <a:lnTo>
                    <a:pt x="7119" y="895"/>
                  </a:lnTo>
                  <a:lnTo>
                    <a:pt x="7234" y="805"/>
                  </a:lnTo>
                  <a:lnTo>
                    <a:pt x="6237" y="793"/>
                  </a:lnTo>
                  <a:lnTo>
                    <a:pt x="6161" y="908"/>
                  </a:lnTo>
                  <a:lnTo>
                    <a:pt x="6110" y="984"/>
                  </a:lnTo>
                  <a:lnTo>
                    <a:pt x="6097" y="997"/>
                  </a:lnTo>
                  <a:lnTo>
                    <a:pt x="6084" y="984"/>
                  </a:lnTo>
                  <a:lnTo>
                    <a:pt x="6071" y="959"/>
                  </a:lnTo>
                  <a:lnTo>
                    <a:pt x="6059" y="933"/>
                  </a:lnTo>
                  <a:lnTo>
                    <a:pt x="6007" y="869"/>
                  </a:lnTo>
                  <a:lnTo>
                    <a:pt x="5931" y="793"/>
                  </a:lnTo>
                  <a:lnTo>
                    <a:pt x="5471" y="793"/>
                  </a:lnTo>
                  <a:lnTo>
                    <a:pt x="5177" y="575"/>
                  </a:lnTo>
                  <a:lnTo>
                    <a:pt x="5177" y="703"/>
                  </a:lnTo>
                  <a:lnTo>
                    <a:pt x="4755" y="703"/>
                  </a:lnTo>
                  <a:lnTo>
                    <a:pt x="4704" y="396"/>
                  </a:lnTo>
                  <a:lnTo>
                    <a:pt x="4435" y="396"/>
                  </a:lnTo>
                  <a:lnTo>
                    <a:pt x="4320" y="793"/>
                  </a:lnTo>
                  <a:lnTo>
                    <a:pt x="3835" y="793"/>
                  </a:lnTo>
                  <a:lnTo>
                    <a:pt x="3605" y="741"/>
                  </a:lnTo>
                  <a:lnTo>
                    <a:pt x="3272" y="793"/>
                  </a:lnTo>
                  <a:lnTo>
                    <a:pt x="2966" y="793"/>
                  </a:lnTo>
                  <a:lnTo>
                    <a:pt x="2838" y="741"/>
                  </a:lnTo>
                  <a:lnTo>
                    <a:pt x="2646" y="396"/>
                  </a:lnTo>
                  <a:lnTo>
                    <a:pt x="1905" y="230"/>
                  </a:lnTo>
                  <a:lnTo>
                    <a:pt x="1726" y="0"/>
                  </a:lnTo>
                  <a:lnTo>
                    <a:pt x="1496" y="51"/>
                  </a:lnTo>
                  <a:lnTo>
                    <a:pt x="1061" y="51"/>
                  </a:lnTo>
                  <a:lnTo>
                    <a:pt x="755" y="102"/>
                  </a:lnTo>
                  <a:lnTo>
                    <a:pt x="665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0" name="Google Shape;920;p60"/>
            <p:cNvSpPr/>
            <p:nvPr/>
          </p:nvSpPr>
          <p:spPr>
            <a:xfrm>
              <a:off x="6440250" y="4194475"/>
              <a:ext cx="7050" cy="12175"/>
            </a:xfrm>
            <a:custGeom>
              <a:rect b="b" l="l" r="r" t="t"/>
              <a:pathLst>
                <a:path extrusionOk="0" h="487" w="282">
                  <a:moveTo>
                    <a:pt x="154" y="1"/>
                  </a:moveTo>
                  <a:lnTo>
                    <a:pt x="90" y="14"/>
                  </a:lnTo>
                  <a:lnTo>
                    <a:pt x="64" y="26"/>
                  </a:lnTo>
                  <a:lnTo>
                    <a:pt x="39" y="65"/>
                  </a:lnTo>
                  <a:lnTo>
                    <a:pt x="39" y="103"/>
                  </a:lnTo>
                  <a:lnTo>
                    <a:pt x="39" y="180"/>
                  </a:lnTo>
                  <a:lnTo>
                    <a:pt x="26" y="231"/>
                  </a:lnTo>
                  <a:lnTo>
                    <a:pt x="13" y="256"/>
                  </a:lnTo>
                  <a:lnTo>
                    <a:pt x="0" y="333"/>
                  </a:lnTo>
                  <a:lnTo>
                    <a:pt x="0" y="410"/>
                  </a:lnTo>
                  <a:lnTo>
                    <a:pt x="13" y="435"/>
                  </a:lnTo>
                  <a:lnTo>
                    <a:pt x="26" y="461"/>
                  </a:lnTo>
                  <a:lnTo>
                    <a:pt x="52" y="474"/>
                  </a:lnTo>
                  <a:lnTo>
                    <a:pt x="90" y="486"/>
                  </a:lnTo>
                  <a:lnTo>
                    <a:pt x="141" y="486"/>
                  </a:lnTo>
                  <a:lnTo>
                    <a:pt x="179" y="461"/>
                  </a:lnTo>
                  <a:lnTo>
                    <a:pt x="218" y="435"/>
                  </a:lnTo>
                  <a:lnTo>
                    <a:pt x="243" y="410"/>
                  </a:lnTo>
                  <a:lnTo>
                    <a:pt x="269" y="320"/>
                  </a:lnTo>
                  <a:lnTo>
                    <a:pt x="282" y="244"/>
                  </a:lnTo>
                  <a:lnTo>
                    <a:pt x="282" y="167"/>
                  </a:lnTo>
                  <a:lnTo>
                    <a:pt x="269" y="90"/>
                  </a:lnTo>
                  <a:lnTo>
                    <a:pt x="243" y="52"/>
                  </a:lnTo>
                  <a:lnTo>
                    <a:pt x="218" y="26"/>
                  </a:lnTo>
                  <a:lnTo>
                    <a:pt x="192" y="14"/>
                  </a:lnTo>
                  <a:lnTo>
                    <a:pt x="154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1" name="Google Shape;921;p60"/>
            <p:cNvSpPr/>
            <p:nvPr/>
          </p:nvSpPr>
          <p:spPr>
            <a:xfrm>
              <a:off x="6453675" y="4216850"/>
              <a:ext cx="64550" cy="69350"/>
            </a:xfrm>
            <a:custGeom>
              <a:rect b="b" l="l" r="r" t="t"/>
              <a:pathLst>
                <a:path extrusionOk="0" h="2774" w="2582">
                  <a:moveTo>
                    <a:pt x="115" y="0"/>
                  </a:moveTo>
                  <a:lnTo>
                    <a:pt x="51" y="103"/>
                  </a:lnTo>
                  <a:lnTo>
                    <a:pt x="13" y="218"/>
                  </a:lnTo>
                  <a:lnTo>
                    <a:pt x="0" y="320"/>
                  </a:lnTo>
                  <a:lnTo>
                    <a:pt x="0" y="422"/>
                  </a:lnTo>
                  <a:lnTo>
                    <a:pt x="13" y="537"/>
                  </a:lnTo>
                  <a:lnTo>
                    <a:pt x="39" y="639"/>
                  </a:lnTo>
                  <a:lnTo>
                    <a:pt x="77" y="755"/>
                  </a:lnTo>
                  <a:lnTo>
                    <a:pt x="128" y="857"/>
                  </a:lnTo>
                  <a:lnTo>
                    <a:pt x="230" y="1048"/>
                  </a:lnTo>
                  <a:lnTo>
                    <a:pt x="307" y="1240"/>
                  </a:lnTo>
                  <a:lnTo>
                    <a:pt x="332" y="1342"/>
                  </a:lnTo>
                  <a:lnTo>
                    <a:pt x="345" y="1445"/>
                  </a:lnTo>
                  <a:lnTo>
                    <a:pt x="358" y="1560"/>
                  </a:lnTo>
                  <a:lnTo>
                    <a:pt x="358" y="1675"/>
                  </a:lnTo>
                  <a:lnTo>
                    <a:pt x="358" y="1751"/>
                  </a:lnTo>
                  <a:lnTo>
                    <a:pt x="358" y="1841"/>
                  </a:lnTo>
                  <a:lnTo>
                    <a:pt x="384" y="1918"/>
                  </a:lnTo>
                  <a:lnTo>
                    <a:pt x="409" y="2007"/>
                  </a:lnTo>
                  <a:lnTo>
                    <a:pt x="448" y="2084"/>
                  </a:lnTo>
                  <a:lnTo>
                    <a:pt x="499" y="2173"/>
                  </a:lnTo>
                  <a:lnTo>
                    <a:pt x="614" y="2327"/>
                  </a:lnTo>
                  <a:lnTo>
                    <a:pt x="754" y="2467"/>
                  </a:lnTo>
                  <a:lnTo>
                    <a:pt x="895" y="2595"/>
                  </a:lnTo>
                  <a:lnTo>
                    <a:pt x="984" y="2633"/>
                  </a:lnTo>
                  <a:lnTo>
                    <a:pt x="1061" y="2684"/>
                  </a:lnTo>
                  <a:lnTo>
                    <a:pt x="1138" y="2710"/>
                  </a:lnTo>
                  <a:lnTo>
                    <a:pt x="1227" y="2736"/>
                  </a:lnTo>
                  <a:lnTo>
                    <a:pt x="1304" y="2761"/>
                  </a:lnTo>
                  <a:lnTo>
                    <a:pt x="1381" y="2774"/>
                  </a:lnTo>
                  <a:lnTo>
                    <a:pt x="1419" y="2761"/>
                  </a:lnTo>
                  <a:lnTo>
                    <a:pt x="1457" y="2748"/>
                  </a:lnTo>
                  <a:lnTo>
                    <a:pt x="1483" y="2710"/>
                  </a:lnTo>
                  <a:lnTo>
                    <a:pt x="1508" y="2646"/>
                  </a:lnTo>
                  <a:lnTo>
                    <a:pt x="1534" y="2531"/>
                  </a:lnTo>
                  <a:lnTo>
                    <a:pt x="1547" y="2505"/>
                  </a:lnTo>
                  <a:lnTo>
                    <a:pt x="1559" y="2493"/>
                  </a:lnTo>
                  <a:lnTo>
                    <a:pt x="1585" y="2480"/>
                  </a:lnTo>
                  <a:lnTo>
                    <a:pt x="1598" y="2493"/>
                  </a:lnTo>
                  <a:lnTo>
                    <a:pt x="1636" y="2518"/>
                  </a:lnTo>
                  <a:lnTo>
                    <a:pt x="1726" y="2608"/>
                  </a:lnTo>
                  <a:lnTo>
                    <a:pt x="1764" y="2633"/>
                  </a:lnTo>
                  <a:lnTo>
                    <a:pt x="1777" y="2633"/>
                  </a:lnTo>
                  <a:lnTo>
                    <a:pt x="1789" y="2620"/>
                  </a:lnTo>
                  <a:lnTo>
                    <a:pt x="1802" y="2518"/>
                  </a:lnTo>
                  <a:lnTo>
                    <a:pt x="1802" y="2403"/>
                  </a:lnTo>
                  <a:lnTo>
                    <a:pt x="1815" y="2339"/>
                  </a:lnTo>
                  <a:lnTo>
                    <a:pt x="1841" y="2288"/>
                  </a:lnTo>
                  <a:lnTo>
                    <a:pt x="1879" y="2237"/>
                  </a:lnTo>
                  <a:lnTo>
                    <a:pt x="1917" y="2173"/>
                  </a:lnTo>
                  <a:lnTo>
                    <a:pt x="1956" y="2212"/>
                  </a:lnTo>
                  <a:lnTo>
                    <a:pt x="1968" y="2263"/>
                  </a:lnTo>
                  <a:lnTo>
                    <a:pt x="1981" y="2352"/>
                  </a:lnTo>
                  <a:lnTo>
                    <a:pt x="1981" y="2403"/>
                  </a:lnTo>
                  <a:lnTo>
                    <a:pt x="2007" y="2429"/>
                  </a:lnTo>
                  <a:lnTo>
                    <a:pt x="2032" y="2454"/>
                  </a:lnTo>
                  <a:lnTo>
                    <a:pt x="2096" y="2454"/>
                  </a:lnTo>
                  <a:lnTo>
                    <a:pt x="2160" y="2442"/>
                  </a:lnTo>
                  <a:lnTo>
                    <a:pt x="2198" y="2429"/>
                  </a:lnTo>
                  <a:lnTo>
                    <a:pt x="2224" y="2390"/>
                  </a:lnTo>
                  <a:lnTo>
                    <a:pt x="2237" y="2365"/>
                  </a:lnTo>
                  <a:lnTo>
                    <a:pt x="2224" y="2275"/>
                  </a:lnTo>
                  <a:lnTo>
                    <a:pt x="2198" y="2199"/>
                  </a:lnTo>
                  <a:lnTo>
                    <a:pt x="2198" y="2135"/>
                  </a:lnTo>
                  <a:lnTo>
                    <a:pt x="2211" y="2084"/>
                  </a:lnTo>
                  <a:lnTo>
                    <a:pt x="2237" y="1981"/>
                  </a:lnTo>
                  <a:lnTo>
                    <a:pt x="2275" y="1815"/>
                  </a:lnTo>
                  <a:lnTo>
                    <a:pt x="2339" y="1662"/>
                  </a:lnTo>
                  <a:lnTo>
                    <a:pt x="2454" y="1342"/>
                  </a:lnTo>
                  <a:lnTo>
                    <a:pt x="2518" y="1176"/>
                  </a:lnTo>
                  <a:lnTo>
                    <a:pt x="2556" y="1010"/>
                  </a:lnTo>
                  <a:lnTo>
                    <a:pt x="2582" y="844"/>
                  </a:lnTo>
                  <a:lnTo>
                    <a:pt x="2582" y="755"/>
                  </a:lnTo>
                  <a:lnTo>
                    <a:pt x="2569" y="665"/>
                  </a:lnTo>
                  <a:lnTo>
                    <a:pt x="2556" y="563"/>
                  </a:lnTo>
                  <a:lnTo>
                    <a:pt x="2544" y="486"/>
                  </a:lnTo>
                  <a:lnTo>
                    <a:pt x="2518" y="422"/>
                  </a:lnTo>
                  <a:lnTo>
                    <a:pt x="2480" y="384"/>
                  </a:lnTo>
                  <a:lnTo>
                    <a:pt x="2441" y="358"/>
                  </a:lnTo>
                  <a:lnTo>
                    <a:pt x="2377" y="333"/>
                  </a:lnTo>
                  <a:lnTo>
                    <a:pt x="2211" y="333"/>
                  </a:lnTo>
                  <a:lnTo>
                    <a:pt x="2096" y="346"/>
                  </a:lnTo>
                  <a:lnTo>
                    <a:pt x="1994" y="384"/>
                  </a:lnTo>
                  <a:lnTo>
                    <a:pt x="1892" y="409"/>
                  </a:lnTo>
                  <a:lnTo>
                    <a:pt x="1789" y="435"/>
                  </a:lnTo>
                  <a:lnTo>
                    <a:pt x="1687" y="461"/>
                  </a:lnTo>
                  <a:lnTo>
                    <a:pt x="1585" y="499"/>
                  </a:lnTo>
                  <a:lnTo>
                    <a:pt x="1381" y="550"/>
                  </a:lnTo>
                  <a:lnTo>
                    <a:pt x="1278" y="576"/>
                  </a:lnTo>
                  <a:lnTo>
                    <a:pt x="1176" y="576"/>
                  </a:lnTo>
                  <a:lnTo>
                    <a:pt x="1074" y="563"/>
                  </a:lnTo>
                  <a:lnTo>
                    <a:pt x="959" y="512"/>
                  </a:lnTo>
                  <a:lnTo>
                    <a:pt x="754" y="397"/>
                  </a:lnTo>
                  <a:lnTo>
                    <a:pt x="537" y="269"/>
                  </a:lnTo>
                  <a:lnTo>
                    <a:pt x="115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2" name="Google Shape;922;p60"/>
            <p:cNvSpPr/>
            <p:nvPr/>
          </p:nvSpPr>
          <p:spPr>
            <a:xfrm>
              <a:off x="5483925" y="3265025"/>
              <a:ext cx="221150" cy="237100"/>
            </a:xfrm>
            <a:custGeom>
              <a:rect b="b" l="l" r="r" t="t"/>
              <a:pathLst>
                <a:path extrusionOk="0" h="9484" w="8846">
                  <a:moveTo>
                    <a:pt x="1" y="0"/>
                  </a:moveTo>
                  <a:lnTo>
                    <a:pt x="141" y="269"/>
                  </a:lnTo>
                  <a:lnTo>
                    <a:pt x="78" y="435"/>
                  </a:lnTo>
                  <a:lnTo>
                    <a:pt x="231" y="601"/>
                  </a:lnTo>
                  <a:lnTo>
                    <a:pt x="333" y="844"/>
                  </a:lnTo>
                  <a:lnTo>
                    <a:pt x="908" y="1329"/>
                  </a:lnTo>
                  <a:lnTo>
                    <a:pt x="1177" y="1687"/>
                  </a:lnTo>
                  <a:lnTo>
                    <a:pt x="1458" y="1687"/>
                  </a:lnTo>
                  <a:lnTo>
                    <a:pt x="1739" y="1994"/>
                  </a:lnTo>
                  <a:lnTo>
                    <a:pt x="1880" y="2313"/>
                  </a:lnTo>
                  <a:lnTo>
                    <a:pt x="2020" y="2313"/>
                  </a:lnTo>
                  <a:lnTo>
                    <a:pt x="2135" y="2812"/>
                  </a:lnTo>
                  <a:lnTo>
                    <a:pt x="2250" y="2863"/>
                  </a:lnTo>
                  <a:lnTo>
                    <a:pt x="2365" y="2863"/>
                  </a:lnTo>
                  <a:lnTo>
                    <a:pt x="2646" y="3067"/>
                  </a:lnTo>
                  <a:lnTo>
                    <a:pt x="2774" y="3067"/>
                  </a:lnTo>
                  <a:lnTo>
                    <a:pt x="2928" y="3323"/>
                  </a:lnTo>
                  <a:lnTo>
                    <a:pt x="3043" y="3323"/>
                  </a:lnTo>
                  <a:lnTo>
                    <a:pt x="2992" y="3413"/>
                  </a:lnTo>
                  <a:lnTo>
                    <a:pt x="3183" y="3988"/>
                  </a:lnTo>
                  <a:lnTo>
                    <a:pt x="3311" y="4512"/>
                  </a:lnTo>
                  <a:lnTo>
                    <a:pt x="3669" y="4563"/>
                  </a:lnTo>
                  <a:lnTo>
                    <a:pt x="3771" y="4716"/>
                  </a:lnTo>
                  <a:lnTo>
                    <a:pt x="3771" y="4921"/>
                  </a:lnTo>
                  <a:lnTo>
                    <a:pt x="3976" y="5036"/>
                  </a:lnTo>
                  <a:lnTo>
                    <a:pt x="4321" y="5419"/>
                  </a:lnTo>
                  <a:lnTo>
                    <a:pt x="4321" y="5585"/>
                  </a:lnTo>
                  <a:lnTo>
                    <a:pt x="4359" y="5739"/>
                  </a:lnTo>
                  <a:lnTo>
                    <a:pt x="4474" y="5739"/>
                  </a:lnTo>
                  <a:lnTo>
                    <a:pt x="4755" y="6301"/>
                  </a:lnTo>
                  <a:lnTo>
                    <a:pt x="4653" y="6442"/>
                  </a:lnTo>
                  <a:lnTo>
                    <a:pt x="4934" y="6851"/>
                  </a:lnTo>
                  <a:lnTo>
                    <a:pt x="5075" y="6851"/>
                  </a:lnTo>
                  <a:lnTo>
                    <a:pt x="5267" y="7336"/>
                  </a:lnTo>
                  <a:lnTo>
                    <a:pt x="5867" y="7668"/>
                  </a:lnTo>
                  <a:lnTo>
                    <a:pt x="5867" y="7860"/>
                  </a:lnTo>
                  <a:lnTo>
                    <a:pt x="6302" y="8244"/>
                  </a:lnTo>
                  <a:lnTo>
                    <a:pt x="6327" y="8320"/>
                  </a:lnTo>
                  <a:lnTo>
                    <a:pt x="6493" y="8359"/>
                  </a:lnTo>
                  <a:lnTo>
                    <a:pt x="6698" y="8576"/>
                  </a:lnTo>
                  <a:lnTo>
                    <a:pt x="6890" y="8678"/>
                  </a:lnTo>
                  <a:lnTo>
                    <a:pt x="7171" y="8832"/>
                  </a:lnTo>
                  <a:lnTo>
                    <a:pt x="7171" y="8921"/>
                  </a:lnTo>
                  <a:lnTo>
                    <a:pt x="7350" y="9100"/>
                  </a:lnTo>
                  <a:lnTo>
                    <a:pt x="7516" y="9279"/>
                  </a:lnTo>
                  <a:lnTo>
                    <a:pt x="7759" y="9483"/>
                  </a:lnTo>
                  <a:lnTo>
                    <a:pt x="7835" y="9445"/>
                  </a:lnTo>
                  <a:lnTo>
                    <a:pt x="7695" y="9164"/>
                  </a:lnTo>
                  <a:lnTo>
                    <a:pt x="7759" y="9113"/>
                  </a:lnTo>
                  <a:lnTo>
                    <a:pt x="8117" y="9381"/>
                  </a:lnTo>
                  <a:lnTo>
                    <a:pt x="8193" y="9304"/>
                  </a:lnTo>
                  <a:lnTo>
                    <a:pt x="8193" y="9177"/>
                  </a:lnTo>
                  <a:lnTo>
                    <a:pt x="8219" y="9138"/>
                  </a:lnTo>
                  <a:lnTo>
                    <a:pt x="8232" y="9113"/>
                  </a:lnTo>
                  <a:lnTo>
                    <a:pt x="8244" y="9100"/>
                  </a:lnTo>
                  <a:lnTo>
                    <a:pt x="8359" y="9202"/>
                  </a:lnTo>
                  <a:lnTo>
                    <a:pt x="8449" y="9304"/>
                  </a:lnTo>
                  <a:lnTo>
                    <a:pt x="8449" y="9368"/>
                  </a:lnTo>
                  <a:lnTo>
                    <a:pt x="8602" y="9407"/>
                  </a:lnTo>
                  <a:lnTo>
                    <a:pt x="8717" y="8921"/>
                  </a:lnTo>
                  <a:lnTo>
                    <a:pt x="8756" y="8729"/>
                  </a:lnTo>
                  <a:lnTo>
                    <a:pt x="8807" y="8691"/>
                  </a:lnTo>
                  <a:lnTo>
                    <a:pt x="8743" y="8563"/>
                  </a:lnTo>
                  <a:lnTo>
                    <a:pt x="8807" y="8282"/>
                  </a:lnTo>
                  <a:lnTo>
                    <a:pt x="8666" y="8103"/>
                  </a:lnTo>
                  <a:lnTo>
                    <a:pt x="8845" y="7771"/>
                  </a:lnTo>
                  <a:lnTo>
                    <a:pt x="8679" y="7681"/>
                  </a:lnTo>
                  <a:lnTo>
                    <a:pt x="8845" y="7336"/>
                  </a:lnTo>
                  <a:lnTo>
                    <a:pt x="8845" y="7081"/>
                  </a:lnTo>
                  <a:lnTo>
                    <a:pt x="8653" y="7042"/>
                  </a:lnTo>
                  <a:lnTo>
                    <a:pt x="8641" y="6902"/>
                  </a:lnTo>
                  <a:lnTo>
                    <a:pt x="8513" y="6825"/>
                  </a:lnTo>
                  <a:lnTo>
                    <a:pt x="8513" y="6595"/>
                  </a:lnTo>
                  <a:lnTo>
                    <a:pt x="8334" y="6582"/>
                  </a:lnTo>
                  <a:lnTo>
                    <a:pt x="8219" y="6518"/>
                  </a:lnTo>
                  <a:lnTo>
                    <a:pt x="8091" y="6569"/>
                  </a:lnTo>
                  <a:lnTo>
                    <a:pt x="7938" y="6557"/>
                  </a:lnTo>
                  <a:lnTo>
                    <a:pt x="7835" y="6646"/>
                  </a:lnTo>
                  <a:lnTo>
                    <a:pt x="7925" y="6416"/>
                  </a:lnTo>
                  <a:lnTo>
                    <a:pt x="7899" y="6288"/>
                  </a:lnTo>
                  <a:lnTo>
                    <a:pt x="7759" y="6301"/>
                  </a:lnTo>
                  <a:lnTo>
                    <a:pt x="7733" y="6186"/>
                  </a:lnTo>
                  <a:lnTo>
                    <a:pt x="7644" y="6160"/>
                  </a:lnTo>
                  <a:lnTo>
                    <a:pt x="7554" y="5547"/>
                  </a:lnTo>
                  <a:lnTo>
                    <a:pt x="7375" y="5509"/>
                  </a:lnTo>
                  <a:lnTo>
                    <a:pt x="7184" y="5432"/>
                  </a:lnTo>
                  <a:lnTo>
                    <a:pt x="7094" y="5521"/>
                  </a:lnTo>
                  <a:lnTo>
                    <a:pt x="6647" y="5240"/>
                  </a:lnTo>
                  <a:lnTo>
                    <a:pt x="6724" y="5100"/>
                  </a:lnTo>
                  <a:lnTo>
                    <a:pt x="6851" y="5087"/>
                  </a:lnTo>
                  <a:lnTo>
                    <a:pt x="6902" y="4946"/>
                  </a:lnTo>
                  <a:lnTo>
                    <a:pt x="6979" y="4933"/>
                  </a:lnTo>
                  <a:lnTo>
                    <a:pt x="6839" y="4844"/>
                  </a:lnTo>
                  <a:lnTo>
                    <a:pt x="6851" y="4742"/>
                  </a:lnTo>
                  <a:lnTo>
                    <a:pt x="7043" y="4652"/>
                  </a:lnTo>
                  <a:lnTo>
                    <a:pt x="6954" y="4397"/>
                  </a:lnTo>
                  <a:lnTo>
                    <a:pt x="6698" y="4205"/>
                  </a:lnTo>
                  <a:lnTo>
                    <a:pt x="6391" y="4448"/>
                  </a:lnTo>
                  <a:lnTo>
                    <a:pt x="6493" y="4205"/>
                  </a:lnTo>
                  <a:lnTo>
                    <a:pt x="6404" y="4090"/>
                  </a:lnTo>
                  <a:lnTo>
                    <a:pt x="6046" y="4090"/>
                  </a:lnTo>
                  <a:lnTo>
                    <a:pt x="5957" y="4013"/>
                  </a:lnTo>
                  <a:lnTo>
                    <a:pt x="6059" y="4064"/>
                  </a:lnTo>
                  <a:lnTo>
                    <a:pt x="6442" y="4077"/>
                  </a:lnTo>
                  <a:lnTo>
                    <a:pt x="6493" y="4052"/>
                  </a:lnTo>
                  <a:lnTo>
                    <a:pt x="6276" y="3885"/>
                  </a:lnTo>
                  <a:lnTo>
                    <a:pt x="6519" y="4026"/>
                  </a:lnTo>
                  <a:lnTo>
                    <a:pt x="6545" y="3962"/>
                  </a:lnTo>
                  <a:lnTo>
                    <a:pt x="6289" y="3758"/>
                  </a:lnTo>
                  <a:lnTo>
                    <a:pt x="6200" y="3732"/>
                  </a:lnTo>
                  <a:lnTo>
                    <a:pt x="6084" y="3834"/>
                  </a:lnTo>
                  <a:lnTo>
                    <a:pt x="6200" y="3860"/>
                  </a:lnTo>
                  <a:lnTo>
                    <a:pt x="6097" y="3860"/>
                  </a:lnTo>
                  <a:lnTo>
                    <a:pt x="6021" y="3783"/>
                  </a:lnTo>
                  <a:lnTo>
                    <a:pt x="5982" y="3834"/>
                  </a:lnTo>
                  <a:lnTo>
                    <a:pt x="6021" y="3911"/>
                  </a:lnTo>
                  <a:lnTo>
                    <a:pt x="5906" y="3975"/>
                  </a:lnTo>
                  <a:lnTo>
                    <a:pt x="5906" y="3975"/>
                  </a:lnTo>
                  <a:lnTo>
                    <a:pt x="5982" y="3885"/>
                  </a:lnTo>
                  <a:lnTo>
                    <a:pt x="5944" y="3822"/>
                  </a:lnTo>
                  <a:lnTo>
                    <a:pt x="6021" y="3694"/>
                  </a:lnTo>
                  <a:lnTo>
                    <a:pt x="6008" y="3425"/>
                  </a:lnTo>
                  <a:lnTo>
                    <a:pt x="5867" y="3413"/>
                  </a:lnTo>
                  <a:lnTo>
                    <a:pt x="5663" y="3349"/>
                  </a:lnTo>
                  <a:lnTo>
                    <a:pt x="5612" y="3387"/>
                  </a:lnTo>
                  <a:lnTo>
                    <a:pt x="5675" y="3489"/>
                  </a:lnTo>
                  <a:lnTo>
                    <a:pt x="5867" y="3515"/>
                  </a:lnTo>
                  <a:lnTo>
                    <a:pt x="5969" y="3643"/>
                  </a:lnTo>
                  <a:lnTo>
                    <a:pt x="5854" y="3540"/>
                  </a:lnTo>
                  <a:lnTo>
                    <a:pt x="5739" y="3540"/>
                  </a:lnTo>
                  <a:lnTo>
                    <a:pt x="5739" y="3745"/>
                  </a:lnTo>
                  <a:lnTo>
                    <a:pt x="5842" y="3591"/>
                  </a:lnTo>
                  <a:lnTo>
                    <a:pt x="5803" y="3719"/>
                  </a:lnTo>
                  <a:lnTo>
                    <a:pt x="5765" y="3783"/>
                  </a:lnTo>
                  <a:lnTo>
                    <a:pt x="5842" y="3924"/>
                  </a:lnTo>
                  <a:lnTo>
                    <a:pt x="5714" y="3783"/>
                  </a:lnTo>
                  <a:lnTo>
                    <a:pt x="5688" y="3528"/>
                  </a:lnTo>
                  <a:lnTo>
                    <a:pt x="5599" y="3489"/>
                  </a:lnTo>
                  <a:lnTo>
                    <a:pt x="5420" y="3323"/>
                  </a:lnTo>
                  <a:lnTo>
                    <a:pt x="5305" y="3285"/>
                  </a:lnTo>
                  <a:lnTo>
                    <a:pt x="5420" y="3131"/>
                  </a:lnTo>
                  <a:lnTo>
                    <a:pt x="5343" y="2978"/>
                  </a:lnTo>
                  <a:lnTo>
                    <a:pt x="5215" y="3016"/>
                  </a:lnTo>
                  <a:lnTo>
                    <a:pt x="5126" y="3004"/>
                  </a:lnTo>
                  <a:lnTo>
                    <a:pt x="5126" y="3182"/>
                  </a:lnTo>
                  <a:lnTo>
                    <a:pt x="5228" y="3259"/>
                  </a:lnTo>
                  <a:lnTo>
                    <a:pt x="5279" y="3259"/>
                  </a:lnTo>
                  <a:lnTo>
                    <a:pt x="5190" y="3285"/>
                  </a:lnTo>
                  <a:lnTo>
                    <a:pt x="5126" y="3246"/>
                  </a:lnTo>
                  <a:lnTo>
                    <a:pt x="4998" y="3272"/>
                  </a:lnTo>
                  <a:lnTo>
                    <a:pt x="4998" y="3272"/>
                  </a:lnTo>
                  <a:lnTo>
                    <a:pt x="5062" y="3016"/>
                  </a:lnTo>
                  <a:lnTo>
                    <a:pt x="4947" y="2927"/>
                  </a:lnTo>
                  <a:lnTo>
                    <a:pt x="4845" y="2825"/>
                  </a:lnTo>
                  <a:lnTo>
                    <a:pt x="4755" y="2799"/>
                  </a:lnTo>
                  <a:lnTo>
                    <a:pt x="4627" y="2901"/>
                  </a:lnTo>
                  <a:lnTo>
                    <a:pt x="4679" y="3042"/>
                  </a:lnTo>
                  <a:lnTo>
                    <a:pt x="4538" y="2940"/>
                  </a:lnTo>
                  <a:lnTo>
                    <a:pt x="4423" y="2927"/>
                  </a:lnTo>
                  <a:lnTo>
                    <a:pt x="4270" y="2774"/>
                  </a:lnTo>
                  <a:lnTo>
                    <a:pt x="4270" y="2633"/>
                  </a:lnTo>
                  <a:lnTo>
                    <a:pt x="4129" y="2454"/>
                  </a:lnTo>
                  <a:lnTo>
                    <a:pt x="4040" y="2531"/>
                  </a:lnTo>
                  <a:lnTo>
                    <a:pt x="3976" y="2428"/>
                  </a:lnTo>
                  <a:lnTo>
                    <a:pt x="3976" y="2275"/>
                  </a:lnTo>
                  <a:lnTo>
                    <a:pt x="3771" y="2096"/>
                  </a:lnTo>
                  <a:lnTo>
                    <a:pt x="3656" y="2071"/>
                  </a:lnTo>
                  <a:lnTo>
                    <a:pt x="3209" y="1738"/>
                  </a:lnTo>
                  <a:lnTo>
                    <a:pt x="3107" y="1713"/>
                  </a:lnTo>
                  <a:lnTo>
                    <a:pt x="2992" y="1687"/>
                  </a:lnTo>
                  <a:lnTo>
                    <a:pt x="2940" y="1521"/>
                  </a:lnTo>
                  <a:lnTo>
                    <a:pt x="2646" y="1368"/>
                  </a:lnTo>
                  <a:lnTo>
                    <a:pt x="2557" y="1304"/>
                  </a:lnTo>
                  <a:lnTo>
                    <a:pt x="2583" y="1253"/>
                  </a:lnTo>
                  <a:lnTo>
                    <a:pt x="2608" y="1189"/>
                  </a:lnTo>
                  <a:lnTo>
                    <a:pt x="2595" y="1061"/>
                  </a:lnTo>
                  <a:lnTo>
                    <a:pt x="2391" y="1010"/>
                  </a:lnTo>
                  <a:lnTo>
                    <a:pt x="2353" y="793"/>
                  </a:lnTo>
                  <a:lnTo>
                    <a:pt x="1969" y="435"/>
                  </a:lnTo>
                  <a:lnTo>
                    <a:pt x="1675" y="537"/>
                  </a:lnTo>
                  <a:lnTo>
                    <a:pt x="1509" y="384"/>
                  </a:lnTo>
                  <a:lnTo>
                    <a:pt x="1036" y="460"/>
                  </a:lnTo>
                  <a:lnTo>
                    <a:pt x="755" y="384"/>
                  </a:lnTo>
                  <a:lnTo>
                    <a:pt x="589" y="153"/>
                  </a:lnTo>
                  <a:lnTo>
                    <a:pt x="167" y="153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3" name="Google Shape;923;p60"/>
            <p:cNvSpPr/>
            <p:nvPr/>
          </p:nvSpPr>
          <p:spPr>
            <a:xfrm>
              <a:off x="6328100" y="2163325"/>
              <a:ext cx="18225" cy="12500"/>
            </a:xfrm>
            <a:custGeom>
              <a:rect b="b" l="l" r="r" t="t"/>
              <a:pathLst>
                <a:path extrusionOk="0" h="500" w="729">
                  <a:moveTo>
                    <a:pt x="320" y="1"/>
                  </a:moveTo>
                  <a:lnTo>
                    <a:pt x="0" y="295"/>
                  </a:lnTo>
                  <a:lnTo>
                    <a:pt x="90" y="448"/>
                  </a:lnTo>
                  <a:lnTo>
                    <a:pt x="320" y="333"/>
                  </a:lnTo>
                  <a:lnTo>
                    <a:pt x="345" y="448"/>
                  </a:lnTo>
                  <a:lnTo>
                    <a:pt x="550" y="499"/>
                  </a:lnTo>
                  <a:lnTo>
                    <a:pt x="729" y="256"/>
                  </a:lnTo>
                  <a:lnTo>
                    <a:pt x="550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4" name="Google Shape;924;p60"/>
            <p:cNvSpPr/>
            <p:nvPr/>
          </p:nvSpPr>
          <p:spPr>
            <a:xfrm>
              <a:off x="2112725" y="2872650"/>
              <a:ext cx="13125" cy="13450"/>
            </a:xfrm>
            <a:custGeom>
              <a:rect b="b" l="l" r="r" t="t"/>
              <a:pathLst>
                <a:path extrusionOk="0" h="538" w="525">
                  <a:moveTo>
                    <a:pt x="0" y="1"/>
                  </a:moveTo>
                  <a:lnTo>
                    <a:pt x="486" y="205"/>
                  </a:lnTo>
                  <a:lnTo>
                    <a:pt x="396" y="537"/>
                  </a:lnTo>
                  <a:lnTo>
                    <a:pt x="524" y="537"/>
                  </a:lnTo>
                  <a:lnTo>
                    <a:pt x="524" y="10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5" name="Google Shape;925;p60"/>
            <p:cNvSpPr/>
            <p:nvPr/>
          </p:nvSpPr>
          <p:spPr>
            <a:xfrm>
              <a:off x="2065100" y="3136250"/>
              <a:ext cx="264600" cy="352450"/>
            </a:xfrm>
            <a:custGeom>
              <a:rect b="b" l="l" r="r" t="t"/>
              <a:pathLst>
                <a:path extrusionOk="0" h="14098" w="10584">
                  <a:moveTo>
                    <a:pt x="7171" y="1"/>
                  </a:moveTo>
                  <a:lnTo>
                    <a:pt x="6915" y="39"/>
                  </a:lnTo>
                  <a:lnTo>
                    <a:pt x="6596" y="192"/>
                  </a:lnTo>
                  <a:lnTo>
                    <a:pt x="6455" y="461"/>
                  </a:lnTo>
                  <a:lnTo>
                    <a:pt x="5484" y="946"/>
                  </a:lnTo>
                  <a:lnTo>
                    <a:pt x="4666" y="908"/>
                  </a:lnTo>
                  <a:lnTo>
                    <a:pt x="4487" y="1240"/>
                  </a:lnTo>
                  <a:lnTo>
                    <a:pt x="4142" y="1112"/>
                  </a:lnTo>
                  <a:lnTo>
                    <a:pt x="3400" y="1598"/>
                  </a:lnTo>
                  <a:lnTo>
                    <a:pt x="3298" y="2199"/>
                  </a:lnTo>
                  <a:lnTo>
                    <a:pt x="3388" y="2365"/>
                  </a:lnTo>
                  <a:lnTo>
                    <a:pt x="3209" y="2544"/>
                  </a:lnTo>
                  <a:lnTo>
                    <a:pt x="3030" y="2557"/>
                  </a:lnTo>
                  <a:lnTo>
                    <a:pt x="2199" y="3183"/>
                  </a:lnTo>
                  <a:lnTo>
                    <a:pt x="2352" y="3643"/>
                  </a:lnTo>
                  <a:lnTo>
                    <a:pt x="2122" y="3745"/>
                  </a:lnTo>
                  <a:lnTo>
                    <a:pt x="1752" y="3221"/>
                  </a:lnTo>
                  <a:lnTo>
                    <a:pt x="1713" y="3272"/>
                  </a:lnTo>
                  <a:lnTo>
                    <a:pt x="1931" y="3656"/>
                  </a:lnTo>
                  <a:lnTo>
                    <a:pt x="1931" y="3681"/>
                  </a:lnTo>
                  <a:lnTo>
                    <a:pt x="1931" y="3694"/>
                  </a:lnTo>
                  <a:lnTo>
                    <a:pt x="1611" y="4090"/>
                  </a:lnTo>
                  <a:lnTo>
                    <a:pt x="1586" y="4103"/>
                  </a:lnTo>
                  <a:lnTo>
                    <a:pt x="1547" y="4090"/>
                  </a:lnTo>
                  <a:lnTo>
                    <a:pt x="1407" y="3963"/>
                  </a:lnTo>
                  <a:lnTo>
                    <a:pt x="1202" y="4346"/>
                  </a:lnTo>
                  <a:lnTo>
                    <a:pt x="1496" y="4793"/>
                  </a:lnTo>
                  <a:lnTo>
                    <a:pt x="1713" y="4832"/>
                  </a:lnTo>
                  <a:lnTo>
                    <a:pt x="1547" y="5189"/>
                  </a:lnTo>
                  <a:lnTo>
                    <a:pt x="1790" y="5598"/>
                  </a:lnTo>
                  <a:lnTo>
                    <a:pt x="1586" y="5739"/>
                  </a:lnTo>
                  <a:lnTo>
                    <a:pt x="1471" y="7055"/>
                  </a:lnTo>
                  <a:lnTo>
                    <a:pt x="1713" y="7324"/>
                  </a:lnTo>
                  <a:lnTo>
                    <a:pt x="1010" y="8308"/>
                  </a:lnTo>
                  <a:lnTo>
                    <a:pt x="525" y="8423"/>
                  </a:lnTo>
                  <a:lnTo>
                    <a:pt x="308" y="8691"/>
                  </a:lnTo>
                  <a:lnTo>
                    <a:pt x="384" y="9024"/>
                  </a:lnTo>
                  <a:lnTo>
                    <a:pt x="129" y="9024"/>
                  </a:lnTo>
                  <a:lnTo>
                    <a:pt x="1" y="9177"/>
                  </a:lnTo>
                  <a:lnTo>
                    <a:pt x="129" y="9292"/>
                  </a:lnTo>
                  <a:lnTo>
                    <a:pt x="167" y="9305"/>
                  </a:lnTo>
                  <a:lnTo>
                    <a:pt x="180" y="9305"/>
                  </a:lnTo>
                  <a:lnTo>
                    <a:pt x="1253" y="9816"/>
                  </a:lnTo>
                  <a:lnTo>
                    <a:pt x="1279" y="9842"/>
                  </a:lnTo>
                  <a:lnTo>
                    <a:pt x="1419" y="10161"/>
                  </a:lnTo>
                  <a:lnTo>
                    <a:pt x="2225" y="10289"/>
                  </a:lnTo>
                  <a:lnTo>
                    <a:pt x="2301" y="10123"/>
                  </a:lnTo>
                  <a:lnTo>
                    <a:pt x="2327" y="10097"/>
                  </a:lnTo>
                  <a:lnTo>
                    <a:pt x="2365" y="10110"/>
                  </a:lnTo>
                  <a:lnTo>
                    <a:pt x="2940" y="10545"/>
                  </a:lnTo>
                  <a:lnTo>
                    <a:pt x="3234" y="10468"/>
                  </a:lnTo>
                  <a:lnTo>
                    <a:pt x="3260" y="10481"/>
                  </a:lnTo>
                  <a:lnTo>
                    <a:pt x="3988" y="10851"/>
                  </a:lnTo>
                  <a:lnTo>
                    <a:pt x="4001" y="10864"/>
                  </a:lnTo>
                  <a:lnTo>
                    <a:pt x="4001" y="10877"/>
                  </a:lnTo>
                  <a:lnTo>
                    <a:pt x="4078" y="11273"/>
                  </a:lnTo>
                  <a:lnTo>
                    <a:pt x="4627" y="11593"/>
                  </a:lnTo>
                  <a:lnTo>
                    <a:pt x="4640" y="11605"/>
                  </a:lnTo>
                  <a:lnTo>
                    <a:pt x="4794" y="12014"/>
                  </a:lnTo>
                  <a:lnTo>
                    <a:pt x="5075" y="12065"/>
                  </a:lnTo>
                  <a:lnTo>
                    <a:pt x="5100" y="12078"/>
                  </a:lnTo>
                  <a:lnTo>
                    <a:pt x="5100" y="12104"/>
                  </a:lnTo>
                  <a:lnTo>
                    <a:pt x="5075" y="12449"/>
                  </a:lnTo>
                  <a:lnTo>
                    <a:pt x="5330" y="12641"/>
                  </a:lnTo>
                  <a:lnTo>
                    <a:pt x="5612" y="12526"/>
                  </a:lnTo>
                  <a:lnTo>
                    <a:pt x="5624" y="12513"/>
                  </a:lnTo>
                  <a:lnTo>
                    <a:pt x="6008" y="12526"/>
                  </a:lnTo>
                  <a:lnTo>
                    <a:pt x="6327" y="12270"/>
                  </a:lnTo>
                  <a:lnTo>
                    <a:pt x="6353" y="12257"/>
                  </a:lnTo>
                  <a:lnTo>
                    <a:pt x="6378" y="12270"/>
                  </a:lnTo>
                  <a:lnTo>
                    <a:pt x="6736" y="12513"/>
                  </a:lnTo>
                  <a:lnTo>
                    <a:pt x="6979" y="12359"/>
                  </a:lnTo>
                  <a:lnTo>
                    <a:pt x="7005" y="12347"/>
                  </a:lnTo>
                  <a:lnTo>
                    <a:pt x="7017" y="12359"/>
                  </a:lnTo>
                  <a:lnTo>
                    <a:pt x="7733" y="12807"/>
                  </a:lnTo>
                  <a:lnTo>
                    <a:pt x="7746" y="12832"/>
                  </a:lnTo>
                  <a:lnTo>
                    <a:pt x="7746" y="12871"/>
                  </a:lnTo>
                  <a:lnTo>
                    <a:pt x="7158" y="13637"/>
                  </a:lnTo>
                  <a:lnTo>
                    <a:pt x="7222" y="13740"/>
                  </a:lnTo>
                  <a:lnTo>
                    <a:pt x="7452" y="13752"/>
                  </a:lnTo>
                  <a:lnTo>
                    <a:pt x="7478" y="13752"/>
                  </a:lnTo>
                  <a:lnTo>
                    <a:pt x="7490" y="13765"/>
                  </a:lnTo>
                  <a:lnTo>
                    <a:pt x="7708" y="14098"/>
                  </a:lnTo>
                  <a:lnTo>
                    <a:pt x="8308" y="11452"/>
                  </a:lnTo>
                  <a:lnTo>
                    <a:pt x="8129" y="11196"/>
                  </a:lnTo>
                  <a:lnTo>
                    <a:pt x="8117" y="11171"/>
                  </a:lnTo>
                  <a:lnTo>
                    <a:pt x="8155" y="10954"/>
                  </a:lnTo>
                  <a:lnTo>
                    <a:pt x="7784" y="10698"/>
                  </a:lnTo>
                  <a:lnTo>
                    <a:pt x="7771" y="10685"/>
                  </a:lnTo>
                  <a:lnTo>
                    <a:pt x="7759" y="10660"/>
                  </a:lnTo>
                  <a:lnTo>
                    <a:pt x="7810" y="9982"/>
                  </a:lnTo>
                  <a:lnTo>
                    <a:pt x="7810" y="9957"/>
                  </a:lnTo>
                  <a:lnTo>
                    <a:pt x="7835" y="9944"/>
                  </a:lnTo>
                  <a:lnTo>
                    <a:pt x="8257" y="9829"/>
                  </a:lnTo>
                  <a:lnTo>
                    <a:pt x="8283" y="9829"/>
                  </a:lnTo>
                  <a:lnTo>
                    <a:pt x="8589" y="9957"/>
                  </a:lnTo>
                  <a:lnTo>
                    <a:pt x="8526" y="9675"/>
                  </a:lnTo>
                  <a:lnTo>
                    <a:pt x="8027" y="9624"/>
                  </a:lnTo>
                  <a:lnTo>
                    <a:pt x="8002" y="9612"/>
                  </a:lnTo>
                  <a:lnTo>
                    <a:pt x="7989" y="9586"/>
                  </a:lnTo>
                  <a:lnTo>
                    <a:pt x="8027" y="9062"/>
                  </a:lnTo>
                  <a:lnTo>
                    <a:pt x="8027" y="9049"/>
                  </a:lnTo>
                  <a:lnTo>
                    <a:pt x="8040" y="9036"/>
                  </a:lnTo>
                  <a:lnTo>
                    <a:pt x="8180" y="8960"/>
                  </a:lnTo>
                  <a:lnTo>
                    <a:pt x="8206" y="8947"/>
                  </a:lnTo>
                  <a:lnTo>
                    <a:pt x="9433" y="9024"/>
                  </a:lnTo>
                  <a:lnTo>
                    <a:pt x="9497" y="8806"/>
                  </a:lnTo>
                  <a:lnTo>
                    <a:pt x="9510" y="8794"/>
                  </a:lnTo>
                  <a:lnTo>
                    <a:pt x="9522" y="8781"/>
                  </a:lnTo>
                  <a:lnTo>
                    <a:pt x="9548" y="8781"/>
                  </a:lnTo>
                  <a:lnTo>
                    <a:pt x="9561" y="8794"/>
                  </a:lnTo>
                  <a:lnTo>
                    <a:pt x="9752" y="8985"/>
                  </a:lnTo>
                  <a:lnTo>
                    <a:pt x="10059" y="8704"/>
                  </a:lnTo>
                  <a:lnTo>
                    <a:pt x="10085" y="8704"/>
                  </a:lnTo>
                  <a:lnTo>
                    <a:pt x="10110" y="8717"/>
                  </a:lnTo>
                  <a:lnTo>
                    <a:pt x="10417" y="9113"/>
                  </a:lnTo>
                  <a:lnTo>
                    <a:pt x="10417" y="9139"/>
                  </a:lnTo>
                  <a:lnTo>
                    <a:pt x="10481" y="9497"/>
                  </a:lnTo>
                  <a:lnTo>
                    <a:pt x="10583" y="9458"/>
                  </a:lnTo>
                  <a:lnTo>
                    <a:pt x="10391" y="8525"/>
                  </a:lnTo>
                  <a:lnTo>
                    <a:pt x="9919" y="8052"/>
                  </a:lnTo>
                  <a:lnTo>
                    <a:pt x="9919" y="8014"/>
                  </a:lnTo>
                  <a:lnTo>
                    <a:pt x="9931" y="7988"/>
                  </a:lnTo>
                  <a:lnTo>
                    <a:pt x="10328" y="7669"/>
                  </a:lnTo>
                  <a:lnTo>
                    <a:pt x="10098" y="7375"/>
                  </a:lnTo>
                  <a:lnTo>
                    <a:pt x="10098" y="7362"/>
                  </a:lnTo>
                  <a:lnTo>
                    <a:pt x="9893" y="6800"/>
                  </a:lnTo>
                  <a:lnTo>
                    <a:pt x="9880" y="6787"/>
                  </a:lnTo>
                  <a:lnTo>
                    <a:pt x="9893" y="6033"/>
                  </a:lnTo>
                  <a:lnTo>
                    <a:pt x="9906" y="6007"/>
                  </a:lnTo>
                  <a:lnTo>
                    <a:pt x="10110" y="5829"/>
                  </a:lnTo>
                  <a:lnTo>
                    <a:pt x="10340" y="5483"/>
                  </a:lnTo>
                  <a:lnTo>
                    <a:pt x="10046" y="5241"/>
                  </a:lnTo>
                  <a:lnTo>
                    <a:pt x="8947" y="5330"/>
                  </a:lnTo>
                  <a:lnTo>
                    <a:pt x="8704" y="5394"/>
                  </a:lnTo>
                  <a:lnTo>
                    <a:pt x="8679" y="5394"/>
                  </a:lnTo>
                  <a:lnTo>
                    <a:pt x="8653" y="5381"/>
                  </a:lnTo>
                  <a:lnTo>
                    <a:pt x="8053" y="4653"/>
                  </a:lnTo>
                  <a:lnTo>
                    <a:pt x="7452" y="4487"/>
                  </a:lnTo>
                  <a:lnTo>
                    <a:pt x="7286" y="4602"/>
                  </a:lnTo>
                  <a:lnTo>
                    <a:pt x="7260" y="4602"/>
                  </a:lnTo>
                  <a:lnTo>
                    <a:pt x="6302" y="4627"/>
                  </a:lnTo>
                  <a:lnTo>
                    <a:pt x="6276" y="4614"/>
                  </a:lnTo>
                  <a:lnTo>
                    <a:pt x="6263" y="4589"/>
                  </a:lnTo>
                  <a:lnTo>
                    <a:pt x="6212" y="4282"/>
                  </a:lnTo>
                  <a:lnTo>
                    <a:pt x="5995" y="4193"/>
                  </a:lnTo>
                  <a:lnTo>
                    <a:pt x="5969" y="4180"/>
                  </a:lnTo>
                  <a:lnTo>
                    <a:pt x="5969" y="4154"/>
                  </a:lnTo>
                  <a:lnTo>
                    <a:pt x="6097" y="3566"/>
                  </a:lnTo>
                  <a:lnTo>
                    <a:pt x="5778" y="2800"/>
                  </a:lnTo>
                  <a:lnTo>
                    <a:pt x="5292" y="2659"/>
                  </a:lnTo>
                  <a:lnTo>
                    <a:pt x="5279" y="2646"/>
                  </a:lnTo>
                  <a:lnTo>
                    <a:pt x="5266" y="2633"/>
                  </a:lnTo>
                  <a:lnTo>
                    <a:pt x="5266" y="2608"/>
                  </a:lnTo>
                  <a:lnTo>
                    <a:pt x="5279" y="2595"/>
                  </a:lnTo>
                  <a:lnTo>
                    <a:pt x="5688" y="2186"/>
                  </a:lnTo>
                  <a:lnTo>
                    <a:pt x="5675" y="1803"/>
                  </a:lnTo>
                  <a:lnTo>
                    <a:pt x="5675" y="1777"/>
                  </a:lnTo>
                  <a:lnTo>
                    <a:pt x="6110" y="1100"/>
                  </a:lnTo>
                  <a:lnTo>
                    <a:pt x="6136" y="1087"/>
                  </a:lnTo>
                  <a:lnTo>
                    <a:pt x="6340" y="1036"/>
                  </a:lnTo>
                  <a:lnTo>
                    <a:pt x="6621" y="652"/>
                  </a:lnTo>
                  <a:lnTo>
                    <a:pt x="6634" y="640"/>
                  </a:lnTo>
                  <a:lnTo>
                    <a:pt x="6877" y="640"/>
                  </a:lnTo>
                  <a:lnTo>
                    <a:pt x="7171" y="576"/>
                  </a:lnTo>
                  <a:lnTo>
                    <a:pt x="7401" y="384"/>
                  </a:lnTo>
                  <a:lnTo>
                    <a:pt x="7171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6" name="Google Shape;926;p60"/>
            <p:cNvSpPr/>
            <p:nvPr/>
          </p:nvSpPr>
          <p:spPr>
            <a:xfrm>
              <a:off x="2094825" y="2843575"/>
              <a:ext cx="12475" cy="19525"/>
            </a:xfrm>
            <a:custGeom>
              <a:rect b="b" l="l" r="r" t="t"/>
              <a:pathLst>
                <a:path extrusionOk="0" h="781" w="499">
                  <a:moveTo>
                    <a:pt x="0" y="1"/>
                  </a:moveTo>
                  <a:lnTo>
                    <a:pt x="384" y="295"/>
                  </a:lnTo>
                  <a:lnTo>
                    <a:pt x="333" y="780"/>
                  </a:lnTo>
                  <a:lnTo>
                    <a:pt x="461" y="780"/>
                  </a:lnTo>
                  <a:lnTo>
                    <a:pt x="499" y="24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7" name="Google Shape;927;p60"/>
            <p:cNvSpPr/>
            <p:nvPr/>
          </p:nvSpPr>
          <p:spPr>
            <a:xfrm>
              <a:off x="2021325" y="3370450"/>
              <a:ext cx="125600" cy="135825"/>
            </a:xfrm>
            <a:custGeom>
              <a:rect b="b" l="l" r="r" t="t"/>
              <a:pathLst>
                <a:path extrusionOk="0" h="5433" w="5024">
                  <a:moveTo>
                    <a:pt x="1854" y="1"/>
                  </a:moveTo>
                  <a:lnTo>
                    <a:pt x="768" y="538"/>
                  </a:lnTo>
                  <a:lnTo>
                    <a:pt x="857" y="1113"/>
                  </a:lnTo>
                  <a:lnTo>
                    <a:pt x="461" y="1509"/>
                  </a:lnTo>
                  <a:lnTo>
                    <a:pt x="384" y="1969"/>
                  </a:lnTo>
                  <a:lnTo>
                    <a:pt x="129" y="2033"/>
                  </a:lnTo>
                  <a:lnTo>
                    <a:pt x="90" y="2173"/>
                  </a:lnTo>
                  <a:lnTo>
                    <a:pt x="167" y="2416"/>
                  </a:lnTo>
                  <a:lnTo>
                    <a:pt x="180" y="3158"/>
                  </a:lnTo>
                  <a:lnTo>
                    <a:pt x="1" y="3221"/>
                  </a:lnTo>
                  <a:lnTo>
                    <a:pt x="512" y="3528"/>
                  </a:lnTo>
                  <a:lnTo>
                    <a:pt x="1049" y="3362"/>
                  </a:lnTo>
                  <a:lnTo>
                    <a:pt x="947" y="3733"/>
                  </a:lnTo>
                  <a:lnTo>
                    <a:pt x="678" y="4116"/>
                  </a:lnTo>
                  <a:lnTo>
                    <a:pt x="563" y="4206"/>
                  </a:lnTo>
                  <a:lnTo>
                    <a:pt x="678" y="4640"/>
                  </a:lnTo>
                  <a:lnTo>
                    <a:pt x="678" y="4653"/>
                  </a:lnTo>
                  <a:lnTo>
                    <a:pt x="665" y="4678"/>
                  </a:lnTo>
                  <a:lnTo>
                    <a:pt x="474" y="4819"/>
                  </a:lnTo>
                  <a:lnTo>
                    <a:pt x="499" y="5011"/>
                  </a:lnTo>
                  <a:lnTo>
                    <a:pt x="678" y="4896"/>
                  </a:lnTo>
                  <a:lnTo>
                    <a:pt x="717" y="4896"/>
                  </a:lnTo>
                  <a:lnTo>
                    <a:pt x="1189" y="5062"/>
                  </a:lnTo>
                  <a:lnTo>
                    <a:pt x="1202" y="5075"/>
                  </a:lnTo>
                  <a:lnTo>
                    <a:pt x="1407" y="5407"/>
                  </a:lnTo>
                  <a:lnTo>
                    <a:pt x="1662" y="5432"/>
                  </a:lnTo>
                  <a:lnTo>
                    <a:pt x="1777" y="5190"/>
                  </a:lnTo>
                  <a:lnTo>
                    <a:pt x="1790" y="5164"/>
                  </a:lnTo>
                  <a:lnTo>
                    <a:pt x="1803" y="5164"/>
                  </a:lnTo>
                  <a:lnTo>
                    <a:pt x="1995" y="5151"/>
                  </a:lnTo>
                  <a:lnTo>
                    <a:pt x="1995" y="4998"/>
                  </a:lnTo>
                  <a:lnTo>
                    <a:pt x="2007" y="4985"/>
                  </a:lnTo>
                  <a:lnTo>
                    <a:pt x="2595" y="3733"/>
                  </a:lnTo>
                  <a:lnTo>
                    <a:pt x="2608" y="3720"/>
                  </a:lnTo>
                  <a:lnTo>
                    <a:pt x="3937" y="3209"/>
                  </a:lnTo>
                  <a:lnTo>
                    <a:pt x="4679" y="2416"/>
                  </a:lnTo>
                  <a:lnTo>
                    <a:pt x="4794" y="1969"/>
                  </a:lnTo>
                  <a:lnTo>
                    <a:pt x="4806" y="1943"/>
                  </a:lnTo>
                  <a:lnTo>
                    <a:pt x="4819" y="1931"/>
                  </a:lnTo>
                  <a:lnTo>
                    <a:pt x="4998" y="1905"/>
                  </a:lnTo>
                  <a:lnTo>
                    <a:pt x="5024" y="1675"/>
                  </a:lnTo>
                  <a:lnTo>
                    <a:pt x="4666" y="1253"/>
                  </a:lnTo>
                  <a:lnTo>
                    <a:pt x="4103" y="831"/>
                  </a:lnTo>
                  <a:lnTo>
                    <a:pt x="4027" y="985"/>
                  </a:lnTo>
                  <a:lnTo>
                    <a:pt x="4014" y="998"/>
                  </a:lnTo>
                  <a:lnTo>
                    <a:pt x="3988" y="1010"/>
                  </a:lnTo>
                  <a:lnTo>
                    <a:pt x="3145" y="870"/>
                  </a:lnTo>
                  <a:lnTo>
                    <a:pt x="3119" y="857"/>
                  </a:lnTo>
                  <a:lnTo>
                    <a:pt x="3107" y="844"/>
                  </a:lnTo>
                  <a:lnTo>
                    <a:pt x="2966" y="512"/>
                  </a:lnTo>
                  <a:lnTo>
                    <a:pt x="1905" y="14"/>
                  </a:lnTo>
                  <a:lnTo>
                    <a:pt x="1854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8" name="Google Shape;928;p60"/>
            <p:cNvSpPr/>
            <p:nvPr/>
          </p:nvSpPr>
          <p:spPr>
            <a:xfrm>
              <a:off x="1988750" y="2942625"/>
              <a:ext cx="16000" cy="10250"/>
            </a:xfrm>
            <a:custGeom>
              <a:rect b="b" l="l" r="r" t="t"/>
              <a:pathLst>
                <a:path extrusionOk="0" h="410" w="640">
                  <a:moveTo>
                    <a:pt x="154" y="1"/>
                  </a:moveTo>
                  <a:lnTo>
                    <a:pt x="154" y="294"/>
                  </a:lnTo>
                  <a:lnTo>
                    <a:pt x="0" y="410"/>
                  </a:lnTo>
                  <a:lnTo>
                    <a:pt x="243" y="410"/>
                  </a:lnTo>
                  <a:lnTo>
                    <a:pt x="639" y="307"/>
                  </a:lnTo>
                  <a:lnTo>
                    <a:pt x="435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9" name="Google Shape;929;p60"/>
            <p:cNvSpPr/>
            <p:nvPr/>
          </p:nvSpPr>
          <p:spPr>
            <a:xfrm>
              <a:off x="2074050" y="2843575"/>
              <a:ext cx="17925" cy="7375"/>
            </a:xfrm>
            <a:custGeom>
              <a:rect b="b" l="l" r="r" t="t"/>
              <a:pathLst>
                <a:path extrusionOk="0" h="295" w="717">
                  <a:moveTo>
                    <a:pt x="256" y="1"/>
                  </a:moveTo>
                  <a:lnTo>
                    <a:pt x="154" y="128"/>
                  </a:lnTo>
                  <a:lnTo>
                    <a:pt x="1" y="205"/>
                  </a:lnTo>
                  <a:lnTo>
                    <a:pt x="128" y="295"/>
                  </a:lnTo>
                  <a:lnTo>
                    <a:pt x="716" y="154"/>
                  </a:lnTo>
                  <a:lnTo>
                    <a:pt x="397" y="103"/>
                  </a:lnTo>
                  <a:lnTo>
                    <a:pt x="256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0" name="Google Shape;930;p60"/>
            <p:cNvSpPr/>
            <p:nvPr/>
          </p:nvSpPr>
          <p:spPr>
            <a:xfrm>
              <a:off x="2091950" y="2896925"/>
              <a:ext cx="8000" cy="11525"/>
            </a:xfrm>
            <a:custGeom>
              <a:rect b="b" l="l" r="r" t="t"/>
              <a:pathLst>
                <a:path extrusionOk="0" h="461" w="320">
                  <a:moveTo>
                    <a:pt x="167" y="1"/>
                  </a:moveTo>
                  <a:lnTo>
                    <a:pt x="0" y="116"/>
                  </a:lnTo>
                  <a:lnTo>
                    <a:pt x="167" y="461"/>
                  </a:lnTo>
                  <a:lnTo>
                    <a:pt x="320" y="295"/>
                  </a:lnTo>
                  <a:lnTo>
                    <a:pt x="167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1" name="Google Shape;931;p60"/>
            <p:cNvSpPr/>
            <p:nvPr/>
          </p:nvSpPr>
          <p:spPr>
            <a:xfrm>
              <a:off x="2081725" y="2875200"/>
              <a:ext cx="12175" cy="21750"/>
            </a:xfrm>
            <a:custGeom>
              <a:rect b="b" l="l" r="r" t="t"/>
              <a:pathLst>
                <a:path extrusionOk="0" h="870" w="487">
                  <a:moveTo>
                    <a:pt x="154" y="1"/>
                  </a:moveTo>
                  <a:lnTo>
                    <a:pt x="90" y="384"/>
                  </a:lnTo>
                  <a:lnTo>
                    <a:pt x="192" y="576"/>
                  </a:lnTo>
                  <a:lnTo>
                    <a:pt x="192" y="576"/>
                  </a:lnTo>
                  <a:lnTo>
                    <a:pt x="0" y="512"/>
                  </a:lnTo>
                  <a:lnTo>
                    <a:pt x="0" y="653"/>
                  </a:lnTo>
                  <a:lnTo>
                    <a:pt x="192" y="717"/>
                  </a:lnTo>
                  <a:lnTo>
                    <a:pt x="307" y="870"/>
                  </a:lnTo>
                  <a:lnTo>
                    <a:pt x="397" y="780"/>
                  </a:lnTo>
                  <a:lnTo>
                    <a:pt x="486" y="665"/>
                  </a:lnTo>
                  <a:lnTo>
                    <a:pt x="486" y="627"/>
                  </a:lnTo>
                  <a:lnTo>
                    <a:pt x="461" y="563"/>
                  </a:lnTo>
                  <a:lnTo>
                    <a:pt x="409" y="371"/>
                  </a:lnTo>
                  <a:lnTo>
                    <a:pt x="320" y="103"/>
                  </a:lnTo>
                  <a:lnTo>
                    <a:pt x="154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2" name="Google Shape;932;p60"/>
            <p:cNvSpPr/>
            <p:nvPr/>
          </p:nvSpPr>
          <p:spPr>
            <a:xfrm>
              <a:off x="1955200" y="2918025"/>
              <a:ext cx="206425" cy="69675"/>
            </a:xfrm>
            <a:custGeom>
              <a:rect b="b" l="l" r="r" t="t"/>
              <a:pathLst>
                <a:path extrusionOk="0" h="2787" w="8257">
                  <a:moveTo>
                    <a:pt x="2199" y="0"/>
                  </a:moveTo>
                  <a:lnTo>
                    <a:pt x="1917" y="128"/>
                  </a:lnTo>
                  <a:lnTo>
                    <a:pt x="1547" y="77"/>
                  </a:lnTo>
                  <a:lnTo>
                    <a:pt x="1419" y="141"/>
                  </a:lnTo>
                  <a:lnTo>
                    <a:pt x="1304" y="243"/>
                  </a:lnTo>
                  <a:lnTo>
                    <a:pt x="1061" y="256"/>
                  </a:lnTo>
                  <a:lnTo>
                    <a:pt x="780" y="333"/>
                  </a:lnTo>
                  <a:lnTo>
                    <a:pt x="524" y="691"/>
                  </a:lnTo>
                  <a:lnTo>
                    <a:pt x="524" y="908"/>
                  </a:lnTo>
                  <a:lnTo>
                    <a:pt x="281" y="908"/>
                  </a:lnTo>
                  <a:lnTo>
                    <a:pt x="0" y="972"/>
                  </a:lnTo>
                  <a:lnTo>
                    <a:pt x="64" y="1112"/>
                  </a:lnTo>
                  <a:lnTo>
                    <a:pt x="384" y="997"/>
                  </a:lnTo>
                  <a:lnTo>
                    <a:pt x="473" y="1112"/>
                  </a:lnTo>
                  <a:lnTo>
                    <a:pt x="780" y="997"/>
                  </a:lnTo>
                  <a:lnTo>
                    <a:pt x="869" y="767"/>
                  </a:lnTo>
                  <a:lnTo>
                    <a:pt x="1304" y="729"/>
                  </a:lnTo>
                  <a:lnTo>
                    <a:pt x="1726" y="422"/>
                  </a:lnTo>
                  <a:lnTo>
                    <a:pt x="2454" y="422"/>
                  </a:lnTo>
                  <a:lnTo>
                    <a:pt x="2582" y="563"/>
                  </a:lnTo>
                  <a:lnTo>
                    <a:pt x="2135" y="563"/>
                  </a:lnTo>
                  <a:lnTo>
                    <a:pt x="2377" y="831"/>
                  </a:lnTo>
                  <a:lnTo>
                    <a:pt x="2671" y="831"/>
                  </a:lnTo>
                  <a:lnTo>
                    <a:pt x="2863" y="946"/>
                  </a:lnTo>
                  <a:lnTo>
                    <a:pt x="2965" y="831"/>
                  </a:lnTo>
                  <a:lnTo>
                    <a:pt x="3017" y="921"/>
                  </a:lnTo>
                  <a:lnTo>
                    <a:pt x="3464" y="933"/>
                  </a:lnTo>
                  <a:lnTo>
                    <a:pt x="3502" y="818"/>
                  </a:lnTo>
                  <a:lnTo>
                    <a:pt x="3745" y="1112"/>
                  </a:lnTo>
                  <a:lnTo>
                    <a:pt x="4486" y="1368"/>
                  </a:lnTo>
                  <a:lnTo>
                    <a:pt x="4819" y="1368"/>
                  </a:lnTo>
                  <a:lnTo>
                    <a:pt x="5023" y="1675"/>
                  </a:lnTo>
                  <a:lnTo>
                    <a:pt x="5023" y="1802"/>
                  </a:lnTo>
                  <a:lnTo>
                    <a:pt x="5330" y="2071"/>
                  </a:lnTo>
                  <a:lnTo>
                    <a:pt x="5879" y="2071"/>
                  </a:lnTo>
                  <a:lnTo>
                    <a:pt x="6058" y="2263"/>
                  </a:lnTo>
                  <a:lnTo>
                    <a:pt x="5560" y="2672"/>
                  </a:lnTo>
                  <a:lnTo>
                    <a:pt x="5637" y="2787"/>
                  </a:lnTo>
                  <a:lnTo>
                    <a:pt x="6237" y="2697"/>
                  </a:lnTo>
                  <a:lnTo>
                    <a:pt x="6480" y="2710"/>
                  </a:lnTo>
                  <a:lnTo>
                    <a:pt x="6736" y="2620"/>
                  </a:lnTo>
                  <a:lnTo>
                    <a:pt x="6863" y="2710"/>
                  </a:lnTo>
                  <a:lnTo>
                    <a:pt x="6966" y="2620"/>
                  </a:lnTo>
                  <a:lnTo>
                    <a:pt x="7196" y="2787"/>
                  </a:lnTo>
                  <a:lnTo>
                    <a:pt x="7451" y="2710"/>
                  </a:lnTo>
                  <a:lnTo>
                    <a:pt x="7528" y="2633"/>
                  </a:lnTo>
                  <a:lnTo>
                    <a:pt x="7528" y="2697"/>
                  </a:lnTo>
                  <a:lnTo>
                    <a:pt x="7784" y="2582"/>
                  </a:lnTo>
                  <a:lnTo>
                    <a:pt x="8257" y="2569"/>
                  </a:lnTo>
                  <a:lnTo>
                    <a:pt x="8257" y="2442"/>
                  </a:lnTo>
                  <a:lnTo>
                    <a:pt x="8065" y="2403"/>
                  </a:lnTo>
                  <a:lnTo>
                    <a:pt x="7835" y="2122"/>
                  </a:lnTo>
                  <a:lnTo>
                    <a:pt x="7119" y="2033"/>
                  </a:lnTo>
                  <a:lnTo>
                    <a:pt x="7209" y="1802"/>
                  </a:lnTo>
                  <a:lnTo>
                    <a:pt x="7068" y="1713"/>
                  </a:lnTo>
                  <a:lnTo>
                    <a:pt x="6863" y="1751"/>
                  </a:lnTo>
                  <a:lnTo>
                    <a:pt x="6659" y="1560"/>
                  </a:lnTo>
                  <a:lnTo>
                    <a:pt x="6455" y="1624"/>
                  </a:lnTo>
                  <a:lnTo>
                    <a:pt x="5841" y="1125"/>
                  </a:lnTo>
                  <a:lnTo>
                    <a:pt x="5522" y="1163"/>
                  </a:lnTo>
                  <a:lnTo>
                    <a:pt x="5304" y="946"/>
                  </a:lnTo>
                  <a:lnTo>
                    <a:pt x="4780" y="665"/>
                  </a:lnTo>
                  <a:lnTo>
                    <a:pt x="4384" y="691"/>
                  </a:lnTo>
                  <a:lnTo>
                    <a:pt x="3924" y="282"/>
                  </a:lnTo>
                  <a:lnTo>
                    <a:pt x="3566" y="282"/>
                  </a:lnTo>
                  <a:lnTo>
                    <a:pt x="3438" y="90"/>
                  </a:lnTo>
                  <a:lnTo>
                    <a:pt x="3055" y="90"/>
                  </a:lnTo>
                  <a:lnTo>
                    <a:pt x="2953" y="167"/>
                  </a:lnTo>
                  <a:lnTo>
                    <a:pt x="2901" y="90"/>
                  </a:lnTo>
                  <a:lnTo>
                    <a:pt x="2620" y="90"/>
                  </a:lnTo>
                  <a:lnTo>
                    <a:pt x="2390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3" name="Google Shape;933;p60"/>
            <p:cNvSpPr/>
            <p:nvPr/>
          </p:nvSpPr>
          <p:spPr>
            <a:xfrm>
              <a:off x="3293000" y="2799475"/>
              <a:ext cx="10250" cy="9950"/>
            </a:xfrm>
            <a:custGeom>
              <a:rect b="b" l="l" r="r" t="t"/>
              <a:pathLst>
                <a:path extrusionOk="0" h="398" w="410">
                  <a:moveTo>
                    <a:pt x="410" y="1"/>
                  </a:moveTo>
                  <a:lnTo>
                    <a:pt x="1" y="193"/>
                  </a:lnTo>
                  <a:lnTo>
                    <a:pt x="90" y="384"/>
                  </a:lnTo>
                  <a:lnTo>
                    <a:pt x="116" y="397"/>
                  </a:lnTo>
                  <a:lnTo>
                    <a:pt x="218" y="397"/>
                  </a:lnTo>
                  <a:lnTo>
                    <a:pt x="257" y="384"/>
                  </a:lnTo>
                  <a:lnTo>
                    <a:pt x="282" y="371"/>
                  </a:lnTo>
                  <a:lnTo>
                    <a:pt x="320" y="333"/>
                  </a:lnTo>
                  <a:lnTo>
                    <a:pt x="372" y="231"/>
                  </a:lnTo>
                  <a:lnTo>
                    <a:pt x="397" y="116"/>
                  </a:lnTo>
                  <a:lnTo>
                    <a:pt x="410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4" name="Google Shape;934;p60"/>
            <p:cNvSpPr/>
            <p:nvPr/>
          </p:nvSpPr>
          <p:spPr>
            <a:xfrm>
              <a:off x="2688475" y="3417750"/>
              <a:ext cx="19525" cy="7675"/>
            </a:xfrm>
            <a:custGeom>
              <a:rect b="b" l="l" r="r" t="t"/>
              <a:pathLst>
                <a:path extrusionOk="0" h="307" w="781">
                  <a:moveTo>
                    <a:pt x="678" y="0"/>
                  </a:moveTo>
                  <a:lnTo>
                    <a:pt x="359" y="39"/>
                  </a:lnTo>
                  <a:lnTo>
                    <a:pt x="256" y="115"/>
                  </a:lnTo>
                  <a:lnTo>
                    <a:pt x="65" y="90"/>
                  </a:lnTo>
                  <a:lnTo>
                    <a:pt x="1" y="205"/>
                  </a:lnTo>
                  <a:lnTo>
                    <a:pt x="346" y="307"/>
                  </a:lnTo>
                  <a:lnTo>
                    <a:pt x="614" y="205"/>
                  </a:lnTo>
                  <a:lnTo>
                    <a:pt x="781" y="141"/>
                  </a:lnTo>
                  <a:lnTo>
                    <a:pt x="678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5" name="Google Shape;935;p60"/>
            <p:cNvSpPr/>
            <p:nvPr/>
          </p:nvSpPr>
          <p:spPr>
            <a:xfrm>
              <a:off x="2199625" y="3144250"/>
              <a:ext cx="295250" cy="241575"/>
            </a:xfrm>
            <a:custGeom>
              <a:rect b="b" l="l" r="r" t="t"/>
              <a:pathLst>
                <a:path extrusionOk="0" h="9663" w="11810">
                  <a:moveTo>
                    <a:pt x="3196" y="0"/>
                  </a:moveTo>
                  <a:lnTo>
                    <a:pt x="2736" y="13"/>
                  </a:lnTo>
                  <a:lnTo>
                    <a:pt x="2697" y="256"/>
                  </a:lnTo>
                  <a:lnTo>
                    <a:pt x="3081" y="473"/>
                  </a:lnTo>
                  <a:lnTo>
                    <a:pt x="2761" y="524"/>
                  </a:lnTo>
                  <a:lnTo>
                    <a:pt x="1994" y="805"/>
                  </a:lnTo>
                  <a:lnTo>
                    <a:pt x="1790" y="946"/>
                  </a:lnTo>
                  <a:lnTo>
                    <a:pt x="1726" y="1278"/>
                  </a:lnTo>
                  <a:lnTo>
                    <a:pt x="2084" y="2071"/>
                  </a:lnTo>
                  <a:lnTo>
                    <a:pt x="1815" y="2416"/>
                  </a:lnTo>
                  <a:lnTo>
                    <a:pt x="1355" y="2428"/>
                  </a:lnTo>
                  <a:lnTo>
                    <a:pt x="1061" y="1815"/>
                  </a:lnTo>
                  <a:lnTo>
                    <a:pt x="1470" y="1201"/>
                  </a:lnTo>
                  <a:lnTo>
                    <a:pt x="1368" y="652"/>
                  </a:lnTo>
                  <a:lnTo>
                    <a:pt x="1317" y="396"/>
                  </a:lnTo>
                  <a:lnTo>
                    <a:pt x="1291" y="396"/>
                  </a:lnTo>
                  <a:lnTo>
                    <a:pt x="1023" y="767"/>
                  </a:lnTo>
                  <a:lnTo>
                    <a:pt x="997" y="792"/>
                  </a:lnTo>
                  <a:lnTo>
                    <a:pt x="793" y="831"/>
                  </a:lnTo>
                  <a:lnTo>
                    <a:pt x="371" y="1495"/>
                  </a:lnTo>
                  <a:lnTo>
                    <a:pt x="384" y="1879"/>
                  </a:lnTo>
                  <a:lnTo>
                    <a:pt x="371" y="1904"/>
                  </a:lnTo>
                  <a:lnTo>
                    <a:pt x="0" y="2288"/>
                  </a:lnTo>
                  <a:lnTo>
                    <a:pt x="435" y="2403"/>
                  </a:lnTo>
                  <a:lnTo>
                    <a:pt x="448" y="2416"/>
                  </a:lnTo>
                  <a:lnTo>
                    <a:pt x="461" y="2428"/>
                  </a:lnTo>
                  <a:lnTo>
                    <a:pt x="780" y="3234"/>
                  </a:lnTo>
                  <a:lnTo>
                    <a:pt x="793" y="3259"/>
                  </a:lnTo>
                  <a:lnTo>
                    <a:pt x="665" y="3821"/>
                  </a:lnTo>
                  <a:lnTo>
                    <a:pt x="882" y="3898"/>
                  </a:lnTo>
                  <a:lnTo>
                    <a:pt x="895" y="3911"/>
                  </a:lnTo>
                  <a:lnTo>
                    <a:pt x="895" y="3924"/>
                  </a:lnTo>
                  <a:lnTo>
                    <a:pt x="946" y="4230"/>
                  </a:lnTo>
                  <a:lnTo>
                    <a:pt x="1866" y="4205"/>
                  </a:lnTo>
                  <a:lnTo>
                    <a:pt x="2045" y="4090"/>
                  </a:lnTo>
                  <a:lnTo>
                    <a:pt x="2084" y="4077"/>
                  </a:lnTo>
                  <a:lnTo>
                    <a:pt x="2710" y="4256"/>
                  </a:lnTo>
                  <a:lnTo>
                    <a:pt x="2723" y="4269"/>
                  </a:lnTo>
                  <a:lnTo>
                    <a:pt x="3323" y="4997"/>
                  </a:lnTo>
                  <a:lnTo>
                    <a:pt x="3541" y="4933"/>
                  </a:lnTo>
                  <a:lnTo>
                    <a:pt x="3554" y="4933"/>
                  </a:lnTo>
                  <a:lnTo>
                    <a:pt x="4678" y="4844"/>
                  </a:lnTo>
                  <a:lnTo>
                    <a:pt x="4704" y="4844"/>
                  </a:lnTo>
                  <a:lnTo>
                    <a:pt x="5023" y="5125"/>
                  </a:lnTo>
                  <a:lnTo>
                    <a:pt x="5049" y="5151"/>
                  </a:lnTo>
                  <a:lnTo>
                    <a:pt x="5036" y="5176"/>
                  </a:lnTo>
                  <a:lnTo>
                    <a:pt x="4793" y="5560"/>
                  </a:lnTo>
                  <a:lnTo>
                    <a:pt x="4589" y="5739"/>
                  </a:lnTo>
                  <a:lnTo>
                    <a:pt x="4576" y="6467"/>
                  </a:lnTo>
                  <a:lnTo>
                    <a:pt x="4780" y="7017"/>
                  </a:lnTo>
                  <a:lnTo>
                    <a:pt x="5036" y="7336"/>
                  </a:lnTo>
                  <a:lnTo>
                    <a:pt x="5036" y="7362"/>
                  </a:lnTo>
                  <a:lnTo>
                    <a:pt x="5023" y="7387"/>
                  </a:lnTo>
                  <a:lnTo>
                    <a:pt x="4627" y="7707"/>
                  </a:lnTo>
                  <a:lnTo>
                    <a:pt x="5074" y="8167"/>
                  </a:lnTo>
                  <a:lnTo>
                    <a:pt x="5074" y="8180"/>
                  </a:lnTo>
                  <a:lnTo>
                    <a:pt x="5292" y="9138"/>
                  </a:lnTo>
                  <a:lnTo>
                    <a:pt x="5828" y="9547"/>
                  </a:lnTo>
                  <a:lnTo>
                    <a:pt x="6365" y="9317"/>
                  </a:lnTo>
                  <a:lnTo>
                    <a:pt x="6378" y="9304"/>
                  </a:lnTo>
                  <a:lnTo>
                    <a:pt x="6404" y="9317"/>
                  </a:lnTo>
                  <a:lnTo>
                    <a:pt x="6416" y="9330"/>
                  </a:lnTo>
                  <a:lnTo>
                    <a:pt x="6416" y="9343"/>
                  </a:lnTo>
                  <a:lnTo>
                    <a:pt x="6467" y="9662"/>
                  </a:lnTo>
                  <a:lnTo>
                    <a:pt x="7043" y="9189"/>
                  </a:lnTo>
                  <a:lnTo>
                    <a:pt x="7055" y="9189"/>
                  </a:lnTo>
                  <a:lnTo>
                    <a:pt x="7375" y="8998"/>
                  </a:lnTo>
                  <a:lnTo>
                    <a:pt x="7413" y="8998"/>
                  </a:lnTo>
                  <a:lnTo>
                    <a:pt x="7426" y="9010"/>
                  </a:lnTo>
                  <a:lnTo>
                    <a:pt x="7503" y="9100"/>
                  </a:lnTo>
                  <a:lnTo>
                    <a:pt x="7809" y="8653"/>
                  </a:lnTo>
                  <a:lnTo>
                    <a:pt x="7835" y="8640"/>
                  </a:lnTo>
                  <a:lnTo>
                    <a:pt x="8321" y="8550"/>
                  </a:lnTo>
                  <a:lnTo>
                    <a:pt x="8333" y="8371"/>
                  </a:lnTo>
                  <a:lnTo>
                    <a:pt x="7797" y="8282"/>
                  </a:lnTo>
                  <a:lnTo>
                    <a:pt x="7784" y="8269"/>
                  </a:lnTo>
                  <a:lnTo>
                    <a:pt x="7771" y="8256"/>
                  </a:lnTo>
                  <a:lnTo>
                    <a:pt x="7771" y="8231"/>
                  </a:lnTo>
                  <a:lnTo>
                    <a:pt x="7771" y="8218"/>
                  </a:lnTo>
                  <a:lnTo>
                    <a:pt x="7886" y="8065"/>
                  </a:lnTo>
                  <a:lnTo>
                    <a:pt x="7694" y="7272"/>
                  </a:lnTo>
                  <a:lnTo>
                    <a:pt x="7234" y="6672"/>
                  </a:lnTo>
                  <a:lnTo>
                    <a:pt x="7222" y="6646"/>
                  </a:lnTo>
                  <a:lnTo>
                    <a:pt x="7234" y="6620"/>
                  </a:lnTo>
                  <a:lnTo>
                    <a:pt x="7247" y="6608"/>
                  </a:lnTo>
                  <a:lnTo>
                    <a:pt x="7273" y="6608"/>
                  </a:lnTo>
                  <a:lnTo>
                    <a:pt x="7861" y="6812"/>
                  </a:lnTo>
                  <a:lnTo>
                    <a:pt x="7886" y="6825"/>
                  </a:lnTo>
                  <a:lnTo>
                    <a:pt x="7886" y="6850"/>
                  </a:lnTo>
                  <a:lnTo>
                    <a:pt x="7886" y="6991"/>
                  </a:lnTo>
                  <a:lnTo>
                    <a:pt x="8500" y="7017"/>
                  </a:lnTo>
                  <a:lnTo>
                    <a:pt x="8525" y="7029"/>
                  </a:lnTo>
                  <a:lnTo>
                    <a:pt x="8883" y="7362"/>
                  </a:lnTo>
                  <a:lnTo>
                    <a:pt x="9075" y="7285"/>
                  </a:lnTo>
                  <a:lnTo>
                    <a:pt x="9049" y="6953"/>
                  </a:lnTo>
                  <a:lnTo>
                    <a:pt x="9049" y="6927"/>
                  </a:lnTo>
                  <a:lnTo>
                    <a:pt x="9075" y="6914"/>
                  </a:lnTo>
                  <a:lnTo>
                    <a:pt x="9458" y="6774"/>
                  </a:lnTo>
                  <a:lnTo>
                    <a:pt x="9484" y="6787"/>
                  </a:lnTo>
                  <a:lnTo>
                    <a:pt x="9714" y="6914"/>
                  </a:lnTo>
                  <a:lnTo>
                    <a:pt x="10583" y="6608"/>
                  </a:lnTo>
                  <a:lnTo>
                    <a:pt x="10915" y="6263"/>
                  </a:lnTo>
                  <a:lnTo>
                    <a:pt x="10902" y="6148"/>
                  </a:lnTo>
                  <a:lnTo>
                    <a:pt x="10890" y="6135"/>
                  </a:lnTo>
                  <a:lnTo>
                    <a:pt x="10877" y="6122"/>
                  </a:lnTo>
                  <a:lnTo>
                    <a:pt x="10238" y="5381"/>
                  </a:lnTo>
                  <a:lnTo>
                    <a:pt x="10238" y="5355"/>
                  </a:lnTo>
                  <a:lnTo>
                    <a:pt x="10238" y="5342"/>
                  </a:lnTo>
                  <a:lnTo>
                    <a:pt x="10238" y="5330"/>
                  </a:lnTo>
                  <a:lnTo>
                    <a:pt x="10251" y="5317"/>
                  </a:lnTo>
                  <a:lnTo>
                    <a:pt x="10493" y="5215"/>
                  </a:lnTo>
                  <a:lnTo>
                    <a:pt x="10468" y="4908"/>
                  </a:lnTo>
                  <a:lnTo>
                    <a:pt x="10468" y="4882"/>
                  </a:lnTo>
                  <a:lnTo>
                    <a:pt x="10493" y="4869"/>
                  </a:lnTo>
                  <a:lnTo>
                    <a:pt x="11273" y="4563"/>
                  </a:lnTo>
                  <a:lnTo>
                    <a:pt x="11107" y="4473"/>
                  </a:lnTo>
                  <a:lnTo>
                    <a:pt x="11081" y="4448"/>
                  </a:lnTo>
                  <a:lnTo>
                    <a:pt x="11017" y="4115"/>
                  </a:lnTo>
                  <a:lnTo>
                    <a:pt x="11017" y="4090"/>
                  </a:lnTo>
                  <a:lnTo>
                    <a:pt x="11030" y="4077"/>
                  </a:lnTo>
                  <a:lnTo>
                    <a:pt x="11810" y="3464"/>
                  </a:lnTo>
                  <a:lnTo>
                    <a:pt x="11746" y="3464"/>
                  </a:lnTo>
                  <a:lnTo>
                    <a:pt x="11580" y="3297"/>
                  </a:lnTo>
                  <a:lnTo>
                    <a:pt x="11171" y="3195"/>
                  </a:lnTo>
                  <a:lnTo>
                    <a:pt x="10289" y="3285"/>
                  </a:lnTo>
                  <a:lnTo>
                    <a:pt x="10621" y="3170"/>
                  </a:lnTo>
                  <a:lnTo>
                    <a:pt x="10864" y="2761"/>
                  </a:lnTo>
                  <a:lnTo>
                    <a:pt x="10787" y="2428"/>
                  </a:lnTo>
                  <a:lnTo>
                    <a:pt x="10506" y="2339"/>
                  </a:lnTo>
                  <a:lnTo>
                    <a:pt x="10366" y="2173"/>
                  </a:lnTo>
                  <a:lnTo>
                    <a:pt x="10148" y="2173"/>
                  </a:lnTo>
                  <a:lnTo>
                    <a:pt x="9816" y="1994"/>
                  </a:lnTo>
                  <a:lnTo>
                    <a:pt x="9612" y="2454"/>
                  </a:lnTo>
                  <a:lnTo>
                    <a:pt x="9675" y="2045"/>
                  </a:lnTo>
                  <a:lnTo>
                    <a:pt x="9509" y="1751"/>
                  </a:lnTo>
                  <a:lnTo>
                    <a:pt x="9190" y="1521"/>
                  </a:lnTo>
                  <a:lnTo>
                    <a:pt x="9688" y="1534"/>
                  </a:lnTo>
                  <a:lnTo>
                    <a:pt x="9969" y="1431"/>
                  </a:lnTo>
                  <a:lnTo>
                    <a:pt x="8359" y="1342"/>
                  </a:lnTo>
                  <a:lnTo>
                    <a:pt x="8295" y="1495"/>
                  </a:lnTo>
                  <a:lnTo>
                    <a:pt x="7503" y="1713"/>
                  </a:lnTo>
                  <a:lnTo>
                    <a:pt x="7247" y="1828"/>
                  </a:lnTo>
                  <a:lnTo>
                    <a:pt x="6429" y="1495"/>
                  </a:lnTo>
                  <a:lnTo>
                    <a:pt x="6301" y="1240"/>
                  </a:lnTo>
                  <a:lnTo>
                    <a:pt x="5650" y="1291"/>
                  </a:lnTo>
                  <a:lnTo>
                    <a:pt x="4665" y="1355"/>
                  </a:lnTo>
                  <a:lnTo>
                    <a:pt x="4410" y="1201"/>
                  </a:lnTo>
                  <a:lnTo>
                    <a:pt x="4525" y="920"/>
                  </a:lnTo>
                  <a:lnTo>
                    <a:pt x="4039" y="588"/>
                  </a:lnTo>
                  <a:lnTo>
                    <a:pt x="3375" y="473"/>
                  </a:lnTo>
                  <a:lnTo>
                    <a:pt x="3208" y="320"/>
                  </a:lnTo>
                  <a:lnTo>
                    <a:pt x="3196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6" name="Google Shape;936;p60"/>
            <p:cNvSpPr/>
            <p:nvPr/>
          </p:nvSpPr>
          <p:spPr>
            <a:xfrm>
              <a:off x="3309950" y="2804275"/>
              <a:ext cx="13750" cy="9925"/>
            </a:xfrm>
            <a:custGeom>
              <a:rect b="b" l="l" r="r" t="t"/>
              <a:pathLst>
                <a:path extrusionOk="0" h="397" w="550">
                  <a:moveTo>
                    <a:pt x="192" y="1"/>
                  </a:moveTo>
                  <a:lnTo>
                    <a:pt x="0" y="243"/>
                  </a:lnTo>
                  <a:lnTo>
                    <a:pt x="422" y="397"/>
                  </a:lnTo>
                  <a:lnTo>
                    <a:pt x="550" y="192"/>
                  </a:lnTo>
                  <a:lnTo>
                    <a:pt x="192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7" name="Google Shape;937;p60"/>
            <p:cNvSpPr/>
            <p:nvPr/>
          </p:nvSpPr>
          <p:spPr>
            <a:xfrm>
              <a:off x="2690400" y="3411675"/>
              <a:ext cx="8975" cy="6100"/>
            </a:xfrm>
            <a:custGeom>
              <a:rect b="b" l="l" r="r" t="t"/>
              <a:pathLst>
                <a:path extrusionOk="0" h="244" w="359">
                  <a:moveTo>
                    <a:pt x="295" y="0"/>
                  </a:moveTo>
                  <a:lnTo>
                    <a:pt x="64" y="39"/>
                  </a:lnTo>
                  <a:lnTo>
                    <a:pt x="1" y="192"/>
                  </a:lnTo>
                  <a:lnTo>
                    <a:pt x="116" y="243"/>
                  </a:lnTo>
                  <a:lnTo>
                    <a:pt x="358" y="103"/>
                  </a:lnTo>
                  <a:lnTo>
                    <a:pt x="295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8" name="Google Shape;938;p60"/>
            <p:cNvSpPr/>
            <p:nvPr/>
          </p:nvSpPr>
          <p:spPr>
            <a:xfrm>
              <a:off x="2458125" y="3231150"/>
              <a:ext cx="97150" cy="151150"/>
            </a:xfrm>
            <a:custGeom>
              <a:rect b="b" l="l" r="r" t="t"/>
              <a:pathLst>
                <a:path extrusionOk="0" h="6046" w="3886">
                  <a:moveTo>
                    <a:pt x="1585" y="0"/>
                  </a:moveTo>
                  <a:lnTo>
                    <a:pt x="754" y="639"/>
                  </a:lnTo>
                  <a:lnTo>
                    <a:pt x="818" y="933"/>
                  </a:lnTo>
                  <a:lnTo>
                    <a:pt x="1048" y="1061"/>
                  </a:lnTo>
                  <a:lnTo>
                    <a:pt x="1061" y="1074"/>
                  </a:lnTo>
                  <a:lnTo>
                    <a:pt x="1061" y="1100"/>
                  </a:lnTo>
                  <a:lnTo>
                    <a:pt x="1061" y="1112"/>
                  </a:lnTo>
                  <a:lnTo>
                    <a:pt x="1035" y="1125"/>
                  </a:lnTo>
                  <a:lnTo>
                    <a:pt x="205" y="1457"/>
                  </a:lnTo>
                  <a:lnTo>
                    <a:pt x="230" y="1764"/>
                  </a:lnTo>
                  <a:lnTo>
                    <a:pt x="230" y="1777"/>
                  </a:lnTo>
                  <a:lnTo>
                    <a:pt x="205" y="1802"/>
                  </a:lnTo>
                  <a:lnTo>
                    <a:pt x="0" y="1892"/>
                  </a:lnTo>
                  <a:lnTo>
                    <a:pt x="588" y="2569"/>
                  </a:lnTo>
                  <a:lnTo>
                    <a:pt x="1010" y="2531"/>
                  </a:lnTo>
                  <a:lnTo>
                    <a:pt x="1022" y="2531"/>
                  </a:lnTo>
                  <a:lnTo>
                    <a:pt x="1048" y="2544"/>
                  </a:lnTo>
                  <a:lnTo>
                    <a:pt x="1201" y="2735"/>
                  </a:lnTo>
                  <a:lnTo>
                    <a:pt x="1214" y="2748"/>
                  </a:lnTo>
                  <a:lnTo>
                    <a:pt x="1214" y="2774"/>
                  </a:lnTo>
                  <a:lnTo>
                    <a:pt x="1086" y="3157"/>
                  </a:lnTo>
                  <a:lnTo>
                    <a:pt x="1355" y="3259"/>
                  </a:lnTo>
                  <a:lnTo>
                    <a:pt x="1368" y="3259"/>
                  </a:lnTo>
                  <a:lnTo>
                    <a:pt x="1380" y="3285"/>
                  </a:lnTo>
                  <a:lnTo>
                    <a:pt x="1534" y="3783"/>
                  </a:lnTo>
                  <a:lnTo>
                    <a:pt x="1534" y="3796"/>
                  </a:lnTo>
                  <a:lnTo>
                    <a:pt x="1521" y="3822"/>
                  </a:lnTo>
                  <a:lnTo>
                    <a:pt x="1265" y="4026"/>
                  </a:lnTo>
                  <a:lnTo>
                    <a:pt x="1291" y="4231"/>
                  </a:lnTo>
                  <a:lnTo>
                    <a:pt x="1278" y="4256"/>
                  </a:lnTo>
                  <a:lnTo>
                    <a:pt x="1125" y="4512"/>
                  </a:lnTo>
                  <a:lnTo>
                    <a:pt x="1150" y="5010"/>
                  </a:lnTo>
                  <a:lnTo>
                    <a:pt x="1291" y="5138"/>
                  </a:lnTo>
                  <a:lnTo>
                    <a:pt x="1304" y="5151"/>
                  </a:lnTo>
                  <a:lnTo>
                    <a:pt x="1304" y="5177"/>
                  </a:lnTo>
                  <a:lnTo>
                    <a:pt x="1291" y="5445"/>
                  </a:lnTo>
                  <a:lnTo>
                    <a:pt x="1687" y="5828"/>
                  </a:lnTo>
                  <a:lnTo>
                    <a:pt x="1917" y="5905"/>
                  </a:lnTo>
                  <a:lnTo>
                    <a:pt x="1943" y="5918"/>
                  </a:lnTo>
                  <a:lnTo>
                    <a:pt x="2032" y="6046"/>
                  </a:lnTo>
                  <a:lnTo>
                    <a:pt x="2198" y="5943"/>
                  </a:lnTo>
                  <a:lnTo>
                    <a:pt x="2377" y="5726"/>
                  </a:lnTo>
                  <a:lnTo>
                    <a:pt x="2403" y="5713"/>
                  </a:lnTo>
                  <a:lnTo>
                    <a:pt x="2428" y="5713"/>
                  </a:lnTo>
                  <a:lnTo>
                    <a:pt x="2658" y="5790"/>
                  </a:lnTo>
                  <a:lnTo>
                    <a:pt x="2863" y="5611"/>
                  </a:lnTo>
                  <a:lnTo>
                    <a:pt x="2876" y="5598"/>
                  </a:lnTo>
                  <a:lnTo>
                    <a:pt x="2901" y="5598"/>
                  </a:lnTo>
                  <a:lnTo>
                    <a:pt x="3157" y="5675"/>
                  </a:lnTo>
                  <a:lnTo>
                    <a:pt x="3272" y="5470"/>
                  </a:lnTo>
                  <a:lnTo>
                    <a:pt x="3297" y="5458"/>
                  </a:lnTo>
                  <a:lnTo>
                    <a:pt x="3323" y="5458"/>
                  </a:lnTo>
                  <a:lnTo>
                    <a:pt x="3847" y="5586"/>
                  </a:lnTo>
                  <a:lnTo>
                    <a:pt x="3885" y="5560"/>
                  </a:lnTo>
                  <a:lnTo>
                    <a:pt x="3489" y="4384"/>
                  </a:lnTo>
                  <a:lnTo>
                    <a:pt x="3208" y="4346"/>
                  </a:lnTo>
                  <a:lnTo>
                    <a:pt x="3182" y="4320"/>
                  </a:lnTo>
                  <a:lnTo>
                    <a:pt x="2786" y="3681"/>
                  </a:lnTo>
                  <a:lnTo>
                    <a:pt x="2773" y="3656"/>
                  </a:lnTo>
                  <a:lnTo>
                    <a:pt x="2786" y="3630"/>
                  </a:lnTo>
                  <a:lnTo>
                    <a:pt x="3029" y="3298"/>
                  </a:lnTo>
                  <a:lnTo>
                    <a:pt x="2978" y="3144"/>
                  </a:lnTo>
                  <a:lnTo>
                    <a:pt x="2978" y="3119"/>
                  </a:lnTo>
                  <a:lnTo>
                    <a:pt x="2991" y="3106"/>
                  </a:lnTo>
                  <a:lnTo>
                    <a:pt x="3093" y="2953"/>
                  </a:lnTo>
                  <a:lnTo>
                    <a:pt x="3119" y="2940"/>
                  </a:lnTo>
                  <a:lnTo>
                    <a:pt x="3604" y="2850"/>
                  </a:lnTo>
                  <a:lnTo>
                    <a:pt x="3540" y="2620"/>
                  </a:lnTo>
                  <a:lnTo>
                    <a:pt x="3540" y="2595"/>
                  </a:lnTo>
                  <a:lnTo>
                    <a:pt x="3706" y="2135"/>
                  </a:lnTo>
                  <a:lnTo>
                    <a:pt x="3668" y="1943"/>
                  </a:lnTo>
                  <a:lnTo>
                    <a:pt x="3349" y="1930"/>
                  </a:lnTo>
                  <a:lnTo>
                    <a:pt x="2901" y="1342"/>
                  </a:lnTo>
                  <a:lnTo>
                    <a:pt x="2735" y="1342"/>
                  </a:lnTo>
                  <a:lnTo>
                    <a:pt x="2467" y="1585"/>
                  </a:lnTo>
                  <a:lnTo>
                    <a:pt x="2671" y="933"/>
                  </a:lnTo>
                  <a:lnTo>
                    <a:pt x="1623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9" name="Google Shape;939;p60"/>
            <p:cNvSpPr/>
            <p:nvPr/>
          </p:nvSpPr>
          <p:spPr>
            <a:xfrm>
              <a:off x="2529675" y="3286100"/>
              <a:ext cx="89175" cy="86925"/>
            </a:xfrm>
            <a:custGeom>
              <a:rect b="b" l="l" r="r" t="t"/>
              <a:pathLst>
                <a:path extrusionOk="0" h="3477" w="3567">
                  <a:moveTo>
                    <a:pt x="908" y="1"/>
                  </a:moveTo>
                  <a:lnTo>
                    <a:pt x="755" y="410"/>
                  </a:lnTo>
                  <a:lnTo>
                    <a:pt x="819" y="678"/>
                  </a:lnTo>
                  <a:lnTo>
                    <a:pt x="819" y="704"/>
                  </a:lnTo>
                  <a:lnTo>
                    <a:pt x="793" y="716"/>
                  </a:lnTo>
                  <a:lnTo>
                    <a:pt x="282" y="806"/>
                  </a:lnTo>
                  <a:lnTo>
                    <a:pt x="193" y="934"/>
                  </a:lnTo>
                  <a:lnTo>
                    <a:pt x="244" y="1100"/>
                  </a:lnTo>
                  <a:lnTo>
                    <a:pt x="244" y="1113"/>
                  </a:lnTo>
                  <a:lnTo>
                    <a:pt x="244" y="1125"/>
                  </a:lnTo>
                  <a:lnTo>
                    <a:pt x="1" y="1458"/>
                  </a:lnTo>
                  <a:lnTo>
                    <a:pt x="372" y="2071"/>
                  </a:lnTo>
                  <a:lnTo>
                    <a:pt x="665" y="2109"/>
                  </a:lnTo>
                  <a:lnTo>
                    <a:pt x="678" y="2122"/>
                  </a:lnTo>
                  <a:lnTo>
                    <a:pt x="691" y="2135"/>
                  </a:lnTo>
                  <a:lnTo>
                    <a:pt x="1087" y="3311"/>
                  </a:lnTo>
                  <a:lnTo>
                    <a:pt x="1113" y="3298"/>
                  </a:lnTo>
                  <a:lnTo>
                    <a:pt x="1126" y="3285"/>
                  </a:lnTo>
                  <a:lnTo>
                    <a:pt x="1151" y="3285"/>
                  </a:lnTo>
                  <a:lnTo>
                    <a:pt x="1726" y="3477"/>
                  </a:lnTo>
                  <a:lnTo>
                    <a:pt x="1739" y="3413"/>
                  </a:lnTo>
                  <a:lnTo>
                    <a:pt x="1598" y="3170"/>
                  </a:lnTo>
                  <a:lnTo>
                    <a:pt x="1598" y="3157"/>
                  </a:lnTo>
                  <a:lnTo>
                    <a:pt x="1598" y="3132"/>
                  </a:lnTo>
                  <a:lnTo>
                    <a:pt x="1726" y="2927"/>
                  </a:lnTo>
                  <a:lnTo>
                    <a:pt x="1739" y="2915"/>
                  </a:lnTo>
                  <a:lnTo>
                    <a:pt x="1777" y="2915"/>
                  </a:lnTo>
                  <a:lnTo>
                    <a:pt x="1969" y="3030"/>
                  </a:lnTo>
                  <a:lnTo>
                    <a:pt x="2570" y="2940"/>
                  </a:lnTo>
                  <a:lnTo>
                    <a:pt x="2608" y="2953"/>
                  </a:lnTo>
                  <a:lnTo>
                    <a:pt x="2915" y="3209"/>
                  </a:lnTo>
                  <a:lnTo>
                    <a:pt x="3260" y="2787"/>
                  </a:lnTo>
                  <a:lnTo>
                    <a:pt x="3273" y="2531"/>
                  </a:lnTo>
                  <a:lnTo>
                    <a:pt x="3273" y="2506"/>
                  </a:lnTo>
                  <a:lnTo>
                    <a:pt x="3464" y="2288"/>
                  </a:lnTo>
                  <a:lnTo>
                    <a:pt x="3464" y="2109"/>
                  </a:lnTo>
                  <a:lnTo>
                    <a:pt x="3145" y="1688"/>
                  </a:lnTo>
                  <a:lnTo>
                    <a:pt x="3132" y="1675"/>
                  </a:lnTo>
                  <a:lnTo>
                    <a:pt x="3068" y="1049"/>
                  </a:lnTo>
                  <a:lnTo>
                    <a:pt x="3081" y="1010"/>
                  </a:lnTo>
                  <a:lnTo>
                    <a:pt x="3503" y="563"/>
                  </a:lnTo>
                  <a:lnTo>
                    <a:pt x="3567" y="282"/>
                  </a:lnTo>
                  <a:lnTo>
                    <a:pt x="2825" y="116"/>
                  </a:lnTo>
                  <a:lnTo>
                    <a:pt x="2199" y="90"/>
                  </a:lnTo>
                  <a:lnTo>
                    <a:pt x="1982" y="77"/>
                  </a:lnTo>
                  <a:lnTo>
                    <a:pt x="1816" y="256"/>
                  </a:lnTo>
                  <a:lnTo>
                    <a:pt x="908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0" name="Google Shape;940;p60"/>
            <p:cNvSpPr/>
            <p:nvPr/>
          </p:nvSpPr>
          <p:spPr>
            <a:xfrm>
              <a:off x="3339025" y="2777425"/>
              <a:ext cx="23350" cy="30400"/>
            </a:xfrm>
            <a:custGeom>
              <a:rect b="b" l="l" r="r" t="t"/>
              <a:pathLst>
                <a:path extrusionOk="0" h="1216" w="934">
                  <a:moveTo>
                    <a:pt x="831" y="1"/>
                  </a:moveTo>
                  <a:lnTo>
                    <a:pt x="486" y="423"/>
                  </a:lnTo>
                  <a:lnTo>
                    <a:pt x="486" y="653"/>
                  </a:lnTo>
                  <a:lnTo>
                    <a:pt x="320" y="883"/>
                  </a:lnTo>
                  <a:lnTo>
                    <a:pt x="205" y="1036"/>
                  </a:lnTo>
                  <a:lnTo>
                    <a:pt x="0" y="1215"/>
                  </a:lnTo>
                  <a:lnTo>
                    <a:pt x="205" y="1215"/>
                  </a:lnTo>
                  <a:lnTo>
                    <a:pt x="550" y="1126"/>
                  </a:lnTo>
                  <a:lnTo>
                    <a:pt x="512" y="742"/>
                  </a:lnTo>
                  <a:lnTo>
                    <a:pt x="831" y="602"/>
                  </a:lnTo>
                  <a:lnTo>
                    <a:pt x="933" y="231"/>
                  </a:lnTo>
                  <a:lnTo>
                    <a:pt x="831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1" name="Google Shape;941;p60"/>
            <p:cNvSpPr/>
            <p:nvPr/>
          </p:nvSpPr>
          <p:spPr>
            <a:xfrm>
              <a:off x="2044350" y="1866175"/>
              <a:ext cx="19175" cy="16650"/>
            </a:xfrm>
            <a:custGeom>
              <a:rect b="b" l="l" r="r" t="t"/>
              <a:pathLst>
                <a:path extrusionOk="0" h="666" w="767">
                  <a:moveTo>
                    <a:pt x="0" y="1"/>
                  </a:moveTo>
                  <a:lnTo>
                    <a:pt x="77" y="550"/>
                  </a:lnTo>
                  <a:lnTo>
                    <a:pt x="409" y="665"/>
                  </a:lnTo>
                  <a:lnTo>
                    <a:pt x="767" y="499"/>
                  </a:lnTo>
                  <a:lnTo>
                    <a:pt x="601" y="20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2" name="Google Shape;942;p60"/>
            <p:cNvSpPr/>
            <p:nvPr/>
          </p:nvSpPr>
          <p:spPr>
            <a:xfrm>
              <a:off x="2062550" y="2095600"/>
              <a:ext cx="31650" cy="24625"/>
            </a:xfrm>
            <a:custGeom>
              <a:rect b="b" l="l" r="r" t="t"/>
              <a:pathLst>
                <a:path extrusionOk="0" h="985" w="1266">
                  <a:moveTo>
                    <a:pt x="333" y="0"/>
                  </a:moveTo>
                  <a:lnTo>
                    <a:pt x="167" y="256"/>
                  </a:lnTo>
                  <a:lnTo>
                    <a:pt x="1" y="371"/>
                  </a:lnTo>
                  <a:lnTo>
                    <a:pt x="13" y="716"/>
                  </a:lnTo>
                  <a:lnTo>
                    <a:pt x="282" y="703"/>
                  </a:lnTo>
                  <a:lnTo>
                    <a:pt x="333" y="984"/>
                  </a:lnTo>
                  <a:lnTo>
                    <a:pt x="755" y="908"/>
                  </a:lnTo>
                  <a:lnTo>
                    <a:pt x="1010" y="614"/>
                  </a:lnTo>
                  <a:lnTo>
                    <a:pt x="997" y="588"/>
                  </a:lnTo>
                  <a:lnTo>
                    <a:pt x="985" y="524"/>
                  </a:lnTo>
                  <a:lnTo>
                    <a:pt x="972" y="499"/>
                  </a:lnTo>
                  <a:lnTo>
                    <a:pt x="972" y="460"/>
                  </a:lnTo>
                  <a:lnTo>
                    <a:pt x="985" y="448"/>
                  </a:lnTo>
                  <a:lnTo>
                    <a:pt x="1010" y="435"/>
                  </a:lnTo>
                  <a:lnTo>
                    <a:pt x="1176" y="422"/>
                  </a:lnTo>
                  <a:lnTo>
                    <a:pt x="1266" y="396"/>
                  </a:lnTo>
                  <a:lnTo>
                    <a:pt x="1266" y="154"/>
                  </a:lnTo>
                  <a:lnTo>
                    <a:pt x="780" y="166"/>
                  </a:lnTo>
                  <a:lnTo>
                    <a:pt x="333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3" name="Google Shape;943;p60"/>
            <p:cNvSpPr/>
            <p:nvPr/>
          </p:nvSpPr>
          <p:spPr>
            <a:xfrm>
              <a:off x="1815250" y="1506100"/>
              <a:ext cx="542550" cy="370650"/>
            </a:xfrm>
            <a:custGeom>
              <a:rect b="b" l="l" r="r" t="t"/>
              <a:pathLst>
                <a:path extrusionOk="0" h="14826" w="21702">
                  <a:moveTo>
                    <a:pt x="5355" y="0"/>
                  </a:moveTo>
                  <a:lnTo>
                    <a:pt x="4883" y="230"/>
                  </a:lnTo>
                  <a:lnTo>
                    <a:pt x="4218" y="256"/>
                  </a:lnTo>
                  <a:lnTo>
                    <a:pt x="3962" y="217"/>
                  </a:lnTo>
                  <a:lnTo>
                    <a:pt x="4780" y="1304"/>
                  </a:lnTo>
                  <a:lnTo>
                    <a:pt x="4780" y="1304"/>
                  </a:lnTo>
                  <a:lnTo>
                    <a:pt x="3860" y="447"/>
                  </a:lnTo>
                  <a:lnTo>
                    <a:pt x="3553" y="473"/>
                  </a:lnTo>
                  <a:lnTo>
                    <a:pt x="2825" y="460"/>
                  </a:lnTo>
                  <a:lnTo>
                    <a:pt x="2723" y="895"/>
                  </a:lnTo>
                  <a:lnTo>
                    <a:pt x="2441" y="1125"/>
                  </a:lnTo>
                  <a:lnTo>
                    <a:pt x="2237" y="1112"/>
                  </a:lnTo>
                  <a:lnTo>
                    <a:pt x="2186" y="2032"/>
                  </a:lnTo>
                  <a:lnTo>
                    <a:pt x="2211" y="2313"/>
                  </a:lnTo>
                  <a:lnTo>
                    <a:pt x="2697" y="2454"/>
                  </a:lnTo>
                  <a:lnTo>
                    <a:pt x="2953" y="3208"/>
                  </a:lnTo>
                  <a:lnTo>
                    <a:pt x="2416" y="2748"/>
                  </a:lnTo>
                  <a:lnTo>
                    <a:pt x="2352" y="3476"/>
                  </a:lnTo>
                  <a:lnTo>
                    <a:pt x="2684" y="3873"/>
                  </a:lnTo>
                  <a:lnTo>
                    <a:pt x="1981" y="3323"/>
                  </a:lnTo>
                  <a:lnTo>
                    <a:pt x="1879" y="2390"/>
                  </a:lnTo>
                  <a:lnTo>
                    <a:pt x="1611" y="2019"/>
                  </a:lnTo>
                  <a:lnTo>
                    <a:pt x="1802" y="1086"/>
                  </a:lnTo>
                  <a:lnTo>
                    <a:pt x="2147" y="792"/>
                  </a:lnTo>
                  <a:lnTo>
                    <a:pt x="1790" y="383"/>
                  </a:lnTo>
                  <a:lnTo>
                    <a:pt x="1739" y="383"/>
                  </a:lnTo>
                  <a:lnTo>
                    <a:pt x="818" y="422"/>
                  </a:lnTo>
                  <a:lnTo>
                    <a:pt x="0" y="1431"/>
                  </a:lnTo>
                  <a:lnTo>
                    <a:pt x="128" y="1853"/>
                  </a:lnTo>
                  <a:lnTo>
                    <a:pt x="13" y="2249"/>
                  </a:lnTo>
                  <a:lnTo>
                    <a:pt x="26" y="3860"/>
                  </a:lnTo>
                  <a:lnTo>
                    <a:pt x="269" y="4397"/>
                  </a:lnTo>
                  <a:lnTo>
                    <a:pt x="1215" y="4537"/>
                  </a:lnTo>
                  <a:lnTo>
                    <a:pt x="1879" y="5010"/>
                  </a:lnTo>
                  <a:lnTo>
                    <a:pt x="575" y="4780"/>
                  </a:lnTo>
                  <a:lnTo>
                    <a:pt x="345" y="5151"/>
                  </a:lnTo>
                  <a:lnTo>
                    <a:pt x="1176" y="5624"/>
                  </a:lnTo>
                  <a:lnTo>
                    <a:pt x="1572" y="6007"/>
                  </a:lnTo>
                  <a:lnTo>
                    <a:pt x="2199" y="5687"/>
                  </a:lnTo>
                  <a:lnTo>
                    <a:pt x="2684" y="6186"/>
                  </a:lnTo>
                  <a:lnTo>
                    <a:pt x="3464" y="6109"/>
                  </a:lnTo>
                  <a:lnTo>
                    <a:pt x="4921" y="6071"/>
                  </a:lnTo>
                  <a:lnTo>
                    <a:pt x="4895" y="5687"/>
                  </a:lnTo>
                  <a:lnTo>
                    <a:pt x="5611" y="5841"/>
                  </a:lnTo>
                  <a:lnTo>
                    <a:pt x="6442" y="6403"/>
                  </a:lnTo>
                  <a:lnTo>
                    <a:pt x="7145" y="5624"/>
                  </a:lnTo>
                  <a:lnTo>
                    <a:pt x="6480" y="5074"/>
                  </a:lnTo>
                  <a:lnTo>
                    <a:pt x="6761" y="4703"/>
                  </a:lnTo>
                  <a:lnTo>
                    <a:pt x="8027" y="5624"/>
                  </a:lnTo>
                  <a:lnTo>
                    <a:pt x="8678" y="5675"/>
                  </a:lnTo>
                  <a:lnTo>
                    <a:pt x="8960" y="6109"/>
                  </a:lnTo>
                  <a:lnTo>
                    <a:pt x="9471" y="6186"/>
                  </a:lnTo>
                  <a:lnTo>
                    <a:pt x="9445" y="6263"/>
                  </a:lnTo>
                  <a:lnTo>
                    <a:pt x="9420" y="6326"/>
                  </a:lnTo>
                  <a:lnTo>
                    <a:pt x="9394" y="6365"/>
                  </a:lnTo>
                  <a:lnTo>
                    <a:pt x="9215" y="6467"/>
                  </a:lnTo>
                  <a:lnTo>
                    <a:pt x="9062" y="6531"/>
                  </a:lnTo>
                  <a:lnTo>
                    <a:pt x="8640" y="6173"/>
                  </a:lnTo>
                  <a:lnTo>
                    <a:pt x="8244" y="6288"/>
                  </a:lnTo>
                  <a:lnTo>
                    <a:pt x="8717" y="6556"/>
                  </a:lnTo>
                  <a:lnTo>
                    <a:pt x="8921" y="6927"/>
                  </a:lnTo>
                  <a:lnTo>
                    <a:pt x="9305" y="6953"/>
                  </a:lnTo>
                  <a:lnTo>
                    <a:pt x="9266" y="6838"/>
                  </a:lnTo>
                  <a:lnTo>
                    <a:pt x="9241" y="6761"/>
                  </a:lnTo>
                  <a:lnTo>
                    <a:pt x="9228" y="6710"/>
                  </a:lnTo>
                  <a:lnTo>
                    <a:pt x="9356" y="6646"/>
                  </a:lnTo>
                  <a:lnTo>
                    <a:pt x="9624" y="6531"/>
                  </a:lnTo>
                  <a:lnTo>
                    <a:pt x="10020" y="6365"/>
                  </a:lnTo>
                  <a:lnTo>
                    <a:pt x="10289" y="6774"/>
                  </a:lnTo>
                  <a:lnTo>
                    <a:pt x="10148" y="7017"/>
                  </a:lnTo>
                  <a:lnTo>
                    <a:pt x="9739" y="7119"/>
                  </a:lnTo>
                  <a:lnTo>
                    <a:pt x="10161" y="7413"/>
                  </a:lnTo>
                  <a:lnTo>
                    <a:pt x="9918" y="7617"/>
                  </a:lnTo>
                  <a:lnTo>
                    <a:pt x="9420" y="7668"/>
                  </a:lnTo>
                  <a:lnTo>
                    <a:pt x="9305" y="8346"/>
                  </a:lnTo>
                  <a:lnTo>
                    <a:pt x="9394" y="9125"/>
                  </a:lnTo>
                  <a:lnTo>
                    <a:pt x="10008" y="9317"/>
                  </a:lnTo>
                  <a:lnTo>
                    <a:pt x="10736" y="8883"/>
                  </a:lnTo>
                  <a:lnTo>
                    <a:pt x="10506" y="8218"/>
                  </a:lnTo>
                  <a:lnTo>
                    <a:pt x="10506" y="7950"/>
                  </a:lnTo>
                  <a:lnTo>
                    <a:pt x="11669" y="8167"/>
                  </a:lnTo>
                  <a:lnTo>
                    <a:pt x="11695" y="7835"/>
                  </a:lnTo>
                  <a:lnTo>
                    <a:pt x="11171" y="7592"/>
                  </a:lnTo>
                  <a:lnTo>
                    <a:pt x="10110" y="7643"/>
                  </a:lnTo>
                  <a:lnTo>
                    <a:pt x="10263" y="7183"/>
                  </a:lnTo>
                  <a:lnTo>
                    <a:pt x="10455" y="6761"/>
                  </a:lnTo>
                  <a:lnTo>
                    <a:pt x="10838" y="7132"/>
                  </a:lnTo>
                  <a:lnTo>
                    <a:pt x="11580" y="7272"/>
                  </a:lnTo>
                  <a:lnTo>
                    <a:pt x="12065" y="7668"/>
                  </a:lnTo>
                  <a:lnTo>
                    <a:pt x="12538" y="8371"/>
                  </a:lnTo>
                  <a:lnTo>
                    <a:pt x="12730" y="8244"/>
                  </a:lnTo>
                  <a:lnTo>
                    <a:pt x="12832" y="8537"/>
                  </a:lnTo>
                  <a:lnTo>
                    <a:pt x="12692" y="9023"/>
                  </a:lnTo>
                  <a:lnTo>
                    <a:pt x="12666" y="9317"/>
                  </a:lnTo>
                  <a:lnTo>
                    <a:pt x="13088" y="9164"/>
                  </a:lnTo>
                  <a:lnTo>
                    <a:pt x="13599" y="8895"/>
                  </a:lnTo>
                  <a:lnTo>
                    <a:pt x="13637" y="8448"/>
                  </a:lnTo>
                  <a:lnTo>
                    <a:pt x="14034" y="8640"/>
                  </a:lnTo>
                  <a:lnTo>
                    <a:pt x="14187" y="8831"/>
                  </a:lnTo>
                  <a:lnTo>
                    <a:pt x="15069" y="8895"/>
                  </a:lnTo>
                  <a:lnTo>
                    <a:pt x="15222" y="8998"/>
                  </a:lnTo>
                  <a:lnTo>
                    <a:pt x="15209" y="9292"/>
                  </a:lnTo>
                  <a:lnTo>
                    <a:pt x="14634" y="9483"/>
                  </a:lnTo>
                  <a:lnTo>
                    <a:pt x="14468" y="9879"/>
                  </a:lnTo>
                  <a:lnTo>
                    <a:pt x="14149" y="9969"/>
                  </a:lnTo>
                  <a:lnTo>
                    <a:pt x="14046" y="9483"/>
                  </a:lnTo>
                  <a:lnTo>
                    <a:pt x="13714" y="9343"/>
                  </a:lnTo>
                  <a:lnTo>
                    <a:pt x="13139" y="9279"/>
                  </a:lnTo>
                  <a:lnTo>
                    <a:pt x="12589" y="9675"/>
                  </a:lnTo>
                  <a:lnTo>
                    <a:pt x="12538" y="10109"/>
                  </a:lnTo>
                  <a:lnTo>
                    <a:pt x="12053" y="10250"/>
                  </a:lnTo>
                  <a:lnTo>
                    <a:pt x="12091" y="10608"/>
                  </a:lnTo>
                  <a:lnTo>
                    <a:pt x="12755" y="10761"/>
                  </a:lnTo>
                  <a:lnTo>
                    <a:pt x="12934" y="11106"/>
                  </a:lnTo>
                  <a:lnTo>
                    <a:pt x="11963" y="11975"/>
                  </a:lnTo>
                  <a:lnTo>
                    <a:pt x="10391" y="12027"/>
                  </a:lnTo>
                  <a:lnTo>
                    <a:pt x="10353" y="12308"/>
                  </a:lnTo>
                  <a:lnTo>
                    <a:pt x="10634" y="12499"/>
                  </a:lnTo>
                  <a:lnTo>
                    <a:pt x="10161" y="12614"/>
                  </a:lnTo>
                  <a:lnTo>
                    <a:pt x="10225" y="13138"/>
                  </a:lnTo>
                  <a:lnTo>
                    <a:pt x="10238" y="13458"/>
                  </a:lnTo>
                  <a:lnTo>
                    <a:pt x="10736" y="13688"/>
                  </a:lnTo>
                  <a:lnTo>
                    <a:pt x="12104" y="13790"/>
                  </a:lnTo>
                  <a:lnTo>
                    <a:pt x="12040" y="13049"/>
                  </a:lnTo>
                  <a:lnTo>
                    <a:pt x="12564" y="13164"/>
                  </a:lnTo>
                  <a:lnTo>
                    <a:pt x="12832" y="13126"/>
                  </a:lnTo>
                  <a:lnTo>
                    <a:pt x="13139" y="12704"/>
                  </a:lnTo>
                  <a:lnTo>
                    <a:pt x="13433" y="12845"/>
                  </a:lnTo>
                  <a:lnTo>
                    <a:pt x="13970" y="12538"/>
                  </a:lnTo>
                  <a:lnTo>
                    <a:pt x="13957" y="12985"/>
                  </a:lnTo>
                  <a:lnTo>
                    <a:pt x="14634" y="13049"/>
                  </a:lnTo>
                  <a:lnTo>
                    <a:pt x="14775" y="13458"/>
                  </a:lnTo>
                  <a:lnTo>
                    <a:pt x="15375" y="13560"/>
                  </a:lnTo>
                  <a:lnTo>
                    <a:pt x="15682" y="13535"/>
                  </a:lnTo>
                  <a:lnTo>
                    <a:pt x="15644" y="14059"/>
                  </a:lnTo>
                  <a:lnTo>
                    <a:pt x="16245" y="14314"/>
                  </a:lnTo>
                  <a:lnTo>
                    <a:pt x="16947" y="14365"/>
                  </a:lnTo>
                  <a:lnTo>
                    <a:pt x="16641" y="14787"/>
                  </a:lnTo>
                  <a:lnTo>
                    <a:pt x="17216" y="14826"/>
                  </a:lnTo>
                  <a:lnTo>
                    <a:pt x="17126" y="14532"/>
                  </a:lnTo>
                  <a:lnTo>
                    <a:pt x="17254" y="14302"/>
                  </a:lnTo>
                  <a:lnTo>
                    <a:pt x="18277" y="14429"/>
                  </a:lnTo>
                  <a:lnTo>
                    <a:pt x="18264" y="14608"/>
                  </a:lnTo>
                  <a:lnTo>
                    <a:pt x="20922" y="14711"/>
                  </a:lnTo>
                  <a:lnTo>
                    <a:pt x="20961" y="14250"/>
                  </a:lnTo>
                  <a:lnTo>
                    <a:pt x="20398" y="13739"/>
                  </a:lnTo>
                  <a:lnTo>
                    <a:pt x="19261" y="13650"/>
                  </a:lnTo>
                  <a:lnTo>
                    <a:pt x="18954" y="13509"/>
                  </a:lnTo>
                  <a:lnTo>
                    <a:pt x="18954" y="13381"/>
                  </a:lnTo>
                  <a:lnTo>
                    <a:pt x="18647" y="13381"/>
                  </a:lnTo>
                  <a:lnTo>
                    <a:pt x="18532" y="13330"/>
                  </a:lnTo>
                  <a:lnTo>
                    <a:pt x="18123" y="13087"/>
                  </a:lnTo>
                  <a:lnTo>
                    <a:pt x="17868" y="12921"/>
                  </a:lnTo>
                  <a:lnTo>
                    <a:pt x="17791" y="12870"/>
                  </a:lnTo>
                  <a:lnTo>
                    <a:pt x="17765" y="12857"/>
                  </a:lnTo>
                  <a:lnTo>
                    <a:pt x="17778" y="12857"/>
                  </a:lnTo>
                  <a:lnTo>
                    <a:pt x="19056" y="12908"/>
                  </a:lnTo>
                  <a:lnTo>
                    <a:pt x="19159" y="13075"/>
                  </a:lnTo>
                  <a:lnTo>
                    <a:pt x="19977" y="13062"/>
                  </a:lnTo>
                  <a:lnTo>
                    <a:pt x="19977" y="12985"/>
                  </a:lnTo>
                  <a:lnTo>
                    <a:pt x="19989" y="12947"/>
                  </a:lnTo>
                  <a:lnTo>
                    <a:pt x="20002" y="12934"/>
                  </a:lnTo>
                  <a:lnTo>
                    <a:pt x="20028" y="12921"/>
                  </a:lnTo>
                  <a:lnTo>
                    <a:pt x="20373" y="12998"/>
                  </a:lnTo>
                  <a:lnTo>
                    <a:pt x="20679" y="13075"/>
                  </a:lnTo>
                  <a:lnTo>
                    <a:pt x="21050" y="13100"/>
                  </a:lnTo>
                  <a:lnTo>
                    <a:pt x="21203" y="13317"/>
                  </a:lnTo>
                  <a:lnTo>
                    <a:pt x="21459" y="13330"/>
                  </a:lnTo>
                  <a:lnTo>
                    <a:pt x="21625" y="13330"/>
                  </a:lnTo>
                  <a:lnTo>
                    <a:pt x="21676" y="13317"/>
                  </a:lnTo>
                  <a:lnTo>
                    <a:pt x="21689" y="13317"/>
                  </a:lnTo>
                  <a:lnTo>
                    <a:pt x="21702" y="13305"/>
                  </a:lnTo>
                  <a:lnTo>
                    <a:pt x="21664" y="13266"/>
                  </a:lnTo>
                  <a:lnTo>
                    <a:pt x="21600" y="13215"/>
                  </a:lnTo>
                  <a:lnTo>
                    <a:pt x="21395" y="13062"/>
                  </a:lnTo>
                  <a:lnTo>
                    <a:pt x="21101" y="12870"/>
                  </a:lnTo>
                  <a:lnTo>
                    <a:pt x="20833" y="12206"/>
                  </a:lnTo>
                  <a:lnTo>
                    <a:pt x="20999" y="11988"/>
                  </a:lnTo>
                  <a:lnTo>
                    <a:pt x="20667" y="11375"/>
                  </a:lnTo>
                  <a:lnTo>
                    <a:pt x="19925" y="11209"/>
                  </a:lnTo>
                  <a:lnTo>
                    <a:pt x="19350" y="10838"/>
                  </a:lnTo>
                  <a:lnTo>
                    <a:pt x="19018" y="10595"/>
                  </a:lnTo>
                  <a:lnTo>
                    <a:pt x="18315" y="10544"/>
                  </a:lnTo>
                  <a:lnTo>
                    <a:pt x="17880" y="10340"/>
                  </a:lnTo>
                  <a:lnTo>
                    <a:pt x="17075" y="9560"/>
                  </a:lnTo>
                  <a:lnTo>
                    <a:pt x="16756" y="9752"/>
                  </a:lnTo>
                  <a:lnTo>
                    <a:pt x="16334" y="9240"/>
                  </a:lnTo>
                  <a:lnTo>
                    <a:pt x="16334" y="9240"/>
                  </a:lnTo>
                  <a:lnTo>
                    <a:pt x="16884" y="9279"/>
                  </a:lnTo>
                  <a:lnTo>
                    <a:pt x="16884" y="9279"/>
                  </a:lnTo>
                  <a:lnTo>
                    <a:pt x="16283" y="8780"/>
                  </a:lnTo>
                  <a:lnTo>
                    <a:pt x="16628" y="8410"/>
                  </a:lnTo>
                  <a:lnTo>
                    <a:pt x="17050" y="8435"/>
                  </a:lnTo>
                  <a:lnTo>
                    <a:pt x="17011" y="8665"/>
                  </a:lnTo>
                  <a:lnTo>
                    <a:pt x="18111" y="8691"/>
                  </a:lnTo>
                  <a:lnTo>
                    <a:pt x="18136" y="8934"/>
                  </a:lnTo>
                  <a:lnTo>
                    <a:pt x="18762" y="9113"/>
                  </a:lnTo>
                  <a:lnTo>
                    <a:pt x="19095" y="9547"/>
                  </a:lnTo>
                  <a:lnTo>
                    <a:pt x="20411" y="9585"/>
                  </a:lnTo>
                  <a:lnTo>
                    <a:pt x="19708" y="8831"/>
                  </a:lnTo>
                  <a:lnTo>
                    <a:pt x="19964" y="8397"/>
                  </a:lnTo>
                  <a:lnTo>
                    <a:pt x="20155" y="8154"/>
                  </a:lnTo>
                  <a:lnTo>
                    <a:pt x="20207" y="7707"/>
                  </a:lnTo>
                  <a:lnTo>
                    <a:pt x="19772" y="7477"/>
                  </a:lnTo>
                  <a:lnTo>
                    <a:pt x="20092" y="7183"/>
                  </a:lnTo>
                  <a:lnTo>
                    <a:pt x="19925" y="6531"/>
                  </a:lnTo>
                  <a:lnTo>
                    <a:pt x="19453" y="6326"/>
                  </a:lnTo>
                  <a:lnTo>
                    <a:pt x="19171" y="6314"/>
                  </a:lnTo>
                  <a:lnTo>
                    <a:pt x="18507" y="6876"/>
                  </a:lnTo>
                  <a:lnTo>
                    <a:pt x="18430" y="6416"/>
                  </a:lnTo>
                  <a:lnTo>
                    <a:pt x="17880" y="6633"/>
                  </a:lnTo>
                  <a:lnTo>
                    <a:pt x="17727" y="6122"/>
                  </a:lnTo>
                  <a:lnTo>
                    <a:pt x="17165" y="5917"/>
                  </a:lnTo>
                  <a:lnTo>
                    <a:pt x="16947" y="5687"/>
                  </a:lnTo>
                  <a:lnTo>
                    <a:pt x="16347" y="5790"/>
                  </a:lnTo>
                  <a:lnTo>
                    <a:pt x="16193" y="5994"/>
                  </a:lnTo>
                  <a:lnTo>
                    <a:pt x="15503" y="5956"/>
                  </a:lnTo>
                  <a:lnTo>
                    <a:pt x="14903" y="5624"/>
                  </a:lnTo>
                  <a:lnTo>
                    <a:pt x="13701" y="5521"/>
                  </a:lnTo>
                  <a:lnTo>
                    <a:pt x="13931" y="5151"/>
                  </a:lnTo>
                  <a:lnTo>
                    <a:pt x="13688" y="4959"/>
                  </a:lnTo>
                  <a:lnTo>
                    <a:pt x="14353" y="4729"/>
                  </a:lnTo>
                  <a:lnTo>
                    <a:pt x="14455" y="4397"/>
                  </a:lnTo>
                  <a:lnTo>
                    <a:pt x="13855" y="4345"/>
                  </a:lnTo>
                  <a:lnTo>
                    <a:pt x="12896" y="4652"/>
                  </a:lnTo>
                  <a:lnTo>
                    <a:pt x="12909" y="4333"/>
                  </a:lnTo>
                  <a:lnTo>
                    <a:pt x="13803" y="3885"/>
                  </a:lnTo>
                  <a:lnTo>
                    <a:pt x="13573" y="3349"/>
                  </a:lnTo>
                  <a:lnTo>
                    <a:pt x="12985" y="3170"/>
                  </a:lnTo>
                  <a:lnTo>
                    <a:pt x="12845" y="3579"/>
                  </a:lnTo>
                  <a:lnTo>
                    <a:pt x="12589" y="3604"/>
                  </a:lnTo>
                  <a:lnTo>
                    <a:pt x="12602" y="3067"/>
                  </a:lnTo>
                  <a:lnTo>
                    <a:pt x="12206" y="2850"/>
                  </a:lnTo>
                  <a:lnTo>
                    <a:pt x="11746" y="2965"/>
                  </a:lnTo>
                  <a:lnTo>
                    <a:pt x="11452" y="3246"/>
                  </a:lnTo>
                  <a:lnTo>
                    <a:pt x="10979" y="3809"/>
                  </a:lnTo>
                  <a:lnTo>
                    <a:pt x="10787" y="3540"/>
                  </a:lnTo>
                  <a:lnTo>
                    <a:pt x="10941" y="2888"/>
                  </a:lnTo>
                  <a:lnTo>
                    <a:pt x="10800" y="2786"/>
                  </a:lnTo>
                  <a:lnTo>
                    <a:pt x="10532" y="2914"/>
                  </a:lnTo>
                  <a:lnTo>
                    <a:pt x="10314" y="3221"/>
                  </a:lnTo>
                  <a:lnTo>
                    <a:pt x="10442" y="2582"/>
                  </a:lnTo>
                  <a:lnTo>
                    <a:pt x="10097" y="2122"/>
                  </a:lnTo>
                  <a:lnTo>
                    <a:pt x="9407" y="2173"/>
                  </a:lnTo>
                  <a:lnTo>
                    <a:pt x="9407" y="2901"/>
                  </a:lnTo>
                  <a:lnTo>
                    <a:pt x="8908" y="2467"/>
                  </a:lnTo>
                  <a:lnTo>
                    <a:pt x="8908" y="2122"/>
                  </a:lnTo>
                  <a:lnTo>
                    <a:pt x="8678" y="2109"/>
                  </a:lnTo>
                  <a:lnTo>
                    <a:pt x="8525" y="1789"/>
                  </a:lnTo>
                  <a:lnTo>
                    <a:pt x="7988" y="1751"/>
                  </a:lnTo>
                  <a:lnTo>
                    <a:pt x="7784" y="1955"/>
                  </a:lnTo>
                  <a:lnTo>
                    <a:pt x="7669" y="1521"/>
                  </a:lnTo>
                  <a:lnTo>
                    <a:pt x="6109" y="1406"/>
                  </a:lnTo>
                  <a:lnTo>
                    <a:pt x="5867" y="1968"/>
                  </a:lnTo>
                  <a:lnTo>
                    <a:pt x="5611" y="2275"/>
                  </a:lnTo>
                  <a:lnTo>
                    <a:pt x="5330" y="2275"/>
                  </a:lnTo>
                  <a:lnTo>
                    <a:pt x="4831" y="2914"/>
                  </a:lnTo>
                  <a:lnTo>
                    <a:pt x="4627" y="2403"/>
                  </a:lnTo>
                  <a:lnTo>
                    <a:pt x="4959" y="1738"/>
                  </a:lnTo>
                  <a:lnTo>
                    <a:pt x="4908" y="1508"/>
                  </a:lnTo>
                  <a:lnTo>
                    <a:pt x="5547" y="1368"/>
                  </a:lnTo>
                  <a:lnTo>
                    <a:pt x="5726" y="1086"/>
                  </a:lnTo>
                  <a:lnTo>
                    <a:pt x="6876" y="1086"/>
                  </a:lnTo>
                  <a:lnTo>
                    <a:pt x="6838" y="575"/>
                  </a:lnTo>
                  <a:lnTo>
                    <a:pt x="6033" y="281"/>
                  </a:lnTo>
                  <a:lnTo>
                    <a:pt x="5355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4" name="Google Shape;944;p60"/>
            <p:cNvSpPr/>
            <p:nvPr/>
          </p:nvSpPr>
          <p:spPr>
            <a:xfrm>
              <a:off x="2020050" y="1914750"/>
              <a:ext cx="22075" cy="30050"/>
            </a:xfrm>
            <a:custGeom>
              <a:rect b="b" l="l" r="r" t="t"/>
              <a:pathLst>
                <a:path extrusionOk="0" h="1202" w="883">
                  <a:moveTo>
                    <a:pt x="384" y="0"/>
                  </a:moveTo>
                  <a:lnTo>
                    <a:pt x="1" y="230"/>
                  </a:lnTo>
                  <a:lnTo>
                    <a:pt x="192" y="908"/>
                  </a:lnTo>
                  <a:lnTo>
                    <a:pt x="384" y="1074"/>
                  </a:lnTo>
                  <a:lnTo>
                    <a:pt x="589" y="1202"/>
                  </a:lnTo>
                  <a:lnTo>
                    <a:pt x="665" y="729"/>
                  </a:lnTo>
                  <a:lnTo>
                    <a:pt x="883" y="601"/>
                  </a:lnTo>
                  <a:lnTo>
                    <a:pt x="768" y="103"/>
                  </a:lnTo>
                  <a:lnTo>
                    <a:pt x="384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5" name="Google Shape;945;p60"/>
            <p:cNvSpPr/>
            <p:nvPr/>
          </p:nvSpPr>
          <p:spPr>
            <a:xfrm>
              <a:off x="1875950" y="1798125"/>
              <a:ext cx="112500" cy="97800"/>
            </a:xfrm>
            <a:custGeom>
              <a:rect b="b" l="l" r="r" t="t"/>
              <a:pathLst>
                <a:path extrusionOk="0" h="3912" w="4500">
                  <a:moveTo>
                    <a:pt x="614" y="1"/>
                  </a:moveTo>
                  <a:lnTo>
                    <a:pt x="474" y="294"/>
                  </a:lnTo>
                  <a:lnTo>
                    <a:pt x="180" y="192"/>
                  </a:lnTo>
                  <a:lnTo>
                    <a:pt x="1" y="448"/>
                  </a:lnTo>
                  <a:lnTo>
                    <a:pt x="192" y="665"/>
                  </a:lnTo>
                  <a:lnTo>
                    <a:pt x="90" y="1100"/>
                  </a:lnTo>
                  <a:lnTo>
                    <a:pt x="307" y="1100"/>
                  </a:lnTo>
                  <a:lnTo>
                    <a:pt x="320" y="2914"/>
                  </a:lnTo>
                  <a:lnTo>
                    <a:pt x="231" y="3272"/>
                  </a:lnTo>
                  <a:lnTo>
                    <a:pt x="256" y="3528"/>
                  </a:lnTo>
                  <a:lnTo>
                    <a:pt x="601" y="3400"/>
                  </a:lnTo>
                  <a:lnTo>
                    <a:pt x="742" y="3311"/>
                  </a:lnTo>
                  <a:lnTo>
                    <a:pt x="844" y="3247"/>
                  </a:lnTo>
                  <a:lnTo>
                    <a:pt x="908" y="3221"/>
                  </a:lnTo>
                  <a:lnTo>
                    <a:pt x="959" y="3234"/>
                  </a:lnTo>
                  <a:lnTo>
                    <a:pt x="1049" y="3272"/>
                  </a:lnTo>
                  <a:lnTo>
                    <a:pt x="1138" y="3323"/>
                  </a:lnTo>
                  <a:lnTo>
                    <a:pt x="1164" y="3349"/>
                  </a:lnTo>
                  <a:lnTo>
                    <a:pt x="1176" y="3362"/>
                  </a:lnTo>
                  <a:lnTo>
                    <a:pt x="1253" y="3643"/>
                  </a:lnTo>
                  <a:lnTo>
                    <a:pt x="1330" y="3911"/>
                  </a:lnTo>
                  <a:lnTo>
                    <a:pt x="1905" y="3847"/>
                  </a:lnTo>
                  <a:lnTo>
                    <a:pt x="1931" y="3835"/>
                  </a:lnTo>
                  <a:lnTo>
                    <a:pt x="1943" y="3784"/>
                  </a:lnTo>
                  <a:lnTo>
                    <a:pt x="1994" y="3643"/>
                  </a:lnTo>
                  <a:lnTo>
                    <a:pt x="2046" y="3438"/>
                  </a:lnTo>
                  <a:lnTo>
                    <a:pt x="2007" y="3272"/>
                  </a:lnTo>
                  <a:lnTo>
                    <a:pt x="2007" y="3170"/>
                  </a:lnTo>
                  <a:lnTo>
                    <a:pt x="2020" y="3132"/>
                  </a:lnTo>
                  <a:lnTo>
                    <a:pt x="2033" y="3119"/>
                  </a:lnTo>
                  <a:lnTo>
                    <a:pt x="2122" y="3081"/>
                  </a:lnTo>
                  <a:lnTo>
                    <a:pt x="2212" y="3030"/>
                  </a:lnTo>
                  <a:lnTo>
                    <a:pt x="2340" y="2953"/>
                  </a:lnTo>
                  <a:lnTo>
                    <a:pt x="2416" y="2352"/>
                  </a:lnTo>
                  <a:lnTo>
                    <a:pt x="2761" y="2224"/>
                  </a:lnTo>
                  <a:lnTo>
                    <a:pt x="3298" y="2723"/>
                  </a:lnTo>
                  <a:lnTo>
                    <a:pt x="3618" y="2953"/>
                  </a:lnTo>
                  <a:lnTo>
                    <a:pt x="4218" y="2595"/>
                  </a:lnTo>
                  <a:lnTo>
                    <a:pt x="4499" y="2314"/>
                  </a:lnTo>
                  <a:lnTo>
                    <a:pt x="4410" y="2033"/>
                  </a:lnTo>
                  <a:lnTo>
                    <a:pt x="4129" y="1854"/>
                  </a:lnTo>
                  <a:lnTo>
                    <a:pt x="3745" y="1956"/>
                  </a:lnTo>
                  <a:lnTo>
                    <a:pt x="3464" y="1943"/>
                  </a:lnTo>
                  <a:lnTo>
                    <a:pt x="3400" y="1636"/>
                  </a:lnTo>
                  <a:lnTo>
                    <a:pt x="1956" y="921"/>
                  </a:lnTo>
                  <a:lnTo>
                    <a:pt x="1343" y="806"/>
                  </a:lnTo>
                  <a:lnTo>
                    <a:pt x="972" y="716"/>
                  </a:lnTo>
                  <a:lnTo>
                    <a:pt x="678" y="742"/>
                  </a:lnTo>
                  <a:lnTo>
                    <a:pt x="397" y="461"/>
                  </a:lnTo>
                  <a:lnTo>
                    <a:pt x="1061" y="512"/>
                  </a:lnTo>
                  <a:lnTo>
                    <a:pt x="614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6" name="Google Shape;946;p60"/>
            <p:cNvSpPr/>
            <p:nvPr/>
          </p:nvSpPr>
          <p:spPr>
            <a:xfrm>
              <a:off x="1671150" y="1415975"/>
              <a:ext cx="249875" cy="100375"/>
            </a:xfrm>
            <a:custGeom>
              <a:rect b="b" l="l" r="r" t="t"/>
              <a:pathLst>
                <a:path extrusionOk="0" h="4015" w="9995">
                  <a:moveTo>
                    <a:pt x="1444" y="1"/>
                  </a:moveTo>
                  <a:lnTo>
                    <a:pt x="396" y="231"/>
                  </a:lnTo>
                  <a:lnTo>
                    <a:pt x="0" y="269"/>
                  </a:lnTo>
                  <a:lnTo>
                    <a:pt x="39" y="666"/>
                  </a:lnTo>
                  <a:lnTo>
                    <a:pt x="537" y="806"/>
                  </a:lnTo>
                  <a:lnTo>
                    <a:pt x="818" y="1407"/>
                  </a:lnTo>
                  <a:lnTo>
                    <a:pt x="1534" y="1356"/>
                  </a:lnTo>
                  <a:lnTo>
                    <a:pt x="1802" y="1113"/>
                  </a:lnTo>
                  <a:lnTo>
                    <a:pt x="2032" y="1266"/>
                  </a:lnTo>
                  <a:lnTo>
                    <a:pt x="2799" y="2110"/>
                  </a:lnTo>
                  <a:lnTo>
                    <a:pt x="2774" y="2365"/>
                  </a:lnTo>
                  <a:lnTo>
                    <a:pt x="2237" y="2557"/>
                  </a:lnTo>
                  <a:lnTo>
                    <a:pt x="2262" y="2634"/>
                  </a:lnTo>
                  <a:lnTo>
                    <a:pt x="2288" y="2710"/>
                  </a:lnTo>
                  <a:lnTo>
                    <a:pt x="2288" y="2800"/>
                  </a:lnTo>
                  <a:lnTo>
                    <a:pt x="2262" y="2889"/>
                  </a:lnTo>
                  <a:lnTo>
                    <a:pt x="2237" y="2979"/>
                  </a:lnTo>
                  <a:lnTo>
                    <a:pt x="2199" y="3068"/>
                  </a:lnTo>
                  <a:lnTo>
                    <a:pt x="1368" y="2378"/>
                  </a:lnTo>
                  <a:lnTo>
                    <a:pt x="780" y="2468"/>
                  </a:lnTo>
                  <a:lnTo>
                    <a:pt x="396" y="2992"/>
                  </a:lnTo>
                  <a:lnTo>
                    <a:pt x="511" y="3477"/>
                  </a:lnTo>
                  <a:lnTo>
                    <a:pt x="1368" y="3912"/>
                  </a:lnTo>
                  <a:lnTo>
                    <a:pt x="2467" y="4014"/>
                  </a:lnTo>
                  <a:lnTo>
                    <a:pt x="2122" y="3171"/>
                  </a:lnTo>
                  <a:lnTo>
                    <a:pt x="2518" y="2825"/>
                  </a:lnTo>
                  <a:lnTo>
                    <a:pt x="2927" y="3746"/>
                  </a:lnTo>
                  <a:lnTo>
                    <a:pt x="3796" y="3618"/>
                  </a:lnTo>
                  <a:lnTo>
                    <a:pt x="4371" y="3976"/>
                  </a:lnTo>
                  <a:lnTo>
                    <a:pt x="4895" y="3579"/>
                  </a:lnTo>
                  <a:lnTo>
                    <a:pt x="5266" y="3835"/>
                  </a:lnTo>
                  <a:lnTo>
                    <a:pt x="5560" y="3899"/>
                  </a:lnTo>
                  <a:lnTo>
                    <a:pt x="5764" y="3950"/>
                  </a:lnTo>
                  <a:lnTo>
                    <a:pt x="5879" y="3963"/>
                  </a:lnTo>
                  <a:lnTo>
                    <a:pt x="6940" y="3695"/>
                  </a:lnTo>
                  <a:lnTo>
                    <a:pt x="7324" y="3925"/>
                  </a:lnTo>
                  <a:lnTo>
                    <a:pt x="8052" y="3388"/>
                  </a:lnTo>
                  <a:lnTo>
                    <a:pt x="8295" y="3784"/>
                  </a:lnTo>
                  <a:lnTo>
                    <a:pt x="9432" y="3810"/>
                  </a:lnTo>
                  <a:lnTo>
                    <a:pt x="9918" y="3349"/>
                  </a:lnTo>
                  <a:lnTo>
                    <a:pt x="9995" y="2608"/>
                  </a:lnTo>
                  <a:lnTo>
                    <a:pt x="9381" y="2110"/>
                  </a:lnTo>
                  <a:lnTo>
                    <a:pt x="9279" y="1829"/>
                  </a:lnTo>
                  <a:lnTo>
                    <a:pt x="9241" y="1650"/>
                  </a:lnTo>
                  <a:lnTo>
                    <a:pt x="8717" y="1892"/>
                  </a:lnTo>
                  <a:lnTo>
                    <a:pt x="8333" y="1752"/>
                  </a:lnTo>
                  <a:lnTo>
                    <a:pt x="8116" y="1573"/>
                  </a:lnTo>
                  <a:lnTo>
                    <a:pt x="7784" y="1599"/>
                  </a:lnTo>
                  <a:lnTo>
                    <a:pt x="7157" y="1956"/>
                  </a:lnTo>
                  <a:lnTo>
                    <a:pt x="5918" y="2608"/>
                  </a:lnTo>
                  <a:lnTo>
                    <a:pt x="5764" y="2225"/>
                  </a:lnTo>
                  <a:lnTo>
                    <a:pt x="4742" y="2263"/>
                  </a:lnTo>
                  <a:lnTo>
                    <a:pt x="4550" y="2570"/>
                  </a:lnTo>
                  <a:lnTo>
                    <a:pt x="4167" y="1995"/>
                  </a:lnTo>
                  <a:lnTo>
                    <a:pt x="3668" y="1816"/>
                  </a:lnTo>
                  <a:lnTo>
                    <a:pt x="3949" y="1420"/>
                  </a:lnTo>
                  <a:lnTo>
                    <a:pt x="4256" y="1292"/>
                  </a:lnTo>
                  <a:lnTo>
                    <a:pt x="3234" y="1126"/>
                  </a:lnTo>
                  <a:lnTo>
                    <a:pt x="2940" y="768"/>
                  </a:lnTo>
                  <a:lnTo>
                    <a:pt x="1943" y="998"/>
                  </a:lnTo>
                  <a:lnTo>
                    <a:pt x="1687" y="435"/>
                  </a:lnTo>
                  <a:lnTo>
                    <a:pt x="1726" y="26"/>
                  </a:lnTo>
                  <a:lnTo>
                    <a:pt x="1444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7" name="Google Shape;947;p60"/>
            <p:cNvSpPr/>
            <p:nvPr/>
          </p:nvSpPr>
          <p:spPr>
            <a:xfrm>
              <a:off x="2604125" y="3294400"/>
              <a:ext cx="64900" cy="76075"/>
            </a:xfrm>
            <a:custGeom>
              <a:rect b="b" l="l" r="r" t="t"/>
              <a:pathLst>
                <a:path extrusionOk="0" h="3043" w="2596">
                  <a:moveTo>
                    <a:pt x="653" y="1"/>
                  </a:moveTo>
                  <a:lnTo>
                    <a:pt x="601" y="257"/>
                  </a:lnTo>
                  <a:lnTo>
                    <a:pt x="589" y="282"/>
                  </a:lnTo>
                  <a:lnTo>
                    <a:pt x="167" y="717"/>
                  </a:lnTo>
                  <a:lnTo>
                    <a:pt x="231" y="1317"/>
                  </a:lnTo>
                  <a:lnTo>
                    <a:pt x="563" y="1739"/>
                  </a:lnTo>
                  <a:lnTo>
                    <a:pt x="563" y="1765"/>
                  </a:lnTo>
                  <a:lnTo>
                    <a:pt x="563" y="1969"/>
                  </a:lnTo>
                  <a:lnTo>
                    <a:pt x="550" y="1995"/>
                  </a:lnTo>
                  <a:lnTo>
                    <a:pt x="371" y="2212"/>
                  </a:lnTo>
                  <a:lnTo>
                    <a:pt x="359" y="2468"/>
                  </a:lnTo>
                  <a:lnTo>
                    <a:pt x="359" y="2493"/>
                  </a:lnTo>
                  <a:lnTo>
                    <a:pt x="1" y="2928"/>
                  </a:lnTo>
                  <a:lnTo>
                    <a:pt x="26" y="2940"/>
                  </a:lnTo>
                  <a:lnTo>
                    <a:pt x="269" y="3043"/>
                  </a:lnTo>
                  <a:lnTo>
                    <a:pt x="640" y="2877"/>
                  </a:lnTo>
                  <a:lnTo>
                    <a:pt x="678" y="2877"/>
                  </a:lnTo>
                  <a:lnTo>
                    <a:pt x="934" y="3004"/>
                  </a:lnTo>
                  <a:lnTo>
                    <a:pt x="1036" y="2928"/>
                  </a:lnTo>
                  <a:lnTo>
                    <a:pt x="1074" y="2928"/>
                  </a:lnTo>
                  <a:lnTo>
                    <a:pt x="1087" y="2940"/>
                  </a:lnTo>
                  <a:lnTo>
                    <a:pt x="1151" y="3030"/>
                  </a:lnTo>
                  <a:lnTo>
                    <a:pt x="1458" y="3030"/>
                  </a:lnTo>
                  <a:lnTo>
                    <a:pt x="1701" y="2877"/>
                  </a:lnTo>
                  <a:lnTo>
                    <a:pt x="1943" y="2212"/>
                  </a:lnTo>
                  <a:lnTo>
                    <a:pt x="1956" y="2199"/>
                  </a:lnTo>
                  <a:lnTo>
                    <a:pt x="2595" y="1586"/>
                  </a:lnTo>
                  <a:lnTo>
                    <a:pt x="2557" y="1573"/>
                  </a:lnTo>
                  <a:lnTo>
                    <a:pt x="2506" y="1138"/>
                  </a:lnTo>
                  <a:lnTo>
                    <a:pt x="2378" y="1100"/>
                  </a:lnTo>
                  <a:lnTo>
                    <a:pt x="1573" y="372"/>
                  </a:lnTo>
                  <a:lnTo>
                    <a:pt x="947" y="269"/>
                  </a:lnTo>
                  <a:lnTo>
                    <a:pt x="653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8" name="Google Shape;948;p60"/>
            <p:cNvSpPr/>
            <p:nvPr/>
          </p:nvSpPr>
          <p:spPr>
            <a:xfrm>
              <a:off x="1961900" y="1884725"/>
              <a:ext cx="36125" cy="32600"/>
            </a:xfrm>
            <a:custGeom>
              <a:rect b="b" l="l" r="r" t="t"/>
              <a:pathLst>
                <a:path extrusionOk="0" h="1304" w="1445">
                  <a:moveTo>
                    <a:pt x="844" y="0"/>
                  </a:moveTo>
                  <a:lnTo>
                    <a:pt x="346" y="256"/>
                  </a:lnTo>
                  <a:lnTo>
                    <a:pt x="346" y="524"/>
                  </a:lnTo>
                  <a:lnTo>
                    <a:pt x="1" y="818"/>
                  </a:lnTo>
                  <a:lnTo>
                    <a:pt x="103" y="1201"/>
                  </a:lnTo>
                  <a:lnTo>
                    <a:pt x="563" y="1304"/>
                  </a:lnTo>
                  <a:lnTo>
                    <a:pt x="1113" y="575"/>
                  </a:lnTo>
                  <a:lnTo>
                    <a:pt x="1445" y="256"/>
                  </a:lnTo>
                  <a:lnTo>
                    <a:pt x="1113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9" name="Google Shape;949;p60"/>
            <p:cNvSpPr/>
            <p:nvPr/>
          </p:nvSpPr>
          <p:spPr>
            <a:xfrm>
              <a:off x="2295475" y="3010050"/>
              <a:ext cx="31350" cy="11850"/>
            </a:xfrm>
            <a:custGeom>
              <a:rect b="b" l="l" r="r" t="t"/>
              <a:pathLst>
                <a:path extrusionOk="0" h="474" w="1254">
                  <a:moveTo>
                    <a:pt x="295" y="0"/>
                  </a:moveTo>
                  <a:lnTo>
                    <a:pt x="205" y="77"/>
                  </a:lnTo>
                  <a:lnTo>
                    <a:pt x="141" y="51"/>
                  </a:lnTo>
                  <a:lnTo>
                    <a:pt x="1" y="166"/>
                  </a:lnTo>
                  <a:lnTo>
                    <a:pt x="77" y="243"/>
                  </a:lnTo>
                  <a:lnTo>
                    <a:pt x="77" y="473"/>
                  </a:lnTo>
                  <a:lnTo>
                    <a:pt x="972" y="473"/>
                  </a:lnTo>
                  <a:lnTo>
                    <a:pt x="1253" y="166"/>
                  </a:lnTo>
                  <a:lnTo>
                    <a:pt x="1176" y="51"/>
                  </a:lnTo>
                  <a:lnTo>
                    <a:pt x="768" y="51"/>
                  </a:lnTo>
                  <a:lnTo>
                    <a:pt x="691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0" name="Google Shape;950;p60"/>
            <p:cNvSpPr/>
            <p:nvPr/>
          </p:nvSpPr>
          <p:spPr>
            <a:xfrm>
              <a:off x="2081725" y="3014200"/>
              <a:ext cx="43150" cy="15050"/>
            </a:xfrm>
            <a:custGeom>
              <a:rect b="b" l="l" r="r" t="t"/>
              <a:pathLst>
                <a:path extrusionOk="0" h="602" w="1726">
                  <a:moveTo>
                    <a:pt x="345" y="0"/>
                  </a:moveTo>
                  <a:lnTo>
                    <a:pt x="77" y="13"/>
                  </a:lnTo>
                  <a:lnTo>
                    <a:pt x="0" y="243"/>
                  </a:lnTo>
                  <a:lnTo>
                    <a:pt x="269" y="243"/>
                  </a:lnTo>
                  <a:lnTo>
                    <a:pt x="461" y="563"/>
                  </a:lnTo>
                  <a:lnTo>
                    <a:pt x="703" y="512"/>
                  </a:lnTo>
                  <a:lnTo>
                    <a:pt x="831" y="601"/>
                  </a:lnTo>
                  <a:lnTo>
                    <a:pt x="933" y="537"/>
                  </a:lnTo>
                  <a:lnTo>
                    <a:pt x="1112" y="422"/>
                  </a:lnTo>
                  <a:lnTo>
                    <a:pt x="1355" y="550"/>
                  </a:lnTo>
                  <a:lnTo>
                    <a:pt x="1624" y="550"/>
                  </a:lnTo>
                  <a:lnTo>
                    <a:pt x="1726" y="448"/>
                  </a:lnTo>
                  <a:lnTo>
                    <a:pt x="1547" y="307"/>
                  </a:lnTo>
                  <a:lnTo>
                    <a:pt x="1266" y="256"/>
                  </a:lnTo>
                  <a:lnTo>
                    <a:pt x="1087" y="51"/>
                  </a:lnTo>
                  <a:lnTo>
                    <a:pt x="857" y="39"/>
                  </a:lnTo>
                  <a:lnTo>
                    <a:pt x="703" y="26"/>
                  </a:lnTo>
                  <a:lnTo>
                    <a:pt x="627" y="13"/>
                  </a:lnTo>
                  <a:lnTo>
                    <a:pt x="524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1" name="Google Shape;951;p60"/>
            <p:cNvSpPr/>
            <p:nvPr/>
          </p:nvSpPr>
          <p:spPr>
            <a:xfrm>
              <a:off x="2155200" y="2983850"/>
              <a:ext cx="53075" cy="41550"/>
            </a:xfrm>
            <a:custGeom>
              <a:rect b="b" l="l" r="r" t="t"/>
              <a:pathLst>
                <a:path extrusionOk="0" h="1662" w="2123">
                  <a:moveTo>
                    <a:pt x="1215" y="0"/>
                  </a:moveTo>
                  <a:lnTo>
                    <a:pt x="819" y="269"/>
                  </a:lnTo>
                  <a:lnTo>
                    <a:pt x="1126" y="320"/>
                  </a:lnTo>
                  <a:lnTo>
                    <a:pt x="1368" y="358"/>
                  </a:lnTo>
                  <a:lnTo>
                    <a:pt x="1381" y="588"/>
                  </a:lnTo>
                  <a:lnTo>
                    <a:pt x="1330" y="703"/>
                  </a:lnTo>
                  <a:lnTo>
                    <a:pt x="1432" y="805"/>
                  </a:lnTo>
                  <a:lnTo>
                    <a:pt x="1701" y="1048"/>
                  </a:lnTo>
                  <a:lnTo>
                    <a:pt x="1624" y="1150"/>
                  </a:lnTo>
                  <a:lnTo>
                    <a:pt x="1458" y="1150"/>
                  </a:lnTo>
                  <a:lnTo>
                    <a:pt x="1356" y="1265"/>
                  </a:lnTo>
                  <a:lnTo>
                    <a:pt x="678" y="1214"/>
                  </a:lnTo>
                  <a:lnTo>
                    <a:pt x="257" y="1074"/>
                  </a:lnTo>
                  <a:lnTo>
                    <a:pt x="1" y="1150"/>
                  </a:lnTo>
                  <a:lnTo>
                    <a:pt x="1" y="1317"/>
                  </a:lnTo>
                  <a:lnTo>
                    <a:pt x="384" y="1393"/>
                  </a:lnTo>
                  <a:lnTo>
                    <a:pt x="602" y="1662"/>
                  </a:lnTo>
                  <a:lnTo>
                    <a:pt x="602" y="1470"/>
                  </a:lnTo>
                  <a:lnTo>
                    <a:pt x="1036" y="1393"/>
                  </a:lnTo>
                  <a:lnTo>
                    <a:pt x="1253" y="1521"/>
                  </a:lnTo>
                  <a:lnTo>
                    <a:pt x="1547" y="1444"/>
                  </a:lnTo>
                  <a:lnTo>
                    <a:pt x="2033" y="1419"/>
                  </a:lnTo>
                  <a:lnTo>
                    <a:pt x="2084" y="1483"/>
                  </a:lnTo>
                  <a:lnTo>
                    <a:pt x="2123" y="1278"/>
                  </a:lnTo>
                  <a:lnTo>
                    <a:pt x="2084" y="1061"/>
                  </a:lnTo>
                  <a:lnTo>
                    <a:pt x="2059" y="895"/>
                  </a:lnTo>
                  <a:lnTo>
                    <a:pt x="1995" y="895"/>
                  </a:lnTo>
                  <a:lnTo>
                    <a:pt x="1995" y="754"/>
                  </a:lnTo>
                  <a:lnTo>
                    <a:pt x="2084" y="639"/>
                  </a:lnTo>
                  <a:lnTo>
                    <a:pt x="2123" y="499"/>
                  </a:lnTo>
                  <a:lnTo>
                    <a:pt x="2059" y="179"/>
                  </a:lnTo>
                  <a:lnTo>
                    <a:pt x="2008" y="217"/>
                  </a:lnTo>
                  <a:lnTo>
                    <a:pt x="1662" y="217"/>
                  </a:lnTo>
                  <a:lnTo>
                    <a:pt x="1432" y="51"/>
                  </a:lnTo>
                  <a:lnTo>
                    <a:pt x="1215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2" name="Google Shape;952;p60"/>
            <p:cNvSpPr/>
            <p:nvPr/>
          </p:nvSpPr>
          <p:spPr>
            <a:xfrm>
              <a:off x="2170225" y="2957650"/>
              <a:ext cx="13450" cy="7375"/>
            </a:xfrm>
            <a:custGeom>
              <a:rect b="b" l="l" r="r" t="t"/>
              <a:pathLst>
                <a:path extrusionOk="0" h="295" w="538">
                  <a:moveTo>
                    <a:pt x="537" y="0"/>
                  </a:moveTo>
                  <a:lnTo>
                    <a:pt x="371" y="102"/>
                  </a:lnTo>
                  <a:lnTo>
                    <a:pt x="52" y="102"/>
                  </a:lnTo>
                  <a:lnTo>
                    <a:pt x="1" y="294"/>
                  </a:lnTo>
                  <a:lnTo>
                    <a:pt x="422" y="294"/>
                  </a:lnTo>
                  <a:lnTo>
                    <a:pt x="537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3" name="Google Shape;953;p60"/>
            <p:cNvSpPr/>
            <p:nvPr/>
          </p:nvSpPr>
          <p:spPr>
            <a:xfrm>
              <a:off x="2206975" y="2982575"/>
              <a:ext cx="69350" cy="50825"/>
            </a:xfrm>
            <a:custGeom>
              <a:rect b="b" l="l" r="r" t="t"/>
              <a:pathLst>
                <a:path extrusionOk="0" h="2033" w="2774">
                  <a:moveTo>
                    <a:pt x="665" y="0"/>
                  </a:moveTo>
                  <a:lnTo>
                    <a:pt x="409" y="153"/>
                  </a:lnTo>
                  <a:lnTo>
                    <a:pt x="256" y="90"/>
                  </a:lnTo>
                  <a:lnTo>
                    <a:pt x="64" y="192"/>
                  </a:lnTo>
                  <a:lnTo>
                    <a:pt x="141" y="550"/>
                  </a:lnTo>
                  <a:lnTo>
                    <a:pt x="77" y="729"/>
                  </a:lnTo>
                  <a:lnTo>
                    <a:pt x="0" y="831"/>
                  </a:lnTo>
                  <a:lnTo>
                    <a:pt x="0" y="869"/>
                  </a:lnTo>
                  <a:lnTo>
                    <a:pt x="64" y="869"/>
                  </a:lnTo>
                  <a:lnTo>
                    <a:pt x="103" y="1099"/>
                  </a:lnTo>
                  <a:lnTo>
                    <a:pt x="141" y="1329"/>
                  </a:lnTo>
                  <a:lnTo>
                    <a:pt x="90" y="1623"/>
                  </a:lnTo>
                  <a:lnTo>
                    <a:pt x="141" y="1713"/>
                  </a:lnTo>
                  <a:lnTo>
                    <a:pt x="179" y="1866"/>
                  </a:lnTo>
                  <a:lnTo>
                    <a:pt x="384" y="2032"/>
                  </a:lnTo>
                  <a:lnTo>
                    <a:pt x="601" y="1572"/>
                  </a:lnTo>
                  <a:lnTo>
                    <a:pt x="601" y="1393"/>
                  </a:lnTo>
                  <a:lnTo>
                    <a:pt x="818" y="1355"/>
                  </a:lnTo>
                  <a:lnTo>
                    <a:pt x="959" y="1201"/>
                  </a:lnTo>
                  <a:lnTo>
                    <a:pt x="1087" y="1572"/>
                  </a:lnTo>
                  <a:lnTo>
                    <a:pt x="1381" y="1432"/>
                  </a:lnTo>
                  <a:lnTo>
                    <a:pt x="1509" y="1201"/>
                  </a:lnTo>
                  <a:lnTo>
                    <a:pt x="1866" y="1342"/>
                  </a:lnTo>
                  <a:lnTo>
                    <a:pt x="2288" y="1265"/>
                  </a:lnTo>
                  <a:lnTo>
                    <a:pt x="2454" y="1534"/>
                  </a:lnTo>
                  <a:lnTo>
                    <a:pt x="2531" y="1329"/>
                  </a:lnTo>
                  <a:lnTo>
                    <a:pt x="2684" y="1265"/>
                  </a:lnTo>
                  <a:lnTo>
                    <a:pt x="2774" y="1086"/>
                  </a:lnTo>
                  <a:lnTo>
                    <a:pt x="2365" y="780"/>
                  </a:lnTo>
                  <a:lnTo>
                    <a:pt x="1687" y="716"/>
                  </a:lnTo>
                  <a:lnTo>
                    <a:pt x="1713" y="665"/>
                  </a:lnTo>
                  <a:lnTo>
                    <a:pt x="2007" y="652"/>
                  </a:lnTo>
                  <a:lnTo>
                    <a:pt x="2020" y="511"/>
                  </a:lnTo>
                  <a:lnTo>
                    <a:pt x="1598" y="537"/>
                  </a:lnTo>
                  <a:lnTo>
                    <a:pt x="1445" y="256"/>
                  </a:lnTo>
                  <a:lnTo>
                    <a:pt x="1227" y="243"/>
                  </a:lnTo>
                  <a:lnTo>
                    <a:pt x="1074" y="205"/>
                  </a:lnTo>
                  <a:lnTo>
                    <a:pt x="793" y="153"/>
                  </a:lnTo>
                  <a:lnTo>
                    <a:pt x="665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4" name="Google Shape;954;p60"/>
            <p:cNvSpPr/>
            <p:nvPr/>
          </p:nvSpPr>
          <p:spPr>
            <a:xfrm>
              <a:off x="2159375" y="2926325"/>
              <a:ext cx="10875" cy="11850"/>
            </a:xfrm>
            <a:custGeom>
              <a:rect b="b" l="l" r="r" t="t"/>
              <a:pathLst>
                <a:path extrusionOk="0" h="474" w="435">
                  <a:moveTo>
                    <a:pt x="0" y="1"/>
                  </a:moveTo>
                  <a:lnTo>
                    <a:pt x="205" y="129"/>
                  </a:lnTo>
                  <a:lnTo>
                    <a:pt x="0" y="474"/>
                  </a:lnTo>
                  <a:lnTo>
                    <a:pt x="205" y="474"/>
                  </a:lnTo>
                  <a:lnTo>
                    <a:pt x="435" y="1"/>
                  </a:lnTo>
                  <a:lnTo>
                    <a:pt x="435" y="1"/>
                  </a:lnTo>
                  <a:lnTo>
                    <a:pt x="217" y="77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5" name="Google Shape;955;p60"/>
            <p:cNvSpPr/>
            <p:nvPr/>
          </p:nvSpPr>
          <p:spPr>
            <a:xfrm>
              <a:off x="2465775" y="2259175"/>
              <a:ext cx="107700" cy="122100"/>
            </a:xfrm>
            <a:custGeom>
              <a:rect b="b" l="l" r="r" t="t"/>
              <a:pathLst>
                <a:path extrusionOk="0" h="4884" w="4308">
                  <a:moveTo>
                    <a:pt x="2352" y="1"/>
                  </a:moveTo>
                  <a:lnTo>
                    <a:pt x="1675" y="308"/>
                  </a:lnTo>
                  <a:lnTo>
                    <a:pt x="1624" y="525"/>
                  </a:lnTo>
                  <a:lnTo>
                    <a:pt x="1739" y="538"/>
                  </a:lnTo>
                  <a:lnTo>
                    <a:pt x="1023" y="1586"/>
                  </a:lnTo>
                  <a:lnTo>
                    <a:pt x="1023" y="1918"/>
                  </a:lnTo>
                  <a:lnTo>
                    <a:pt x="934" y="2442"/>
                  </a:lnTo>
                  <a:lnTo>
                    <a:pt x="678" y="2468"/>
                  </a:lnTo>
                  <a:lnTo>
                    <a:pt x="768" y="2698"/>
                  </a:lnTo>
                  <a:lnTo>
                    <a:pt x="103" y="3107"/>
                  </a:lnTo>
                  <a:lnTo>
                    <a:pt x="589" y="3081"/>
                  </a:lnTo>
                  <a:lnTo>
                    <a:pt x="640" y="3183"/>
                  </a:lnTo>
                  <a:lnTo>
                    <a:pt x="231" y="3375"/>
                  </a:lnTo>
                  <a:lnTo>
                    <a:pt x="1" y="3771"/>
                  </a:lnTo>
                  <a:lnTo>
                    <a:pt x="231" y="3925"/>
                  </a:lnTo>
                  <a:lnTo>
                    <a:pt x="947" y="3950"/>
                  </a:lnTo>
                  <a:lnTo>
                    <a:pt x="1534" y="4218"/>
                  </a:lnTo>
                  <a:lnTo>
                    <a:pt x="2199" y="3873"/>
                  </a:lnTo>
                  <a:lnTo>
                    <a:pt x="2557" y="3848"/>
                  </a:lnTo>
                  <a:lnTo>
                    <a:pt x="2404" y="4065"/>
                  </a:lnTo>
                  <a:lnTo>
                    <a:pt x="2851" y="4282"/>
                  </a:lnTo>
                  <a:lnTo>
                    <a:pt x="2991" y="3937"/>
                  </a:lnTo>
                  <a:lnTo>
                    <a:pt x="3106" y="4129"/>
                  </a:lnTo>
                  <a:lnTo>
                    <a:pt x="2851" y="4500"/>
                  </a:lnTo>
                  <a:lnTo>
                    <a:pt x="2442" y="4730"/>
                  </a:lnTo>
                  <a:lnTo>
                    <a:pt x="2787" y="4883"/>
                  </a:lnTo>
                  <a:lnTo>
                    <a:pt x="3234" y="4257"/>
                  </a:lnTo>
                  <a:lnTo>
                    <a:pt x="3630" y="4167"/>
                  </a:lnTo>
                  <a:lnTo>
                    <a:pt x="3848" y="3861"/>
                  </a:lnTo>
                  <a:lnTo>
                    <a:pt x="3924" y="3912"/>
                  </a:lnTo>
                  <a:lnTo>
                    <a:pt x="3886" y="3631"/>
                  </a:lnTo>
                  <a:lnTo>
                    <a:pt x="4270" y="3234"/>
                  </a:lnTo>
                  <a:lnTo>
                    <a:pt x="4308" y="3055"/>
                  </a:lnTo>
                  <a:lnTo>
                    <a:pt x="4129" y="3043"/>
                  </a:lnTo>
                  <a:lnTo>
                    <a:pt x="3937" y="3234"/>
                  </a:lnTo>
                  <a:lnTo>
                    <a:pt x="3733" y="3119"/>
                  </a:lnTo>
                  <a:lnTo>
                    <a:pt x="3861" y="2940"/>
                  </a:lnTo>
                  <a:lnTo>
                    <a:pt x="3669" y="2813"/>
                  </a:lnTo>
                  <a:lnTo>
                    <a:pt x="3861" y="2672"/>
                  </a:lnTo>
                  <a:lnTo>
                    <a:pt x="3886" y="2429"/>
                  </a:lnTo>
                  <a:lnTo>
                    <a:pt x="3592" y="2301"/>
                  </a:lnTo>
                  <a:lnTo>
                    <a:pt x="3158" y="2237"/>
                  </a:lnTo>
                  <a:lnTo>
                    <a:pt x="3119" y="1982"/>
                  </a:lnTo>
                  <a:lnTo>
                    <a:pt x="2864" y="2416"/>
                  </a:lnTo>
                  <a:lnTo>
                    <a:pt x="2749" y="2186"/>
                  </a:lnTo>
                  <a:lnTo>
                    <a:pt x="2429" y="2046"/>
                  </a:lnTo>
                  <a:lnTo>
                    <a:pt x="2608" y="1752"/>
                  </a:lnTo>
                  <a:lnTo>
                    <a:pt x="2097" y="1560"/>
                  </a:lnTo>
                  <a:lnTo>
                    <a:pt x="1867" y="1841"/>
                  </a:lnTo>
                  <a:lnTo>
                    <a:pt x="2173" y="959"/>
                  </a:lnTo>
                  <a:lnTo>
                    <a:pt x="2416" y="972"/>
                  </a:lnTo>
                  <a:lnTo>
                    <a:pt x="2365" y="717"/>
                  </a:lnTo>
                  <a:lnTo>
                    <a:pt x="2416" y="487"/>
                  </a:lnTo>
                  <a:lnTo>
                    <a:pt x="2276" y="384"/>
                  </a:lnTo>
                  <a:lnTo>
                    <a:pt x="2480" y="90"/>
                  </a:lnTo>
                  <a:lnTo>
                    <a:pt x="2352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6" name="Google Shape;956;p60"/>
            <p:cNvSpPr/>
            <p:nvPr/>
          </p:nvSpPr>
          <p:spPr>
            <a:xfrm>
              <a:off x="2452050" y="3178750"/>
              <a:ext cx="20775" cy="15350"/>
            </a:xfrm>
            <a:custGeom>
              <a:rect b="b" l="l" r="r" t="t"/>
              <a:pathLst>
                <a:path extrusionOk="0" h="614" w="831">
                  <a:moveTo>
                    <a:pt x="729" y="0"/>
                  </a:moveTo>
                  <a:lnTo>
                    <a:pt x="358" y="77"/>
                  </a:lnTo>
                  <a:lnTo>
                    <a:pt x="358" y="205"/>
                  </a:lnTo>
                  <a:lnTo>
                    <a:pt x="384" y="371"/>
                  </a:lnTo>
                  <a:lnTo>
                    <a:pt x="77" y="499"/>
                  </a:lnTo>
                  <a:lnTo>
                    <a:pt x="0" y="601"/>
                  </a:lnTo>
                  <a:lnTo>
                    <a:pt x="217" y="614"/>
                  </a:lnTo>
                  <a:lnTo>
                    <a:pt x="690" y="601"/>
                  </a:lnTo>
                  <a:lnTo>
                    <a:pt x="831" y="333"/>
                  </a:lnTo>
                  <a:lnTo>
                    <a:pt x="793" y="115"/>
                  </a:lnTo>
                  <a:lnTo>
                    <a:pt x="729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7" name="Google Shape;957;p60"/>
            <p:cNvSpPr/>
            <p:nvPr/>
          </p:nvSpPr>
          <p:spPr>
            <a:xfrm>
              <a:off x="2552700" y="2346725"/>
              <a:ext cx="34200" cy="39325"/>
            </a:xfrm>
            <a:custGeom>
              <a:rect b="b" l="l" r="r" t="t"/>
              <a:pathLst>
                <a:path extrusionOk="0" h="1573" w="1368">
                  <a:moveTo>
                    <a:pt x="844" y="1"/>
                  </a:moveTo>
                  <a:lnTo>
                    <a:pt x="0" y="1215"/>
                  </a:lnTo>
                  <a:lnTo>
                    <a:pt x="243" y="1394"/>
                  </a:lnTo>
                  <a:lnTo>
                    <a:pt x="537" y="1151"/>
                  </a:lnTo>
                  <a:lnTo>
                    <a:pt x="524" y="1573"/>
                  </a:lnTo>
                  <a:lnTo>
                    <a:pt x="524" y="1573"/>
                  </a:lnTo>
                  <a:lnTo>
                    <a:pt x="971" y="1509"/>
                  </a:lnTo>
                  <a:lnTo>
                    <a:pt x="1099" y="947"/>
                  </a:lnTo>
                  <a:lnTo>
                    <a:pt x="1368" y="550"/>
                  </a:lnTo>
                  <a:lnTo>
                    <a:pt x="1368" y="550"/>
                  </a:lnTo>
                  <a:lnTo>
                    <a:pt x="920" y="742"/>
                  </a:lnTo>
                  <a:lnTo>
                    <a:pt x="869" y="576"/>
                  </a:lnTo>
                  <a:lnTo>
                    <a:pt x="984" y="103"/>
                  </a:lnTo>
                  <a:lnTo>
                    <a:pt x="844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8" name="Google Shape;958;p60"/>
            <p:cNvSpPr/>
            <p:nvPr/>
          </p:nvSpPr>
          <p:spPr>
            <a:xfrm>
              <a:off x="4340375" y="3016750"/>
              <a:ext cx="132325" cy="123050"/>
            </a:xfrm>
            <a:custGeom>
              <a:rect b="b" l="l" r="r" t="t"/>
              <a:pathLst>
                <a:path extrusionOk="0" h="4922" w="5293">
                  <a:moveTo>
                    <a:pt x="1432" y="1"/>
                  </a:moveTo>
                  <a:lnTo>
                    <a:pt x="1305" y="576"/>
                  </a:lnTo>
                  <a:lnTo>
                    <a:pt x="1292" y="614"/>
                  </a:lnTo>
                  <a:lnTo>
                    <a:pt x="1253" y="627"/>
                  </a:lnTo>
                  <a:lnTo>
                    <a:pt x="1011" y="614"/>
                  </a:lnTo>
                  <a:lnTo>
                    <a:pt x="627" y="870"/>
                  </a:lnTo>
                  <a:lnTo>
                    <a:pt x="589" y="882"/>
                  </a:lnTo>
                  <a:lnTo>
                    <a:pt x="231" y="895"/>
                  </a:lnTo>
                  <a:lnTo>
                    <a:pt x="333" y="1879"/>
                  </a:lnTo>
                  <a:lnTo>
                    <a:pt x="333" y="1905"/>
                  </a:lnTo>
                  <a:lnTo>
                    <a:pt x="14" y="2774"/>
                  </a:lnTo>
                  <a:lnTo>
                    <a:pt x="1" y="3464"/>
                  </a:lnTo>
                  <a:lnTo>
                    <a:pt x="448" y="3324"/>
                  </a:lnTo>
                  <a:lnTo>
                    <a:pt x="474" y="3324"/>
                  </a:lnTo>
                  <a:lnTo>
                    <a:pt x="870" y="3400"/>
                  </a:lnTo>
                  <a:lnTo>
                    <a:pt x="1074" y="3030"/>
                  </a:lnTo>
                  <a:lnTo>
                    <a:pt x="1087" y="3017"/>
                  </a:lnTo>
                  <a:lnTo>
                    <a:pt x="1113" y="3004"/>
                  </a:lnTo>
                  <a:lnTo>
                    <a:pt x="1471" y="3017"/>
                  </a:lnTo>
                  <a:lnTo>
                    <a:pt x="1496" y="3017"/>
                  </a:lnTo>
                  <a:lnTo>
                    <a:pt x="1509" y="3030"/>
                  </a:lnTo>
                  <a:lnTo>
                    <a:pt x="1522" y="3042"/>
                  </a:lnTo>
                  <a:lnTo>
                    <a:pt x="1522" y="3068"/>
                  </a:lnTo>
                  <a:lnTo>
                    <a:pt x="1522" y="3081"/>
                  </a:lnTo>
                  <a:lnTo>
                    <a:pt x="1982" y="3094"/>
                  </a:lnTo>
                  <a:lnTo>
                    <a:pt x="2020" y="3094"/>
                  </a:lnTo>
                  <a:lnTo>
                    <a:pt x="3771" y="4218"/>
                  </a:lnTo>
                  <a:lnTo>
                    <a:pt x="4628" y="4627"/>
                  </a:lnTo>
                  <a:lnTo>
                    <a:pt x="4653" y="4640"/>
                  </a:lnTo>
                  <a:lnTo>
                    <a:pt x="4845" y="4921"/>
                  </a:lnTo>
                  <a:lnTo>
                    <a:pt x="5292" y="4563"/>
                  </a:lnTo>
                  <a:lnTo>
                    <a:pt x="5126" y="4525"/>
                  </a:lnTo>
                  <a:lnTo>
                    <a:pt x="5036" y="4333"/>
                  </a:lnTo>
                  <a:lnTo>
                    <a:pt x="4794" y="4333"/>
                  </a:lnTo>
                  <a:lnTo>
                    <a:pt x="4730" y="3963"/>
                  </a:lnTo>
                  <a:lnTo>
                    <a:pt x="4410" y="3707"/>
                  </a:lnTo>
                  <a:lnTo>
                    <a:pt x="4180" y="3707"/>
                  </a:lnTo>
                  <a:lnTo>
                    <a:pt x="4116" y="3515"/>
                  </a:lnTo>
                  <a:lnTo>
                    <a:pt x="3656" y="3094"/>
                  </a:lnTo>
                  <a:lnTo>
                    <a:pt x="3503" y="2953"/>
                  </a:lnTo>
                  <a:lnTo>
                    <a:pt x="3413" y="2800"/>
                  </a:lnTo>
                  <a:lnTo>
                    <a:pt x="2928" y="2685"/>
                  </a:lnTo>
                  <a:lnTo>
                    <a:pt x="2774" y="2314"/>
                  </a:lnTo>
                  <a:lnTo>
                    <a:pt x="2493" y="2327"/>
                  </a:lnTo>
                  <a:lnTo>
                    <a:pt x="2493" y="2685"/>
                  </a:lnTo>
                  <a:lnTo>
                    <a:pt x="2276" y="2365"/>
                  </a:lnTo>
                  <a:lnTo>
                    <a:pt x="2276" y="2033"/>
                  </a:lnTo>
                  <a:lnTo>
                    <a:pt x="2135" y="1803"/>
                  </a:lnTo>
                  <a:lnTo>
                    <a:pt x="1726" y="525"/>
                  </a:lnTo>
                  <a:lnTo>
                    <a:pt x="1445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9" name="Google Shape;959;p60"/>
            <p:cNvSpPr/>
            <p:nvPr/>
          </p:nvSpPr>
          <p:spPr>
            <a:xfrm>
              <a:off x="3570675" y="2274525"/>
              <a:ext cx="224000" cy="221125"/>
            </a:xfrm>
            <a:custGeom>
              <a:rect b="b" l="l" r="r" t="t"/>
              <a:pathLst>
                <a:path extrusionOk="0" h="8845" w="8960">
                  <a:moveTo>
                    <a:pt x="5330" y="0"/>
                  </a:moveTo>
                  <a:lnTo>
                    <a:pt x="5304" y="13"/>
                  </a:lnTo>
                  <a:lnTo>
                    <a:pt x="5202" y="39"/>
                  </a:lnTo>
                  <a:lnTo>
                    <a:pt x="5100" y="51"/>
                  </a:lnTo>
                  <a:lnTo>
                    <a:pt x="4870" y="77"/>
                  </a:lnTo>
                  <a:lnTo>
                    <a:pt x="4767" y="103"/>
                  </a:lnTo>
                  <a:lnTo>
                    <a:pt x="4678" y="154"/>
                  </a:lnTo>
                  <a:lnTo>
                    <a:pt x="4640" y="179"/>
                  </a:lnTo>
                  <a:lnTo>
                    <a:pt x="4614" y="218"/>
                  </a:lnTo>
                  <a:lnTo>
                    <a:pt x="4589" y="269"/>
                  </a:lnTo>
                  <a:lnTo>
                    <a:pt x="4576" y="333"/>
                  </a:lnTo>
                  <a:lnTo>
                    <a:pt x="4550" y="473"/>
                  </a:lnTo>
                  <a:lnTo>
                    <a:pt x="4537" y="550"/>
                  </a:lnTo>
                  <a:lnTo>
                    <a:pt x="4525" y="627"/>
                  </a:lnTo>
                  <a:lnTo>
                    <a:pt x="4512" y="742"/>
                  </a:lnTo>
                  <a:lnTo>
                    <a:pt x="4499" y="806"/>
                  </a:lnTo>
                  <a:lnTo>
                    <a:pt x="4474" y="857"/>
                  </a:lnTo>
                  <a:lnTo>
                    <a:pt x="4448" y="895"/>
                  </a:lnTo>
                  <a:lnTo>
                    <a:pt x="4422" y="921"/>
                  </a:lnTo>
                  <a:lnTo>
                    <a:pt x="4358" y="972"/>
                  </a:lnTo>
                  <a:lnTo>
                    <a:pt x="4205" y="1036"/>
                  </a:lnTo>
                  <a:lnTo>
                    <a:pt x="4052" y="1112"/>
                  </a:lnTo>
                  <a:lnTo>
                    <a:pt x="3898" y="1176"/>
                  </a:lnTo>
                  <a:lnTo>
                    <a:pt x="3745" y="1227"/>
                  </a:lnTo>
                  <a:lnTo>
                    <a:pt x="3592" y="1291"/>
                  </a:lnTo>
                  <a:lnTo>
                    <a:pt x="3528" y="1317"/>
                  </a:lnTo>
                  <a:lnTo>
                    <a:pt x="3489" y="1355"/>
                  </a:lnTo>
                  <a:lnTo>
                    <a:pt x="3489" y="1381"/>
                  </a:lnTo>
                  <a:lnTo>
                    <a:pt x="3489" y="1393"/>
                  </a:lnTo>
                  <a:lnTo>
                    <a:pt x="3541" y="1445"/>
                  </a:lnTo>
                  <a:lnTo>
                    <a:pt x="3604" y="1483"/>
                  </a:lnTo>
                  <a:lnTo>
                    <a:pt x="3656" y="1508"/>
                  </a:lnTo>
                  <a:lnTo>
                    <a:pt x="3681" y="1521"/>
                  </a:lnTo>
                  <a:lnTo>
                    <a:pt x="3694" y="1547"/>
                  </a:lnTo>
                  <a:lnTo>
                    <a:pt x="3707" y="1572"/>
                  </a:lnTo>
                  <a:lnTo>
                    <a:pt x="3707" y="1623"/>
                  </a:lnTo>
                  <a:lnTo>
                    <a:pt x="3528" y="1649"/>
                  </a:lnTo>
                  <a:lnTo>
                    <a:pt x="3272" y="1649"/>
                  </a:lnTo>
                  <a:lnTo>
                    <a:pt x="3195" y="1623"/>
                  </a:lnTo>
                  <a:lnTo>
                    <a:pt x="3119" y="1598"/>
                  </a:lnTo>
                  <a:lnTo>
                    <a:pt x="3042" y="1560"/>
                  </a:lnTo>
                  <a:lnTo>
                    <a:pt x="2991" y="1521"/>
                  </a:lnTo>
                  <a:lnTo>
                    <a:pt x="2927" y="1508"/>
                  </a:lnTo>
                  <a:lnTo>
                    <a:pt x="2761" y="1508"/>
                  </a:lnTo>
                  <a:lnTo>
                    <a:pt x="2659" y="1521"/>
                  </a:lnTo>
                  <a:lnTo>
                    <a:pt x="2569" y="1521"/>
                  </a:lnTo>
                  <a:lnTo>
                    <a:pt x="2544" y="1496"/>
                  </a:lnTo>
                  <a:lnTo>
                    <a:pt x="2531" y="1470"/>
                  </a:lnTo>
                  <a:lnTo>
                    <a:pt x="2531" y="1445"/>
                  </a:lnTo>
                  <a:lnTo>
                    <a:pt x="2544" y="1419"/>
                  </a:lnTo>
                  <a:lnTo>
                    <a:pt x="2569" y="1355"/>
                  </a:lnTo>
                  <a:lnTo>
                    <a:pt x="2582" y="1291"/>
                  </a:lnTo>
                  <a:lnTo>
                    <a:pt x="2595" y="1176"/>
                  </a:lnTo>
                  <a:lnTo>
                    <a:pt x="2608" y="1112"/>
                  </a:lnTo>
                  <a:lnTo>
                    <a:pt x="2595" y="1074"/>
                  </a:lnTo>
                  <a:lnTo>
                    <a:pt x="2569" y="1036"/>
                  </a:lnTo>
                  <a:lnTo>
                    <a:pt x="2518" y="1023"/>
                  </a:lnTo>
                  <a:lnTo>
                    <a:pt x="2493" y="1010"/>
                  </a:lnTo>
                  <a:lnTo>
                    <a:pt x="2403" y="1023"/>
                  </a:lnTo>
                  <a:lnTo>
                    <a:pt x="2352" y="1010"/>
                  </a:lnTo>
                  <a:lnTo>
                    <a:pt x="2314" y="1010"/>
                  </a:lnTo>
                  <a:lnTo>
                    <a:pt x="2224" y="959"/>
                  </a:lnTo>
                  <a:lnTo>
                    <a:pt x="2173" y="946"/>
                  </a:lnTo>
                  <a:lnTo>
                    <a:pt x="2135" y="933"/>
                  </a:lnTo>
                  <a:lnTo>
                    <a:pt x="2096" y="946"/>
                  </a:lnTo>
                  <a:lnTo>
                    <a:pt x="2071" y="946"/>
                  </a:lnTo>
                  <a:lnTo>
                    <a:pt x="2058" y="972"/>
                  </a:lnTo>
                  <a:lnTo>
                    <a:pt x="2045" y="997"/>
                  </a:lnTo>
                  <a:lnTo>
                    <a:pt x="2045" y="1036"/>
                  </a:lnTo>
                  <a:lnTo>
                    <a:pt x="2071" y="1087"/>
                  </a:lnTo>
                  <a:lnTo>
                    <a:pt x="2096" y="1125"/>
                  </a:lnTo>
                  <a:lnTo>
                    <a:pt x="2135" y="1163"/>
                  </a:lnTo>
                  <a:lnTo>
                    <a:pt x="2160" y="1189"/>
                  </a:lnTo>
                  <a:lnTo>
                    <a:pt x="2173" y="1240"/>
                  </a:lnTo>
                  <a:lnTo>
                    <a:pt x="2160" y="1317"/>
                  </a:lnTo>
                  <a:lnTo>
                    <a:pt x="2135" y="1393"/>
                  </a:lnTo>
                  <a:lnTo>
                    <a:pt x="2147" y="1496"/>
                  </a:lnTo>
                  <a:lnTo>
                    <a:pt x="2173" y="1598"/>
                  </a:lnTo>
                  <a:lnTo>
                    <a:pt x="2237" y="1802"/>
                  </a:lnTo>
                  <a:lnTo>
                    <a:pt x="2262" y="1905"/>
                  </a:lnTo>
                  <a:lnTo>
                    <a:pt x="2288" y="2020"/>
                  </a:lnTo>
                  <a:lnTo>
                    <a:pt x="2301" y="2122"/>
                  </a:lnTo>
                  <a:lnTo>
                    <a:pt x="2288" y="2224"/>
                  </a:lnTo>
                  <a:lnTo>
                    <a:pt x="2250" y="2186"/>
                  </a:lnTo>
                  <a:lnTo>
                    <a:pt x="2224" y="2147"/>
                  </a:lnTo>
                  <a:lnTo>
                    <a:pt x="2199" y="2109"/>
                  </a:lnTo>
                  <a:lnTo>
                    <a:pt x="2173" y="2071"/>
                  </a:lnTo>
                  <a:lnTo>
                    <a:pt x="2135" y="2058"/>
                  </a:lnTo>
                  <a:lnTo>
                    <a:pt x="2109" y="2058"/>
                  </a:lnTo>
                  <a:lnTo>
                    <a:pt x="2096" y="2071"/>
                  </a:lnTo>
                  <a:lnTo>
                    <a:pt x="2084" y="2096"/>
                  </a:lnTo>
                  <a:lnTo>
                    <a:pt x="2058" y="2135"/>
                  </a:lnTo>
                  <a:lnTo>
                    <a:pt x="2045" y="2160"/>
                  </a:lnTo>
                  <a:lnTo>
                    <a:pt x="2020" y="2173"/>
                  </a:lnTo>
                  <a:lnTo>
                    <a:pt x="1994" y="2186"/>
                  </a:lnTo>
                  <a:lnTo>
                    <a:pt x="1969" y="2186"/>
                  </a:lnTo>
                  <a:lnTo>
                    <a:pt x="1956" y="2173"/>
                  </a:lnTo>
                  <a:lnTo>
                    <a:pt x="1943" y="2160"/>
                  </a:lnTo>
                  <a:lnTo>
                    <a:pt x="1930" y="2122"/>
                  </a:lnTo>
                  <a:lnTo>
                    <a:pt x="1892" y="2071"/>
                  </a:lnTo>
                  <a:lnTo>
                    <a:pt x="1879" y="2058"/>
                  </a:lnTo>
                  <a:lnTo>
                    <a:pt x="1841" y="2058"/>
                  </a:lnTo>
                  <a:lnTo>
                    <a:pt x="1790" y="2045"/>
                  </a:lnTo>
                  <a:lnTo>
                    <a:pt x="1726" y="2032"/>
                  </a:lnTo>
                  <a:lnTo>
                    <a:pt x="1713" y="2020"/>
                  </a:lnTo>
                  <a:lnTo>
                    <a:pt x="1700" y="1994"/>
                  </a:lnTo>
                  <a:lnTo>
                    <a:pt x="1662" y="2007"/>
                  </a:lnTo>
                  <a:lnTo>
                    <a:pt x="1623" y="2045"/>
                  </a:lnTo>
                  <a:lnTo>
                    <a:pt x="1560" y="2122"/>
                  </a:lnTo>
                  <a:lnTo>
                    <a:pt x="1534" y="2160"/>
                  </a:lnTo>
                  <a:lnTo>
                    <a:pt x="1508" y="2160"/>
                  </a:lnTo>
                  <a:lnTo>
                    <a:pt x="1470" y="2147"/>
                  </a:lnTo>
                  <a:lnTo>
                    <a:pt x="1445" y="2096"/>
                  </a:lnTo>
                  <a:lnTo>
                    <a:pt x="1419" y="2045"/>
                  </a:lnTo>
                  <a:lnTo>
                    <a:pt x="1419" y="2007"/>
                  </a:lnTo>
                  <a:lnTo>
                    <a:pt x="1406" y="1905"/>
                  </a:lnTo>
                  <a:lnTo>
                    <a:pt x="1393" y="1815"/>
                  </a:lnTo>
                  <a:lnTo>
                    <a:pt x="1381" y="1777"/>
                  </a:lnTo>
                  <a:lnTo>
                    <a:pt x="1355" y="1726"/>
                  </a:lnTo>
                  <a:lnTo>
                    <a:pt x="1304" y="1687"/>
                  </a:lnTo>
                  <a:lnTo>
                    <a:pt x="1278" y="1675"/>
                  </a:lnTo>
                  <a:lnTo>
                    <a:pt x="1163" y="1675"/>
                  </a:lnTo>
                  <a:lnTo>
                    <a:pt x="1087" y="1649"/>
                  </a:lnTo>
                  <a:lnTo>
                    <a:pt x="1048" y="1636"/>
                  </a:lnTo>
                  <a:lnTo>
                    <a:pt x="997" y="1636"/>
                  </a:lnTo>
                  <a:lnTo>
                    <a:pt x="972" y="1649"/>
                  </a:lnTo>
                  <a:lnTo>
                    <a:pt x="959" y="1675"/>
                  </a:lnTo>
                  <a:lnTo>
                    <a:pt x="921" y="1713"/>
                  </a:lnTo>
                  <a:lnTo>
                    <a:pt x="908" y="1764"/>
                  </a:lnTo>
                  <a:lnTo>
                    <a:pt x="882" y="1815"/>
                  </a:lnTo>
                  <a:lnTo>
                    <a:pt x="857" y="1841"/>
                  </a:lnTo>
                  <a:lnTo>
                    <a:pt x="818" y="1841"/>
                  </a:lnTo>
                  <a:lnTo>
                    <a:pt x="716" y="1854"/>
                  </a:lnTo>
                  <a:lnTo>
                    <a:pt x="703" y="1739"/>
                  </a:lnTo>
                  <a:lnTo>
                    <a:pt x="678" y="1700"/>
                  </a:lnTo>
                  <a:lnTo>
                    <a:pt x="665" y="1700"/>
                  </a:lnTo>
                  <a:lnTo>
                    <a:pt x="639" y="1687"/>
                  </a:lnTo>
                  <a:lnTo>
                    <a:pt x="601" y="1700"/>
                  </a:lnTo>
                  <a:lnTo>
                    <a:pt x="537" y="1713"/>
                  </a:lnTo>
                  <a:lnTo>
                    <a:pt x="422" y="1751"/>
                  </a:lnTo>
                  <a:lnTo>
                    <a:pt x="333" y="1764"/>
                  </a:lnTo>
                  <a:lnTo>
                    <a:pt x="243" y="1764"/>
                  </a:lnTo>
                  <a:lnTo>
                    <a:pt x="154" y="1777"/>
                  </a:lnTo>
                  <a:lnTo>
                    <a:pt x="115" y="1790"/>
                  </a:lnTo>
                  <a:lnTo>
                    <a:pt x="77" y="1828"/>
                  </a:lnTo>
                  <a:lnTo>
                    <a:pt x="39" y="1879"/>
                  </a:lnTo>
                  <a:lnTo>
                    <a:pt x="26" y="1956"/>
                  </a:lnTo>
                  <a:lnTo>
                    <a:pt x="39" y="1994"/>
                  </a:lnTo>
                  <a:lnTo>
                    <a:pt x="51" y="2020"/>
                  </a:lnTo>
                  <a:lnTo>
                    <a:pt x="77" y="2045"/>
                  </a:lnTo>
                  <a:lnTo>
                    <a:pt x="115" y="2058"/>
                  </a:lnTo>
                  <a:lnTo>
                    <a:pt x="166" y="2045"/>
                  </a:lnTo>
                  <a:lnTo>
                    <a:pt x="243" y="2032"/>
                  </a:lnTo>
                  <a:lnTo>
                    <a:pt x="294" y="2032"/>
                  </a:lnTo>
                  <a:lnTo>
                    <a:pt x="320" y="2058"/>
                  </a:lnTo>
                  <a:lnTo>
                    <a:pt x="320" y="2084"/>
                  </a:lnTo>
                  <a:lnTo>
                    <a:pt x="320" y="2096"/>
                  </a:lnTo>
                  <a:lnTo>
                    <a:pt x="307" y="2109"/>
                  </a:lnTo>
                  <a:lnTo>
                    <a:pt x="320" y="2135"/>
                  </a:lnTo>
                  <a:lnTo>
                    <a:pt x="345" y="2160"/>
                  </a:lnTo>
                  <a:lnTo>
                    <a:pt x="371" y="2199"/>
                  </a:lnTo>
                  <a:lnTo>
                    <a:pt x="371" y="2211"/>
                  </a:lnTo>
                  <a:lnTo>
                    <a:pt x="345" y="2237"/>
                  </a:lnTo>
                  <a:lnTo>
                    <a:pt x="320" y="2237"/>
                  </a:lnTo>
                  <a:lnTo>
                    <a:pt x="294" y="2224"/>
                  </a:lnTo>
                  <a:lnTo>
                    <a:pt x="243" y="2186"/>
                  </a:lnTo>
                  <a:lnTo>
                    <a:pt x="205" y="2160"/>
                  </a:lnTo>
                  <a:lnTo>
                    <a:pt x="192" y="2160"/>
                  </a:lnTo>
                  <a:lnTo>
                    <a:pt x="166" y="2173"/>
                  </a:lnTo>
                  <a:lnTo>
                    <a:pt x="154" y="2199"/>
                  </a:lnTo>
                  <a:lnTo>
                    <a:pt x="166" y="2237"/>
                  </a:lnTo>
                  <a:lnTo>
                    <a:pt x="179" y="2275"/>
                  </a:lnTo>
                  <a:lnTo>
                    <a:pt x="192" y="2314"/>
                  </a:lnTo>
                  <a:lnTo>
                    <a:pt x="103" y="2326"/>
                  </a:lnTo>
                  <a:lnTo>
                    <a:pt x="64" y="2326"/>
                  </a:lnTo>
                  <a:lnTo>
                    <a:pt x="26" y="2339"/>
                  </a:lnTo>
                  <a:lnTo>
                    <a:pt x="0" y="2352"/>
                  </a:lnTo>
                  <a:lnTo>
                    <a:pt x="0" y="2365"/>
                  </a:lnTo>
                  <a:lnTo>
                    <a:pt x="0" y="2390"/>
                  </a:lnTo>
                  <a:lnTo>
                    <a:pt x="26" y="2416"/>
                  </a:lnTo>
                  <a:lnTo>
                    <a:pt x="103" y="2416"/>
                  </a:lnTo>
                  <a:lnTo>
                    <a:pt x="141" y="2441"/>
                  </a:lnTo>
                  <a:lnTo>
                    <a:pt x="141" y="2467"/>
                  </a:lnTo>
                  <a:lnTo>
                    <a:pt x="154" y="2505"/>
                  </a:lnTo>
                  <a:lnTo>
                    <a:pt x="166" y="2544"/>
                  </a:lnTo>
                  <a:lnTo>
                    <a:pt x="179" y="2569"/>
                  </a:lnTo>
                  <a:lnTo>
                    <a:pt x="192" y="2569"/>
                  </a:lnTo>
                  <a:lnTo>
                    <a:pt x="243" y="2582"/>
                  </a:lnTo>
                  <a:lnTo>
                    <a:pt x="294" y="2595"/>
                  </a:lnTo>
                  <a:lnTo>
                    <a:pt x="358" y="2595"/>
                  </a:lnTo>
                  <a:lnTo>
                    <a:pt x="371" y="2582"/>
                  </a:lnTo>
                  <a:lnTo>
                    <a:pt x="384" y="2556"/>
                  </a:lnTo>
                  <a:lnTo>
                    <a:pt x="384" y="2531"/>
                  </a:lnTo>
                  <a:lnTo>
                    <a:pt x="396" y="2518"/>
                  </a:lnTo>
                  <a:lnTo>
                    <a:pt x="448" y="2518"/>
                  </a:lnTo>
                  <a:lnTo>
                    <a:pt x="460" y="2556"/>
                  </a:lnTo>
                  <a:lnTo>
                    <a:pt x="486" y="2595"/>
                  </a:lnTo>
                  <a:lnTo>
                    <a:pt x="524" y="2620"/>
                  </a:lnTo>
                  <a:lnTo>
                    <a:pt x="563" y="2633"/>
                  </a:lnTo>
                  <a:lnTo>
                    <a:pt x="614" y="2633"/>
                  </a:lnTo>
                  <a:lnTo>
                    <a:pt x="652" y="2620"/>
                  </a:lnTo>
                  <a:lnTo>
                    <a:pt x="690" y="2633"/>
                  </a:lnTo>
                  <a:lnTo>
                    <a:pt x="703" y="2633"/>
                  </a:lnTo>
                  <a:lnTo>
                    <a:pt x="716" y="2659"/>
                  </a:lnTo>
                  <a:lnTo>
                    <a:pt x="729" y="2697"/>
                  </a:lnTo>
                  <a:lnTo>
                    <a:pt x="729" y="2735"/>
                  </a:lnTo>
                  <a:lnTo>
                    <a:pt x="729" y="2774"/>
                  </a:lnTo>
                  <a:lnTo>
                    <a:pt x="754" y="2812"/>
                  </a:lnTo>
                  <a:lnTo>
                    <a:pt x="780" y="2825"/>
                  </a:lnTo>
                  <a:lnTo>
                    <a:pt x="895" y="2825"/>
                  </a:lnTo>
                  <a:lnTo>
                    <a:pt x="959" y="2812"/>
                  </a:lnTo>
                  <a:lnTo>
                    <a:pt x="997" y="2838"/>
                  </a:lnTo>
                  <a:lnTo>
                    <a:pt x="1010" y="2850"/>
                  </a:lnTo>
                  <a:lnTo>
                    <a:pt x="1023" y="2876"/>
                  </a:lnTo>
                  <a:lnTo>
                    <a:pt x="1023" y="2914"/>
                  </a:lnTo>
                  <a:lnTo>
                    <a:pt x="1010" y="2965"/>
                  </a:lnTo>
                  <a:lnTo>
                    <a:pt x="1010" y="3004"/>
                  </a:lnTo>
                  <a:lnTo>
                    <a:pt x="1023" y="3029"/>
                  </a:lnTo>
                  <a:lnTo>
                    <a:pt x="1036" y="3029"/>
                  </a:lnTo>
                  <a:lnTo>
                    <a:pt x="1061" y="3042"/>
                  </a:lnTo>
                  <a:lnTo>
                    <a:pt x="1112" y="3042"/>
                  </a:lnTo>
                  <a:lnTo>
                    <a:pt x="1202" y="3017"/>
                  </a:lnTo>
                  <a:lnTo>
                    <a:pt x="1227" y="3029"/>
                  </a:lnTo>
                  <a:lnTo>
                    <a:pt x="1253" y="3042"/>
                  </a:lnTo>
                  <a:lnTo>
                    <a:pt x="1253" y="3068"/>
                  </a:lnTo>
                  <a:lnTo>
                    <a:pt x="1240" y="3093"/>
                  </a:lnTo>
                  <a:lnTo>
                    <a:pt x="1253" y="3119"/>
                  </a:lnTo>
                  <a:lnTo>
                    <a:pt x="1278" y="3132"/>
                  </a:lnTo>
                  <a:lnTo>
                    <a:pt x="1432" y="3132"/>
                  </a:lnTo>
                  <a:lnTo>
                    <a:pt x="1457" y="3144"/>
                  </a:lnTo>
                  <a:lnTo>
                    <a:pt x="1483" y="3183"/>
                  </a:lnTo>
                  <a:lnTo>
                    <a:pt x="1496" y="3221"/>
                  </a:lnTo>
                  <a:lnTo>
                    <a:pt x="1496" y="3247"/>
                  </a:lnTo>
                  <a:lnTo>
                    <a:pt x="1483" y="3259"/>
                  </a:lnTo>
                  <a:lnTo>
                    <a:pt x="1457" y="3272"/>
                  </a:lnTo>
                  <a:lnTo>
                    <a:pt x="1445" y="3298"/>
                  </a:lnTo>
                  <a:lnTo>
                    <a:pt x="1432" y="3336"/>
                  </a:lnTo>
                  <a:lnTo>
                    <a:pt x="1432" y="3387"/>
                  </a:lnTo>
                  <a:lnTo>
                    <a:pt x="1432" y="3438"/>
                  </a:lnTo>
                  <a:lnTo>
                    <a:pt x="1457" y="3489"/>
                  </a:lnTo>
                  <a:lnTo>
                    <a:pt x="1483" y="3502"/>
                  </a:lnTo>
                  <a:lnTo>
                    <a:pt x="1623" y="3502"/>
                  </a:lnTo>
                  <a:lnTo>
                    <a:pt x="1726" y="3477"/>
                  </a:lnTo>
                  <a:lnTo>
                    <a:pt x="1815" y="3464"/>
                  </a:lnTo>
                  <a:lnTo>
                    <a:pt x="1815" y="3489"/>
                  </a:lnTo>
                  <a:lnTo>
                    <a:pt x="1802" y="3502"/>
                  </a:lnTo>
                  <a:lnTo>
                    <a:pt x="1790" y="3515"/>
                  </a:lnTo>
                  <a:lnTo>
                    <a:pt x="1726" y="3528"/>
                  </a:lnTo>
                  <a:lnTo>
                    <a:pt x="1700" y="3541"/>
                  </a:lnTo>
                  <a:lnTo>
                    <a:pt x="1687" y="3566"/>
                  </a:lnTo>
                  <a:lnTo>
                    <a:pt x="1687" y="3592"/>
                  </a:lnTo>
                  <a:lnTo>
                    <a:pt x="1687" y="3630"/>
                  </a:lnTo>
                  <a:lnTo>
                    <a:pt x="1713" y="3707"/>
                  </a:lnTo>
                  <a:lnTo>
                    <a:pt x="1713" y="3745"/>
                  </a:lnTo>
                  <a:lnTo>
                    <a:pt x="1687" y="3783"/>
                  </a:lnTo>
                  <a:lnTo>
                    <a:pt x="1662" y="3835"/>
                  </a:lnTo>
                  <a:lnTo>
                    <a:pt x="1636" y="3873"/>
                  </a:lnTo>
                  <a:lnTo>
                    <a:pt x="1636" y="3924"/>
                  </a:lnTo>
                  <a:lnTo>
                    <a:pt x="1649" y="3975"/>
                  </a:lnTo>
                  <a:lnTo>
                    <a:pt x="1675" y="4039"/>
                  </a:lnTo>
                  <a:lnTo>
                    <a:pt x="1713" y="4090"/>
                  </a:lnTo>
                  <a:lnTo>
                    <a:pt x="1802" y="4192"/>
                  </a:lnTo>
                  <a:lnTo>
                    <a:pt x="1879" y="4295"/>
                  </a:lnTo>
                  <a:lnTo>
                    <a:pt x="1956" y="4384"/>
                  </a:lnTo>
                  <a:lnTo>
                    <a:pt x="2007" y="4422"/>
                  </a:lnTo>
                  <a:lnTo>
                    <a:pt x="2071" y="4461"/>
                  </a:lnTo>
                  <a:lnTo>
                    <a:pt x="2122" y="4474"/>
                  </a:lnTo>
                  <a:lnTo>
                    <a:pt x="2199" y="4499"/>
                  </a:lnTo>
                  <a:lnTo>
                    <a:pt x="2250" y="4499"/>
                  </a:lnTo>
                  <a:lnTo>
                    <a:pt x="2262" y="4512"/>
                  </a:lnTo>
                  <a:lnTo>
                    <a:pt x="2275" y="4537"/>
                  </a:lnTo>
                  <a:lnTo>
                    <a:pt x="2262" y="4601"/>
                  </a:lnTo>
                  <a:lnTo>
                    <a:pt x="2250" y="4678"/>
                  </a:lnTo>
                  <a:lnTo>
                    <a:pt x="2224" y="4883"/>
                  </a:lnTo>
                  <a:lnTo>
                    <a:pt x="2199" y="4985"/>
                  </a:lnTo>
                  <a:lnTo>
                    <a:pt x="2173" y="5087"/>
                  </a:lnTo>
                  <a:lnTo>
                    <a:pt x="2147" y="5138"/>
                  </a:lnTo>
                  <a:lnTo>
                    <a:pt x="2160" y="5164"/>
                  </a:lnTo>
                  <a:lnTo>
                    <a:pt x="2186" y="5189"/>
                  </a:lnTo>
                  <a:lnTo>
                    <a:pt x="2224" y="5228"/>
                  </a:lnTo>
                  <a:lnTo>
                    <a:pt x="2275" y="5279"/>
                  </a:lnTo>
                  <a:lnTo>
                    <a:pt x="2352" y="5381"/>
                  </a:lnTo>
                  <a:lnTo>
                    <a:pt x="2429" y="5509"/>
                  </a:lnTo>
                  <a:lnTo>
                    <a:pt x="2467" y="5611"/>
                  </a:lnTo>
                  <a:lnTo>
                    <a:pt x="2493" y="5726"/>
                  </a:lnTo>
                  <a:lnTo>
                    <a:pt x="2493" y="5841"/>
                  </a:lnTo>
                  <a:lnTo>
                    <a:pt x="2493" y="5943"/>
                  </a:lnTo>
                  <a:lnTo>
                    <a:pt x="2480" y="5943"/>
                  </a:lnTo>
                  <a:lnTo>
                    <a:pt x="2467" y="5931"/>
                  </a:lnTo>
                  <a:lnTo>
                    <a:pt x="2441" y="5879"/>
                  </a:lnTo>
                  <a:lnTo>
                    <a:pt x="2429" y="5764"/>
                  </a:lnTo>
                  <a:lnTo>
                    <a:pt x="2390" y="5649"/>
                  </a:lnTo>
                  <a:lnTo>
                    <a:pt x="2339" y="5534"/>
                  </a:lnTo>
                  <a:lnTo>
                    <a:pt x="2301" y="5483"/>
                  </a:lnTo>
                  <a:lnTo>
                    <a:pt x="2262" y="5445"/>
                  </a:lnTo>
                  <a:lnTo>
                    <a:pt x="2211" y="5419"/>
                  </a:lnTo>
                  <a:lnTo>
                    <a:pt x="2147" y="5407"/>
                  </a:lnTo>
                  <a:lnTo>
                    <a:pt x="2122" y="5407"/>
                  </a:lnTo>
                  <a:lnTo>
                    <a:pt x="2096" y="5419"/>
                  </a:lnTo>
                  <a:lnTo>
                    <a:pt x="2071" y="5458"/>
                  </a:lnTo>
                  <a:lnTo>
                    <a:pt x="2058" y="5509"/>
                  </a:lnTo>
                  <a:lnTo>
                    <a:pt x="2058" y="5573"/>
                  </a:lnTo>
                  <a:lnTo>
                    <a:pt x="2032" y="5790"/>
                  </a:lnTo>
                  <a:lnTo>
                    <a:pt x="2032" y="5892"/>
                  </a:lnTo>
                  <a:lnTo>
                    <a:pt x="2020" y="6007"/>
                  </a:lnTo>
                  <a:lnTo>
                    <a:pt x="2007" y="6058"/>
                  </a:lnTo>
                  <a:lnTo>
                    <a:pt x="1994" y="6084"/>
                  </a:lnTo>
                  <a:lnTo>
                    <a:pt x="2007" y="6109"/>
                  </a:lnTo>
                  <a:lnTo>
                    <a:pt x="2020" y="6122"/>
                  </a:lnTo>
                  <a:lnTo>
                    <a:pt x="2032" y="6135"/>
                  </a:lnTo>
                  <a:lnTo>
                    <a:pt x="2045" y="6148"/>
                  </a:lnTo>
                  <a:lnTo>
                    <a:pt x="2058" y="6173"/>
                  </a:lnTo>
                  <a:lnTo>
                    <a:pt x="2058" y="6199"/>
                  </a:lnTo>
                  <a:lnTo>
                    <a:pt x="2045" y="6224"/>
                  </a:lnTo>
                  <a:lnTo>
                    <a:pt x="2007" y="6276"/>
                  </a:lnTo>
                  <a:lnTo>
                    <a:pt x="1981" y="6327"/>
                  </a:lnTo>
                  <a:lnTo>
                    <a:pt x="1981" y="6378"/>
                  </a:lnTo>
                  <a:lnTo>
                    <a:pt x="1969" y="6455"/>
                  </a:lnTo>
                  <a:lnTo>
                    <a:pt x="1956" y="6531"/>
                  </a:lnTo>
                  <a:lnTo>
                    <a:pt x="1956" y="6595"/>
                  </a:lnTo>
                  <a:lnTo>
                    <a:pt x="1943" y="6646"/>
                  </a:lnTo>
                  <a:lnTo>
                    <a:pt x="1905" y="6748"/>
                  </a:lnTo>
                  <a:lnTo>
                    <a:pt x="1841" y="6902"/>
                  </a:lnTo>
                  <a:lnTo>
                    <a:pt x="1815" y="6979"/>
                  </a:lnTo>
                  <a:lnTo>
                    <a:pt x="1777" y="7055"/>
                  </a:lnTo>
                  <a:lnTo>
                    <a:pt x="1738" y="7119"/>
                  </a:lnTo>
                  <a:lnTo>
                    <a:pt x="1700" y="7196"/>
                  </a:lnTo>
                  <a:lnTo>
                    <a:pt x="1662" y="7272"/>
                  </a:lnTo>
                  <a:lnTo>
                    <a:pt x="1611" y="7362"/>
                  </a:lnTo>
                  <a:lnTo>
                    <a:pt x="1585" y="7388"/>
                  </a:lnTo>
                  <a:lnTo>
                    <a:pt x="1700" y="7477"/>
                  </a:lnTo>
                  <a:lnTo>
                    <a:pt x="1700" y="7490"/>
                  </a:lnTo>
                  <a:lnTo>
                    <a:pt x="1738" y="7643"/>
                  </a:lnTo>
                  <a:lnTo>
                    <a:pt x="1879" y="7707"/>
                  </a:lnTo>
                  <a:lnTo>
                    <a:pt x="1892" y="7707"/>
                  </a:lnTo>
                  <a:lnTo>
                    <a:pt x="2199" y="8065"/>
                  </a:lnTo>
                  <a:lnTo>
                    <a:pt x="2467" y="8129"/>
                  </a:lnTo>
                  <a:lnTo>
                    <a:pt x="2480" y="8142"/>
                  </a:lnTo>
                  <a:lnTo>
                    <a:pt x="2608" y="8308"/>
                  </a:lnTo>
                  <a:lnTo>
                    <a:pt x="2953" y="8295"/>
                  </a:lnTo>
                  <a:lnTo>
                    <a:pt x="3119" y="8320"/>
                  </a:lnTo>
                  <a:lnTo>
                    <a:pt x="3272" y="8231"/>
                  </a:lnTo>
                  <a:lnTo>
                    <a:pt x="3298" y="8231"/>
                  </a:lnTo>
                  <a:lnTo>
                    <a:pt x="3771" y="8448"/>
                  </a:lnTo>
                  <a:lnTo>
                    <a:pt x="3962" y="8487"/>
                  </a:lnTo>
                  <a:lnTo>
                    <a:pt x="3975" y="8499"/>
                  </a:lnTo>
                  <a:lnTo>
                    <a:pt x="4180" y="8793"/>
                  </a:lnTo>
                  <a:lnTo>
                    <a:pt x="4410" y="8781"/>
                  </a:lnTo>
                  <a:lnTo>
                    <a:pt x="4422" y="8781"/>
                  </a:lnTo>
                  <a:lnTo>
                    <a:pt x="4627" y="8845"/>
                  </a:lnTo>
                  <a:lnTo>
                    <a:pt x="4831" y="8806"/>
                  </a:lnTo>
                  <a:lnTo>
                    <a:pt x="5061" y="8845"/>
                  </a:lnTo>
                  <a:lnTo>
                    <a:pt x="5074" y="8729"/>
                  </a:lnTo>
                  <a:lnTo>
                    <a:pt x="5074" y="8627"/>
                  </a:lnTo>
                  <a:lnTo>
                    <a:pt x="5074" y="8576"/>
                  </a:lnTo>
                  <a:lnTo>
                    <a:pt x="5049" y="8538"/>
                  </a:lnTo>
                  <a:lnTo>
                    <a:pt x="4998" y="8448"/>
                  </a:lnTo>
                  <a:lnTo>
                    <a:pt x="4972" y="8397"/>
                  </a:lnTo>
                  <a:lnTo>
                    <a:pt x="4972" y="8384"/>
                  </a:lnTo>
                  <a:lnTo>
                    <a:pt x="4998" y="8359"/>
                  </a:lnTo>
                  <a:lnTo>
                    <a:pt x="5010" y="8346"/>
                  </a:lnTo>
                  <a:lnTo>
                    <a:pt x="5036" y="8333"/>
                  </a:lnTo>
                  <a:lnTo>
                    <a:pt x="5061" y="8346"/>
                  </a:lnTo>
                  <a:lnTo>
                    <a:pt x="5125" y="8346"/>
                  </a:lnTo>
                  <a:lnTo>
                    <a:pt x="5138" y="8333"/>
                  </a:lnTo>
                  <a:lnTo>
                    <a:pt x="5164" y="8308"/>
                  </a:lnTo>
                  <a:lnTo>
                    <a:pt x="5164" y="8269"/>
                  </a:lnTo>
                  <a:lnTo>
                    <a:pt x="5176" y="8193"/>
                  </a:lnTo>
                  <a:lnTo>
                    <a:pt x="5189" y="8167"/>
                  </a:lnTo>
                  <a:lnTo>
                    <a:pt x="5202" y="8142"/>
                  </a:lnTo>
                  <a:lnTo>
                    <a:pt x="5266" y="8090"/>
                  </a:lnTo>
                  <a:lnTo>
                    <a:pt x="5330" y="8065"/>
                  </a:lnTo>
                  <a:lnTo>
                    <a:pt x="5394" y="8039"/>
                  </a:lnTo>
                  <a:lnTo>
                    <a:pt x="5483" y="8001"/>
                  </a:lnTo>
                  <a:lnTo>
                    <a:pt x="5573" y="7950"/>
                  </a:lnTo>
                  <a:lnTo>
                    <a:pt x="5726" y="7848"/>
                  </a:lnTo>
                  <a:lnTo>
                    <a:pt x="5777" y="7809"/>
                  </a:lnTo>
                  <a:lnTo>
                    <a:pt x="5803" y="7796"/>
                  </a:lnTo>
                  <a:lnTo>
                    <a:pt x="5828" y="7796"/>
                  </a:lnTo>
                  <a:lnTo>
                    <a:pt x="5841" y="7809"/>
                  </a:lnTo>
                  <a:lnTo>
                    <a:pt x="5854" y="7822"/>
                  </a:lnTo>
                  <a:lnTo>
                    <a:pt x="5854" y="7860"/>
                  </a:lnTo>
                  <a:lnTo>
                    <a:pt x="5854" y="7899"/>
                  </a:lnTo>
                  <a:lnTo>
                    <a:pt x="5854" y="7924"/>
                  </a:lnTo>
                  <a:lnTo>
                    <a:pt x="5867" y="7937"/>
                  </a:lnTo>
                  <a:lnTo>
                    <a:pt x="5905" y="7950"/>
                  </a:lnTo>
                  <a:lnTo>
                    <a:pt x="5982" y="7963"/>
                  </a:lnTo>
                  <a:lnTo>
                    <a:pt x="6084" y="7975"/>
                  </a:lnTo>
                  <a:lnTo>
                    <a:pt x="6148" y="7988"/>
                  </a:lnTo>
                  <a:lnTo>
                    <a:pt x="6186" y="8014"/>
                  </a:lnTo>
                  <a:lnTo>
                    <a:pt x="6199" y="8027"/>
                  </a:lnTo>
                  <a:lnTo>
                    <a:pt x="6224" y="8078"/>
                  </a:lnTo>
                  <a:lnTo>
                    <a:pt x="6250" y="8116"/>
                  </a:lnTo>
                  <a:lnTo>
                    <a:pt x="6263" y="8129"/>
                  </a:lnTo>
                  <a:lnTo>
                    <a:pt x="6301" y="8142"/>
                  </a:lnTo>
                  <a:lnTo>
                    <a:pt x="6340" y="8129"/>
                  </a:lnTo>
                  <a:lnTo>
                    <a:pt x="6391" y="8103"/>
                  </a:lnTo>
                  <a:lnTo>
                    <a:pt x="6442" y="8090"/>
                  </a:lnTo>
                  <a:lnTo>
                    <a:pt x="6493" y="8078"/>
                  </a:lnTo>
                  <a:lnTo>
                    <a:pt x="6570" y="8103"/>
                  </a:lnTo>
                  <a:lnTo>
                    <a:pt x="6659" y="8142"/>
                  </a:lnTo>
                  <a:lnTo>
                    <a:pt x="6710" y="8167"/>
                  </a:lnTo>
                  <a:lnTo>
                    <a:pt x="6748" y="8205"/>
                  </a:lnTo>
                  <a:lnTo>
                    <a:pt x="6761" y="8269"/>
                  </a:lnTo>
                  <a:lnTo>
                    <a:pt x="6774" y="8333"/>
                  </a:lnTo>
                  <a:lnTo>
                    <a:pt x="6940" y="8333"/>
                  </a:lnTo>
                  <a:lnTo>
                    <a:pt x="6979" y="8359"/>
                  </a:lnTo>
                  <a:lnTo>
                    <a:pt x="7004" y="8384"/>
                  </a:lnTo>
                  <a:lnTo>
                    <a:pt x="7017" y="8423"/>
                  </a:lnTo>
                  <a:lnTo>
                    <a:pt x="7042" y="8448"/>
                  </a:lnTo>
                  <a:lnTo>
                    <a:pt x="7094" y="8461"/>
                  </a:lnTo>
                  <a:lnTo>
                    <a:pt x="7157" y="8448"/>
                  </a:lnTo>
                  <a:lnTo>
                    <a:pt x="7272" y="8423"/>
                  </a:lnTo>
                  <a:lnTo>
                    <a:pt x="7375" y="8423"/>
                  </a:lnTo>
                  <a:lnTo>
                    <a:pt x="7515" y="8410"/>
                  </a:lnTo>
                  <a:lnTo>
                    <a:pt x="7592" y="8397"/>
                  </a:lnTo>
                  <a:lnTo>
                    <a:pt x="7643" y="8384"/>
                  </a:lnTo>
                  <a:lnTo>
                    <a:pt x="7694" y="8359"/>
                  </a:lnTo>
                  <a:lnTo>
                    <a:pt x="7720" y="8320"/>
                  </a:lnTo>
                  <a:lnTo>
                    <a:pt x="7720" y="8295"/>
                  </a:lnTo>
                  <a:lnTo>
                    <a:pt x="7720" y="8269"/>
                  </a:lnTo>
                  <a:lnTo>
                    <a:pt x="7694" y="8218"/>
                  </a:lnTo>
                  <a:lnTo>
                    <a:pt x="7694" y="8205"/>
                  </a:lnTo>
                  <a:lnTo>
                    <a:pt x="7694" y="8180"/>
                  </a:lnTo>
                  <a:lnTo>
                    <a:pt x="7707" y="8154"/>
                  </a:lnTo>
                  <a:lnTo>
                    <a:pt x="7733" y="8142"/>
                  </a:lnTo>
                  <a:lnTo>
                    <a:pt x="7784" y="8116"/>
                  </a:lnTo>
                  <a:lnTo>
                    <a:pt x="7822" y="8103"/>
                  </a:lnTo>
                  <a:lnTo>
                    <a:pt x="7873" y="8090"/>
                  </a:lnTo>
                  <a:lnTo>
                    <a:pt x="7924" y="8065"/>
                  </a:lnTo>
                  <a:lnTo>
                    <a:pt x="7988" y="8014"/>
                  </a:lnTo>
                  <a:lnTo>
                    <a:pt x="8039" y="7963"/>
                  </a:lnTo>
                  <a:lnTo>
                    <a:pt x="8103" y="7912"/>
                  </a:lnTo>
                  <a:lnTo>
                    <a:pt x="8167" y="7873"/>
                  </a:lnTo>
                  <a:lnTo>
                    <a:pt x="8231" y="7835"/>
                  </a:lnTo>
                  <a:lnTo>
                    <a:pt x="8308" y="7809"/>
                  </a:lnTo>
                  <a:lnTo>
                    <a:pt x="8333" y="7451"/>
                  </a:lnTo>
                  <a:lnTo>
                    <a:pt x="8001" y="7362"/>
                  </a:lnTo>
                  <a:lnTo>
                    <a:pt x="7988" y="7349"/>
                  </a:lnTo>
                  <a:lnTo>
                    <a:pt x="7860" y="6940"/>
                  </a:lnTo>
                  <a:lnTo>
                    <a:pt x="7873" y="6927"/>
                  </a:lnTo>
                  <a:lnTo>
                    <a:pt x="8014" y="6672"/>
                  </a:lnTo>
                  <a:lnTo>
                    <a:pt x="7860" y="6570"/>
                  </a:lnTo>
                  <a:lnTo>
                    <a:pt x="7848" y="6557"/>
                  </a:lnTo>
                  <a:lnTo>
                    <a:pt x="7758" y="6365"/>
                  </a:lnTo>
                  <a:lnTo>
                    <a:pt x="7784" y="6340"/>
                  </a:lnTo>
                  <a:lnTo>
                    <a:pt x="7937" y="6276"/>
                  </a:lnTo>
                  <a:lnTo>
                    <a:pt x="8052" y="6020"/>
                  </a:lnTo>
                  <a:lnTo>
                    <a:pt x="7912" y="5777"/>
                  </a:lnTo>
                  <a:lnTo>
                    <a:pt x="7899" y="5777"/>
                  </a:lnTo>
                  <a:lnTo>
                    <a:pt x="7860" y="5637"/>
                  </a:lnTo>
                  <a:lnTo>
                    <a:pt x="7873" y="5611"/>
                  </a:lnTo>
                  <a:lnTo>
                    <a:pt x="7924" y="5547"/>
                  </a:lnTo>
                  <a:lnTo>
                    <a:pt x="7822" y="5125"/>
                  </a:lnTo>
                  <a:lnTo>
                    <a:pt x="7733" y="5061"/>
                  </a:lnTo>
                  <a:lnTo>
                    <a:pt x="7566" y="5074"/>
                  </a:lnTo>
                  <a:lnTo>
                    <a:pt x="7503" y="5253"/>
                  </a:lnTo>
                  <a:lnTo>
                    <a:pt x="7490" y="5279"/>
                  </a:lnTo>
                  <a:lnTo>
                    <a:pt x="7260" y="5330"/>
                  </a:lnTo>
                  <a:lnTo>
                    <a:pt x="7221" y="5317"/>
                  </a:lnTo>
                  <a:lnTo>
                    <a:pt x="7145" y="5151"/>
                  </a:lnTo>
                  <a:lnTo>
                    <a:pt x="7145" y="5125"/>
                  </a:lnTo>
                  <a:lnTo>
                    <a:pt x="7324" y="4908"/>
                  </a:lnTo>
                  <a:lnTo>
                    <a:pt x="7451" y="4678"/>
                  </a:lnTo>
                  <a:lnTo>
                    <a:pt x="7733" y="4359"/>
                  </a:lnTo>
                  <a:lnTo>
                    <a:pt x="7745" y="4359"/>
                  </a:lnTo>
                  <a:lnTo>
                    <a:pt x="7937" y="4282"/>
                  </a:lnTo>
                  <a:lnTo>
                    <a:pt x="7988" y="4180"/>
                  </a:lnTo>
                  <a:lnTo>
                    <a:pt x="7924" y="4077"/>
                  </a:lnTo>
                  <a:lnTo>
                    <a:pt x="7924" y="4052"/>
                  </a:lnTo>
                  <a:lnTo>
                    <a:pt x="7988" y="3911"/>
                  </a:lnTo>
                  <a:lnTo>
                    <a:pt x="8001" y="3886"/>
                  </a:lnTo>
                  <a:lnTo>
                    <a:pt x="8205" y="3860"/>
                  </a:lnTo>
                  <a:lnTo>
                    <a:pt x="8231" y="3860"/>
                  </a:lnTo>
                  <a:lnTo>
                    <a:pt x="8359" y="3937"/>
                  </a:lnTo>
                  <a:lnTo>
                    <a:pt x="8499" y="3847"/>
                  </a:lnTo>
                  <a:lnTo>
                    <a:pt x="8474" y="3451"/>
                  </a:lnTo>
                  <a:lnTo>
                    <a:pt x="8474" y="3438"/>
                  </a:lnTo>
                  <a:lnTo>
                    <a:pt x="8640" y="2876"/>
                  </a:lnTo>
                  <a:lnTo>
                    <a:pt x="8960" y="2429"/>
                  </a:lnTo>
                  <a:lnTo>
                    <a:pt x="8908" y="2326"/>
                  </a:lnTo>
                  <a:lnTo>
                    <a:pt x="8499" y="2224"/>
                  </a:lnTo>
                  <a:lnTo>
                    <a:pt x="8487" y="2224"/>
                  </a:lnTo>
                  <a:lnTo>
                    <a:pt x="8167" y="2084"/>
                  </a:lnTo>
                  <a:lnTo>
                    <a:pt x="7848" y="1981"/>
                  </a:lnTo>
                  <a:lnTo>
                    <a:pt x="7835" y="1981"/>
                  </a:lnTo>
                  <a:lnTo>
                    <a:pt x="7630" y="1777"/>
                  </a:lnTo>
                  <a:lnTo>
                    <a:pt x="7349" y="1777"/>
                  </a:lnTo>
                  <a:lnTo>
                    <a:pt x="6966" y="1687"/>
                  </a:lnTo>
                  <a:lnTo>
                    <a:pt x="6953" y="1687"/>
                  </a:lnTo>
                  <a:lnTo>
                    <a:pt x="6659" y="1330"/>
                  </a:lnTo>
                  <a:lnTo>
                    <a:pt x="6570" y="1138"/>
                  </a:lnTo>
                  <a:lnTo>
                    <a:pt x="6365" y="1291"/>
                  </a:lnTo>
                  <a:lnTo>
                    <a:pt x="6314" y="1278"/>
                  </a:lnTo>
                  <a:lnTo>
                    <a:pt x="6173" y="869"/>
                  </a:lnTo>
                  <a:lnTo>
                    <a:pt x="6007" y="882"/>
                  </a:lnTo>
                  <a:lnTo>
                    <a:pt x="5994" y="882"/>
                  </a:lnTo>
                  <a:lnTo>
                    <a:pt x="5675" y="563"/>
                  </a:lnTo>
                  <a:lnTo>
                    <a:pt x="5675" y="550"/>
                  </a:lnTo>
                  <a:lnTo>
                    <a:pt x="5637" y="333"/>
                  </a:lnTo>
                  <a:lnTo>
                    <a:pt x="5470" y="345"/>
                  </a:lnTo>
                  <a:lnTo>
                    <a:pt x="5445" y="345"/>
                  </a:lnTo>
                  <a:lnTo>
                    <a:pt x="5279" y="218"/>
                  </a:lnTo>
                  <a:lnTo>
                    <a:pt x="5266" y="192"/>
                  </a:lnTo>
                  <a:lnTo>
                    <a:pt x="5330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0" name="Google Shape;960;p60"/>
            <p:cNvSpPr/>
            <p:nvPr/>
          </p:nvSpPr>
          <p:spPr>
            <a:xfrm>
              <a:off x="1405950" y="2795000"/>
              <a:ext cx="7050" cy="10900"/>
            </a:xfrm>
            <a:custGeom>
              <a:rect b="b" l="l" r="r" t="t"/>
              <a:pathLst>
                <a:path extrusionOk="0" h="436" w="282">
                  <a:moveTo>
                    <a:pt x="256" y="1"/>
                  </a:moveTo>
                  <a:lnTo>
                    <a:pt x="218" y="14"/>
                  </a:lnTo>
                  <a:lnTo>
                    <a:pt x="179" y="14"/>
                  </a:lnTo>
                  <a:lnTo>
                    <a:pt x="154" y="52"/>
                  </a:lnTo>
                  <a:lnTo>
                    <a:pt x="115" y="52"/>
                  </a:lnTo>
                  <a:lnTo>
                    <a:pt x="64" y="205"/>
                  </a:lnTo>
                  <a:lnTo>
                    <a:pt x="77" y="244"/>
                  </a:lnTo>
                  <a:lnTo>
                    <a:pt x="0" y="308"/>
                  </a:lnTo>
                  <a:lnTo>
                    <a:pt x="0" y="333"/>
                  </a:lnTo>
                  <a:lnTo>
                    <a:pt x="103" y="384"/>
                  </a:lnTo>
                  <a:lnTo>
                    <a:pt x="141" y="384"/>
                  </a:lnTo>
                  <a:lnTo>
                    <a:pt x="179" y="435"/>
                  </a:lnTo>
                  <a:lnTo>
                    <a:pt x="230" y="435"/>
                  </a:lnTo>
                  <a:lnTo>
                    <a:pt x="230" y="372"/>
                  </a:lnTo>
                  <a:lnTo>
                    <a:pt x="281" y="218"/>
                  </a:lnTo>
                  <a:lnTo>
                    <a:pt x="243" y="90"/>
                  </a:lnTo>
                  <a:lnTo>
                    <a:pt x="256" y="52"/>
                  </a:lnTo>
                  <a:lnTo>
                    <a:pt x="256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1" name="Google Shape;961;p60"/>
            <p:cNvSpPr/>
            <p:nvPr/>
          </p:nvSpPr>
          <p:spPr>
            <a:xfrm>
              <a:off x="4548075" y="2765625"/>
              <a:ext cx="33250" cy="31650"/>
            </a:xfrm>
            <a:custGeom>
              <a:rect b="b" l="l" r="r" t="t"/>
              <a:pathLst>
                <a:path extrusionOk="0" h="1266" w="1330">
                  <a:moveTo>
                    <a:pt x="703" y="0"/>
                  </a:moveTo>
                  <a:lnTo>
                    <a:pt x="422" y="64"/>
                  </a:lnTo>
                  <a:lnTo>
                    <a:pt x="154" y="384"/>
                  </a:lnTo>
                  <a:lnTo>
                    <a:pt x="0" y="754"/>
                  </a:lnTo>
                  <a:lnTo>
                    <a:pt x="141" y="831"/>
                  </a:lnTo>
                  <a:lnTo>
                    <a:pt x="499" y="831"/>
                  </a:lnTo>
                  <a:lnTo>
                    <a:pt x="537" y="844"/>
                  </a:lnTo>
                  <a:lnTo>
                    <a:pt x="895" y="1265"/>
                  </a:lnTo>
                  <a:lnTo>
                    <a:pt x="1330" y="1265"/>
                  </a:lnTo>
                  <a:lnTo>
                    <a:pt x="1125" y="844"/>
                  </a:lnTo>
                  <a:lnTo>
                    <a:pt x="1061" y="652"/>
                  </a:lnTo>
                  <a:lnTo>
                    <a:pt x="1240" y="294"/>
                  </a:lnTo>
                  <a:lnTo>
                    <a:pt x="1227" y="243"/>
                  </a:lnTo>
                  <a:lnTo>
                    <a:pt x="1099" y="256"/>
                  </a:lnTo>
                  <a:lnTo>
                    <a:pt x="1074" y="256"/>
                  </a:lnTo>
                  <a:lnTo>
                    <a:pt x="1061" y="230"/>
                  </a:lnTo>
                  <a:lnTo>
                    <a:pt x="997" y="64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2" name="Google Shape;962;p60"/>
            <p:cNvSpPr/>
            <p:nvPr/>
          </p:nvSpPr>
          <p:spPr>
            <a:xfrm>
              <a:off x="4063675" y="2065550"/>
              <a:ext cx="20800" cy="15375"/>
            </a:xfrm>
            <a:custGeom>
              <a:rect b="b" l="l" r="r" t="t"/>
              <a:pathLst>
                <a:path extrusionOk="0" h="615" w="832">
                  <a:moveTo>
                    <a:pt x="474" y="1"/>
                  </a:moveTo>
                  <a:lnTo>
                    <a:pt x="78" y="78"/>
                  </a:lnTo>
                  <a:lnTo>
                    <a:pt x="39" y="397"/>
                  </a:lnTo>
                  <a:lnTo>
                    <a:pt x="78" y="576"/>
                  </a:lnTo>
                  <a:lnTo>
                    <a:pt x="1" y="614"/>
                  </a:lnTo>
                  <a:lnTo>
                    <a:pt x="193" y="614"/>
                  </a:lnTo>
                  <a:lnTo>
                    <a:pt x="359" y="423"/>
                  </a:lnTo>
                  <a:lnTo>
                    <a:pt x="704" y="282"/>
                  </a:lnTo>
                  <a:lnTo>
                    <a:pt x="832" y="39"/>
                  </a:lnTo>
                  <a:lnTo>
                    <a:pt x="474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3" name="Google Shape;963;p60"/>
            <p:cNvSpPr/>
            <p:nvPr/>
          </p:nvSpPr>
          <p:spPr>
            <a:xfrm>
              <a:off x="3714775" y="2222125"/>
              <a:ext cx="63275" cy="62325"/>
            </a:xfrm>
            <a:custGeom>
              <a:rect b="b" l="l" r="r" t="t"/>
              <a:pathLst>
                <a:path extrusionOk="0" h="2493" w="2531">
                  <a:moveTo>
                    <a:pt x="1726" y="0"/>
                  </a:moveTo>
                  <a:lnTo>
                    <a:pt x="1636" y="13"/>
                  </a:lnTo>
                  <a:lnTo>
                    <a:pt x="1572" y="26"/>
                  </a:lnTo>
                  <a:lnTo>
                    <a:pt x="1534" y="51"/>
                  </a:lnTo>
                  <a:lnTo>
                    <a:pt x="1496" y="77"/>
                  </a:lnTo>
                  <a:lnTo>
                    <a:pt x="1470" y="103"/>
                  </a:lnTo>
                  <a:lnTo>
                    <a:pt x="1457" y="128"/>
                  </a:lnTo>
                  <a:lnTo>
                    <a:pt x="1445" y="205"/>
                  </a:lnTo>
                  <a:lnTo>
                    <a:pt x="1457" y="282"/>
                  </a:lnTo>
                  <a:lnTo>
                    <a:pt x="1470" y="320"/>
                  </a:lnTo>
                  <a:lnTo>
                    <a:pt x="1483" y="358"/>
                  </a:lnTo>
                  <a:lnTo>
                    <a:pt x="1521" y="397"/>
                  </a:lnTo>
                  <a:lnTo>
                    <a:pt x="1560" y="435"/>
                  </a:lnTo>
                  <a:lnTo>
                    <a:pt x="1598" y="499"/>
                  </a:lnTo>
                  <a:lnTo>
                    <a:pt x="1611" y="575"/>
                  </a:lnTo>
                  <a:lnTo>
                    <a:pt x="1636" y="627"/>
                  </a:lnTo>
                  <a:lnTo>
                    <a:pt x="1649" y="639"/>
                  </a:lnTo>
                  <a:lnTo>
                    <a:pt x="1675" y="652"/>
                  </a:lnTo>
                  <a:lnTo>
                    <a:pt x="1764" y="639"/>
                  </a:lnTo>
                  <a:lnTo>
                    <a:pt x="1764" y="639"/>
                  </a:lnTo>
                  <a:lnTo>
                    <a:pt x="1751" y="665"/>
                  </a:lnTo>
                  <a:lnTo>
                    <a:pt x="1726" y="690"/>
                  </a:lnTo>
                  <a:lnTo>
                    <a:pt x="1662" y="716"/>
                  </a:lnTo>
                  <a:lnTo>
                    <a:pt x="1611" y="729"/>
                  </a:lnTo>
                  <a:lnTo>
                    <a:pt x="1585" y="754"/>
                  </a:lnTo>
                  <a:lnTo>
                    <a:pt x="1572" y="767"/>
                  </a:lnTo>
                  <a:lnTo>
                    <a:pt x="1560" y="793"/>
                  </a:lnTo>
                  <a:lnTo>
                    <a:pt x="1572" y="831"/>
                  </a:lnTo>
                  <a:lnTo>
                    <a:pt x="1572" y="869"/>
                  </a:lnTo>
                  <a:lnTo>
                    <a:pt x="1560" y="895"/>
                  </a:lnTo>
                  <a:lnTo>
                    <a:pt x="1534" y="933"/>
                  </a:lnTo>
                  <a:lnTo>
                    <a:pt x="1508" y="946"/>
                  </a:lnTo>
                  <a:lnTo>
                    <a:pt x="1470" y="959"/>
                  </a:lnTo>
                  <a:lnTo>
                    <a:pt x="1432" y="972"/>
                  </a:lnTo>
                  <a:lnTo>
                    <a:pt x="1368" y="959"/>
                  </a:lnTo>
                  <a:lnTo>
                    <a:pt x="1342" y="946"/>
                  </a:lnTo>
                  <a:lnTo>
                    <a:pt x="1317" y="933"/>
                  </a:lnTo>
                  <a:lnTo>
                    <a:pt x="1291" y="882"/>
                  </a:lnTo>
                  <a:lnTo>
                    <a:pt x="1266" y="818"/>
                  </a:lnTo>
                  <a:lnTo>
                    <a:pt x="1253" y="729"/>
                  </a:lnTo>
                  <a:lnTo>
                    <a:pt x="1266" y="703"/>
                  </a:lnTo>
                  <a:lnTo>
                    <a:pt x="1278" y="690"/>
                  </a:lnTo>
                  <a:lnTo>
                    <a:pt x="1330" y="652"/>
                  </a:lnTo>
                  <a:lnTo>
                    <a:pt x="1406" y="639"/>
                  </a:lnTo>
                  <a:lnTo>
                    <a:pt x="1406" y="601"/>
                  </a:lnTo>
                  <a:lnTo>
                    <a:pt x="1406" y="575"/>
                  </a:lnTo>
                  <a:lnTo>
                    <a:pt x="1393" y="563"/>
                  </a:lnTo>
                  <a:lnTo>
                    <a:pt x="1381" y="563"/>
                  </a:lnTo>
                  <a:lnTo>
                    <a:pt x="1342" y="550"/>
                  </a:lnTo>
                  <a:lnTo>
                    <a:pt x="1330" y="537"/>
                  </a:lnTo>
                  <a:lnTo>
                    <a:pt x="1317" y="524"/>
                  </a:lnTo>
                  <a:lnTo>
                    <a:pt x="1304" y="486"/>
                  </a:lnTo>
                  <a:lnTo>
                    <a:pt x="1304" y="435"/>
                  </a:lnTo>
                  <a:lnTo>
                    <a:pt x="1317" y="397"/>
                  </a:lnTo>
                  <a:lnTo>
                    <a:pt x="1317" y="358"/>
                  </a:lnTo>
                  <a:lnTo>
                    <a:pt x="1215" y="371"/>
                  </a:lnTo>
                  <a:lnTo>
                    <a:pt x="1151" y="384"/>
                  </a:lnTo>
                  <a:lnTo>
                    <a:pt x="1125" y="371"/>
                  </a:lnTo>
                  <a:lnTo>
                    <a:pt x="1100" y="358"/>
                  </a:lnTo>
                  <a:lnTo>
                    <a:pt x="1100" y="333"/>
                  </a:lnTo>
                  <a:lnTo>
                    <a:pt x="1100" y="294"/>
                  </a:lnTo>
                  <a:lnTo>
                    <a:pt x="1125" y="243"/>
                  </a:lnTo>
                  <a:lnTo>
                    <a:pt x="1163" y="218"/>
                  </a:lnTo>
                  <a:lnTo>
                    <a:pt x="1138" y="192"/>
                  </a:lnTo>
                  <a:lnTo>
                    <a:pt x="1087" y="166"/>
                  </a:lnTo>
                  <a:lnTo>
                    <a:pt x="1048" y="154"/>
                  </a:lnTo>
                  <a:lnTo>
                    <a:pt x="997" y="166"/>
                  </a:lnTo>
                  <a:lnTo>
                    <a:pt x="984" y="192"/>
                  </a:lnTo>
                  <a:lnTo>
                    <a:pt x="984" y="230"/>
                  </a:lnTo>
                  <a:lnTo>
                    <a:pt x="972" y="307"/>
                  </a:lnTo>
                  <a:lnTo>
                    <a:pt x="921" y="448"/>
                  </a:lnTo>
                  <a:lnTo>
                    <a:pt x="908" y="512"/>
                  </a:lnTo>
                  <a:lnTo>
                    <a:pt x="908" y="575"/>
                  </a:lnTo>
                  <a:lnTo>
                    <a:pt x="921" y="665"/>
                  </a:lnTo>
                  <a:lnTo>
                    <a:pt x="921" y="742"/>
                  </a:lnTo>
                  <a:lnTo>
                    <a:pt x="908" y="818"/>
                  </a:lnTo>
                  <a:lnTo>
                    <a:pt x="857" y="895"/>
                  </a:lnTo>
                  <a:lnTo>
                    <a:pt x="806" y="972"/>
                  </a:lnTo>
                  <a:lnTo>
                    <a:pt x="742" y="1036"/>
                  </a:lnTo>
                  <a:lnTo>
                    <a:pt x="678" y="1087"/>
                  </a:lnTo>
                  <a:lnTo>
                    <a:pt x="627" y="1163"/>
                  </a:lnTo>
                  <a:lnTo>
                    <a:pt x="588" y="1240"/>
                  </a:lnTo>
                  <a:lnTo>
                    <a:pt x="563" y="1317"/>
                  </a:lnTo>
                  <a:lnTo>
                    <a:pt x="563" y="1355"/>
                  </a:lnTo>
                  <a:lnTo>
                    <a:pt x="576" y="1393"/>
                  </a:lnTo>
                  <a:lnTo>
                    <a:pt x="588" y="1432"/>
                  </a:lnTo>
                  <a:lnTo>
                    <a:pt x="627" y="1470"/>
                  </a:lnTo>
                  <a:lnTo>
                    <a:pt x="691" y="1508"/>
                  </a:lnTo>
                  <a:lnTo>
                    <a:pt x="729" y="1534"/>
                  </a:lnTo>
                  <a:lnTo>
                    <a:pt x="742" y="1547"/>
                  </a:lnTo>
                  <a:lnTo>
                    <a:pt x="742" y="1572"/>
                  </a:lnTo>
                  <a:lnTo>
                    <a:pt x="729" y="1585"/>
                  </a:lnTo>
                  <a:lnTo>
                    <a:pt x="678" y="1598"/>
                  </a:lnTo>
                  <a:lnTo>
                    <a:pt x="601" y="1611"/>
                  </a:lnTo>
                  <a:lnTo>
                    <a:pt x="550" y="1636"/>
                  </a:lnTo>
                  <a:lnTo>
                    <a:pt x="537" y="1649"/>
                  </a:lnTo>
                  <a:lnTo>
                    <a:pt x="524" y="1675"/>
                  </a:lnTo>
                  <a:lnTo>
                    <a:pt x="524" y="1713"/>
                  </a:lnTo>
                  <a:lnTo>
                    <a:pt x="524" y="1726"/>
                  </a:lnTo>
                  <a:lnTo>
                    <a:pt x="524" y="1738"/>
                  </a:lnTo>
                  <a:lnTo>
                    <a:pt x="537" y="1751"/>
                  </a:lnTo>
                  <a:lnTo>
                    <a:pt x="524" y="1777"/>
                  </a:lnTo>
                  <a:lnTo>
                    <a:pt x="499" y="1790"/>
                  </a:lnTo>
                  <a:lnTo>
                    <a:pt x="473" y="1790"/>
                  </a:lnTo>
                  <a:lnTo>
                    <a:pt x="435" y="1777"/>
                  </a:lnTo>
                  <a:lnTo>
                    <a:pt x="371" y="1751"/>
                  </a:lnTo>
                  <a:lnTo>
                    <a:pt x="294" y="1713"/>
                  </a:lnTo>
                  <a:lnTo>
                    <a:pt x="218" y="1675"/>
                  </a:lnTo>
                  <a:lnTo>
                    <a:pt x="154" y="1649"/>
                  </a:lnTo>
                  <a:lnTo>
                    <a:pt x="90" y="1649"/>
                  </a:lnTo>
                  <a:lnTo>
                    <a:pt x="39" y="1687"/>
                  </a:lnTo>
                  <a:lnTo>
                    <a:pt x="13" y="1713"/>
                  </a:lnTo>
                  <a:lnTo>
                    <a:pt x="0" y="1738"/>
                  </a:lnTo>
                  <a:lnTo>
                    <a:pt x="0" y="1764"/>
                  </a:lnTo>
                  <a:lnTo>
                    <a:pt x="13" y="1790"/>
                  </a:lnTo>
                  <a:lnTo>
                    <a:pt x="26" y="1802"/>
                  </a:lnTo>
                  <a:lnTo>
                    <a:pt x="51" y="1815"/>
                  </a:lnTo>
                  <a:lnTo>
                    <a:pt x="128" y="1828"/>
                  </a:lnTo>
                  <a:lnTo>
                    <a:pt x="218" y="1841"/>
                  </a:lnTo>
                  <a:lnTo>
                    <a:pt x="269" y="1854"/>
                  </a:lnTo>
                  <a:lnTo>
                    <a:pt x="333" y="1879"/>
                  </a:lnTo>
                  <a:lnTo>
                    <a:pt x="371" y="1905"/>
                  </a:lnTo>
                  <a:lnTo>
                    <a:pt x="371" y="1930"/>
                  </a:lnTo>
                  <a:lnTo>
                    <a:pt x="358" y="1943"/>
                  </a:lnTo>
                  <a:lnTo>
                    <a:pt x="282" y="1969"/>
                  </a:lnTo>
                  <a:lnTo>
                    <a:pt x="192" y="1981"/>
                  </a:lnTo>
                  <a:lnTo>
                    <a:pt x="282" y="2045"/>
                  </a:lnTo>
                  <a:lnTo>
                    <a:pt x="703" y="1930"/>
                  </a:lnTo>
                  <a:lnTo>
                    <a:pt x="831" y="1802"/>
                  </a:lnTo>
                  <a:lnTo>
                    <a:pt x="857" y="1802"/>
                  </a:lnTo>
                  <a:lnTo>
                    <a:pt x="1061" y="1828"/>
                  </a:lnTo>
                  <a:lnTo>
                    <a:pt x="1074" y="1841"/>
                  </a:lnTo>
                  <a:lnTo>
                    <a:pt x="1445" y="2071"/>
                  </a:lnTo>
                  <a:lnTo>
                    <a:pt x="1457" y="2084"/>
                  </a:lnTo>
                  <a:lnTo>
                    <a:pt x="1675" y="2493"/>
                  </a:lnTo>
                  <a:lnTo>
                    <a:pt x="1815" y="2020"/>
                  </a:lnTo>
                  <a:lnTo>
                    <a:pt x="1828" y="1879"/>
                  </a:lnTo>
                  <a:lnTo>
                    <a:pt x="1700" y="1700"/>
                  </a:lnTo>
                  <a:lnTo>
                    <a:pt x="1700" y="1675"/>
                  </a:lnTo>
                  <a:lnTo>
                    <a:pt x="1828" y="1560"/>
                  </a:lnTo>
                  <a:lnTo>
                    <a:pt x="1828" y="1547"/>
                  </a:lnTo>
                  <a:lnTo>
                    <a:pt x="2288" y="1406"/>
                  </a:lnTo>
                  <a:lnTo>
                    <a:pt x="2263" y="1227"/>
                  </a:lnTo>
                  <a:lnTo>
                    <a:pt x="2263" y="1202"/>
                  </a:lnTo>
                  <a:lnTo>
                    <a:pt x="2429" y="984"/>
                  </a:lnTo>
                  <a:lnTo>
                    <a:pt x="2365" y="857"/>
                  </a:lnTo>
                  <a:lnTo>
                    <a:pt x="2301" y="767"/>
                  </a:lnTo>
                  <a:lnTo>
                    <a:pt x="2301" y="729"/>
                  </a:lnTo>
                  <a:lnTo>
                    <a:pt x="2493" y="575"/>
                  </a:lnTo>
                  <a:lnTo>
                    <a:pt x="2531" y="294"/>
                  </a:lnTo>
                  <a:lnTo>
                    <a:pt x="2493" y="192"/>
                  </a:lnTo>
                  <a:lnTo>
                    <a:pt x="2441" y="179"/>
                  </a:lnTo>
                  <a:lnTo>
                    <a:pt x="2403" y="166"/>
                  </a:lnTo>
                  <a:lnTo>
                    <a:pt x="2378" y="141"/>
                  </a:lnTo>
                  <a:lnTo>
                    <a:pt x="2314" y="77"/>
                  </a:lnTo>
                  <a:lnTo>
                    <a:pt x="2250" y="26"/>
                  </a:lnTo>
                  <a:lnTo>
                    <a:pt x="2211" y="13"/>
                  </a:lnTo>
                  <a:lnTo>
                    <a:pt x="2160" y="13"/>
                  </a:lnTo>
                  <a:lnTo>
                    <a:pt x="2122" y="26"/>
                  </a:lnTo>
                  <a:lnTo>
                    <a:pt x="2084" y="51"/>
                  </a:lnTo>
                  <a:lnTo>
                    <a:pt x="2045" y="77"/>
                  </a:lnTo>
                  <a:lnTo>
                    <a:pt x="2007" y="90"/>
                  </a:lnTo>
                  <a:lnTo>
                    <a:pt x="1956" y="103"/>
                  </a:lnTo>
                  <a:lnTo>
                    <a:pt x="1930" y="77"/>
                  </a:lnTo>
                  <a:lnTo>
                    <a:pt x="1917" y="51"/>
                  </a:lnTo>
                  <a:lnTo>
                    <a:pt x="1879" y="13"/>
                  </a:lnTo>
                  <a:lnTo>
                    <a:pt x="1854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4" name="Google Shape;964;p60"/>
            <p:cNvSpPr/>
            <p:nvPr/>
          </p:nvSpPr>
          <p:spPr>
            <a:xfrm>
              <a:off x="4069125" y="2053725"/>
              <a:ext cx="12800" cy="8350"/>
            </a:xfrm>
            <a:custGeom>
              <a:rect b="b" l="l" r="r" t="t"/>
              <a:pathLst>
                <a:path extrusionOk="0" h="334" w="512">
                  <a:moveTo>
                    <a:pt x="256" y="1"/>
                  </a:moveTo>
                  <a:lnTo>
                    <a:pt x="0" y="167"/>
                  </a:lnTo>
                  <a:lnTo>
                    <a:pt x="26" y="333"/>
                  </a:lnTo>
                  <a:lnTo>
                    <a:pt x="345" y="282"/>
                  </a:lnTo>
                  <a:lnTo>
                    <a:pt x="511" y="78"/>
                  </a:lnTo>
                  <a:lnTo>
                    <a:pt x="256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5" name="Google Shape;965;p60"/>
            <p:cNvSpPr/>
            <p:nvPr/>
          </p:nvSpPr>
          <p:spPr>
            <a:xfrm>
              <a:off x="1611075" y="1546975"/>
              <a:ext cx="75100" cy="89175"/>
            </a:xfrm>
            <a:custGeom>
              <a:rect b="b" l="l" r="r" t="t"/>
              <a:pathLst>
                <a:path extrusionOk="0" h="3567" w="3004">
                  <a:moveTo>
                    <a:pt x="1982" y="1"/>
                  </a:moveTo>
                  <a:lnTo>
                    <a:pt x="1777" y="372"/>
                  </a:lnTo>
                  <a:lnTo>
                    <a:pt x="1483" y="372"/>
                  </a:lnTo>
                  <a:lnTo>
                    <a:pt x="1253" y="180"/>
                  </a:lnTo>
                  <a:lnTo>
                    <a:pt x="895" y="180"/>
                  </a:lnTo>
                  <a:lnTo>
                    <a:pt x="895" y="474"/>
                  </a:lnTo>
                  <a:lnTo>
                    <a:pt x="652" y="589"/>
                  </a:lnTo>
                  <a:lnTo>
                    <a:pt x="652" y="832"/>
                  </a:lnTo>
                  <a:lnTo>
                    <a:pt x="1406" y="921"/>
                  </a:lnTo>
                  <a:lnTo>
                    <a:pt x="1406" y="1317"/>
                  </a:lnTo>
                  <a:lnTo>
                    <a:pt x="1151" y="1317"/>
                  </a:lnTo>
                  <a:lnTo>
                    <a:pt x="1036" y="1560"/>
                  </a:lnTo>
                  <a:lnTo>
                    <a:pt x="857" y="1560"/>
                  </a:lnTo>
                  <a:lnTo>
                    <a:pt x="371" y="1279"/>
                  </a:lnTo>
                  <a:lnTo>
                    <a:pt x="205" y="1190"/>
                  </a:lnTo>
                  <a:lnTo>
                    <a:pt x="0" y="1343"/>
                  </a:lnTo>
                  <a:lnTo>
                    <a:pt x="0" y="1752"/>
                  </a:lnTo>
                  <a:lnTo>
                    <a:pt x="13" y="1790"/>
                  </a:lnTo>
                  <a:lnTo>
                    <a:pt x="39" y="1829"/>
                  </a:lnTo>
                  <a:lnTo>
                    <a:pt x="116" y="1918"/>
                  </a:lnTo>
                  <a:lnTo>
                    <a:pt x="192" y="1969"/>
                  </a:lnTo>
                  <a:lnTo>
                    <a:pt x="231" y="1995"/>
                  </a:lnTo>
                  <a:lnTo>
                    <a:pt x="486" y="2123"/>
                  </a:lnTo>
                  <a:lnTo>
                    <a:pt x="461" y="2365"/>
                  </a:lnTo>
                  <a:lnTo>
                    <a:pt x="831" y="2250"/>
                  </a:lnTo>
                  <a:lnTo>
                    <a:pt x="1164" y="2519"/>
                  </a:lnTo>
                  <a:lnTo>
                    <a:pt x="1611" y="2902"/>
                  </a:lnTo>
                  <a:lnTo>
                    <a:pt x="1624" y="3183"/>
                  </a:lnTo>
                  <a:lnTo>
                    <a:pt x="1751" y="3426"/>
                  </a:lnTo>
                  <a:lnTo>
                    <a:pt x="2122" y="3567"/>
                  </a:lnTo>
                  <a:lnTo>
                    <a:pt x="2403" y="3567"/>
                  </a:lnTo>
                  <a:lnTo>
                    <a:pt x="2020" y="3094"/>
                  </a:lnTo>
                  <a:lnTo>
                    <a:pt x="2148" y="3004"/>
                  </a:lnTo>
                  <a:lnTo>
                    <a:pt x="2825" y="3030"/>
                  </a:lnTo>
                  <a:lnTo>
                    <a:pt x="3004" y="2672"/>
                  </a:lnTo>
                  <a:lnTo>
                    <a:pt x="2991" y="2353"/>
                  </a:lnTo>
                  <a:lnTo>
                    <a:pt x="2851" y="2238"/>
                  </a:lnTo>
                  <a:lnTo>
                    <a:pt x="2991" y="1867"/>
                  </a:lnTo>
                  <a:lnTo>
                    <a:pt x="2889" y="1867"/>
                  </a:lnTo>
                  <a:lnTo>
                    <a:pt x="2467" y="1381"/>
                  </a:lnTo>
                  <a:lnTo>
                    <a:pt x="2033" y="1381"/>
                  </a:lnTo>
                  <a:lnTo>
                    <a:pt x="1930" y="1087"/>
                  </a:lnTo>
                  <a:lnTo>
                    <a:pt x="2365" y="806"/>
                  </a:lnTo>
                  <a:lnTo>
                    <a:pt x="2506" y="538"/>
                  </a:lnTo>
                  <a:lnTo>
                    <a:pt x="2659" y="359"/>
                  </a:lnTo>
                  <a:lnTo>
                    <a:pt x="2403" y="167"/>
                  </a:lnTo>
                  <a:lnTo>
                    <a:pt x="1982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6" name="Google Shape;966;p60"/>
            <p:cNvSpPr/>
            <p:nvPr/>
          </p:nvSpPr>
          <p:spPr>
            <a:xfrm>
              <a:off x="3866225" y="2179950"/>
              <a:ext cx="6725" cy="3525"/>
            </a:xfrm>
            <a:custGeom>
              <a:rect b="b" l="l" r="r" t="t"/>
              <a:pathLst>
                <a:path extrusionOk="0" h="141" w="269">
                  <a:moveTo>
                    <a:pt x="128" y="0"/>
                  </a:moveTo>
                  <a:lnTo>
                    <a:pt x="90" y="13"/>
                  </a:lnTo>
                  <a:lnTo>
                    <a:pt x="52" y="26"/>
                  </a:lnTo>
                  <a:lnTo>
                    <a:pt x="26" y="51"/>
                  </a:lnTo>
                  <a:lnTo>
                    <a:pt x="13" y="77"/>
                  </a:lnTo>
                  <a:lnTo>
                    <a:pt x="0" y="103"/>
                  </a:lnTo>
                  <a:lnTo>
                    <a:pt x="13" y="128"/>
                  </a:lnTo>
                  <a:lnTo>
                    <a:pt x="52" y="141"/>
                  </a:lnTo>
                  <a:lnTo>
                    <a:pt x="90" y="141"/>
                  </a:lnTo>
                  <a:lnTo>
                    <a:pt x="154" y="128"/>
                  </a:lnTo>
                  <a:lnTo>
                    <a:pt x="230" y="115"/>
                  </a:lnTo>
                  <a:lnTo>
                    <a:pt x="256" y="103"/>
                  </a:lnTo>
                  <a:lnTo>
                    <a:pt x="269" y="90"/>
                  </a:lnTo>
                  <a:lnTo>
                    <a:pt x="256" y="64"/>
                  </a:lnTo>
                  <a:lnTo>
                    <a:pt x="192" y="26"/>
                  </a:lnTo>
                  <a:lnTo>
                    <a:pt x="154" y="13"/>
                  </a:lnTo>
                  <a:lnTo>
                    <a:pt x="128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7" name="Google Shape;967;p60"/>
            <p:cNvSpPr/>
            <p:nvPr/>
          </p:nvSpPr>
          <p:spPr>
            <a:xfrm>
              <a:off x="4034600" y="2015075"/>
              <a:ext cx="12825" cy="15675"/>
            </a:xfrm>
            <a:custGeom>
              <a:rect b="b" l="l" r="r" t="t"/>
              <a:pathLst>
                <a:path extrusionOk="0" h="627" w="513">
                  <a:moveTo>
                    <a:pt x="231" y="1"/>
                  </a:moveTo>
                  <a:lnTo>
                    <a:pt x="180" y="13"/>
                  </a:lnTo>
                  <a:lnTo>
                    <a:pt x="154" y="52"/>
                  </a:lnTo>
                  <a:lnTo>
                    <a:pt x="154" y="77"/>
                  </a:lnTo>
                  <a:lnTo>
                    <a:pt x="167" y="116"/>
                  </a:lnTo>
                  <a:lnTo>
                    <a:pt x="180" y="154"/>
                  </a:lnTo>
                  <a:lnTo>
                    <a:pt x="180" y="192"/>
                  </a:lnTo>
                  <a:lnTo>
                    <a:pt x="167" y="205"/>
                  </a:lnTo>
                  <a:lnTo>
                    <a:pt x="141" y="231"/>
                  </a:lnTo>
                  <a:lnTo>
                    <a:pt x="103" y="256"/>
                  </a:lnTo>
                  <a:lnTo>
                    <a:pt x="52" y="269"/>
                  </a:lnTo>
                  <a:lnTo>
                    <a:pt x="26" y="294"/>
                  </a:lnTo>
                  <a:lnTo>
                    <a:pt x="1" y="320"/>
                  </a:lnTo>
                  <a:lnTo>
                    <a:pt x="1" y="346"/>
                  </a:lnTo>
                  <a:lnTo>
                    <a:pt x="1" y="384"/>
                  </a:lnTo>
                  <a:lnTo>
                    <a:pt x="39" y="448"/>
                  </a:lnTo>
                  <a:lnTo>
                    <a:pt x="65" y="499"/>
                  </a:lnTo>
                  <a:lnTo>
                    <a:pt x="103" y="563"/>
                  </a:lnTo>
                  <a:lnTo>
                    <a:pt x="129" y="576"/>
                  </a:lnTo>
                  <a:lnTo>
                    <a:pt x="180" y="588"/>
                  </a:lnTo>
                  <a:lnTo>
                    <a:pt x="282" y="614"/>
                  </a:lnTo>
                  <a:lnTo>
                    <a:pt x="397" y="627"/>
                  </a:lnTo>
                  <a:lnTo>
                    <a:pt x="448" y="627"/>
                  </a:lnTo>
                  <a:lnTo>
                    <a:pt x="474" y="614"/>
                  </a:lnTo>
                  <a:lnTo>
                    <a:pt x="486" y="576"/>
                  </a:lnTo>
                  <a:lnTo>
                    <a:pt x="512" y="525"/>
                  </a:lnTo>
                  <a:lnTo>
                    <a:pt x="448" y="499"/>
                  </a:lnTo>
                  <a:lnTo>
                    <a:pt x="371" y="486"/>
                  </a:lnTo>
                  <a:lnTo>
                    <a:pt x="346" y="473"/>
                  </a:lnTo>
                  <a:lnTo>
                    <a:pt x="320" y="461"/>
                  </a:lnTo>
                  <a:lnTo>
                    <a:pt x="295" y="435"/>
                  </a:lnTo>
                  <a:lnTo>
                    <a:pt x="295" y="397"/>
                  </a:lnTo>
                  <a:lnTo>
                    <a:pt x="320" y="358"/>
                  </a:lnTo>
                  <a:lnTo>
                    <a:pt x="359" y="320"/>
                  </a:lnTo>
                  <a:lnTo>
                    <a:pt x="397" y="294"/>
                  </a:lnTo>
                  <a:lnTo>
                    <a:pt x="448" y="282"/>
                  </a:lnTo>
                  <a:lnTo>
                    <a:pt x="448" y="205"/>
                  </a:lnTo>
                  <a:lnTo>
                    <a:pt x="435" y="167"/>
                  </a:lnTo>
                  <a:lnTo>
                    <a:pt x="410" y="128"/>
                  </a:lnTo>
                  <a:lnTo>
                    <a:pt x="333" y="64"/>
                  </a:lnTo>
                  <a:lnTo>
                    <a:pt x="269" y="13"/>
                  </a:lnTo>
                  <a:lnTo>
                    <a:pt x="231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8" name="Google Shape;968;p60"/>
            <p:cNvSpPr/>
            <p:nvPr/>
          </p:nvSpPr>
          <p:spPr>
            <a:xfrm>
              <a:off x="4028525" y="2158225"/>
              <a:ext cx="47975" cy="26225"/>
            </a:xfrm>
            <a:custGeom>
              <a:rect b="b" l="l" r="r" t="t"/>
              <a:pathLst>
                <a:path extrusionOk="0" h="1049" w="1919">
                  <a:moveTo>
                    <a:pt x="640" y="0"/>
                  </a:moveTo>
                  <a:lnTo>
                    <a:pt x="640" y="269"/>
                  </a:lnTo>
                  <a:lnTo>
                    <a:pt x="448" y="371"/>
                  </a:lnTo>
                  <a:lnTo>
                    <a:pt x="244" y="460"/>
                  </a:lnTo>
                  <a:lnTo>
                    <a:pt x="27" y="639"/>
                  </a:lnTo>
                  <a:lnTo>
                    <a:pt x="1" y="729"/>
                  </a:lnTo>
                  <a:lnTo>
                    <a:pt x="870" y="1048"/>
                  </a:lnTo>
                  <a:lnTo>
                    <a:pt x="1790" y="1035"/>
                  </a:lnTo>
                  <a:lnTo>
                    <a:pt x="1918" y="409"/>
                  </a:lnTo>
                  <a:lnTo>
                    <a:pt x="1151" y="409"/>
                  </a:lnTo>
                  <a:lnTo>
                    <a:pt x="896" y="77"/>
                  </a:lnTo>
                  <a:lnTo>
                    <a:pt x="640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9" name="Google Shape;969;p60"/>
            <p:cNvSpPr/>
            <p:nvPr/>
          </p:nvSpPr>
          <p:spPr>
            <a:xfrm>
              <a:off x="3857925" y="2183150"/>
              <a:ext cx="7675" cy="8000"/>
            </a:xfrm>
            <a:custGeom>
              <a:rect b="b" l="l" r="r" t="t"/>
              <a:pathLst>
                <a:path extrusionOk="0" h="320" w="307">
                  <a:moveTo>
                    <a:pt x="153" y="0"/>
                  </a:moveTo>
                  <a:lnTo>
                    <a:pt x="0" y="13"/>
                  </a:lnTo>
                  <a:lnTo>
                    <a:pt x="13" y="141"/>
                  </a:lnTo>
                  <a:lnTo>
                    <a:pt x="51" y="268"/>
                  </a:lnTo>
                  <a:lnTo>
                    <a:pt x="64" y="307"/>
                  </a:lnTo>
                  <a:lnTo>
                    <a:pt x="90" y="320"/>
                  </a:lnTo>
                  <a:lnTo>
                    <a:pt x="115" y="320"/>
                  </a:lnTo>
                  <a:lnTo>
                    <a:pt x="141" y="307"/>
                  </a:lnTo>
                  <a:lnTo>
                    <a:pt x="179" y="256"/>
                  </a:lnTo>
                  <a:lnTo>
                    <a:pt x="243" y="166"/>
                  </a:lnTo>
                  <a:lnTo>
                    <a:pt x="307" y="77"/>
                  </a:lnTo>
                  <a:lnTo>
                    <a:pt x="294" y="26"/>
                  </a:lnTo>
                  <a:lnTo>
                    <a:pt x="281" y="13"/>
                  </a:lnTo>
                  <a:lnTo>
                    <a:pt x="243" y="13"/>
                  </a:lnTo>
                  <a:lnTo>
                    <a:pt x="153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0" name="Google Shape;970;p60"/>
            <p:cNvSpPr/>
            <p:nvPr/>
          </p:nvSpPr>
          <p:spPr>
            <a:xfrm>
              <a:off x="3842900" y="2182500"/>
              <a:ext cx="12475" cy="8325"/>
            </a:xfrm>
            <a:custGeom>
              <a:rect b="b" l="l" r="r" t="t"/>
              <a:pathLst>
                <a:path extrusionOk="0" h="333" w="499">
                  <a:moveTo>
                    <a:pt x="77" y="1"/>
                  </a:moveTo>
                  <a:lnTo>
                    <a:pt x="52" y="13"/>
                  </a:lnTo>
                  <a:lnTo>
                    <a:pt x="26" y="39"/>
                  </a:lnTo>
                  <a:lnTo>
                    <a:pt x="0" y="90"/>
                  </a:lnTo>
                  <a:lnTo>
                    <a:pt x="0" y="128"/>
                  </a:lnTo>
                  <a:lnTo>
                    <a:pt x="13" y="167"/>
                  </a:lnTo>
                  <a:lnTo>
                    <a:pt x="39" y="192"/>
                  </a:lnTo>
                  <a:lnTo>
                    <a:pt x="115" y="243"/>
                  </a:lnTo>
                  <a:lnTo>
                    <a:pt x="192" y="282"/>
                  </a:lnTo>
                  <a:lnTo>
                    <a:pt x="256" y="320"/>
                  </a:lnTo>
                  <a:lnTo>
                    <a:pt x="294" y="333"/>
                  </a:lnTo>
                  <a:lnTo>
                    <a:pt x="422" y="333"/>
                  </a:lnTo>
                  <a:lnTo>
                    <a:pt x="473" y="320"/>
                  </a:lnTo>
                  <a:lnTo>
                    <a:pt x="499" y="294"/>
                  </a:lnTo>
                  <a:lnTo>
                    <a:pt x="499" y="154"/>
                  </a:lnTo>
                  <a:lnTo>
                    <a:pt x="473" y="128"/>
                  </a:lnTo>
                  <a:lnTo>
                    <a:pt x="448" y="103"/>
                  </a:lnTo>
                  <a:lnTo>
                    <a:pt x="384" y="90"/>
                  </a:lnTo>
                  <a:lnTo>
                    <a:pt x="320" y="90"/>
                  </a:lnTo>
                  <a:lnTo>
                    <a:pt x="243" y="77"/>
                  </a:lnTo>
                  <a:lnTo>
                    <a:pt x="192" y="52"/>
                  </a:lnTo>
                  <a:lnTo>
                    <a:pt x="128" y="13"/>
                  </a:lnTo>
                  <a:lnTo>
                    <a:pt x="103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1" name="Google Shape;971;p60"/>
            <p:cNvSpPr/>
            <p:nvPr/>
          </p:nvSpPr>
          <p:spPr>
            <a:xfrm>
              <a:off x="3836200" y="2175475"/>
              <a:ext cx="6075" cy="10575"/>
            </a:xfrm>
            <a:custGeom>
              <a:rect b="b" l="l" r="r" t="t"/>
              <a:pathLst>
                <a:path extrusionOk="0" h="423" w="243">
                  <a:moveTo>
                    <a:pt x="217" y="0"/>
                  </a:moveTo>
                  <a:lnTo>
                    <a:pt x="192" y="13"/>
                  </a:lnTo>
                  <a:lnTo>
                    <a:pt x="166" y="64"/>
                  </a:lnTo>
                  <a:lnTo>
                    <a:pt x="115" y="167"/>
                  </a:lnTo>
                  <a:lnTo>
                    <a:pt x="51" y="269"/>
                  </a:lnTo>
                  <a:lnTo>
                    <a:pt x="13" y="320"/>
                  </a:lnTo>
                  <a:lnTo>
                    <a:pt x="0" y="358"/>
                  </a:lnTo>
                  <a:lnTo>
                    <a:pt x="13" y="397"/>
                  </a:lnTo>
                  <a:lnTo>
                    <a:pt x="26" y="422"/>
                  </a:lnTo>
                  <a:lnTo>
                    <a:pt x="64" y="422"/>
                  </a:lnTo>
                  <a:lnTo>
                    <a:pt x="102" y="397"/>
                  </a:lnTo>
                  <a:lnTo>
                    <a:pt x="141" y="345"/>
                  </a:lnTo>
                  <a:lnTo>
                    <a:pt x="179" y="269"/>
                  </a:lnTo>
                  <a:lnTo>
                    <a:pt x="205" y="179"/>
                  </a:lnTo>
                  <a:lnTo>
                    <a:pt x="243" y="13"/>
                  </a:lnTo>
                  <a:lnTo>
                    <a:pt x="217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2" name="Google Shape;972;p60"/>
            <p:cNvSpPr/>
            <p:nvPr/>
          </p:nvSpPr>
          <p:spPr>
            <a:xfrm>
              <a:off x="3827250" y="2159500"/>
              <a:ext cx="14400" cy="16625"/>
            </a:xfrm>
            <a:custGeom>
              <a:rect b="b" l="l" r="r" t="t"/>
              <a:pathLst>
                <a:path extrusionOk="0" h="665" w="576">
                  <a:moveTo>
                    <a:pt x="499" y="0"/>
                  </a:moveTo>
                  <a:lnTo>
                    <a:pt x="447" y="13"/>
                  </a:lnTo>
                  <a:lnTo>
                    <a:pt x="320" y="26"/>
                  </a:lnTo>
                  <a:lnTo>
                    <a:pt x="217" y="26"/>
                  </a:lnTo>
                  <a:lnTo>
                    <a:pt x="166" y="13"/>
                  </a:lnTo>
                  <a:lnTo>
                    <a:pt x="128" y="26"/>
                  </a:lnTo>
                  <a:lnTo>
                    <a:pt x="77" y="51"/>
                  </a:lnTo>
                  <a:lnTo>
                    <a:pt x="39" y="103"/>
                  </a:lnTo>
                  <a:lnTo>
                    <a:pt x="13" y="154"/>
                  </a:lnTo>
                  <a:lnTo>
                    <a:pt x="0" y="205"/>
                  </a:lnTo>
                  <a:lnTo>
                    <a:pt x="0" y="269"/>
                  </a:lnTo>
                  <a:lnTo>
                    <a:pt x="0" y="320"/>
                  </a:lnTo>
                  <a:lnTo>
                    <a:pt x="13" y="384"/>
                  </a:lnTo>
                  <a:lnTo>
                    <a:pt x="39" y="435"/>
                  </a:lnTo>
                  <a:lnTo>
                    <a:pt x="102" y="550"/>
                  </a:lnTo>
                  <a:lnTo>
                    <a:pt x="141" y="614"/>
                  </a:lnTo>
                  <a:lnTo>
                    <a:pt x="192" y="652"/>
                  </a:lnTo>
                  <a:lnTo>
                    <a:pt x="243" y="665"/>
                  </a:lnTo>
                  <a:lnTo>
                    <a:pt x="422" y="665"/>
                  </a:lnTo>
                  <a:lnTo>
                    <a:pt x="473" y="652"/>
                  </a:lnTo>
                  <a:lnTo>
                    <a:pt x="499" y="627"/>
                  </a:lnTo>
                  <a:lnTo>
                    <a:pt x="524" y="614"/>
                  </a:lnTo>
                  <a:lnTo>
                    <a:pt x="537" y="550"/>
                  </a:lnTo>
                  <a:lnTo>
                    <a:pt x="537" y="486"/>
                  </a:lnTo>
                  <a:lnTo>
                    <a:pt x="537" y="422"/>
                  </a:lnTo>
                  <a:lnTo>
                    <a:pt x="563" y="333"/>
                  </a:lnTo>
                  <a:lnTo>
                    <a:pt x="563" y="269"/>
                  </a:lnTo>
                  <a:lnTo>
                    <a:pt x="575" y="256"/>
                  </a:lnTo>
                  <a:lnTo>
                    <a:pt x="563" y="192"/>
                  </a:lnTo>
                  <a:lnTo>
                    <a:pt x="563" y="90"/>
                  </a:lnTo>
                  <a:lnTo>
                    <a:pt x="563" y="39"/>
                  </a:lnTo>
                  <a:lnTo>
                    <a:pt x="550" y="13"/>
                  </a:lnTo>
                  <a:lnTo>
                    <a:pt x="537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3" name="Google Shape;973;p60"/>
            <p:cNvSpPr/>
            <p:nvPr/>
          </p:nvSpPr>
          <p:spPr>
            <a:xfrm>
              <a:off x="3289500" y="2795975"/>
              <a:ext cx="173525" cy="129100"/>
            </a:xfrm>
            <a:custGeom>
              <a:rect b="b" l="l" r="r" t="t"/>
              <a:pathLst>
                <a:path extrusionOk="0" h="5164" w="6941">
                  <a:moveTo>
                    <a:pt x="3681" y="0"/>
                  </a:moveTo>
                  <a:lnTo>
                    <a:pt x="3553" y="141"/>
                  </a:lnTo>
                  <a:lnTo>
                    <a:pt x="3336" y="588"/>
                  </a:lnTo>
                  <a:lnTo>
                    <a:pt x="2582" y="972"/>
                  </a:lnTo>
                  <a:lnTo>
                    <a:pt x="2096" y="1700"/>
                  </a:lnTo>
                  <a:lnTo>
                    <a:pt x="2058" y="1968"/>
                  </a:lnTo>
                  <a:lnTo>
                    <a:pt x="1815" y="2147"/>
                  </a:lnTo>
                  <a:lnTo>
                    <a:pt x="1521" y="2416"/>
                  </a:lnTo>
                  <a:lnTo>
                    <a:pt x="1023" y="3323"/>
                  </a:lnTo>
                  <a:lnTo>
                    <a:pt x="499" y="4013"/>
                  </a:lnTo>
                  <a:lnTo>
                    <a:pt x="307" y="4154"/>
                  </a:lnTo>
                  <a:lnTo>
                    <a:pt x="77" y="4358"/>
                  </a:lnTo>
                  <a:lnTo>
                    <a:pt x="0" y="5023"/>
                  </a:lnTo>
                  <a:lnTo>
                    <a:pt x="2646" y="5164"/>
                  </a:lnTo>
                  <a:lnTo>
                    <a:pt x="2646" y="4397"/>
                  </a:lnTo>
                  <a:lnTo>
                    <a:pt x="2646" y="4384"/>
                  </a:lnTo>
                  <a:lnTo>
                    <a:pt x="2761" y="3886"/>
                  </a:lnTo>
                  <a:lnTo>
                    <a:pt x="2774" y="3860"/>
                  </a:lnTo>
                  <a:lnTo>
                    <a:pt x="2786" y="3847"/>
                  </a:lnTo>
                  <a:lnTo>
                    <a:pt x="3323" y="3566"/>
                  </a:lnTo>
                  <a:lnTo>
                    <a:pt x="3336" y="3566"/>
                  </a:lnTo>
                  <a:lnTo>
                    <a:pt x="3988" y="3438"/>
                  </a:lnTo>
                  <a:lnTo>
                    <a:pt x="4295" y="1508"/>
                  </a:lnTo>
                  <a:lnTo>
                    <a:pt x="4320" y="1470"/>
                  </a:lnTo>
                  <a:lnTo>
                    <a:pt x="4359" y="1457"/>
                  </a:lnTo>
                  <a:lnTo>
                    <a:pt x="6800" y="1496"/>
                  </a:lnTo>
                  <a:lnTo>
                    <a:pt x="6940" y="256"/>
                  </a:lnTo>
                  <a:lnTo>
                    <a:pt x="3681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4" name="Google Shape;974;p60"/>
            <p:cNvSpPr/>
            <p:nvPr/>
          </p:nvSpPr>
          <p:spPr>
            <a:xfrm>
              <a:off x="3488875" y="2038075"/>
              <a:ext cx="17925" cy="22400"/>
            </a:xfrm>
            <a:custGeom>
              <a:rect b="b" l="l" r="r" t="t"/>
              <a:pathLst>
                <a:path extrusionOk="0" h="896" w="717">
                  <a:moveTo>
                    <a:pt x="576" y="1"/>
                  </a:moveTo>
                  <a:lnTo>
                    <a:pt x="512" y="13"/>
                  </a:lnTo>
                  <a:lnTo>
                    <a:pt x="461" y="52"/>
                  </a:lnTo>
                  <a:lnTo>
                    <a:pt x="422" y="90"/>
                  </a:lnTo>
                  <a:lnTo>
                    <a:pt x="384" y="141"/>
                  </a:lnTo>
                  <a:lnTo>
                    <a:pt x="320" y="231"/>
                  </a:lnTo>
                  <a:lnTo>
                    <a:pt x="282" y="307"/>
                  </a:lnTo>
                  <a:lnTo>
                    <a:pt x="256" y="359"/>
                  </a:lnTo>
                  <a:lnTo>
                    <a:pt x="230" y="384"/>
                  </a:lnTo>
                  <a:lnTo>
                    <a:pt x="192" y="384"/>
                  </a:lnTo>
                  <a:lnTo>
                    <a:pt x="141" y="371"/>
                  </a:lnTo>
                  <a:lnTo>
                    <a:pt x="103" y="346"/>
                  </a:lnTo>
                  <a:lnTo>
                    <a:pt x="64" y="307"/>
                  </a:lnTo>
                  <a:lnTo>
                    <a:pt x="26" y="333"/>
                  </a:lnTo>
                  <a:lnTo>
                    <a:pt x="13" y="359"/>
                  </a:lnTo>
                  <a:lnTo>
                    <a:pt x="0" y="397"/>
                  </a:lnTo>
                  <a:lnTo>
                    <a:pt x="13" y="422"/>
                  </a:lnTo>
                  <a:lnTo>
                    <a:pt x="52" y="474"/>
                  </a:lnTo>
                  <a:lnTo>
                    <a:pt x="90" y="525"/>
                  </a:lnTo>
                  <a:lnTo>
                    <a:pt x="115" y="576"/>
                  </a:lnTo>
                  <a:lnTo>
                    <a:pt x="128" y="601"/>
                  </a:lnTo>
                  <a:lnTo>
                    <a:pt x="115" y="640"/>
                  </a:lnTo>
                  <a:lnTo>
                    <a:pt x="90" y="665"/>
                  </a:lnTo>
                  <a:lnTo>
                    <a:pt x="52" y="729"/>
                  </a:lnTo>
                  <a:lnTo>
                    <a:pt x="39" y="768"/>
                  </a:lnTo>
                  <a:lnTo>
                    <a:pt x="39" y="806"/>
                  </a:lnTo>
                  <a:lnTo>
                    <a:pt x="52" y="844"/>
                  </a:lnTo>
                  <a:lnTo>
                    <a:pt x="77" y="883"/>
                  </a:lnTo>
                  <a:lnTo>
                    <a:pt x="115" y="895"/>
                  </a:lnTo>
                  <a:lnTo>
                    <a:pt x="167" y="895"/>
                  </a:lnTo>
                  <a:lnTo>
                    <a:pt x="205" y="870"/>
                  </a:lnTo>
                  <a:lnTo>
                    <a:pt x="230" y="819"/>
                  </a:lnTo>
                  <a:lnTo>
                    <a:pt x="256" y="780"/>
                  </a:lnTo>
                  <a:lnTo>
                    <a:pt x="269" y="742"/>
                  </a:lnTo>
                  <a:lnTo>
                    <a:pt x="333" y="691"/>
                  </a:lnTo>
                  <a:lnTo>
                    <a:pt x="409" y="665"/>
                  </a:lnTo>
                  <a:lnTo>
                    <a:pt x="576" y="614"/>
                  </a:lnTo>
                  <a:lnTo>
                    <a:pt x="537" y="538"/>
                  </a:lnTo>
                  <a:lnTo>
                    <a:pt x="524" y="486"/>
                  </a:lnTo>
                  <a:lnTo>
                    <a:pt x="524" y="461"/>
                  </a:lnTo>
                  <a:lnTo>
                    <a:pt x="537" y="435"/>
                  </a:lnTo>
                  <a:lnTo>
                    <a:pt x="588" y="384"/>
                  </a:lnTo>
                  <a:lnTo>
                    <a:pt x="652" y="320"/>
                  </a:lnTo>
                  <a:lnTo>
                    <a:pt x="678" y="256"/>
                  </a:lnTo>
                  <a:lnTo>
                    <a:pt x="703" y="180"/>
                  </a:lnTo>
                  <a:lnTo>
                    <a:pt x="716" y="103"/>
                  </a:lnTo>
                  <a:lnTo>
                    <a:pt x="678" y="39"/>
                  </a:lnTo>
                  <a:lnTo>
                    <a:pt x="627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5" name="Google Shape;975;p60"/>
            <p:cNvSpPr/>
            <p:nvPr/>
          </p:nvSpPr>
          <p:spPr>
            <a:xfrm>
              <a:off x="3482475" y="2064275"/>
              <a:ext cx="6100" cy="5450"/>
            </a:xfrm>
            <a:custGeom>
              <a:rect b="b" l="l" r="r" t="t"/>
              <a:pathLst>
                <a:path extrusionOk="0" h="218" w="244">
                  <a:moveTo>
                    <a:pt x="103" y="1"/>
                  </a:moveTo>
                  <a:lnTo>
                    <a:pt x="65" y="14"/>
                  </a:lnTo>
                  <a:lnTo>
                    <a:pt x="39" y="26"/>
                  </a:lnTo>
                  <a:lnTo>
                    <a:pt x="14" y="52"/>
                  </a:lnTo>
                  <a:lnTo>
                    <a:pt x="1" y="77"/>
                  </a:lnTo>
                  <a:lnTo>
                    <a:pt x="1" y="103"/>
                  </a:lnTo>
                  <a:lnTo>
                    <a:pt x="1" y="141"/>
                  </a:lnTo>
                  <a:lnTo>
                    <a:pt x="26" y="167"/>
                  </a:lnTo>
                  <a:lnTo>
                    <a:pt x="39" y="192"/>
                  </a:lnTo>
                  <a:lnTo>
                    <a:pt x="65" y="218"/>
                  </a:lnTo>
                  <a:lnTo>
                    <a:pt x="129" y="218"/>
                  </a:lnTo>
                  <a:lnTo>
                    <a:pt x="180" y="205"/>
                  </a:lnTo>
                  <a:lnTo>
                    <a:pt x="244" y="180"/>
                  </a:lnTo>
                  <a:lnTo>
                    <a:pt x="218" y="90"/>
                  </a:lnTo>
                  <a:lnTo>
                    <a:pt x="141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6" name="Google Shape;976;p60"/>
            <p:cNvSpPr/>
            <p:nvPr/>
          </p:nvSpPr>
          <p:spPr>
            <a:xfrm>
              <a:off x="3475125" y="2135225"/>
              <a:ext cx="47325" cy="39325"/>
            </a:xfrm>
            <a:custGeom>
              <a:rect b="b" l="l" r="r" t="t"/>
              <a:pathLst>
                <a:path extrusionOk="0" h="1573" w="1893">
                  <a:moveTo>
                    <a:pt x="435" y="0"/>
                  </a:moveTo>
                  <a:lnTo>
                    <a:pt x="384" y="13"/>
                  </a:lnTo>
                  <a:lnTo>
                    <a:pt x="346" y="26"/>
                  </a:lnTo>
                  <a:lnTo>
                    <a:pt x="295" y="51"/>
                  </a:lnTo>
                  <a:lnTo>
                    <a:pt x="282" y="89"/>
                  </a:lnTo>
                  <a:lnTo>
                    <a:pt x="256" y="128"/>
                  </a:lnTo>
                  <a:lnTo>
                    <a:pt x="244" y="256"/>
                  </a:lnTo>
                  <a:lnTo>
                    <a:pt x="282" y="550"/>
                  </a:lnTo>
                  <a:lnTo>
                    <a:pt x="65" y="754"/>
                  </a:lnTo>
                  <a:lnTo>
                    <a:pt x="167" y="907"/>
                  </a:lnTo>
                  <a:lnTo>
                    <a:pt x="1" y="1086"/>
                  </a:lnTo>
                  <a:lnTo>
                    <a:pt x="129" y="1342"/>
                  </a:lnTo>
                  <a:lnTo>
                    <a:pt x="576" y="1457"/>
                  </a:lnTo>
                  <a:lnTo>
                    <a:pt x="819" y="1176"/>
                  </a:lnTo>
                  <a:lnTo>
                    <a:pt x="1074" y="1406"/>
                  </a:lnTo>
                  <a:lnTo>
                    <a:pt x="1279" y="1380"/>
                  </a:lnTo>
                  <a:lnTo>
                    <a:pt x="1381" y="1572"/>
                  </a:lnTo>
                  <a:lnTo>
                    <a:pt x="1420" y="1572"/>
                  </a:lnTo>
                  <a:lnTo>
                    <a:pt x="1471" y="1534"/>
                  </a:lnTo>
                  <a:lnTo>
                    <a:pt x="1535" y="1483"/>
                  </a:lnTo>
                  <a:lnTo>
                    <a:pt x="1586" y="1431"/>
                  </a:lnTo>
                  <a:lnTo>
                    <a:pt x="1675" y="1393"/>
                  </a:lnTo>
                  <a:lnTo>
                    <a:pt x="1713" y="1368"/>
                  </a:lnTo>
                  <a:lnTo>
                    <a:pt x="1752" y="1342"/>
                  </a:lnTo>
                  <a:lnTo>
                    <a:pt x="1752" y="1304"/>
                  </a:lnTo>
                  <a:lnTo>
                    <a:pt x="1739" y="1265"/>
                  </a:lnTo>
                  <a:lnTo>
                    <a:pt x="1713" y="1189"/>
                  </a:lnTo>
                  <a:lnTo>
                    <a:pt x="1701" y="1150"/>
                  </a:lnTo>
                  <a:lnTo>
                    <a:pt x="1688" y="1112"/>
                  </a:lnTo>
                  <a:lnTo>
                    <a:pt x="1701" y="1074"/>
                  </a:lnTo>
                  <a:lnTo>
                    <a:pt x="1739" y="1061"/>
                  </a:lnTo>
                  <a:lnTo>
                    <a:pt x="1765" y="1061"/>
                  </a:lnTo>
                  <a:lnTo>
                    <a:pt x="1790" y="1074"/>
                  </a:lnTo>
                  <a:lnTo>
                    <a:pt x="1841" y="1112"/>
                  </a:lnTo>
                  <a:lnTo>
                    <a:pt x="1867" y="1125"/>
                  </a:lnTo>
                  <a:lnTo>
                    <a:pt x="1880" y="1125"/>
                  </a:lnTo>
                  <a:lnTo>
                    <a:pt x="1892" y="1112"/>
                  </a:lnTo>
                  <a:lnTo>
                    <a:pt x="1892" y="1074"/>
                  </a:lnTo>
                  <a:lnTo>
                    <a:pt x="1892" y="1022"/>
                  </a:lnTo>
                  <a:lnTo>
                    <a:pt x="1880" y="971"/>
                  </a:lnTo>
                  <a:lnTo>
                    <a:pt x="1854" y="933"/>
                  </a:lnTo>
                  <a:lnTo>
                    <a:pt x="1829" y="907"/>
                  </a:lnTo>
                  <a:lnTo>
                    <a:pt x="1752" y="856"/>
                  </a:lnTo>
                  <a:lnTo>
                    <a:pt x="1650" y="831"/>
                  </a:lnTo>
                  <a:lnTo>
                    <a:pt x="1598" y="818"/>
                  </a:lnTo>
                  <a:lnTo>
                    <a:pt x="1573" y="792"/>
                  </a:lnTo>
                  <a:lnTo>
                    <a:pt x="1560" y="767"/>
                  </a:lnTo>
                  <a:lnTo>
                    <a:pt x="1560" y="741"/>
                  </a:lnTo>
                  <a:lnTo>
                    <a:pt x="1560" y="677"/>
                  </a:lnTo>
                  <a:lnTo>
                    <a:pt x="1560" y="652"/>
                  </a:lnTo>
                  <a:lnTo>
                    <a:pt x="1535" y="613"/>
                  </a:lnTo>
                  <a:lnTo>
                    <a:pt x="1445" y="498"/>
                  </a:lnTo>
                  <a:lnTo>
                    <a:pt x="1368" y="371"/>
                  </a:lnTo>
                  <a:lnTo>
                    <a:pt x="1330" y="307"/>
                  </a:lnTo>
                  <a:lnTo>
                    <a:pt x="1266" y="256"/>
                  </a:lnTo>
                  <a:lnTo>
                    <a:pt x="1202" y="217"/>
                  </a:lnTo>
                  <a:lnTo>
                    <a:pt x="1164" y="205"/>
                  </a:lnTo>
                  <a:lnTo>
                    <a:pt x="1049" y="205"/>
                  </a:lnTo>
                  <a:lnTo>
                    <a:pt x="959" y="230"/>
                  </a:lnTo>
                  <a:lnTo>
                    <a:pt x="806" y="281"/>
                  </a:lnTo>
                  <a:lnTo>
                    <a:pt x="614" y="358"/>
                  </a:lnTo>
                  <a:lnTo>
                    <a:pt x="563" y="371"/>
                  </a:lnTo>
                  <a:lnTo>
                    <a:pt x="474" y="371"/>
                  </a:lnTo>
                  <a:lnTo>
                    <a:pt x="448" y="345"/>
                  </a:lnTo>
                  <a:lnTo>
                    <a:pt x="435" y="307"/>
                  </a:lnTo>
                  <a:lnTo>
                    <a:pt x="448" y="281"/>
                  </a:lnTo>
                  <a:lnTo>
                    <a:pt x="461" y="256"/>
                  </a:lnTo>
                  <a:lnTo>
                    <a:pt x="474" y="243"/>
                  </a:lnTo>
                  <a:lnTo>
                    <a:pt x="525" y="205"/>
                  </a:lnTo>
                  <a:lnTo>
                    <a:pt x="550" y="179"/>
                  </a:lnTo>
                  <a:lnTo>
                    <a:pt x="563" y="153"/>
                  </a:lnTo>
                  <a:lnTo>
                    <a:pt x="563" y="102"/>
                  </a:lnTo>
                  <a:lnTo>
                    <a:pt x="550" y="64"/>
                  </a:lnTo>
                  <a:lnTo>
                    <a:pt x="525" y="38"/>
                  </a:lnTo>
                  <a:lnTo>
                    <a:pt x="474" y="13"/>
                  </a:lnTo>
                  <a:lnTo>
                    <a:pt x="435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7" name="Google Shape;977;p60"/>
            <p:cNvSpPr/>
            <p:nvPr/>
          </p:nvSpPr>
          <p:spPr>
            <a:xfrm>
              <a:off x="3383425" y="2640375"/>
              <a:ext cx="237125" cy="159125"/>
            </a:xfrm>
            <a:custGeom>
              <a:rect b="b" l="l" r="r" t="t"/>
              <a:pathLst>
                <a:path extrusionOk="0" h="6365" w="9485">
                  <a:moveTo>
                    <a:pt x="4947" y="0"/>
                  </a:moveTo>
                  <a:lnTo>
                    <a:pt x="4742" y="741"/>
                  </a:lnTo>
                  <a:lnTo>
                    <a:pt x="4538" y="1099"/>
                  </a:lnTo>
                  <a:lnTo>
                    <a:pt x="3605" y="1879"/>
                  </a:lnTo>
                  <a:lnTo>
                    <a:pt x="3183" y="2186"/>
                  </a:lnTo>
                  <a:lnTo>
                    <a:pt x="2301" y="2569"/>
                  </a:lnTo>
                  <a:lnTo>
                    <a:pt x="2059" y="3144"/>
                  </a:lnTo>
                  <a:lnTo>
                    <a:pt x="1918" y="3694"/>
                  </a:lnTo>
                  <a:lnTo>
                    <a:pt x="1828" y="4000"/>
                  </a:lnTo>
                  <a:lnTo>
                    <a:pt x="1816" y="4537"/>
                  </a:lnTo>
                  <a:lnTo>
                    <a:pt x="2033" y="5189"/>
                  </a:lnTo>
                  <a:lnTo>
                    <a:pt x="1547" y="5266"/>
                  </a:lnTo>
                  <a:lnTo>
                    <a:pt x="1266" y="5598"/>
                  </a:lnTo>
                  <a:lnTo>
                    <a:pt x="1010" y="5764"/>
                  </a:lnTo>
                  <a:lnTo>
                    <a:pt x="218" y="5879"/>
                  </a:lnTo>
                  <a:lnTo>
                    <a:pt x="14" y="6122"/>
                  </a:lnTo>
                  <a:lnTo>
                    <a:pt x="1" y="6135"/>
                  </a:lnTo>
                  <a:lnTo>
                    <a:pt x="3196" y="6365"/>
                  </a:lnTo>
                  <a:lnTo>
                    <a:pt x="3285" y="5521"/>
                  </a:lnTo>
                  <a:lnTo>
                    <a:pt x="3298" y="5496"/>
                  </a:lnTo>
                  <a:lnTo>
                    <a:pt x="3311" y="5483"/>
                  </a:lnTo>
                  <a:lnTo>
                    <a:pt x="4295" y="4831"/>
                  </a:lnTo>
                  <a:lnTo>
                    <a:pt x="4308" y="4831"/>
                  </a:lnTo>
                  <a:lnTo>
                    <a:pt x="4768" y="4742"/>
                  </a:lnTo>
                  <a:lnTo>
                    <a:pt x="4806" y="4742"/>
                  </a:lnTo>
                  <a:lnTo>
                    <a:pt x="4960" y="4818"/>
                  </a:lnTo>
                  <a:lnTo>
                    <a:pt x="5151" y="4665"/>
                  </a:lnTo>
                  <a:lnTo>
                    <a:pt x="5177" y="4652"/>
                  </a:lnTo>
                  <a:lnTo>
                    <a:pt x="5203" y="4665"/>
                  </a:lnTo>
                  <a:lnTo>
                    <a:pt x="5497" y="4742"/>
                  </a:lnTo>
                  <a:lnTo>
                    <a:pt x="6762" y="4256"/>
                  </a:lnTo>
                  <a:lnTo>
                    <a:pt x="7823" y="3643"/>
                  </a:lnTo>
                  <a:lnTo>
                    <a:pt x="7823" y="3451"/>
                  </a:lnTo>
                  <a:lnTo>
                    <a:pt x="7835" y="3425"/>
                  </a:lnTo>
                  <a:lnTo>
                    <a:pt x="7861" y="3400"/>
                  </a:lnTo>
                  <a:lnTo>
                    <a:pt x="8768" y="3042"/>
                  </a:lnTo>
                  <a:lnTo>
                    <a:pt x="9203" y="3042"/>
                  </a:lnTo>
                  <a:lnTo>
                    <a:pt x="9484" y="2735"/>
                  </a:lnTo>
                  <a:lnTo>
                    <a:pt x="9343" y="2646"/>
                  </a:lnTo>
                  <a:lnTo>
                    <a:pt x="9331" y="2620"/>
                  </a:lnTo>
                  <a:lnTo>
                    <a:pt x="9101" y="2262"/>
                  </a:lnTo>
                  <a:lnTo>
                    <a:pt x="9088" y="2224"/>
                  </a:lnTo>
                  <a:lnTo>
                    <a:pt x="9228" y="1278"/>
                  </a:lnTo>
                  <a:lnTo>
                    <a:pt x="9228" y="959"/>
                  </a:lnTo>
                  <a:lnTo>
                    <a:pt x="9050" y="665"/>
                  </a:lnTo>
                  <a:lnTo>
                    <a:pt x="9037" y="652"/>
                  </a:lnTo>
                  <a:lnTo>
                    <a:pt x="8935" y="345"/>
                  </a:lnTo>
                  <a:lnTo>
                    <a:pt x="8589" y="435"/>
                  </a:lnTo>
                  <a:lnTo>
                    <a:pt x="8500" y="358"/>
                  </a:lnTo>
                  <a:lnTo>
                    <a:pt x="8206" y="511"/>
                  </a:lnTo>
                  <a:lnTo>
                    <a:pt x="8065" y="473"/>
                  </a:lnTo>
                  <a:lnTo>
                    <a:pt x="7848" y="511"/>
                  </a:lnTo>
                  <a:lnTo>
                    <a:pt x="7503" y="550"/>
                  </a:lnTo>
                  <a:lnTo>
                    <a:pt x="7171" y="447"/>
                  </a:lnTo>
                  <a:lnTo>
                    <a:pt x="6813" y="409"/>
                  </a:lnTo>
                  <a:lnTo>
                    <a:pt x="6276" y="499"/>
                  </a:lnTo>
                  <a:lnTo>
                    <a:pt x="5931" y="626"/>
                  </a:lnTo>
                  <a:lnTo>
                    <a:pt x="5369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8" name="Google Shape;978;p60"/>
            <p:cNvSpPr/>
            <p:nvPr/>
          </p:nvSpPr>
          <p:spPr>
            <a:xfrm>
              <a:off x="3497175" y="2062050"/>
              <a:ext cx="16000" cy="20150"/>
            </a:xfrm>
            <a:custGeom>
              <a:rect b="b" l="l" r="r" t="t"/>
              <a:pathLst>
                <a:path extrusionOk="0" h="806" w="640">
                  <a:moveTo>
                    <a:pt x="333" y="0"/>
                  </a:moveTo>
                  <a:lnTo>
                    <a:pt x="295" y="77"/>
                  </a:lnTo>
                  <a:lnTo>
                    <a:pt x="244" y="166"/>
                  </a:lnTo>
                  <a:lnTo>
                    <a:pt x="218" y="205"/>
                  </a:lnTo>
                  <a:lnTo>
                    <a:pt x="192" y="218"/>
                  </a:lnTo>
                  <a:lnTo>
                    <a:pt x="154" y="218"/>
                  </a:lnTo>
                  <a:lnTo>
                    <a:pt x="103" y="192"/>
                  </a:lnTo>
                  <a:lnTo>
                    <a:pt x="77" y="230"/>
                  </a:lnTo>
                  <a:lnTo>
                    <a:pt x="26" y="294"/>
                  </a:lnTo>
                  <a:lnTo>
                    <a:pt x="1" y="358"/>
                  </a:lnTo>
                  <a:lnTo>
                    <a:pt x="1" y="384"/>
                  </a:lnTo>
                  <a:lnTo>
                    <a:pt x="1" y="409"/>
                  </a:lnTo>
                  <a:lnTo>
                    <a:pt x="14" y="435"/>
                  </a:lnTo>
                  <a:lnTo>
                    <a:pt x="39" y="448"/>
                  </a:lnTo>
                  <a:lnTo>
                    <a:pt x="103" y="435"/>
                  </a:lnTo>
                  <a:lnTo>
                    <a:pt x="192" y="435"/>
                  </a:lnTo>
                  <a:lnTo>
                    <a:pt x="218" y="460"/>
                  </a:lnTo>
                  <a:lnTo>
                    <a:pt x="231" y="499"/>
                  </a:lnTo>
                  <a:lnTo>
                    <a:pt x="244" y="563"/>
                  </a:lnTo>
                  <a:lnTo>
                    <a:pt x="244" y="665"/>
                  </a:lnTo>
                  <a:lnTo>
                    <a:pt x="256" y="703"/>
                  </a:lnTo>
                  <a:lnTo>
                    <a:pt x="269" y="729"/>
                  </a:lnTo>
                  <a:lnTo>
                    <a:pt x="295" y="742"/>
                  </a:lnTo>
                  <a:lnTo>
                    <a:pt x="435" y="742"/>
                  </a:lnTo>
                  <a:lnTo>
                    <a:pt x="474" y="767"/>
                  </a:lnTo>
                  <a:lnTo>
                    <a:pt x="512" y="793"/>
                  </a:lnTo>
                  <a:lnTo>
                    <a:pt x="550" y="805"/>
                  </a:lnTo>
                  <a:lnTo>
                    <a:pt x="589" y="805"/>
                  </a:lnTo>
                  <a:lnTo>
                    <a:pt x="627" y="780"/>
                  </a:lnTo>
                  <a:lnTo>
                    <a:pt x="640" y="754"/>
                  </a:lnTo>
                  <a:lnTo>
                    <a:pt x="627" y="729"/>
                  </a:lnTo>
                  <a:lnTo>
                    <a:pt x="614" y="703"/>
                  </a:lnTo>
                  <a:lnTo>
                    <a:pt x="601" y="678"/>
                  </a:lnTo>
                  <a:lnTo>
                    <a:pt x="576" y="665"/>
                  </a:lnTo>
                  <a:lnTo>
                    <a:pt x="525" y="652"/>
                  </a:lnTo>
                  <a:lnTo>
                    <a:pt x="448" y="652"/>
                  </a:lnTo>
                  <a:lnTo>
                    <a:pt x="423" y="627"/>
                  </a:lnTo>
                  <a:lnTo>
                    <a:pt x="410" y="601"/>
                  </a:lnTo>
                  <a:lnTo>
                    <a:pt x="384" y="575"/>
                  </a:lnTo>
                  <a:lnTo>
                    <a:pt x="371" y="499"/>
                  </a:lnTo>
                  <a:lnTo>
                    <a:pt x="384" y="422"/>
                  </a:lnTo>
                  <a:lnTo>
                    <a:pt x="384" y="358"/>
                  </a:lnTo>
                  <a:lnTo>
                    <a:pt x="384" y="230"/>
                  </a:lnTo>
                  <a:lnTo>
                    <a:pt x="384" y="154"/>
                  </a:lnTo>
                  <a:lnTo>
                    <a:pt x="397" y="115"/>
                  </a:lnTo>
                  <a:lnTo>
                    <a:pt x="333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9" name="Google Shape;979;p60"/>
            <p:cNvSpPr/>
            <p:nvPr/>
          </p:nvSpPr>
          <p:spPr>
            <a:xfrm>
              <a:off x="3421125" y="2138400"/>
              <a:ext cx="94300" cy="118250"/>
            </a:xfrm>
            <a:custGeom>
              <a:rect b="b" l="l" r="r" t="t"/>
              <a:pathLst>
                <a:path extrusionOk="0" h="4730" w="3772">
                  <a:moveTo>
                    <a:pt x="2212" y="1"/>
                  </a:moveTo>
                  <a:lnTo>
                    <a:pt x="2161" y="26"/>
                  </a:lnTo>
                  <a:lnTo>
                    <a:pt x="2110" y="52"/>
                  </a:lnTo>
                  <a:lnTo>
                    <a:pt x="2020" y="103"/>
                  </a:lnTo>
                  <a:lnTo>
                    <a:pt x="1880" y="154"/>
                  </a:lnTo>
                  <a:lnTo>
                    <a:pt x="1829" y="180"/>
                  </a:lnTo>
                  <a:lnTo>
                    <a:pt x="1790" y="244"/>
                  </a:lnTo>
                  <a:lnTo>
                    <a:pt x="1726" y="410"/>
                  </a:lnTo>
                  <a:lnTo>
                    <a:pt x="1675" y="486"/>
                  </a:lnTo>
                  <a:lnTo>
                    <a:pt x="1637" y="525"/>
                  </a:lnTo>
                  <a:lnTo>
                    <a:pt x="1599" y="550"/>
                  </a:lnTo>
                  <a:lnTo>
                    <a:pt x="1535" y="576"/>
                  </a:lnTo>
                  <a:lnTo>
                    <a:pt x="1445" y="602"/>
                  </a:lnTo>
                  <a:lnTo>
                    <a:pt x="1356" y="627"/>
                  </a:lnTo>
                  <a:lnTo>
                    <a:pt x="1330" y="653"/>
                  </a:lnTo>
                  <a:lnTo>
                    <a:pt x="1330" y="678"/>
                  </a:lnTo>
                  <a:lnTo>
                    <a:pt x="1343" y="704"/>
                  </a:lnTo>
                  <a:lnTo>
                    <a:pt x="1368" y="742"/>
                  </a:lnTo>
                  <a:lnTo>
                    <a:pt x="1445" y="768"/>
                  </a:lnTo>
                  <a:lnTo>
                    <a:pt x="1496" y="780"/>
                  </a:lnTo>
                  <a:lnTo>
                    <a:pt x="1624" y="780"/>
                  </a:lnTo>
                  <a:lnTo>
                    <a:pt x="1688" y="793"/>
                  </a:lnTo>
                  <a:lnTo>
                    <a:pt x="1752" y="806"/>
                  </a:lnTo>
                  <a:lnTo>
                    <a:pt x="1816" y="832"/>
                  </a:lnTo>
                  <a:lnTo>
                    <a:pt x="1880" y="819"/>
                  </a:lnTo>
                  <a:lnTo>
                    <a:pt x="1892" y="883"/>
                  </a:lnTo>
                  <a:lnTo>
                    <a:pt x="1867" y="921"/>
                  </a:lnTo>
                  <a:lnTo>
                    <a:pt x="1841" y="959"/>
                  </a:lnTo>
                  <a:lnTo>
                    <a:pt x="1803" y="985"/>
                  </a:lnTo>
                  <a:lnTo>
                    <a:pt x="1701" y="1010"/>
                  </a:lnTo>
                  <a:lnTo>
                    <a:pt x="1586" y="1062"/>
                  </a:lnTo>
                  <a:lnTo>
                    <a:pt x="1611" y="1126"/>
                  </a:lnTo>
                  <a:lnTo>
                    <a:pt x="1637" y="1202"/>
                  </a:lnTo>
                  <a:lnTo>
                    <a:pt x="1701" y="1189"/>
                  </a:lnTo>
                  <a:lnTo>
                    <a:pt x="1675" y="1241"/>
                  </a:lnTo>
                  <a:lnTo>
                    <a:pt x="1624" y="1279"/>
                  </a:lnTo>
                  <a:lnTo>
                    <a:pt x="1560" y="1292"/>
                  </a:lnTo>
                  <a:lnTo>
                    <a:pt x="1509" y="1292"/>
                  </a:lnTo>
                  <a:lnTo>
                    <a:pt x="1484" y="1266"/>
                  </a:lnTo>
                  <a:lnTo>
                    <a:pt x="1471" y="1241"/>
                  </a:lnTo>
                  <a:lnTo>
                    <a:pt x="1445" y="1215"/>
                  </a:lnTo>
                  <a:lnTo>
                    <a:pt x="1420" y="1202"/>
                  </a:lnTo>
                  <a:lnTo>
                    <a:pt x="1394" y="1202"/>
                  </a:lnTo>
                  <a:lnTo>
                    <a:pt x="1356" y="1215"/>
                  </a:lnTo>
                  <a:lnTo>
                    <a:pt x="1279" y="1241"/>
                  </a:lnTo>
                  <a:lnTo>
                    <a:pt x="1190" y="1279"/>
                  </a:lnTo>
                  <a:lnTo>
                    <a:pt x="1126" y="1292"/>
                  </a:lnTo>
                  <a:lnTo>
                    <a:pt x="1087" y="1292"/>
                  </a:lnTo>
                  <a:lnTo>
                    <a:pt x="1062" y="1266"/>
                  </a:lnTo>
                  <a:lnTo>
                    <a:pt x="1036" y="1253"/>
                  </a:lnTo>
                  <a:lnTo>
                    <a:pt x="1011" y="1202"/>
                  </a:lnTo>
                  <a:lnTo>
                    <a:pt x="985" y="1151"/>
                  </a:lnTo>
                  <a:lnTo>
                    <a:pt x="959" y="1126"/>
                  </a:lnTo>
                  <a:lnTo>
                    <a:pt x="908" y="1126"/>
                  </a:lnTo>
                  <a:lnTo>
                    <a:pt x="883" y="1138"/>
                  </a:lnTo>
                  <a:lnTo>
                    <a:pt x="819" y="1164"/>
                  </a:lnTo>
                  <a:lnTo>
                    <a:pt x="691" y="1164"/>
                  </a:lnTo>
                  <a:lnTo>
                    <a:pt x="653" y="1177"/>
                  </a:lnTo>
                  <a:lnTo>
                    <a:pt x="627" y="1202"/>
                  </a:lnTo>
                  <a:lnTo>
                    <a:pt x="602" y="1228"/>
                  </a:lnTo>
                  <a:lnTo>
                    <a:pt x="576" y="1241"/>
                  </a:lnTo>
                  <a:lnTo>
                    <a:pt x="397" y="1241"/>
                  </a:lnTo>
                  <a:lnTo>
                    <a:pt x="359" y="1253"/>
                  </a:lnTo>
                  <a:lnTo>
                    <a:pt x="333" y="1317"/>
                  </a:lnTo>
                  <a:lnTo>
                    <a:pt x="320" y="1343"/>
                  </a:lnTo>
                  <a:lnTo>
                    <a:pt x="333" y="1368"/>
                  </a:lnTo>
                  <a:lnTo>
                    <a:pt x="346" y="1394"/>
                  </a:lnTo>
                  <a:lnTo>
                    <a:pt x="359" y="1407"/>
                  </a:lnTo>
                  <a:lnTo>
                    <a:pt x="423" y="1419"/>
                  </a:lnTo>
                  <a:lnTo>
                    <a:pt x="487" y="1407"/>
                  </a:lnTo>
                  <a:lnTo>
                    <a:pt x="499" y="1432"/>
                  </a:lnTo>
                  <a:lnTo>
                    <a:pt x="499" y="1458"/>
                  </a:lnTo>
                  <a:lnTo>
                    <a:pt x="487" y="1483"/>
                  </a:lnTo>
                  <a:lnTo>
                    <a:pt x="461" y="1496"/>
                  </a:lnTo>
                  <a:lnTo>
                    <a:pt x="384" y="1522"/>
                  </a:lnTo>
                  <a:lnTo>
                    <a:pt x="320" y="1547"/>
                  </a:lnTo>
                  <a:lnTo>
                    <a:pt x="346" y="1598"/>
                  </a:lnTo>
                  <a:lnTo>
                    <a:pt x="359" y="1637"/>
                  </a:lnTo>
                  <a:lnTo>
                    <a:pt x="372" y="1650"/>
                  </a:lnTo>
                  <a:lnTo>
                    <a:pt x="410" y="1662"/>
                  </a:lnTo>
                  <a:lnTo>
                    <a:pt x="474" y="1650"/>
                  </a:lnTo>
                  <a:lnTo>
                    <a:pt x="589" y="1650"/>
                  </a:lnTo>
                  <a:lnTo>
                    <a:pt x="640" y="1675"/>
                  </a:lnTo>
                  <a:lnTo>
                    <a:pt x="666" y="1726"/>
                  </a:lnTo>
                  <a:lnTo>
                    <a:pt x="691" y="1790"/>
                  </a:lnTo>
                  <a:lnTo>
                    <a:pt x="691" y="1816"/>
                  </a:lnTo>
                  <a:lnTo>
                    <a:pt x="678" y="1841"/>
                  </a:lnTo>
                  <a:lnTo>
                    <a:pt x="653" y="1867"/>
                  </a:lnTo>
                  <a:lnTo>
                    <a:pt x="627" y="1880"/>
                  </a:lnTo>
                  <a:lnTo>
                    <a:pt x="602" y="1892"/>
                  </a:lnTo>
                  <a:lnTo>
                    <a:pt x="576" y="1918"/>
                  </a:lnTo>
                  <a:lnTo>
                    <a:pt x="576" y="1956"/>
                  </a:lnTo>
                  <a:lnTo>
                    <a:pt x="576" y="1995"/>
                  </a:lnTo>
                  <a:lnTo>
                    <a:pt x="589" y="2020"/>
                  </a:lnTo>
                  <a:lnTo>
                    <a:pt x="576" y="2058"/>
                  </a:lnTo>
                  <a:lnTo>
                    <a:pt x="538" y="2071"/>
                  </a:lnTo>
                  <a:lnTo>
                    <a:pt x="499" y="2084"/>
                  </a:lnTo>
                  <a:lnTo>
                    <a:pt x="448" y="2097"/>
                  </a:lnTo>
                  <a:lnTo>
                    <a:pt x="423" y="2110"/>
                  </a:lnTo>
                  <a:lnTo>
                    <a:pt x="410" y="2148"/>
                  </a:lnTo>
                  <a:lnTo>
                    <a:pt x="410" y="2186"/>
                  </a:lnTo>
                  <a:lnTo>
                    <a:pt x="435" y="2250"/>
                  </a:lnTo>
                  <a:lnTo>
                    <a:pt x="461" y="2327"/>
                  </a:lnTo>
                  <a:lnTo>
                    <a:pt x="499" y="2378"/>
                  </a:lnTo>
                  <a:lnTo>
                    <a:pt x="538" y="2429"/>
                  </a:lnTo>
                  <a:lnTo>
                    <a:pt x="576" y="2455"/>
                  </a:lnTo>
                  <a:lnTo>
                    <a:pt x="614" y="2467"/>
                  </a:lnTo>
                  <a:lnTo>
                    <a:pt x="806" y="2506"/>
                  </a:lnTo>
                  <a:lnTo>
                    <a:pt x="1011" y="2519"/>
                  </a:lnTo>
                  <a:lnTo>
                    <a:pt x="1075" y="2531"/>
                  </a:lnTo>
                  <a:lnTo>
                    <a:pt x="1164" y="2544"/>
                  </a:lnTo>
                  <a:lnTo>
                    <a:pt x="1202" y="2557"/>
                  </a:lnTo>
                  <a:lnTo>
                    <a:pt x="1228" y="2570"/>
                  </a:lnTo>
                  <a:lnTo>
                    <a:pt x="1228" y="2608"/>
                  </a:lnTo>
                  <a:lnTo>
                    <a:pt x="1215" y="2634"/>
                  </a:lnTo>
                  <a:lnTo>
                    <a:pt x="1190" y="2659"/>
                  </a:lnTo>
                  <a:lnTo>
                    <a:pt x="1164" y="2672"/>
                  </a:lnTo>
                  <a:lnTo>
                    <a:pt x="1087" y="2698"/>
                  </a:lnTo>
                  <a:lnTo>
                    <a:pt x="1023" y="2723"/>
                  </a:lnTo>
                  <a:lnTo>
                    <a:pt x="998" y="2749"/>
                  </a:lnTo>
                  <a:lnTo>
                    <a:pt x="972" y="2774"/>
                  </a:lnTo>
                  <a:lnTo>
                    <a:pt x="947" y="2864"/>
                  </a:lnTo>
                  <a:lnTo>
                    <a:pt x="921" y="2902"/>
                  </a:lnTo>
                  <a:lnTo>
                    <a:pt x="883" y="2940"/>
                  </a:lnTo>
                  <a:lnTo>
                    <a:pt x="742" y="3081"/>
                  </a:lnTo>
                  <a:lnTo>
                    <a:pt x="678" y="3119"/>
                  </a:lnTo>
                  <a:lnTo>
                    <a:pt x="614" y="3183"/>
                  </a:lnTo>
                  <a:lnTo>
                    <a:pt x="589" y="3222"/>
                  </a:lnTo>
                  <a:lnTo>
                    <a:pt x="576" y="3247"/>
                  </a:lnTo>
                  <a:lnTo>
                    <a:pt x="563" y="3285"/>
                  </a:lnTo>
                  <a:lnTo>
                    <a:pt x="589" y="3311"/>
                  </a:lnTo>
                  <a:lnTo>
                    <a:pt x="691" y="3285"/>
                  </a:lnTo>
                  <a:lnTo>
                    <a:pt x="793" y="3247"/>
                  </a:lnTo>
                  <a:lnTo>
                    <a:pt x="1011" y="3170"/>
                  </a:lnTo>
                  <a:lnTo>
                    <a:pt x="1087" y="3132"/>
                  </a:lnTo>
                  <a:lnTo>
                    <a:pt x="1151" y="3119"/>
                  </a:lnTo>
                  <a:lnTo>
                    <a:pt x="1177" y="3119"/>
                  </a:lnTo>
                  <a:lnTo>
                    <a:pt x="1202" y="3132"/>
                  </a:lnTo>
                  <a:lnTo>
                    <a:pt x="1228" y="3158"/>
                  </a:lnTo>
                  <a:lnTo>
                    <a:pt x="1253" y="3196"/>
                  </a:lnTo>
                  <a:lnTo>
                    <a:pt x="1202" y="3196"/>
                  </a:lnTo>
                  <a:lnTo>
                    <a:pt x="1138" y="3209"/>
                  </a:lnTo>
                  <a:lnTo>
                    <a:pt x="1011" y="3260"/>
                  </a:lnTo>
                  <a:lnTo>
                    <a:pt x="781" y="3362"/>
                  </a:lnTo>
                  <a:lnTo>
                    <a:pt x="666" y="3400"/>
                  </a:lnTo>
                  <a:lnTo>
                    <a:pt x="602" y="3426"/>
                  </a:lnTo>
                  <a:lnTo>
                    <a:pt x="551" y="3464"/>
                  </a:lnTo>
                  <a:lnTo>
                    <a:pt x="525" y="3503"/>
                  </a:lnTo>
                  <a:lnTo>
                    <a:pt x="499" y="3554"/>
                  </a:lnTo>
                  <a:lnTo>
                    <a:pt x="487" y="3618"/>
                  </a:lnTo>
                  <a:lnTo>
                    <a:pt x="474" y="3669"/>
                  </a:lnTo>
                  <a:lnTo>
                    <a:pt x="487" y="3758"/>
                  </a:lnTo>
                  <a:lnTo>
                    <a:pt x="487" y="3771"/>
                  </a:lnTo>
                  <a:lnTo>
                    <a:pt x="474" y="3784"/>
                  </a:lnTo>
                  <a:lnTo>
                    <a:pt x="397" y="3809"/>
                  </a:lnTo>
                  <a:lnTo>
                    <a:pt x="320" y="3809"/>
                  </a:lnTo>
                  <a:lnTo>
                    <a:pt x="205" y="3797"/>
                  </a:lnTo>
                  <a:lnTo>
                    <a:pt x="103" y="3784"/>
                  </a:lnTo>
                  <a:lnTo>
                    <a:pt x="65" y="3797"/>
                  </a:lnTo>
                  <a:lnTo>
                    <a:pt x="27" y="3809"/>
                  </a:lnTo>
                  <a:lnTo>
                    <a:pt x="14" y="3822"/>
                  </a:lnTo>
                  <a:lnTo>
                    <a:pt x="14" y="3848"/>
                  </a:lnTo>
                  <a:lnTo>
                    <a:pt x="1" y="3899"/>
                  </a:lnTo>
                  <a:lnTo>
                    <a:pt x="14" y="3963"/>
                  </a:lnTo>
                  <a:lnTo>
                    <a:pt x="52" y="4001"/>
                  </a:lnTo>
                  <a:lnTo>
                    <a:pt x="103" y="4014"/>
                  </a:lnTo>
                  <a:lnTo>
                    <a:pt x="180" y="4027"/>
                  </a:lnTo>
                  <a:lnTo>
                    <a:pt x="269" y="4027"/>
                  </a:lnTo>
                  <a:lnTo>
                    <a:pt x="320" y="4014"/>
                  </a:lnTo>
                  <a:lnTo>
                    <a:pt x="295" y="4065"/>
                  </a:lnTo>
                  <a:lnTo>
                    <a:pt x="257" y="4103"/>
                  </a:lnTo>
                  <a:lnTo>
                    <a:pt x="193" y="4155"/>
                  </a:lnTo>
                  <a:lnTo>
                    <a:pt x="167" y="4180"/>
                  </a:lnTo>
                  <a:lnTo>
                    <a:pt x="142" y="4206"/>
                  </a:lnTo>
                  <a:lnTo>
                    <a:pt x="154" y="4218"/>
                  </a:lnTo>
                  <a:lnTo>
                    <a:pt x="154" y="4231"/>
                  </a:lnTo>
                  <a:lnTo>
                    <a:pt x="193" y="4270"/>
                  </a:lnTo>
                  <a:lnTo>
                    <a:pt x="269" y="4321"/>
                  </a:lnTo>
                  <a:lnTo>
                    <a:pt x="333" y="4385"/>
                  </a:lnTo>
                  <a:lnTo>
                    <a:pt x="359" y="4385"/>
                  </a:lnTo>
                  <a:lnTo>
                    <a:pt x="397" y="4372"/>
                  </a:lnTo>
                  <a:lnTo>
                    <a:pt x="410" y="4410"/>
                  </a:lnTo>
                  <a:lnTo>
                    <a:pt x="397" y="4448"/>
                  </a:lnTo>
                  <a:lnTo>
                    <a:pt x="372" y="4525"/>
                  </a:lnTo>
                  <a:lnTo>
                    <a:pt x="448" y="4525"/>
                  </a:lnTo>
                  <a:lnTo>
                    <a:pt x="538" y="4487"/>
                  </a:lnTo>
                  <a:lnTo>
                    <a:pt x="614" y="4448"/>
                  </a:lnTo>
                  <a:lnTo>
                    <a:pt x="653" y="4448"/>
                  </a:lnTo>
                  <a:lnTo>
                    <a:pt x="678" y="4461"/>
                  </a:lnTo>
                  <a:lnTo>
                    <a:pt x="691" y="4474"/>
                  </a:lnTo>
                  <a:lnTo>
                    <a:pt x="704" y="4487"/>
                  </a:lnTo>
                  <a:lnTo>
                    <a:pt x="691" y="4512"/>
                  </a:lnTo>
                  <a:lnTo>
                    <a:pt x="640" y="4551"/>
                  </a:lnTo>
                  <a:lnTo>
                    <a:pt x="614" y="4589"/>
                  </a:lnTo>
                  <a:lnTo>
                    <a:pt x="602" y="4615"/>
                  </a:lnTo>
                  <a:lnTo>
                    <a:pt x="602" y="4640"/>
                  </a:lnTo>
                  <a:lnTo>
                    <a:pt x="627" y="4679"/>
                  </a:lnTo>
                  <a:lnTo>
                    <a:pt x="653" y="4717"/>
                  </a:lnTo>
                  <a:lnTo>
                    <a:pt x="691" y="4730"/>
                  </a:lnTo>
                  <a:lnTo>
                    <a:pt x="717" y="4717"/>
                  </a:lnTo>
                  <a:lnTo>
                    <a:pt x="755" y="4691"/>
                  </a:lnTo>
                  <a:lnTo>
                    <a:pt x="832" y="4615"/>
                  </a:lnTo>
                  <a:lnTo>
                    <a:pt x="883" y="4589"/>
                  </a:lnTo>
                  <a:lnTo>
                    <a:pt x="921" y="4576"/>
                  </a:lnTo>
                  <a:lnTo>
                    <a:pt x="985" y="4589"/>
                  </a:lnTo>
                  <a:lnTo>
                    <a:pt x="1049" y="4615"/>
                  </a:lnTo>
                  <a:lnTo>
                    <a:pt x="1113" y="4640"/>
                  </a:lnTo>
                  <a:lnTo>
                    <a:pt x="1253" y="4640"/>
                  </a:lnTo>
                  <a:lnTo>
                    <a:pt x="1330" y="4615"/>
                  </a:lnTo>
                  <a:lnTo>
                    <a:pt x="1471" y="4563"/>
                  </a:lnTo>
                  <a:lnTo>
                    <a:pt x="1599" y="4538"/>
                  </a:lnTo>
                  <a:lnTo>
                    <a:pt x="1675" y="4512"/>
                  </a:lnTo>
                  <a:lnTo>
                    <a:pt x="1726" y="4487"/>
                  </a:lnTo>
                  <a:lnTo>
                    <a:pt x="1765" y="4448"/>
                  </a:lnTo>
                  <a:lnTo>
                    <a:pt x="1790" y="4410"/>
                  </a:lnTo>
                  <a:lnTo>
                    <a:pt x="1816" y="4372"/>
                  </a:lnTo>
                  <a:lnTo>
                    <a:pt x="1867" y="4333"/>
                  </a:lnTo>
                  <a:lnTo>
                    <a:pt x="1944" y="4308"/>
                  </a:lnTo>
                  <a:lnTo>
                    <a:pt x="2033" y="4295"/>
                  </a:lnTo>
                  <a:lnTo>
                    <a:pt x="2097" y="4270"/>
                  </a:lnTo>
                  <a:lnTo>
                    <a:pt x="2148" y="4218"/>
                  </a:lnTo>
                  <a:lnTo>
                    <a:pt x="2199" y="4155"/>
                  </a:lnTo>
                  <a:lnTo>
                    <a:pt x="2263" y="4129"/>
                  </a:lnTo>
                  <a:lnTo>
                    <a:pt x="2416" y="4078"/>
                  </a:lnTo>
                  <a:lnTo>
                    <a:pt x="2416" y="4027"/>
                  </a:lnTo>
                  <a:lnTo>
                    <a:pt x="2442" y="3988"/>
                  </a:lnTo>
                  <a:lnTo>
                    <a:pt x="2468" y="3963"/>
                  </a:lnTo>
                  <a:lnTo>
                    <a:pt x="2493" y="3937"/>
                  </a:lnTo>
                  <a:lnTo>
                    <a:pt x="2583" y="3912"/>
                  </a:lnTo>
                  <a:lnTo>
                    <a:pt x="2672" y="3899"/>
                  </a:lnTo>
                  <a:lnTo>
                    <a:pt x="2915" y="3861"/>
                  </a:lnTo>
                  <a:lnTo>
                    <a:pt x="3043" y="3835"/>
                  </a:lnTo>
                  <a:lnTo>
                    <a:pt x="3158" y="3822"/>
                  </a:lnTo>
                  <a:lnTo>
                    <a:pt x="3209" y="3835"/>
                  </a:lnTo>
                  <a:lnTo>
                    <a:pt x="3247" y="3835"/>
                  </a:lnTo>
                  <a:lnTo>
                    <a:pt x="3324" y="3873"/>
                  </a:lnTo>
                  <a:lnTo>
                    <a:pt x="3401" y="3886"/>
                  </a:lnTo>
                  <a:lnTo>
                    <a:pt x="3439" y="3886"/>
                  </a:lnTo>
                  <a:lnTo>
                    <a:pt x="3477" y="3873"/>
                  </a:lnTo>
                  <a:lnTo>
                    <a:pt x="3528" y="3835"/>
                  </a:lnTo>
                  <a:lnTo>
                    <a:pt x="3554" y="3809"/>
                  </a:lnTo>
                  <a:lnTo>
                    <a:pt x="3567" y="3784"/>
                  </a:lnTo>
                  <a:lnTo>
                    <a:pt x="3567" y="3758"/>
                  </a:lnTo>
                  <a:lnTo>
                    <a:pt x="3528" y="3694"/>
                  </a:lnTo>
                  <a:lnTo>
                    <a:pt x="3490" y="3618"/>
                  </a:lnTo>
                  <a:lnTo>
                    <a:pt x="3490" y="3567"/>
                  </a:lnTo>
                  <a:lnTo>
                    <a:pt x="3490" y="3515"/>
                  </a:lnTo>
                  <a:lnTo>
                    <a:pt x="3516" y="3426"/>
                  </a:lnTo>
                  <a:lnTo>
                    <a:pt x="3592" y="3247"/>
                  </a:lnTo>
                  <a:lnTo>
                    <a:pt x="3643" y="3170"/>
                  </a:lnTo>
                  <a:lnTo>
                    <a:pt x="3695" y="3106"/>
                  </a:lnTo>
                  <a:lnTo>
                    <a:pt x="3746" y="3017"/>
                  </a:lnTo>
                  <a:lnTo>
                    <a:pt x="3758" y="2979"/>
                  </a:lnTo>
                  <a:lnTo>
                    <a:pt x="3771" y="2940"/>
                  </a:lnTo>
                  <a:lnTo>
                    <a:pt x="3758" y="2876"/>
                  </a:lnTo>
                  <a:lnTo>
                    <a:pt x="3746" y="2813"/>
                  </a:lnTo>
                  <a:lnTo>
                    <a:pt x="3695" y="2685"/>
                  </a:lnTo>
                  <a:lnTo>
                    <a:pt x="3682" y="2621"/>
                  </a:lnTo>
                  <a:lnTo>
                    <a:pt x="3656" y="2557"/>
                  </a:lnTo>
                  <a:lnTo>
                    <a:pt x="3631" y="2531"/>
                  </a:lnTo>
                  <a:lnTo>
                    <a:pt x="3592" y="2506"/>
                  </a:lnTo>
                  <a:lnTo>
                    <a:pt x="3554" y="2493"/>
                  </a:lnTo>
                  <a:lnTo>
                    <a:pt x="3528" y="2467"/>
                  </a:lnTo>
                  <a:lnTo>
                    <a:pt x="3516" y="2429"/>
                  </a:lnTo>
                  <a:lnTo>
                    <a:pt x="3528" y="2404"/>
                  </a:lnTo>
                  <a:lnTo>
                    <a:pt x="3592" y="2352"/>
                  </a:lnTo>
                  <a:lnTo>
                    <a:pt x="3618" y="2314"/>
                  </a:lnTo>
                  <a:lnTo>
                    <a:pt x="3631" y="2289"/>
                  </a:lnTo>
                  <a:lnTo>
                    <a:pt x="3643" y="2263"/>
                  </a:lnTo>
                  <a:lnTo>
                    <a:pt x="3643" y="2212"/>
                  </a:lnTo>
                  <a:lnTo>
                    <a:pt x="3631" y="2148"/>
                  </a:lnTo>
                  <a:lnTo>
                    <a:pt x="3605" y="2084"/>
                  </a:lnTo>
                  <a:lnTo>
                    <a:pt x="3580" y="2020"/>
                  </a:lnTo>
                  <a:lnTo>
                    <a:pt x="3567" y="1956"/>
                  </a:lnTo>
                  <a:lnTo>
                    <a:pt x="3541" y="1841"/>
                  </a:lnTo>
                  <a:lnTo>
                    <a:pt x="3503" y="1713"/>
                  </a:lnTo>
                  <a:lnTo>
                    <a:pt x="3477" y="1662"/>
                  </a:lnTo>
                  <a:lnTo>
                    <a:pt x="3452" y="1637"/>
                  </a:lnTo>
                  <a:lnTo>
                    <a:pt x="3388" y="1598"/>
                  </a:lnTo>
                  <a:lnTo>
                    <a:pt x="3362" y="1573"/>
                  </a:lnTo>
                  <a:lnTo>
                    <a:pt x="3349" y="1547"/>
                  </a:lnTo>
                  <a:lnTo>
                    <a:pt x="3337" y="1509"/>
                  </a:lnTo>
                  <a:lnTo>
                    <a:pt x="3362" y="1483"/>
                  </a:lnTo>
                  <a:lnTo>
                    <a:pt x="3375" y="1471"/>
                  </a:lnTo>
                  <a:lnTo>
                    <a:pt x="3401" y="1458"/>
                  </a:lnTo>
                  <a:lnTo>
                    <a:pt x="3465" y="1445"/>
                  </a:lnTo>
                  <a:lnTo>
                    <a:pt x="3401" y="1317"/>
                  </a:lnTo>
                  <a:lnTo>
                    <a:pt x="3209" y="1343"/>
                  </a:lnTo>
                  <a:lnTo>
                    <a:pt x="2992" y="1138"/>
                  </a:lnTo>
                  <a:lnTo>
                    <a:pt x="2762" y="1407"/>
                  </a:lnTo>
                  <a:lnTo>
                    <a:pt x="2238" y="1266"/>
                  </a:lnTo>
                  <a:lnTo>
                    <a:pt x="2084" y="947"/>
                  </a:lnTo>
                  <a:lnTo>
                    <a:pt x="2238" y="768"/>
                  </a:lnTo>
                  <a:lnTo>
                    <a:pt x="2135" y="614"/>
                  </a:lnTo>
                  <a:lnTo>
                    <a:pt x="2365" y="397"/>
                  </a:lnTo>
                  <a:lnTo>
                    <a:pt x="2353" y="244"/>
                  </a:lnTo>
                  <a:lnTo>
                    <a:pt x="2301" y="193"/>
                  </a:lnTo>
                  <a:lnTo>
                    <a:pt x="2276" y="141"/>
                  </a:lnTo>
                  <a:lnTo>
                    <a:pt x="2212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0" name="Google Shape;980;p60"/>
            <p:cNvSpPr/>
            <p:nvPr/>
          </p:nvSpPr>
          <p:spPr>
            <a:xfrm>
              <a:off x="3610300" y="2012850"/>
              <a:ext cx="4800" cy="7350"/>
            </a:xfrm>
            <a:custGeom>
              <a:rect b="b" l="l" r="r" t="t"/>
              <a:pathLst>
                <a:path extrusionOk="0" h="294" w="192">
                  <a:moveTo>
                    <a:pt x="64" y="0"/>
                  </a:moveTo>
                  <a:lnTo>
                    <a:pt x="38" y="26"/>
                  </a:lnTo>
                  <a:lnTo>
                    <a:pt x="26" y="64"/>
                  </a:lnTo>
                  <a:lnTo>
                    <a:pt x="0" y="90"/>
                  </a:lnTo>
                  <a:lnTo>
                    <a:pt x="0" y="128"/>
                  </a:lnTo>
                  <a:lnTo>
                    <a:pt x="0" y="166"/>
                  </a:lnTo>
                  <a:lnTo>
                    <a:pt x="26" y="217"/>
                  </a:lnTo>
                  <a:lnTo>
                    <a:pt x="77" y="294"/>
                  </a:lnTo>
                  <a:lnTo>
                    <a:pt x="128" y="281"/>
                  </a:lnTo>
                  <a:lnTo>
                    <a:pt x="166" y="256"/>
                  </a:lnTo>
                  <a:lnTo>
                    <a:pt x="192" y="230"/>
                  </a:lnTo>
                  <a:lnTo>
                    <a:pt x="192" y="192"/>
                  </a:lnTo>
                  <a:lnTo>
                    <a:pt x="192" y="153"/>
                  </a:lnTo>
                  <a:lnTo>
                    <a:pt x="179" y="115"/>
                  </a:lnTo>
                  <a:lnTo>
                    <a:pt x="141" y="26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1" name="Google Shape;981;p60"/>
            <p:cNvSpPr/>
            <p:nvPr/>
          </p:nvSpPr>
          <p:spPr>
            <a:xfrm>
              <a:off x="3509325" y="2030400"/>
              <a:ext cx="162325" cy="271300"/>
            </a:xfrm>
            <a:custGeom>
              <a:rect b="b" l="l" r="r" t="t"/>
              <a:pathLst>
                <a:path extrusionOk="0" h="10852" w="6493">
                  <a:moveTo>
                    <a:pt x="1994" y="1"/>
                  </a:moveTo>
                  <a:lnTo>
                    <a:pt x="1956" y="27"/>
                  </a:lnTo>
                  <a:lnTo>
                    <a:pt x="1866" y="103"/>
                  </a:lnTo>
                  <a:lnTo>
                    <a:pt x="1790" y="142"/>
                  </a:lnTo>
                  <a:lnTo>
                    <a:pt x="1713" y="154"/>
                  </a:lnTo>
                  <a:lnTo>
                    <a:pt x="1547" y="167"/>
                  </a:lnTo>
                  <a:lnTo>
                    <a:pt x="1470" y="180"/>
                  </a:lnTo>
                  <a:lnTo>
                    <a:pt x="1381" y="205"/>
                  </a:lnTo>
                  <a:lnTo>
                    <a:pt x="1291" y="231"/>
                  </a:lnTo>
                  <a:lnTo>
                    <a:pt x="1253" y="231"/>
                  </a:lnTo>
                  <a:lnTo>
                    <a:pt x="1215" y="218"/>
                  </a:lnTo>
                  <a:lnTo>
                    <a:pt x="1163" y="193"/>
                  </a:lnTo>
                  <a:lnTo>
                    <a:pt x="1112" y="167"/>
                  </a:lnTo>
                  <a:lnTo>
                    <a:pt x="1061" y="167"/>
                  </a:lnTo>
                  <a:lnTo>
                    <a:pt x="1023" y="193"/>
                  </a:lnTo>
                  <a:lnTo>
                    <a:pt x="997" y="231"/>
                  </a:lnTo>
                  <a:lnTo>
                    <a:pt x="959" y="257"/>
                  </a:lnTo>
                  <a:lnTo>
                    <a:pt x="921" y="269"/>
                  </a:lnTo>
                  <a:lnTo>
                    <a:pt x="895" y="269"/>
                  </a:lnTo>
                  <a:lnTo>
                    <a:pt x="882" y="257"/>
                  </a:lnTo>
                  <a:lnTo>
                    <a:pt x="857" y="244"/>
                  </a:lnTo>
                  <a:lnTo>
                    <a:pt x="818" y="205"/>
                  </a:lnTo>
                  <a:lnTo>
                    <a:pt x="780" y="167"/>
                  </a:lnTo>
                  <a:lnTo>
                    <a:pt x="742" y="154"/>
                  </a:lnTo>
                  <a:lnTo>
                    <a:pt x="691" y="154"/>
                  </a:lnTo>
                  <a:lnTo>
                    <a:pt x="665" y="180"/>
                  </a:lnTo>
                  <a:lnTo>
                    <a:pt x="639" y="231"/>
                  </a:lnTo>
                  <a:lnTo>
                    <a:pt x="614" y="295"/>
                  </a:lnTo>
                  <a:lnTo>
                    <a:pt x="614" y="333"/>
                  </a:lnTo>
                  <a:lnTo>
                    <a:pt x="614" y="372"/>
                  </a:lnTo>
                  <a:lnTo>
                    <a:pt x="627" y="448"/>
                  </a:lnTo>
                  <a:lnTo>
                    <a:pt x="639" y="525"/>
                  </a:lnTo>
                  <a:lnTo>
                    <a:pt x="639" y="563"/>
                  </a:lnTo>
                  <a:lnTo>
                    <a:pt x="627" y="589"/>
                  </a:lnTo>
                  <a:lnTo>
                    <a:pt x="601" y="614"/>
                  </a:lnTo>
                  <a:lnTo>
                    <a:pt x="588" y="627"/>
                  </a:lnTo>
                  <a:lnTo>
                    <a:pt x="550" y="653"/>
                  </a:lnTo>
                  <a:lnTo>
                    <a:pt x="524" y="691"/>
                  </a:lnTo>
                  <a:lnTo>
                    <a:pt x="524" y="729"/>
                  </a:lnTo>
                  <a:lnTo>
                    <a:pt x="524" y="806"/>
                  </a:lnTo>
                  <a:lnTo>
                    <a:pt x="537" y="832"/>
                  </a:lnTo>
                  <a:lnTo>
                    <a:pt x="537" y="845"/>
                  </a:lnTo>
                  <a:lnTo>
                    <a:pt x="537" y="857"/>
                  </a:lnTo>
                  <a:lnTo>
                    <a:pt x="512" y="870"/>
                  </a:lnTo>
                  <a:lnTo>
                    <a:pt x="499" y="870"/>
                  </a:lnTo>
                  <a:lnTo>
                    <a:pt x="486" y="883"/>
                  </a:lnTo>
                  <a:lnTo>
                    <a:pt x="473" y="908"/>
                  </a:lnTo>
                  <a:lnTo>
                    <a:pt x="499" y="934"/>
                  </a:lnTo>
                  <a:lnTo>
                    <a:pt x="550" y="972"/>
                  </a:lnTo>
                  <a:lnTo>
                    <a:pt x="601" y="998"/>
                  </a:lnTo>
                  <a:lnTo>
                    <a:pt x="601" y="1023"/>
                  </a:lnTo>
                  <a:lnTo>
                    <a:pt x="601" y="1049"/>
                  </a:lnTo>
                  <a:lnTo>
                    <a:pt x="588" y="1138"/>
                  </a:lnTo>
                  <a:lnTo>
                    <a:pt x="576" y="1177"/>
                  </a:lnTo>
                  <a:lnTo>
                    <a:pt x="550" y="1190"/>
                  </a:lnTo>
                  <a:lnTo>
                    <a:pt x="524" y="1190"/>
                  </a:lnTo>
                  <a:lnTo>
                    <a:pt x="486" y="1177"/>
                  </a:lnTo>
                  <a:lnTo>
                    <a:pt x="422" y="1138"/>
                  </a:lnTo>
                  <a:lnTo>
                    <a:pt x="397" y="1113"/>
                  </a:lnTo>
                  <a:lnTo>
                    <a:pt x="371" y="1100"/>
                  </a:lnTo>
                  <a:lnTo>
                    <a:pt x="345" y="1113"/>
                  </a:lnTo>
                  <a:lnTo>
                    <a:pt x="320" y="1126"/>
                  </a:lnTo>
                  <a:lnTo>
                    <a:pt x="320" y="1151"/>
                  </a:lnTo>
                  <a:lnTo>
                    <a:pt x="333" y="1177"/>
                  </a:lnTo>
                  <a:lnTo>
                    <a:pt x="358" y="1241"/>
                  </a:lnTo>
                  <a:lnTo>
                    <a:pt x="384" y="1305"/>
                  </a:lnTo>
                  <a:lnTo>
                    <a:pt x="397" y="1330"/>
                  </a:lnTo>
                  <a:lnTo>
                    <a:pt x="397" y="1343"/>
                  </a:lnTo>
                  <a:lnTo>
                    <a:pt x="333" y="1317"/>
                  </a:lnTo>
                  <a:lnTo>
                    <a:pt x="282" y="1279"/>
                  </a:lnTo>
                  <a:lnTo>
                    <a:pt x="179" y="1215"/>
                  </a:lnTo>
                  <a:lnTo>
                    <a:pt x="167" y="1266"/>
                  </a:lnTo>
                  <a:lnTo>
                    <a:pt x="154" y="1305"/>
                  </a:lnTo>
                  <a:lnTo>
                    <a:pt x="141" y="1343"/>
                  </a:lnTo>
                  <a:lnTo>
                    <a:pt x="167" y="1394"/>
                  </a:lnTo>
                  <a:lnTo>
                    <a:pt x="205" y="1458"/>
                  </a:lnTo>
                  <a:lnTo>
                    <a:pt x="230" y="1484"/>
                  </a:lnTo>
                  <a:lnTo>
                    <a:pt x="243" y="1522"/>
                  </a:lnTo>
                  <a:lnTo>
                    <a:pt x="205" y="1547"/>
                  </a:lnTo>
                  <a:lnTo>
                    <a:pt x="192" y="1586"/>
                  </a:lnTo>
                  <a:lnTo>
                    <a:pt x="192" y="1624"/>
                  </a:lnTo>
                  <a:lnTo>
                    <a:pt x="192" y="1662"/>
                  </a:lnTo>
                  <a:lnTo>
                    <a:pt x="218" y="1688"/>
                  </a:lnTo>
                  <a:lnTo>
                    <a:pt x="256" y="1726"/>
                  </a:lnTo>
                  <a:lnTo>
                    <a:pt x="294" y="1739"/>
                  </a:lnTo>
                  <a:lnTo>
                    <a:pt x="345" y="1739"/>
                  </a:lnTo>
                  <a:lnTo>
                    <a:pt x="397" y="1867"/>
                  </a:lnTo>
                  <a:lnTo>
                    <a:pt x="409" y="1931"/>
                  </a:lnTo>
                  <a:lnTo>
                    <a:pt x="409" y="1995"/>
                  </a:lnTo>
                  <a:lnTo>
                    <a:pt x="384" y="2033"/>
                  </a:lnTo>
                  <a:lnTo>
                    <a:pt x="358" y="2084"/>
                  </a:lnTo>
                  <a:lnTo>
                    <a:pt x="307" y="2174"/>
                  </a:lnTo>
                  <a:lnTo>
                    <a:pt x="256" y="2276"/>
                  </a:lnTo>
                  <a:lnTo>
                    <a:pt x="192" y="2353"/>
                  </a:lnTo>
                  <a:lnTo>
                    <a:pt x="154" y="2391"/>
                  </a:lnTo>
                  <a:lnTo>
                    <a:pt x="115" y="2417"/>
                  </a:lnTo>
                  <a:lnTo>
                    <a:pt x="64" y="2429"/>
                  </a:lnTo>
                  <a:lnTo>
                    <a:pt x="0" y="2442"/>
                  </a:lnTo>
                  <a:lnTo>
                    <a:pt x="26" y="2506"/>
                  </a:lnTo>
                  <a:lnTo>
                    <a:pt x="64" y="2544"/>
                  </a:lnTo>
                  <a:lnTo>
                    <a:pt x="77" y="2557"/>
                  </a:lnTo>
                  <a:lnTo>
                    <a:pt x="115" y="2557"/>
                  </a:lnTo>
                  <a:lnTo>
                    <a:pt x="192" y="2532"/>
                  </a:lnTo>
                  <a:lnTo>
                    <a:pt x="218" y="2595"/>
                  </a:lnTo>
                  <a:lnTo>
                    <a:pt x="256" y="2672"/>
                  </a:lnTo>
                  <a:lnTo>
                    <a:pt x="269" y="2710"/>
                  </a:lnTo>
                  <a:lnTo>
                    <a:pt x="294" y="2723"/>
                  </a:lnTo>
                  <a:lnTo>
                    <a:pt x="333" y="2736"/>
                  </a:lnTo>
                  <a:lnTo>
                    <a:pt x="371" y="2723"/>
                  </a:lnTo>
                  <a:lnTo>
                    <a:pt x="397" y="2698"/>
                  </a:lnTo>
                  <a:lnTo>
                    <a:pt x="409" y="2659"/>
                  </a:lnTo>
                  <a:lnTo>
                    <a:pt x="461" y="2583"/>
                  </a:lnTo>
                  <a:lnTo>
                    <a:pt x="601" y="2455"/>
                  </a:lnTo>
                  <a:lnTo>
                    <a:pt x="639" y="2506"/>
                  </a:lnTo>
                  <a:lnTo>
                    <a:pt x="665" y="2557"/>
                  </a:lnTo>
                  <a:lnTo>
                    <a:pt x="665" y="2583"/>
                  </a:lnTo>
                  <a:lnTo>
                    <a:pt x="639" y="2595"/>
                  </a:lnTo>
                  <a:lnTo>
                    <a:pt x="601" y="2634"/>
                  </a:lnTo>
                  <a:lnTo>
                    <a:pt x="563" y="2672"/>
                  </a:lnTo>
                  <a:lnTo>
                    <a:pt x="524" y="2723"/>
                  </a:lnTo>
                  <a:lnTo>
                    <a:pt x="448" y="2825"/>
                  </a:lnTo>
                  <a:lnTo>
                    <a:pt x="409" y="2877"/>
                  </a:lnTo>
                  <a:lnTo>
                    <a:pt x="371" y="2915"/>
                  </a:lnTo>
                  <a:lnTo>
                    <a:pt x="358" y="2966"/>
                  </a:lnTo>
                  <a:lnTo>
                    <a:pt x="371" y="3017"/>
                  </a:lnTo>
                  <a:lnTo>
                    <a:pt x="409" y="3145"/>
                  </a:lnTo>
                  <a:lnTo>
                    <a:pt x="435" y="3222"/>
                  </a:lnTo>
                  <a:lnTo>
                    <a:pt x="461" y="3260"/>
                  </a:lnTo>
                  <a:lnTo>
                    <a:pt x="512" y="3260"/>
                  </a:lnTo>
                  <a:lnTo>
                    <a:pt x="563" y="3234"/>
                  </a:lnTo>
                  <a:lnTo>
                    <a:pt x="614" y="3183"/>
                  </a:lnTo>
                  <a:lnTo>
                    <a:pt x="652" y="3119"/>
                  </a:lnTo>
                  <a:lnTo>
                    <a:pt x="703" y="3068"/>
                  </a:lnTo>
                  <a:lnTo>
                    <a:pt x="754" y="3043"/>
                  </a:lnTo>
                  <a:lnTo>
                    <a:pt x="767" y="3043"/>
                  </a:lnTo>
                  <a:lnTo>
                    <a:pt x="793" y="3056"/>
                  </a:lnTo>
                  <a:lnTo>
                    <a:pt x="818" y="3068"/>
                  </a:lnTo>
                  <a:lnTo>
                    <a:pt x="844" y="3107"/>
                  </a:lnTo>
                  <a:lnTo>
                    <a:pt x="882" y="3196"/>
                  </a:lnTo>
                  <a:lnTo>
                    <a:pt x="908" y="3234"/>
                  </a:lnTo>
                  <a:lnTo>
                    <a:pt x="946" y="3260"/>
                  </a:lnTo>
                  <a:lnTo>
                    <a:pt x="997" y="3298"/>
                  </a:lnTo>
                  <a:lnTo>
                    <a:pt x="1061" y="3337"/>
                  </a:lnTo>
                  <a:lnTo>
                    <a:pt x="1125" y="3375"/>
                  </a:lnTo>
                  <a:lnTo>
                    <a:pt x="1151" y="3401"/>
                  </a:lnTo>
                  <a:lnTo>
                    <a:pt x="1163" y="3426"/>
                  </a:lnTo>
                  <a:lnTo>
                    <a:pt x="1048" y="3465"/>
                  </a:lnTo>
                  <a:lnTo>
                    <a:pt x="997" y="3477"/>
                  </a:lnTo>
                  <a:lnTo>
                    <a:pt x="959" y="3516"/>
                  </a:lnTo>
                  <a:lnTo>
                    <a:pt x="946" y="3541"/>
                  </a:lnTo>
                  <a:lnTo>
                    <a:pt x="946" y="3567"/>
                  </a:lnTo>
                  <a:lnTo>
                    <a:pt x="959" y="3618"/>
                  </a:lnTo>
                  <a:lnTo>
                    <a:pt x="1010" y="3720"/>
                  </a:lnTo>
                  <a:lnTo>
                    <a:pt x="1087" y="3835"/>
                  </a:lnTo>
                  <a:lnTo>
                    <a:pt x="1125" y="3899"/>
                  </a:lnTo>
                  <a:lnTo>
                    <a:pt x="1138" y="3963"/>
                  </a:lnTo>
                  <a:lnTo>
                    <a:pt x="1138" y="4014"/>
                  </a:lnTo>
                  <a:lnTo>
                    <a:pt x="1125" y="4040"/>
                  </a:lnTo>
                  <a:lnTo>
                    <a:pt x="1112" y="4065"/>
                  </a:lnTo>
                  <a:lnTo>
                    <a:pt x="1087" y="4091"/>
                  </a:lnTo>
                  <a:lnTo>
                    <a:pt x="1023" y="4104"/>
                  </a:lnTo>
                  <a:lnTo>
                    <a:pt x="946" y="4142"/>
                  </a:lnTo>
                  <a:lnTo>
                    <a:pt x="933" y="4167"/>
                  </a:lnTo>
                  <a:lnTo>
                    <a:pt x="921" y="4180"/>
                  </a:lnTo>
                  <a:lnTo>
                    <a:pt x="921" y="4231"/>
                  </a:lnTo>
                  <a:lnTo>
                    <a:pt x="921" y="4282"/>
                  </a:lnTo>
                  <a:lnTo>
                    <a:pt x="908" y="4334"/>
                  </a:lnTo>
                  <a:lnTo>
                    <a:pt x="895" y="4359"/>
                  </a:lnTo>
                  <a:lnTo>
                    <a:pt x="869" y="4385"/>
                  </a:lnTo>
                  <a:lnTo>
                    <a:pt x="844" y="4398"/>
                  </a:lnTo>
                  <a:lnTo>
                    <a:pt x="818" y="4410"/>
                  </a:lnTo>
                  <a:lnTo>
                    <a:pt x="806" y="4449"/>
                  </a:lnTo>
                  <a:lnTo>
                    <a:pt x="806" y="4487"/>
                  </a:lnTo>
                  <a:lnTo>
                    <a:pt x="818" y="4564"/>
                  </a:lnTo>
                  <a:lnTo>
                    <a:pt x="857" y="4640"/>
                  </a:lnTo>
                  <a:lnTo>
                    <a:pt x="882" y="4691"/>
                  </a:lnTo>
                  <a:lnTo>
                    <a:pt x="882" y="4730"/>
                  </a:lnTo>
                  <a:lnTo>
                    <a:pt x="869" y="4755"/>
                  </a:lnTo>
                  <a:lnTo>
                    <a:pt x="857" y="4755"/>
                  </a:lnTo>
                  <a:lnTo>
                    <a:pt x="806" y="4730"/>
                  </a:lnTo>
                  <a:lnTo>
                    <a:pt x="754" y="4717"/>
                  </a:lnTo>
                  <a:lnTo>
                    <a:pt x="742" y="4730"/>
                  </a:lnTo>
                  <a:lnTo>
                    <a:pt x="729" y="4755"/>
                  </a:lnTo>
                  <a:lnTo>
                    <a:pt x="729" y="4781"/>
                  </a:lnTo>
                  <a:lnTo>
                    <a:pt x="742" y="4806"/>
                  </a:lnTo>
                  <a:lnTo>
                    <a:pt x="780" y="4858"/>
                  </a:lnTo>
                  <a:lnTo>
                    <a:pt x="831" y="4998"/>
                  </a:lnTo>
                  <a:lnTo>
                    <a:pt x="869" y="5075"/>
                  </a:lnTo>
                  <a:lnTo>
                    <a:pt x="921" y="5139"/>
                  </a:lnTo>
                  <a:lnTo>
                    <a:pt x="972" y="5113"/>
                  </a:lnTo>
                  <a:lnTo>
                    <a:pt x="997" y="5062"/>
                  </a:lnTo>
                  <a:lnTo>
                    <a:pt x="997" y="5024"/>
                  </a:lnTo>
                  <a:lnTo>
                    <a:pt x="997" y="4973"/>
                  </a:lnTo>
                  <a:lnTo>
                    <a:pt x="985" y="4909"/>
                  </a:lnTo>
                  <a:lnTo>
                    <a:pt x="997" y="4896"/>
                  </a:lnTo>
                  <a:lnTo>
                    <a:pt x="1036" y="4909"/>
                  </a:lnTo>
                  <a:lnTo>
                    <a:pt x="1100" y="4947"/>
                  </a:lnTo>
                  <a:lnTo>
                    <a:pt x="1176" y="5011"/>
                  </a:lnTo>
                  <a:lnTo>
                    <a:pt x="1227" y="5037"/>
                  </a:lnTo>
                  <a:lnTo>
                    <a:pt x="1266" y="5049"/>
                  </a:lnTo>
                  <a:lnTo>
                    <a:pt x="1304" y="5049"/>
                  </a:lnTo>
                  <a:lnTo>
                    <a:pt x="1342" y="5037"/>
                  </a:lnTo>
                  <a:lnTo>
                    <a:pt x="1355" y="4998"/>
                  </a:lnTo>
                  <a:lnTo>
                    <a:pt x="1355" y="4960"/>
                  </a:lnTo>
                  <a:lnTo>
                    <a:pt x="1355" y="4883"/>
                  </a:lnTo>
                  <a:lnTo>
                    <a:pt x="1330" y="4794"/>
                  </a:lnTo>
                  <a:lnTo>
                    <a:pt x="1342" y="4768"/>
                  </a:lnTo>
                  <a:lnTo>
                    <a:pt x="1368" y="4730"/>
                  </a:lnTo>
                  <a:lnTo>
                    <a:pt x="1406" y="4717"/>
                  </a:lnTo>
                  <a:lnTo>
                    <a:pt x="1432" y="4704"/>
                  </a:lnTo>
                  <a:lnTo>
                    <a:pt x="1483" y="4717"/>
                  </a:lnTo>
                  <a:lnTo>
                    <a:pt x="1585" y="4768"/>
                  </a:lnTo>
                  <a:lnTo>
                    <a:pt x="1624" y="4794"/>
                  </a:lnTo>
                  <a:lnTo>
                    <a:pt x="1675" y="4819"/>
                  </a:lnTo>
                  <a:lnTo>
                    <a:pt x="1713" y="4832"/>
                  </a:lnTo>
                  <a:lnTo>
                    <a:pt x="1739" y="4819"/>
                  </a:lnTo>
                  <a:lnTo>
                    <a:pt x="1764" y="4806"/>
                  </a:lnTo>
                  <a:lnTo>
                    <a:pt x="1790" y="4755"/>
                  </a:lnTo>
                  <a:lnTo>
                    <a:pt x="1802" y="4704"/>
                  </a:lnTo>
                  <a:lnTo>
                    <a:pt x="1828" y="4666"/>
                  </a:lnTo>
                  <a:lnTo>
                    <a:pt x="1866" y="4628"/>
                  </a:lnTo>
                  <a:lnTo>
                    <a:pt x="1918" y="4602"/>
                  </a:lnTo>
                  <a:lnTo>
                    <a:pt x="1981" y="4589"/>
                  </a:lnTo>
                  <a:lnTo>
                    <a:pt x="2045" y="4576"/>
                  </a:lnTo>
                  <a:lnTo>
                    <a:pt x="2096" y="4589"/>
                  </a:lnTo>
                  <a:lnTo>
                    <a:pt x="2173" y="4602"/>
                  </a:lnTo>
                  <a:lnTo>
                    <a:pt x="2211" y="4628"/>
                  </a:lnTo>
                  <a:lnTo>
                    <a:pt x="2224" y="4640"/>
                  </a:lnTo>
                  <a:lnTo>
                    <a:pt x="2224" y="4666"/>
                  </a:lnTo>
                  <a:lnTo>
                    <a:pt x="2199" y="4717"/>
                  </a:lnTo>
                  <a:lnTo>
                    <a:pt x="2135" y="4806"/>
                  </a:lnTo>
                  <a:lnTo>
                    <a:pt x="2071" y="4896"/>
                  </a:lnTo>
                  <a:lnTo>
                    <a:pt x="2020" y="4960"/>
                  </a:lnTo>
                  <a:lnTo>
                    <a:pt x="1994" y="5037"/>
                  </a:lnTo>
                  <a:lnTo>
                    <a:pt x="1994" y="5100"/>
                  </a:lnTo>
                  <a:lnTo>
                    <a:pt x="2007" y="5164"/>
                  </a:lnTo>
                  <a:lnTo>
                    <a:pt x="2058" y="5267"/>
                  </a:lnTo>
                  <a:lnTo>
                    <a:pt x="2096" y="5382"/>
                  </a:lnTo>
                  <a:lnTo>
                    <a:pt x="2135" y="5446"/>
                  </a:lnTo>
                  <a:lnTo>
                    <a:pt x="2160" y="5484"/>
                  </a:lnTo>
                  <a:lnTo>
                    <a:pt x="2199" y="5497"/>
                  </a:lnTo>
                  <a:lnTo>
                    <a:pt x="2224" y="5497"/>
                  </a:lnTo>
                  <a:lnTo>
                    <a:pt x="2263" y="5484"/>
                  </a:lnTo>
                  <a:lnTo>
                    <a:pt x="2288" y="5484"/>
                  </a:lnTo>
                  <a:lnTo>
                    <a:pt x="2314" y="5509"/>
                  </a:lnTo>
                  <a:lnTo>
                    <a:pt x="2326" y="5535"/>
                  </a:lnTo>
                  <a:lnTo>
                    <a:pt x="2352" y="5612"/>
                  </a:lnTo>
                  <a:lnTo>
                    <a:pt x="2429" y="5573"/>
                  </a:lnTo>
                  <a:lnTo>
                    <a:pt x="2531" y="5535"/>
                  </a:lnTo>
                  <a:lnTo>
                    <a:pt x="2633" y="5535"/>
                  </a:lnTo>
                  <a:lnTo>
                    <a:pt x="2659" y="5548"/>
                  </a:lnTo>
                  <a:lnTo>
                    <a:pt x="2672" y="5586"/>
                  </a:lnTo>
                  <a:lnTo>
                    <a:pt x="2659" y="5612"/>
                  </a:lnTo>
                  <a:lnTo>
                    <a:pt x="2633" y="5637"/>
                  </a:lnTo>
                  <a:lnTo>
                    <a:pt x="2582" y="5676"/>
                  </a:lnTo>
                  <a:lnTo>
                    <a:pt x="2557" y="5701"/>
                  </a:lnTo>
                  <a:lnTo>
                    <a:pt x="2544" y="5727"/>
                  </a:lnTo>
                  <a:lnTo>
                    <a:pt x="2544" y="5765"/>
                  </a:lnTo>
                  <a:lnTo>
                    <a:pt x="2544" y="5803"/>
                  </a:lnTo>
                  <a:lnTo>
                    <a:pt x="2569" y="5829"/>
                  </a:lnTo>
                  <a:lnTo>
                    <a:pt x="2608" y="5829"/>
                  </a:lnTo>
                  <a:lnTo>
                    <a:pt x="2684" y="5842"/>
                  </a:lnTo>
                  <a:lnTo>
                    <a:pt x="2710" y="5842"/>
                  </a:lnTo>
                  <a:lnTo>
                    <a:pt x="2735" y="5854"/>
                  </a:lnTo>
                  <a:lnTo>
                    <a:pt x="2735" y="5880"/>
                  </a:lnTo>
                  <a:lnTo>
                    <a:pt x="2710" y="5931"/>
                  </a:lnTo>
                  <a:lnTo>
                    <a:pt x="2697" y="5957"/>
                  </a:lnTo>
                  <a:lnTo>
                    <a:pt x="2672" y="5982"/>
                  </a:lnTo>
                  <a:lnTo>
                    <a:pt x="2595" y="6008"/>
                  </a:lnTo>
                  <a:lnTo>
                    <a:pt x="2442" y="6059"/>
                  </a:lnTo>
                  <a:lnTo>
                    <a:pt x="2454" y="6097"/>
                  </a:lnTo>
                  <a:lnTo>
                    <a:pt x="2467" y="6123"/>
                  </a:lnTo>
                  <a:lnTo>
                    <a:pt x="2518" y="6148"/>
                  </a:lnTo>
                  <a:lnTo>
                    <a:pt x="2531" y="6174"/>
                  </a:lnTo>
                  <a:lnTo>
                    <a:pt x="2544" y="6187"/>
                  </a:lnTo>
                  <a:lnTo>
                    <a:pt x="2531" y="6212"/>
                  </a:lnTo>
                  <a:lnTo>
                    <a:pt x="2493" y="6251"/>
                  </a:lnTo>
                  <a:lnTo>
                    <a:pt x="2442" y="6276"/>
                  </a:lnTo>
                  <a:lnTo>
                    <a:pt x="2429" y="6289"/>
                  </a:lnTo>
                  <a:lnTo>
                    <a:pt x="2416" y="6315"/>
                  </a:lnTo>
                  <a:lnTo>
                    <a:pt x="2429" y="6353"/>
                  </a:lnTo>
                  <a:lnTo>
                    <a:pt x="2454" y="6404"/>
                  </a:lnTo>
                  <a:lnTo>
                    <a:pt x="2480" y="6455"/>
                  </a:lnTo>
                  <a:lnTo>
                    <a:pt x="2531" y="6519"/>
                  </a:lnTo>
                  <a:lnTo>
                    <a:pt x="2595" y="6570"/>
                  </a:lnTo>
                  <a:lnTo>
                    <a:pt x="2659" y="6621"/>
                  </a:lnTo>
                  <a:lnTo>
                    <a:pt x="2684" y="6647"/>
                  </a:lnTo>
                  <a:lnTo>
                    <a:pt x="2697" y="6685"/>
                  </a:lnTo>
                  <a:lnTo>
                    <a:pt x="2710" y="6711"/>
                  </a:lnTo>
                  <a:lnTo>
                    <a:pt x="2710" y="6749"/>
                  </a:lnTo>
                  <a:lnTo>
                    <a:pt x="2697" y="6775"/>
                  </a:lnTo>
                  <a:lnTo>
                    <a:pt x="2659" y="6787"/>
                  </a:lnTo>
                  <a:lnTo>
                    <a:pt x="2620" y="6800"/>
                  </a:lnTo>
                  <a:lnTo>
                    <a:pt x="2595" y="6800"/>
                  </a:lnTo>
                  <a:lnTo>
                    <a:pt x="2544" y="6762"/>
                  </a:lnTo>
                  <a:lnTo>
                    <a:pt x="2505" y="6736"/>
                  </a:lnTo>
                  <a:lnTo>
                    <a:pt x="2480" y="6724"/>
                  </a:lnTo>
                  <a:lnTo>
                    <a:pt x="2429" y="6724"/>
                  </a:lnTo>
                  <a:lnTo>
                    <a:pt x="2365" y="6749"/>
                  </a:lnTo>
                  <a:lnTo>
                    <a:pt x="2326" y="6762"/>
                  </a:lnTo>
                  <a:lnTo>
                    <a:pt x="2288" y="6762"/>
                  </a:lnTo>
                  <a:lnTo>
                    <a:pt x="2237" y="6749"/>
                  </a:lnTo>
                  <a:lnTo>
                    <a:pt x="2186" y="6724"/>
                  </a:lnTo>
                  <a:lnTo>
                    <a:pt x="2135" y="6711"/>
                  </a:lnTo>
                  <a:lnTo>
                    <a:pt x="2033" y="6711"/>
                  </a:lnTo>
                  <a:lnTo>
                    <a:pt x="1994" y="6736"/>
                  </a:lnTo>
                  <a:lnTo>
                    <a:pt x="1905" y="6775"/>
                  </a:lnTo>
                  <a:lnTo>
                    <a:pt x="1828" y="6813"/>
                  </a:lnTo>
                  <a:lnTo>
                    <a:pt x="1751" y="6839"/>
                  </a:lnTo>
                  <a:lnTo>
                    <a:pt x="1687" y="6839"/>
                  </a:lnTo>
                  <a:lnTo>
                    <a:pt x="1662" y="6826"/>
                  </a:lnTo>
                  <a:lnTo>
                    <a:pt x="1624" y="6800"/>
                  </a:lnTo>
                  <a:lnTo>
                    <a:pt x="1560" y="6736"/>
                  </a:lnTo>
                  <a:lnTo>
                    <a:pt x="1509" y="6672"/>
                  </a:lnTo>
                  <a:lnTo>
                    <a:pt x="1470" y="6660"/>
                  </a:lnTo>
                  <a:lnTo>
                    <a:pt x="1445" y="6647"/>
                  </a:lnTo>
                  <a:lnTo>
                    <a:pt x="1342" y="6647"/>
                  </a:lnTo>
                  <a:lnTo>
                    <a:pt x="1278" y="6672"/>
                  </a:lnTo>
                  <a:lnTo>
                    <a:pt x="1215" y="6698"/>
                  </a:lnTo>
                  <a:lnTo>
                    <a:pt x="1202" y="6711"/>
                  </a:lnTo>
                  <a:lnTo>
                    <a:pt x="1176" y="6724"/>
                  </a:lnTo>
                  <a:lnTo>
                    <a:pt x="1176" y="6749"/>
                  </a:lnTo>
                  <a:lnTo>
                    <a:pt x="1176" y="6775"/>
                  </a:lnTo>
                  <a:lnTo>
                    <a:pt x="1202" y="6813"/>
                  </a:lnTo>
                  <a:lnTo>
                    <a:pt x="1240" y="6851"/>
                  </a:lnTo>
                  <a:lnTo>
                    <a:pt x="1330" y="6902"/>
                  </a:lnTo>
                  <a:lnTo>
                    <a:pt x="1393" y="6928"/>
                  </a:lnTo>
                  <a:lnTo>
                    <a:pt x="1445" y="6966"/>
                  </a:lnTo>
                  <a:lnTo>
                    <a:pt x="1483" y="7005"/>
                  </a:lnTo>
                  <a:lnTo>
                    <a:pt x="1509" y="7069"/>
                  </a:lnTo>
                  <a:lnTo>
                    <a:pt x="1330" y="7171"/>
                  </a:lnTo>
                  <a:lnTo>
                    <a:pt x="1240" y="7235"/>
                  </a:lnTo>
                  <a:lnTo>
                    <a:pt x="1215" y="7260"/>
                  </a:lnTo>
                  <a:lnTo>
                    <a:pt x="1189" y="7299"/>
                  </a:lnTo>
                  <a:lnTo>
                    <a:pt x="1176" y="7324"/>
                  </a:lnTo>
                  <a:lnTo>
                    <a:pt x="1163" y="7363"/>
                  </a:lnTo>
                  <a:lnTo>
                    <a:pt x="1176" y="7401"/>
                  </a:lnTo>
                  <a:lnTo>
                    <a:pt x="1202" y="7426"/>
                  </a:lnTo>
                  <a:lnTo>
                    <a:pt x="1227" y="7439"/>
                  </a:lnTo>
                  <a:lnTo>
                    <a:pt x="1253" y="7439"/>
                  </a:lnTo>
                  <a:lnTo>
                    <a:pt x="1330" y="7426"/>
                  </a:lnTo>
                  <a:lnTo>
                    <a:pt x="1457" y="7363"/>
                  </a:lnTo>
                  <a:lnTo>
                    <a:pt x="1624" y="7299"/>
                  </a:lnTo>
                  <a:lnTo>
                    <a:pt x="1726" y="7273"/>
                  </a:lnTo>
                  <a:lnTo>
                    <a:pt x="1764" y="7273"/>
                  </a:lnTo>
                  <a:lnTo>
                    <a:pt x="1777" y="7286"/>
                  </a:lnTo>
                  <a:lnTo>
                    <a:pt x="1777" y="7311"/>
                  </a:lnTo>
                  <a:lnTo>
                    <a:pt x="1764" y="7337"/>
                  </a:lnTo>
                  <a:lnTo>
                    <a:pt x="1739" y="7401"/>
                  </a:lnTo>
                  <a:lnTo>
                    <a:pt x="1726" y="7465"/>
                  </a:lnTo>
                  <a:lnTo>
                    <a:pt x="1713" y="7542"/>
                  </a:lnTo>
                  <a:lnTo>
                    <a:pt x="1726" y="7618"/>
                  </a:lnTo>
                  <a:lnTo>
                    <a:pt x="1739" y="7682"/>
                  </a:lnTo>
                  <a:lnTo>
                    <a:pt x="1777" y="7746"/>
                  </a:lnTo>
                  <a:lnTo>
                    <a:pt x="1802" y="7784"/>
                  </a:lnTo>
                  <a:lnTo>
                    <a:pt x="1802" y="7797"/>
                  </a:lnTo>
                  <a:lnTo>
                    <a:pt x="1790" y="7823"/>
                  </a:lnTo>
                  <a:lnTo>
                    <a:pt x="1739" y="7887"/>
                  </a:lnTo>
                  <a:lnTo>
                    <a:pt x="1649" y="7989"/>
                  </a:lnTo>
                  <a:lnTo>
                    <a:pt x="1611" y="8027"/>
                  </a:lnTo>
                  <a:lnTo>
                    <a:pt x="1547" y="8066"/>
                  </a:lnTo>
                  <a:lnTo>
                    <a:pt x="1215" y="8244"/>
                  </a:lnTo>
                  <a:lnTo>
                    <a:pt x="857" y="8423"/>
                  </a:lnTo>
                  <a:lnTo>
                    <a:pt x="793" y="8462"/>
                  </a:lnTo>
                  <a:lnTo>
                    <a:pt x="754" y="8513"/>
                  </a:lnTo>
                  <a:lnTo>
                    <a:pt x="742" y="8551"/>
                  </a:lnTo>
                  <a:lnTo>
                    <a:pt x="742" y="8577"/>
                  </a:lnTo>
                  <a:lnTo>
                    <a:pt x="742" y="8615"/>
                  </a:lnTo>
                  <a:lnTo>
                    <a:pt x="754" y="8653"/>
                  </a:lnTo>
                  <a:lnTo>
                    <a:pt x="806" y="8717"/>
                  </a:lnTo>
                  <a:lnTo>
                    <a:pt x="857" y="8768"/>
                  </a:lnTo>
                  <a:lnTo>
                    <a:pt x="895" y="8807"/>
                  </a:lnTo>
                  <a:lnTo>
                    <a:pt x="933" y="8807"/>
                  </a:lnTo>
                  <a:lnTo>
                    <a:pt x="959" y="8794"/>
                  </a:lnTo>
                  <a:lnTo>
                    <a:pt x="1010" y="8756"/>
                  </a:lnTo>
                  <a:lnTo>
                    <a:pt x="1036" y="8781"/>
                  </a:lnTo>
                  <a:lnTo>
                    <a:pt x="1048" y="8820"/>
                  </a:lnTo>
                  <a:lnTo>
                    <a:pt x="1061" y="8845"/>
                  </a:lnTo>
                  <a:lnTo>
                    <a:pt x="1074" y="8883"/>
                  </a:lnTo>
                  <a:lnTo>
                    <a:pt x="1100" y="8896"/>
                  </a:lnTo>
                  <a:lnTo>
                    <a:pt x="1125" y="8909"/>
                  </a:lnTo>
                  <a:lnTo>
                    <a:pt x="1189" y="8909"/>
                  </a:lnTo>
                  <a:lnTo>
                    <a:pt x="1240" y="8896"/>
                  </a:lnTo>
                  <a:lnTo>
                    <a:pt x="1304" y="8845"/>
                  </a:lnTo>
                  <a:lnTo>
                    <a:pt x="1381" y="8781"/>
                  </a:lnTo>
                  <a:lnTo>
                    <a:pt x="1432" y="8756"/>
                  </a:lnTo>
                  <a:lnTo>
                    <a:pt x="1483" y="8730"/>
                  </a:lnTo>
                  <a:lnTo>
                    <a:pt x="1547" y="8717"/>
                  </a:lnTo>
                  <a:lnTo>
                    <a:pt x="1560" y="8717"/>
                  </a:lnTo>
                  <a:lnTo>
                    <a:pt x="1560" y="8730"/>
                  </a:lnTo>
                  <a:lnTo>
                    <a:pt x="1585" y="8756"/>
                  </a:lnTo>
                  <a:lnTo>
                    <a:pt x="1598" y="8768"/>
                  </a:lnTo>
                  <a:lnTo>
                    <a:pt x="1687" y="8768"/>
                  </a:lnTo>
                  <a:lnTo>
                    <a:pt x="1751" y="8743"/>
                  </a:lnTo>
                  <a:lnTo>
                    <a:pt x="1815" y="8717"/>
                  </a:lnTo>
                  <a:lnTo>
                    <a:pt x="1854" y="8730"/>
                  </a:lnTo>
                  <a:lnTo>
                    <a:pt x="1892" y="8743"/>
                  </a:lnTo>
                  <a:lnTo>
                    <a:pt x="1918" y="8781"/>
                  </a:lnTo>
                  <a:lnTo>
                    <a:pt x="1943" y="8820"/>
                  </a:lnTo>
                  <a:lnTo>
                    <a:pt x="1969" y="8871"/>
                  </a:lnTo>
                  <a:lnTo>
                    <a:pt x="1994" y="8909"/>
                  </a:lnTo>
                  <a:lnTo>
                    <a:pt x="2045" y="8960"/>
                  </a:lnTo>
                  <a:lnTo>
                    <a:pt x="2122" y="9011"/>
                  </a:lnTo>
                  <a:lnTo>
                    <a:pt x="2199" y="9062"/>
                  </a:lnTo>
                  <a:lnTo>
                    <a:pt x="2250" y="9062"/>
                  </a:lnTo>
                  <a:lnTo>
                    <a:pt x="2288" y="9075"/>
                  </a:lnTo>
                  <a:lnTo>
                    <a:pt x="2378" y="9062"/>
                  </a:lnTo>
                  <a:lnTo>
                    <a:pt x="2454" y="9050"/>
                  </a:lnTo>
                  <a:lnTo>
                    <a:pt x="2569" y="9050"/>
                  </a:lnTo>
                  <a:lnTo>
                    <a:pt x="2620" y="9037"/>
                  </a:lnTo>
                  <a:lnTo>
                    <a:pt x="2672" y="9011"/>
                  </a:lnTo>
                  <a:lnTo>
                    <a:pt x="2710" y="8986"/>
                  </a:lnTo>
                  <a:lnTo>
                    <a:pt x="2735" y="8960"/>
                  </a:lnTo>
                  <a:lnTo>
                    <a:pt x="2774" y="8909"/>
                  </a:lnTo>
                  <a:lnTo>
                    <a:pt x="2812" y="8871"/>
                  </a:lnTo>
                  <a:lnTo>
                    <a:pt x="2876" y="8845"/>
                  </a:lnTo>
                  <a:lnTo>
                    <a:pt x="2940" y="8794"/>
                  </a:lnTo>
                  <a:lnTo>
                    <a:pt x="2991" y="8743"/>
                  </a:lnTo>
                  <a:lnTo>
                    <a:pt x="3093" y="8641"/>
                  </a:lnTo>
                  <a:lnTo>
                    <a:pt x="3144" y="8590"/>
                  </a:lnTo>
                  <a:lnTo>
                    <a:pt x="3196" y="8577"/>
                  </a:lnTo>
                  <a:lnTo>
                    <a:pt x="3247" y="8577"/>
                  </a:lnTo>
                  <a:lnTo>
                    <a:pt x="3311" y="8602"/>
                  </a:lnTo>
                  <a:lnTo>
                    <a:pt x="3247" y="8705"/>
                  </a:lnTo>
                  <a:lnTo>
                    <a:pt x="3157" y="8807"/>
                  </a:lnTo>
                  <a:lnTo>
                    <a:pt x="2978" y="8986"/>
                  </a:lnTo>
                  <a:lnTo>
                    <a:pt x="2940" y="9024"/>
                  </a:lnTo>
                  <a:lnTo>
                    <a:pt x="2889" y="9062"/>
                  </a:lnTo>
                  <a:lnTo>
                    <a:pt x="2787" y="9114"/>
                  </a:lnTo>
                  <a:lnTo>
                    <a:pt x="2748" y="9152"/>
                  </a:lnTo>
                  <a:lnTo>
                    <a:pt x="2723" y="9190"/>
                  </a:lnTo>
                  <a:lnTo>
                    <a:pt x="2735" y="9229"/>
                  </a:lnTo>
                  <a:lnTo>
                    <a:pt x="2748" y="9280"/>
                  </a:lnTo>
                  <a:lnTo>
                    <a:pt x="2684" y="9318"/>
                  </a:lnTo>
                  <a:lnTo>
                    <a:pt x="2633" y="9344"/>
                  </a:lnTo>
                  <a:lnTo>
                    <a:pt x="2569" y="9356"/>
                  </a:lnTo>
                  <a:lnTo>
                    <a:pt x="2518" y="9369"/>
                  </a:lnTo>
                  <a:lnTo>
                    <a:pt x="2390" y="9369"/>
                  </a:lnTo>
                  <a:lnTo>
                    <a:pt x="2263" y="9356"/>
                  </a:lnTo>
                  <a:lnTo>
                    <a:pt x="2045" y="9356"/>
                  </a:lnTo>
                  <a:lnTo>
                    <a:pt x="1841" y="9395"/>
                  </a:lnTo>
                  <a:lnTo>
                    <a:pt x="1764" y="9420"/>
                  </a:lnTo>
                  <a:lnTo>
                    <a:pt x="1726" y="9459"/>
                  </a:lnTo>
                  <a:lnTo>
                    <a:pt x="1700" y="9497"/>
                  </a:lnTo>
                  <a:lnTo>
                    <a:pt x="1700" y="9561"/>
                  </a:lnTo>
                  <a:lnTo>
                    <a:pt x="1611" y="9612"/>
                  </a:lnTo>
                  <a:lnTo>
                    <a:pt x="1534" y="9650"/>
                  </a:lnTo>
                  <a:lnTo>
                    <a:pt x="1470" y="9714"/>
                  </a:lnTo>
                  <a:lnTo>
                    <a:pt x="1419" y="9791"/>
                  </a:lnTo>
                  <a:lnTo>
                    <a:pt x="1330" y="9931"/>
                  </a:lnTo>
                  <a:lnTo>
                    <a:pt x="1227" y="10072"/>
                  </a:lnTo>
                  <a:lnTo>
                    <a:pt x="1100" y="10238"/>
                  </a:lnTo>
                  <a:lnTo>
                    <a:pt x="1036" y="10328"/>
                  </a:lnTo>
                  <a:lnTo>
                    <a:pt x="959" y="10404"/>
                  </a:lnTo>
                  <a:lnTo>
                    <a:pt x="844" y="10519"/>
                  </a:lnTo>
                  <a:lnTo>
                    <a:pt x="780" y="10571"/>
                  </a:lnTo>
                  <a:lnTo>
                    <a:pt x="729" y="10596"/>
                  </a:lnTo>
                  <a:lnTo>
                    <a:pt x="601" y="10647"/>
                  </a:lnTo>
                  <a:lnTo>
                    <a:pt x="627" y="10762"/>
                  </a:lnTo>
                  <a:lnTo>
                    <a:pt x="716" y="10737"/>
                  </a:lnTo>
                  <a:lnTo>
                    <a:pt x="754" y="10724"/>
                  </a:lnTo>
                  <a:lnTo>
                    <a:pt x="780" y="10724"/>
                  </a:lnTo>
                  <a:lnTo>
                    <a:pt x="806" y="10737"/>
                  </a:lnTo>
                  <a:lnTo>
                    <a:pt x="806" y="10749"/>
                  </a:lnTo>
                  <a:lnTo>
                    <a:pt x="818" y="10788"/>
                  </a:lnTo>
                  <a:lnTo>
                    <a:pt x="831" y="10826"/>
                  </a:lnTo>
                  <a:lnTo>
                    <a:pt x="844" y="10839"/>
                  </a:lnTo>
                  <a:lnTo>
                    <a:pt x="869" y="10852"/>
                  </a:lnTo>
                  <a:lnTo>
                    <a:pt x="921" y="10839"/>
                  </a:lnTo>
                  <a:lnTo>
                    <a:pt x="972" y="10813"/>
                  </a:lnTo>
                  <a:lnTo>
                    <a:pt x="1048" y="10749"/>
                  </a:lnTo>
                  <a:lnTo>
                    <a:pt x="1074" y="10711"/>
                  </a:lnTo>
                  <a:lnTo>
                    <a:pt x="1087" y="10686"/>
                  </a:lnTo>
                  <a:lnTo>
                    <a:pt x="1087" y="10647"/>
                  </a:lnTo>
                  <a:lnTo>
                    <a:pt x="1100" y="10609"/>
                  </a:lnTo>
                  <a:lnTo>
                    <a:pt x="1125" y="10583"/>
                  </a:lnTo>
                  <a:lnTo>
                    <a:pt x="1138" y="10571"/>
                  </a:lnTo>
                  <a:lnTo>
                    <a:pt x="1202" y="10558"/>
                  </a:lnTo>
                  <a:lnTo>
                    <a:pt x="1215" y="10558"/>
                  </a:lnTo>
                  <a:lnTo>
                    <a:pt x="1253" y="10571"/>
                  </a:lnTo>
                  <a:lnTo>
                    <a:pt x="1317" y="10545"/>
                  </a:lnTo>
                  <a:lnTo>
                    <a:pt x="1381" y="10519"/>
                  </a:lnTo>
                  <a:lnTo>
                    <a:pt x="1470" y="10494"/>
                  </a:lnTo>
                  <a:lnTo>
                    <a:pt x="1560" y="10468"/>
                  </a:lnTo>
                  <a:lnTo>
                    <a:pt x="1662" y="10468"/>
                  </a:lnTo>
                  <a:lnTo>
                    <a:pt x="1739" y="10481"/>
                  </a:lnTo>
                  <a:lnTo>
                    <a:pt x="1828" y="10519"/>
                  </a:lnTo>
                  <a:lnTo>
                    <a:pt x="1879" y="10532"/>
                  </a:lnTo>
                  <a:lnTo>
                    <a:pt x="1930" y="10545"/>
                  </a:lnTo>
                  <a:lnTo>
                    <a:pt x="2160" y="10545"/>
                  </a:lnTo>
                  <a:lnTo>
                    <a:pt x="2237" y="10532"/>
                  </a:lnTo>
                  <a:lnTo>
                    <a:pt x="2263" y="10519"/>
                  </a:lnTo>
                  <a:lnTo>
                    <a:pt x="2288" y="10481"/>
                  </a:lnTo>
                  <a:lnTo>
                    <a:pt x="2339" y="10404"/>
                  </a:lnTo>
                  <a:lnTo>
                    <a:pt x="2365" y="10315"/>
                  </a:lnTo>
                  <a:lnTo>
                    <a:pt x="2378" y="10251"/>
                  </a:lnTo>
                  <a:lnTo>
                    <a:pt x="2378" y="10174"/>
                  </a:lnTo>
                  <a:lnTo>
                    <a:pt x="2403" y="10085"/>
                  </a:lnTo>
                  <a:lnTo>
                    <a:pt x="2416" y="10059"/>
                  </a:lnTo>
                  <a:lnTo>
                    <a:pt x="2442" y="10021"/>
                  </a:lnTo>
                  <a:lnTo>
                    <a:pt x="2493" y="9995"/>
                  </a:lnTo>
                  <a:lnTo>
                    <a:pt x="2544" y="9970"/>
                  </a:lnTo>
                  <a:lnTo>
                    <a:pt x="2595" y="9957"/>
                  </a:lnTo>
                  <a:lnTo>
                    <a:pt x="2659" y="9944"/>
                  </a:lnTo>
                  <a:lnTo>
                    <a:pt x="2787" y="9944"/>
                  </a:lnTo>
                  <a:lnTo>
                    <a:pt x="2902" y="9957"/>
                  </a:lnTo>
                  <a:lnTo>
                    <a:pt x="3004" y="9957"/>
                  </a:lnTo>
                  <a:lnTo>
                    <a:pt x="3106" y="9995"/>
                  </a:lnTo>
                  <a:lnTo>
                    <a:pt x="3157" y="10021"/>
                  </a:lnTo>
                  <a:lnTo>
                    <a:pt x="3196" y="10059"/>
                  </a:lnTo>
                  <a:lnTo>
                    <a:pt x="3247" y="10085"/>
                  </a:lnTo>
                  <a:lnTo>
                    <a:pt x="3298" y="10098"/>
                  </a:lnTo>
                  <a:lnTo>
                    <a:pt x="3362" y="10098"/>
                  </a:lnTo>
                  <a:lnTo>
                    <a:pt x="3438" y="10059"/>
                  </a:lnTo>
                  <a:lnTo>
                    <a:pt x="3515" y="10034"/>
                  </a:lnTo>
                  <a:lnTo>
                    <a:pt x="3579" y="10008"/>
                  </a:lnTo>
                  <a:lnTo>
                    <a:pt x="3643" y="10008"/>
                  </a:lnTo>
                  <a:lnTo>
                    <a:pt x="3694" y="10021"/>
                  </a:lnTo>
                  <a:lnTo>
                    <a:pt x="3745" y="10021"/>
                  </a:lnTo>
                  <a:lnTo>
                    <a:pt x="3796" y="10008"/>
                  </a:lnTo>
                  <a:lnTo>
                    <a:pt x="3771" y="9957"/>
                  </a:lnTo>
                  <a:lnTo>
                    <a:pt x="3745" y="9919"/>
                  </a:lnTo>
                  <a:lnTo>
                    <a:pt x="3668" y="9829"/>
                  </a:lnTo>
                  <a:lnTo>
                    <a:pt x="3732" y="9804"/>
                  </a:lnTo>
                  <a:lnTo>
                    <a:pt x="3796" y="9778"/>
                  </a:lnTo>
                  <a:lnTo>
                    <a:pt x="3847" y="9765"/>
                  </a:lnTo>
                  <a:lnTo>
                    <a:pt x="3899" y="9778"/>
                  </a:lnTo>
                  <a:lnTo>
                    <a:pt x="4014" y="9778"/>
                  </a:lnTo>
                  <a:lnTo>
                    <a:pt x="4077" y="9753"/>
                  </a:lnTo>
                  <a:lnTo>
                    <a:pt x="4141" y="9701"/>
                  </a:lnTo>
                  <a:lnTo>
                    <a:pt x="4154" y="9663"/>
                  </a:lnTo>
                  <a:lnTo>
                    <a:pt x="4167" y="9638"/>
                  </a:lnTo>
                  <a:lnTo>
                    <a:pt x="4167" y="9599"/>
                  </a:lnTo>
                  <a:lnTo>
                    <a:pt x="4154" y="9561"/>
                  </a:lnTo>
                  <a:lnTo>
                    <a:pt x="4244" y="9535"/>
                  </a:lnTo>
                  <a:lnTo>
                    <a:pt x="4320" y="9535"/>
                  </a:lnTo>
                  <a:lnTo>
                    <a:pt x="4410" y="9561"/>
                  </a:lnTo>
                  <a:lnTo>
                    <a:pt x="4448" y="9574"/>
                  </a:lnTo>
                  <a:lnTo>
                    <a:pt x="4486" y="9574"/>
                  </a:lnTo>
                  <a:lnTo>
                    <a:pt x="4576" y="9561"/>
                  </a:lnTo>
                  <a:lnTo>
                    <a:pt x="4653" y="9535"/>
                  </a:lnTo>
                  <a:lnTo>
                    <a:pt x="4691" y="9523"/>
                  </a:lnTo>
                  <a:lnTo>
                    <a:pt x="4729" y="9535"/>
                  </a:lnTo>
                  <a:lnTo>
                    <a:pt x="4755" y="9548"/>
                  </a:lnTo>
                  <a:lnTo>
                    <a:pt x="4780" y="9586"/>
                  </a:lnTo>
                  <a:lnTo>
                    <a:pt x="4780" y="9612"/>
                  </a:lnTo>
                  <a:lnTo>
                    <a:pt x="4768" y="9650"/>
                  </a:lnTo>
                  <a:lnTo>
                    <a:pt x="4780" y="9676"/>
                  </a:lnTo>
                  <a:lnTo>
                    <a:pt x="4793" y="9701"/>
                  </a:lnTo>
                  <a:lnTo>
                    <a:pt x="4831" y="9714"/>
                  </a:lnTo>
                  <a:lnTo>
                    <a:pt x="4870" y="9701"/>
                  </a:lnTo>
                  <a:lnTo>
                    <a:pt x="4934" y="9663"/>
                  </a:lnTo>
                  <a:lnTo>
                    <a:pt x="5023" y="9612"/>
                  </a:lnTo>
                  <a:lnTo>
                    <a:pt x="5074" y="9586"/>
                  </a:lnTo>
                  <a:lnTo>
                    <a:pt x="5138" y="9574"/>
                  </a:lnTo>
                  <a:lnTo>
                    <a:pt x="5202" y="9574"/>
                  </a:lnTo>
                  <a:lnTo>
                    <a:pt x="5266" y="9599"/>
                  </a:lnTo>
                  <a:lnTo>
                    <a:pt x="5394" y="9638"/>
                  </a:lnTo>
                  <a:lnTo>
                    <a:pt x="5509" y="9638"/>
                  </a:lnTo>
                  <a:lnTo>
                    <a:pt x="5624" y="9612"/>
                  </a:lnTo>
                  <a:lnTo>
                    <a:pt x="5752" y="9548"/>
                  </a:lnTo>
                  <a:lnTo>
                    <a:pt x="5943" y="9459"/>
                  </a:lnTo>
                  <a:lnTo>
                    <a:pt x="6148" y="9356"/>
                  </a:lnTo>
                  <a:lnTo>
                    <a:pt x="6186" y="9331"/>
                  </a:lnTo>
                  <a:lnTo>
                    <a:pt x="6225" y="9292"/>
                  </a:lnTo>
                  <a:lnTo>
                    <a:pt x="6263" y="9229"/>
                  </a:lnTo>
                  <a:lnTo>
                    <a:pt x="6327" y="9062"/>
                  </a:lnTo>
                  <a:lnTo>
                    <a:pt x="6352" y="9011"/>
                  </a:lnTo>
                  <a:lnTo>
                    <a:pt x="6378" y="8947"/>
                  </a:lnTo>
                  <a:lnTo>
                    <a:pt x="6378" y="8909"/>
                  </a:lnTo>
                  <a:lnTo>
                    <a:pt x="6378" y="8883"/>
                  </a:lnTo>
                  <a:lnTo>
                    <a:pt x="6378" y="8845"/>
                  </a:lnTo>
                  <a:lnTo>
                    <a:pt x="6352" y="8820"/>
                  </a:lnTo>
                  <a:lnTo>
                    <a:pt x="6314" y="8807"/>
                  </a:lnTo>
                  <a:lnTo>
                    <a:pt x="5943" y="8807"/>
                  </a:lnTo>
                  <a:lnTo>
                    <a:pt x="5867" y="8794"/>
                  </a:lnTo>
                  <a:lnTo>
                    <a:pt x="5828" y="8781"/>
                  </a:lnTo>
                  <a:lnTo>
                    <a:pt x="5816" y="8756"/>
                  </a:lnTo>
                  <a:lnTo>
                    <a:pt x="5790" y="8730"/>
                  </a:lnTo>
                  <a:lnTo>
                    <a:pt x="5790" y="8705"/>
                  </a:lnTo>
                  <a:lnTo>
                    <a:pt x="5803" y="8679"/>
                  </a:lnTo>
                  <a:lnTo>
                    <a:pt x="5828" y="8653"/>
                  </a:lnTo>
                  <a:lnTo>
                    <a:pt x="5918" y="8615"/>
                  </a:lnTo>
                  <a:lnTo>
                    <a:pt x="6007" y="8577"/>
                  </a:lnTo>
                  <a:lnTo>
                    <a:pt x="6071" y="8538"/>
                  </a:lnTo>
                  <a:lnTo>
                    <a:pt x="6097" y="8513"/>
                  </a:lnTo>
                  <a:lnTo>
                    <a:pt x="6110" y="8500"/>
                  </a:lnTo>
                  <a:lnTo>
                    <a:pt x="6084" y="8436"/>
                  </a:lnTo>
                  <a:lnTo>
                    <a:pt x="6058" y="8359"/>
                  </a:lnTo>
                  <a:lnTo>
                    <a:pt x="6058" y="8321"/>
                  </a:lnTo>
                  <a:lnTo>
                    <a:pt x="6071" y="8283"/>
                  </a:lnTo>
                  <a:lnTo>
                    <a:pt x="6135" y="8232"/>
                  </a:lnTo>
                  <a:lnTo>
                    <a:pt x="6199" y="8193"/>
                  </a:lnTo>
                  <a:lnTo>
                    <a:pt x="6263" y="8155"/>
                  </a:lnTo>
                  <a:lnTo>
                    <a:pt x="6327" y="8091"/>
                  </a:lnTo>
                  <a:lnTo>
                    <a:pt x="6352" y="8040"/>
                  </a:lnTo>
                  <a:lnTo>
                    <a:pt x="6391" y="7976"/>
                  </a:lnTo>
                  <a:lnTo>
                    <a:pt x="6442" y="7861"/>
                  </a:lnTo>
                  <a:lnTo>
                    <a:pt x="6480" y="7797"/>
                  </a:lnTo>
                  <a:lnTo>
                    <a:pt x="6493" y="7733"/>
                  </a:lnTo>
                  <a:lnTo>
                    <a:pt x="6493" y="7657"/>
                  </a:lnTo>
                  <a:lnTo>
                    <a:pt x="6493" y="7580"/>
                  </a:lnTo>
                  <a:lnTo>
                    <a:pt x="6455" y="7426"/>
                  </a:lnTo>
                  <a:lnTo>
                    <a:pt x="6416" y="7299"/>
                  </a:lnTo>
                  <a:lnTo>
                    <a:pt x="6365" y="7184"/>
                  </a:lnTo>
                  <a:lnTo>
                    <a:pt x="6301" y="7094"/>
                  </a:lnTo>
                  <a:lnTo>
                    <a:pt x="6225" y="7018"/>
                  </a:lnTo>
                  <a:lnTo>
                    <a:pt x="6110" y="6954"/>
                  </a:lnTo>
                  <a:lnTo>
                    <a:pt x="6033" y="6928"/>
                  </a:lnTo>
                  <a:lnTo>
                    <a:pt x="5943" y="6915"/>
                  </a:lnTo>
                  <a:lnTo>
                    <a:pt x="5854" y="6902"/>
                  </a:lnTo>
                  <a:lnTo>
                    <a:pt x="5752" y="6890"/>
                  </a:lnTo>
                  <a:lnTo>
                    <a:pt x="5649" y="6902"/>
                  </a:lnTo>
                  <a:lnTo>
                    <a:pt x="5560" y="6915"/>
                  </a:lnTo>
                  <a:lnTo>
                    <a:pt x="5483" y="6954"/>
                  </a:lnTo>
                  <a:lnTo>
                    <a:pt x="5419" y="6992"/>
                  </a:lnTo>
                  <a:lnTo>
                    <a:pt x="5381" y="7043"/>
                  </a:lnTo>
                  <a:lnTo>
                    <a:pt x="5356" y="7094"/>
                  </a:lnTo>
                  <a:lnTo>
                    <a:pt x="5330" y="7120"/>
                  </a:lnTo>
                  <a:lnTo>
                    <a:pt x="5304" y="7133"/>
                  </a:lnTo>
                  <a:lnTo>
                    <a:pt x="5266" y="7145"/>
                  </a:lnTo>
                  <a:lnTo>
                    <a:pt x="5189" y="7145"/>
                  </a:lnTo>
                  <a:lnTo>
                    <a:pt x="5113" y="7133"/>
                  </a:lnTo>
                  <a:lnTo>
                    <a:pt x="5049" y="7107"/>
                  </a:lnTo>
                  <a:lnTo>
                    <a:pt x="5023" y="7081"/>
                  </a:lnTo>
                  <a:lnTo>
                    <a:pt x="4998" y="7069"/>
                  </a:lnTo>
                  <a:lnTo>
                    <a:pt x="4985" y="7030"/>
                  </a:lnTo>
                  <a:lnTo>
                    <a:pt x="4985" y="7005"/>
                  </a:lnTo>
                  <a:lnTo>
                    <a:pt x="4998" y="6954"/>
                  </a:lnTo>
                  <a:lnTo>
                    <a:pt x="5036" y="6902"/>
                  </a:lnTo>
                  <a:lnTo>
                    <a:pt x="5087" y="6864"/>
                  </a:lnTo>
                  <a:lnTo>
                    <a:pt x="5202" y="6787"/>
                  </a:lnTo>
                  <a:lnTo>
                    <a:pt x="5253" y="6736"/>
                  </a:lnTo>
                  <a:lnTo>
                    <a:pt x="5279" y="6698"/>
                  </a:lnTo>
                  <a:lnTo>
                    <a:pt x="5279" y="6660"/>
                  </a:lnTo>
                  <a:lnTo>
                    <a:pt x="5279" y="6634"/>
                  </a:lnTo>
                  <a:lnTo>
                    <a:pt x="5240" y="6557"/>
                  </a:lnTo>
                  <a:lnTo>
                    <a:pt x="5164" y="6442"/>
                  </a:lnTo>
                  <a:lnTo>
                    <a:pt x="5113" y="6366"/>
                  </a:lnTo>
                  <a:lnTo>
                    <a:pt x="5062" y="6302"/>
                  </a:lnTo>
                  <a:lnTo>
                    <a:pt x="4998" y="6238"/>
                  </a:lnTo>
                  <a:lnTo>
                    <a:pt x="4921" y="6187"/>
                  </a:lnTo>
                  <a:lnTo>
                    <a:pt x="4844" y="6148"/>
                  </a:lnTo>
                  <a:lnTo>
                    <a:pt x="4780" y="6136"/>
                  </a:lnTo>
                  <a:lnTo>
                    <a:pt x="4461" y="6136"/>
                  </a:lnTo>
                  <a:lnTo>
                    <a:pt x="4371" y="6123"/>
                  </a:lnTo>
                  <a:lnTo>
                    <a:pt x="4333" y="6110"/>
                  </a:lnTo>
                  <a:lnTo>
                    <a:pt x="4320" y="6097"/>
                  </a:lnTo>
                  <a:lnTo>
                    <a:pt x="4397" y="6059"/>
                  </a:lnTo>
                  <a:lnTo>
                    <a:pt x="4474" y="6033"/>
                  </a:lnTo>
                  <a:lnTo>
                    <a:pt x="4550" y="6021"/>
                  </a:lnTo>
                  <a:lnTo>
                    <a:pt x="4627" y="6021"/>
                  </a:lnTo>
                  <a:lnTo>
                    <a:pt x="4793" y="6008"/>
                  </a:lnTo>
                  <a:lnTo>
                    <a:pt x="4870" y="5995"/>
                  </a:lnTo>
                  <a:lnTo>
                    <a:pt x="4895" y="5982"/>
                  </a:lnTo>
                  <a:lnTo>
                    <a:pt x="4921" y="5957"/>
                  </a:lnTo>
                  <a:lnTo>
                    <a:pt x="4921" y="5931"/>
                  </a:lnTo>
                  <a:lnTo>
                    <a:pt x="4921" y="5906"/>
                  </a:lnTo>
                  <a:lnTo>
                    <a:pt x="4883" y="5880"/>
                  </a:lnTo>
                  <a:lnTo>
                    <a:pt x="4844" y="5842"/>
                  </a:lnTo>
                  <a:lnTo>
                    <a:pt x="4806" y="5803"/>
                  </a:lnTo>
                  <a:lnTo>
                    <a:pt x="4768" y="5739"/>
                  </a:lnTo>
                  <a:lnTo>
                    <a:pt x="4742" y="5650"/>
                  </a:lnTo>
                  <a:lnTo>
                    <a:pt x="4716" y="5573"/>
                  </a:lnTo>
                  <a:lnTo>
                    <a:pt x="4691" y="5497"/>
                  </a:lnTo>
                  <a:lnTo>
                    <a:pt x="4640" y="5394"/>
                  </a:lnTo>
                  <a:lnTo>
                    <a:pt x="4550" y="5279"/>
                  </a:lnTo>
                  <a:lnTo>
                    <a:pt x="4461" y="5190"/>
                  </a:lnTo>
                  <a:lnTo>
                    <a:pt x="4359" y="5113"/>
                  </a:lnTo>
                  <a:lnTo>
                    <a:pt x="4244" y="5062"/>
                  </a:lnTo>
                  <a:lnTo>
                    <a:pt x="4116" y="5011"/>
                  </a:lnTo>
                  <a:lnTo>
                    <a:pt x="4039" y="4998"/>
                  </a:lnTo>
                  <a:lnTo>
                    <a:pt x="3962" y="4985"/>
                  </a:lnTo>
                  <a:lnTo>
                    <a:pt x="3873" y="4985"/>
                  </a:lnTo>
                  <a:lnTo>
                    <a:pt x="3835" y="4973"/>
                  </a:lnTo>
                  <a:lnTo>
                    <a:pt x="3796" y="4960"/>
                  </a:lnTo>
                  <a:lnTo>
                    <a:pt x="3771" y="4934"/>
                  </a:lnTo>
                  <a:lnTo>
                    <a:pt x="3745" y="4896"/>
                  </a:lnTo>
                  <a:lnTo>
                    <a:pt x="3694" y="4819"/>
                  </a:lnTo>
                  <a:lnTo>
                    <a:pt x="3643" y="4730"/>
                  </a:lnTo>
                  <a:lnTo>
                    <a:pt x="3592" y="4666"/>
                  </a:lnTo>
                  <a:lnTo>
                    <a:pt x="3528" y="4589"/>
                  </a:lnTo>
                  <a:lnTo>
                    <a:pt x="3464" y="4513"/>
                  </a:lnTo>
                  <a:lnTo>
                    <a:pt x="3426" y="4423"/>
                  </a:lnTo>
                  <a:lnTo>
                    <a:pt x="3413" y="4372"/>
                  </a:lnTo>
                  <a:lnTo>
                    <a:pt x="3413" y="4334"/>
                  </a:lnTo>
                  <a:lnTo>
                    <a:pt x="3426" y="4180"/>
                  </a:lnTo>
                  <a:lnTo>
                    <a:pt x="3426" y="4104"/>
                  </a:lnTo>
                  <a:lnTo>
                    <a:pt x="3413" y="4027"/>
                  </a:lnTo>
                  <a:lnTo>
                    <a:pt x="3336" y="3861"/>
                  </a:lnTo>
                  <a:lnTo>
                    <a:pt x="3298" y="3771"/>
                  </a:lnTo>
                  <a:lnTo>
                    <a:pt x="3247" y="3695"/>
                  </a:lnTo>
                  <a:lnTo>
                    <a:pt x="3196" y="3643"/>
                  </a:lnTo>
                  <a:lnTo>
                    <a:pt x="3132" y="3605"/>
                  </a:lnTo>
                  <a:lnTo>
                    <a:pt x="2966" y="3554"/>
                  </a:lnTo>
                  <a:lnTo>
                    <a:pt x="2876" y="3516"/>
                  </a:lnTo>
                  <a:lnTo>
                    <a:pt x="2812" y="3465"/>
                  </a:lnTo>
                  <a:lnTo>
                    <a:pt x="2659" y="3375"/>
                  </a:lnTo>
                  <a:lnTo>
                    <a:pt x="2608" y="3349"/>
                  </a:lnTo>
                  <a:lnTo>
                    <a:pt x="2467" y="3349"/>
                  </a:lnTo>
                  <a:lnTo>
                    <a:pt x="2275" y="3388"/>
                  </a:lnTo>
                  <a:lnTo>
                    <a:pt x="2199" y="3401"/>
                  </a:lnTo>
                  <a:lnTo>
                    <a:pt x="2109" y="3401"/>
                  </a:lnTo>
                  <a:lnTo>
                    <a:pt x="1956" y="3388"/>
                  </a:lnTo>
                  <a:lnTo>
                    <a:pt x="1879" y="3362"/>
                  </a:lnTo>
                  <a:lnTo>
                    <a:pt x="1841" y="3349"/>
                  </a:lnTo>
                  <a:lnTo>
                    <a:pt x="1815" y="3324"/>
                  </a:lnTo>
                  <a:lnTo>
                    <a:pt x="1866" y="3298"/>
                  </a:lnTo>
                  <a:lnTo>
                    <a:pt x="2058" y="3298"/>
                  </a:lnTo>
                  <a:lnTo>
                    <a:pt x="2096" y="3234"/>
                  </a:lnTo>
                  <a:lnTo>
                    <a:pt x="2122" y="3196"/>
                  </a:lnTo>
                  <a:lnTo>
                    <a:pt x="2173" y="3158"/>
                  </a:lnTo>
                  <a:lnTo>
                    <a:pt x="2263" y="3107"/>
                  </a:lnTo>
                  <a:lnTo>
                    <a:pt x="2378" y="3068"/>
                  </a:lnTo>
                  <a:lnTo>
                    <a:pt x="2493" y="3043"/>
                  </a:lnTo>
                  <a:lnTo>
                    <a:pt x="2454" y="2966"/>
                  </a:lnTo>
                  <a:lnTo>
                    <a:pt x="2429" y="2902"/>
                  </a:lnTo>
                  <a:lnTo>
                    <a:pt x="2390" y="2889"/>
                  </a:lnTo>
                  <a:lnTo>
                    <a:pt x="2365" y="2877"/>
                  </a:lnTo>
                  <a:lnTo>
                    <a:pt x="2314" y="2864"/>
                  </a:lnTo>
                  <a:lnTo>
                    <a:pt x="2263" y="2877"/>
                  </a:lnTo>
                  <a:lnTo>
                    <a:pt x="2199" y="2889"/>
                  </a:lnTo>
                  <a:lnTo>
                    <a:pt x="2135" y="2915"/>
                  </a:lnTo>
                  <a:lnTo>
                    <a:pt x="2122" y="2877"/>
                  </a:lnTo>
                  <a:lnTo>
                    <a:pt x="2122" y="2838"/>
                  </a:lnTo>
                  <a:lnTo>
                    <a:pt x="2148" y="2813"/>
                  </a:lnTo>
                  <a:lnTo>
                    <a:pt x="2186" y="2800"/>
                  </a:lnTo>
                  <a:lnTo>
                    <a:pt x="2378" y="2723"/>
                  </a:lnTo>
                  <a:lnTo>
                    <a:pt x="2467" y="2698"/>
                  </a:lnTo>
                  <a:lnTo>
                    <a:pt x="2557" y="2659"/>
                  </a:lnTo>
                  <a:lnTo>
                    <a:pt x="2544" y="2608"/>
                  </a:lnTo>
                  <a:lnTo>
                    <a:pt x="2557" y="2544"/>
                  </a:lnTo>
                  <a:lnTo>
                    <a:pt x="2582" y="2480"/>
                  </a:lnTo>
                  <a:lnTo>
                    <a:pt x="2608" y="2417"/>
                  </a:lnTo>
                  <a:lnTo>
                    <a:pt x="2748" y="2199"/>
                  </a:lnTo>
                  <a:lnTo>
                    <a:pt x="2799" y="2097"/>
                  </a:lnTo>
                  <a:lnTo>
                    <a:pt x="2825" y="1982"/>
                  </a:lnTo>
                  <a:lnTo>
                    <a:pt x="2902" y="1765"/>
                  </a:lnTo>
                  <a:lnTo>
                    <a:pt x="2927" y="1701"/>
                  </a:lnTo>
                  <a:lnTo>
                    <a:pt x="2953" y="1637"/>
                  </a:lnTo>
                  <a:lnTo>
                    <a:pt x="3004" y="1573"/>
                  </a:lnTo>
                  <a:lnTo>
                    <a:pt x="3029" y="1547"/>
                  </a:lnTo>
                  <a:lnTo>
                    <a:pt x="3055" y="1509"/>
                  </a:lnTo>
                  <a:lnTo>
                    <a:pt x="3068" y="1471"/>
                  </a:lnTo>
                  <a:lnTo>
                    <a:pt x="3055" y="1432"/>
                  </a:lnTo>
                  <a:lnTo>
                    <a:pt x="3029" y="1356"/>
                  </a:lnTo>
                  <a:lnTo>
                    <a:pt x="2978" y="1292"/>
                  </a:lnTo>
                  <a:lnTo>
                    <a:pt x="2940" y="1215"/>
                  </a:lnTo>
                  <a:lnTo>
                    <a:pt x="2838" y="1228"/>
                  </a:lnTo>
                  <a:lnTo>
                    <a:pt x="2723" y="1228"/>
                  </a:lnTo>
                  <a:lnTo>
                    <a:pt x="2505" y="1215"/>
                  </a:lnTo>
                  <a:lnTo>
                    <a:pt x="2326" y="1215"/>
                  </a:lnTo>
                  <a:lnTo>
                    <a:pt x="2135" y="1228"/>
                  </a:lnTo>
                  <a:lnTo>
                    <a:pt x="2007" y="1253"/>
                  </a:lnTo>
                  <a:lnTo>
                    <a:pt x="1879" y="1279"/>
                  </a:lnTo>
                  <a:lnTo>
                    <a:pt x="1764" y="1317"/>
                  </a:lnTo>
                  <a:lnTo>
                    <a:pt x="1636" y="1394"/>
                  </a:lnTo>
                  <a:lnTo>
                    <a:pt x="1470" y="1496"/>
                  </a:lnTo>
                  <a:lnTo>
                    <a:pt x="1381" y="1535"/>
                  </a:lnTo>
                  <a:lnTo>
                    <a:pt x="1278" y="1573"/>
                  </a:lnTo>
                  <a:lnTo>
                    <a:pt x="1266" y="1547"/>
                  </a:lnTo>
                  <a:lnTo>
                    <a:pt x="1253" y="1522"/>
                  </a:lnTo>
                  <a:lnTo>
                    <a:pt x="1240" y="1496"/>
                  </a:lnTo>
                  <a:lnTo>
                    <a:pt x="1253" y="1471"/>
                  </a:lnTo>
                  <a:lnTo>
                    <a:pt x="1266" y="1445"/>
                  </a:lnTo>
                  <a:lnTo>
                    <a:pt x="1291" y="1420"/>
                  </a:lnTo>
                  <a:lnTo>
                    <a:pt x="1342" y="1369"/>
                  </a:lnTo>
                  <a:lnTo>
                    <a:pt x="1355" y="1330"/>
                  </a:lnTo>
                  <a:lnTo>
                    <a:pt x="1368" y="1279"/>
                  </a:lnTo>
                  <a:lnTo>
                    <a:pt x="1381" y="1253"/>
                  </a:lnTo>
                  <a:lnTo>
                    <a:pt x="1406" y="1241"/>
                  </a:lnTo>
                  <a:lnTo>
                    <a:pt x="1470" y="1202"/>
                  </a:lnTo>
                  <a:lnTo>
                    <a:pt x="1534" y="1177"/>
                  </a:lnTo>
                  <a:lnTo>
                    <a:pt x="1547" y="1151"/>
                  </a:lnTo>
                  <a:lnTo>
                    <a:pt x="1547" y="1113"/>
                  </a:lnTo>
                  <a:lnTo>
                    <a:pt x="1534" y="1087"/>
                  </a:lnTo>
                  <a:lnTo>
                    <a:pt x="1521" y="1075"/>
                  </a:lnTo>
                  <a:lnTo>
                    <a:pt x="1457" y="1075"/>
                  </a:lnTo>
                  <a:lnTo>
                    <a:pt x="1381" y="1100"/>
                  </a:lnTo>
                  <a:lnTo>
                    <a:pt x="1317" y="1113"/>
                  </a:lnTo>
                  <a:lnTo>
                    <a:pt x="1291" y="1113"/>
                  </a:lnTo>
                  <a:lnTo>
                    <a:pt x="1266" y="1100"/>
                  </a:lnTo>
                  <a:lnTo>
                    <a:pt x="1240" y="1075"/>
                  </a:lnTo>
                  <a:lnTo>
                    <a:pt x="1240" y="1049"/>
                  </a:lnTo>
                  <a:lnTo>
                    <a:pt x="1253" y="1023"/>
                  </a:lnTo>
                  <a:lnTo>
                    <a:pt x="1278" y="1011"/>
                  </a:lnTo>
                  <a:lnTo>
                    <a:pt x="1355" y="972"/>
                  </a:lnTo>
                  <a:lnTo>
                    <a:pt x="1432" y="947"/>
                  </a:lnTo>
                  <a:lnTo>
                    <a:pt x="1496" y="921"/>
                  </a:lnTo>
                  <a:lnTo>
                    <a:pt x="1572" y="883"/>
                  </a:lnTo>
                  <a:lnTo>
                    <a:pt x="1636" y="819"/>
                  </a:lnTo>
                  <a:lnTo>
                    <a:pt x="1764" y="704"/>
                  </a:lnTo>
                  <a:lnTo>
                    <a:pt x="1790" y="666"/>
                  </a:lnTo>
                  <a:lnTo>
                    <a:pt x="1815" y="627"/>
                  </a:lnTo>
                  <a:lnTo>
                    <a:pt x="1866" y="551"/>
                  </a:lnTo>
                  <a:lnTo>
                    <a:pt x="1905" y="499"/>
                  </a:lnTo>
                  <a:lnTo>
                    <a:pt x="1943" y="461"/>
                  </a:lnTo>
                  <a:lnTo>
                    <a:pt x="2045" y="410"/>
                  </a:lnTo>
                  <a:lnTo>
                    <a:pt x="2109" y="372"/>
                  </a:lnTo>
                  <a:lnTo>
                    <a:pt x="2148" y="333"/>
                  </a:lnTo>
                  <a:lnTo>
                    <a:pt x="2160" y="282"/>
                  </a:lnTo>
                  <a:lnTo>
                    <a:pt x="2160" y="218"/>
                  </a:lnTo>
                  <a:lnTo>
                    <a:pt x="2122" y="116"/>
                  </a:lnTo>
                  <a:lnTo>
                    <a:pt x="2096" y="65"/>
                  </a:lnTo>
                  <a:lnTo>
                    <a:pt x="2071" y="27"/>
                  </a:lnTo>
                  <a:lnTo>
                    <a:pt x="2045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2" name="Google Shape;982;p60"/>
            <p:cNvSpPr/>
            <p:nvPr/>
          </p:nvSpPr>
          <p:spPr>
            <a:xfrm>
              <a:off x="3537450" y="2163975"/>
              <a:ext cx="10250" cy="11850"/>
            </a:xfrm>
            <a:custGeom>
              <a:rect b="b" l="l" r="r" t="t"/>
              <a:pathLst>
                <a:path extrusionOk="0" h="474" w="410">
                  <a:moveTo>
                    <a:pt x="243" y="0"/>
                  </a:moveTo>
                  <a:lnTo>
                    <a:pt x="153" y="103"/>
                  </a:lnTo>
                  <a:lnTo>
                    <a:pt x="64" y="218"/>
                  </a:lnTo>
                  <a:lnTo>
                    <a:pt x="26" y="269"/>
                  </a:lnTo>
                  <a:lnTo>
                    <a:pt x="0" y="320"/>
                  </a:lnTo>
                  <a:lnTo>
                    <a:pt x="0" y="371"/>
                  </a:lnTo>
                  <a:lnTo>
                    <a:pt x="26" y="422"/>
                  </a:lnTo>
                  <a:lnTo>
                    <a:pt x="64" y="460"/>
                  </a:lnTo>
                  <a:lnTo>
                    <a:pt x="90" y="473"/>
                  </a:lnTo>
                  <a:lnTo>
                    <a:pt x="115" y="473"/>
                  </a:lnTo>
                  <a:lnTo>
                    <a:pt x="192" y="448"/>
                  </a:lnTo>
                  <a:lnTo>
                    <a:pt x="281" y="396"/>
                  </a:lnTo>
                  <a:lnTo>
                    <a:pt x="371" y="333"/>
                  </a:lnTo>
                  <a:lnTo>
                    <a:pt x="396" y="307"/>
                  </a:lnTo>
                  <a:lnTo>
                    <a:pt x="409" y="281"/>
                  </a:lnTo>
                  <a:lnTo>
                    <a:pt x="409" y="230"/>
                  </a:lnTo>
                  <a:lnTo>
                    <a:pt x="384" y="166"/>
                  </a:lnTo>
                  <a:lnTo>
                    <a:pt x="332" y="64"/>
                  </a:lnTo>
                  <a:lnTo>
                    <a:pt x="243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3" name="Google Shape;983;p60"/>
            <p:cNvSpPr/>
            <p:nvPr/>
          </p:nvSpPr>
          <p:spPr>
            <a:xfrm>
              <a:off x="3514125" y="2114775"/>
              <a:ext cx="8325" cy="20150"/>
            </a:xfrm>
            <a:custGeom>
              <a:rect b="b" l="l" r="r" t="t"/>
              <a:pathLst>
                <a:path extrusionOk="0" h="806" w="333">
                  <a:moveTo>
                    <a:pt x="256" y="0"/>
                  </a:moveTo>
                  <a:lnTo>
                    <a:pt x="192" y="38"/>
                  </a:lnTo>
                  <a:lnTo>
                    <a:pt x="179" y="51"/>
                  </a:lnTo>
                  <a:lnTo>
                    <a:pt x="166" y="77"/>
                  </a:lnTo>
                  <a:lnTo>
                    <a:pt x="166" y="128"/>
                  </a:lnTo>
                  <a:lnTo>
                    <a:pt x="179" y="179"/>
                  </a:lnTo>
                  <a:lnTo>
                    <a:pt x="192" y="243"/>
                  </a:lnTo>
                  <a:lnTo>
                    <a:pt x="192" y="294"/>
                  </a:lnTo>
                  <a:lnTo>
                    <a:pt x="179" y="332"/>
                  </a:lnTo>
                  <a:lnTo>
                    <a:pt x="141" y="383"/>
                  </a:lnTo>
                  <a:lnTo>
                    <a:pt x="90" y="486"/>
                  </a:lnTo>
                  <a:lnTo>
                    <a:pt x="51" y="588"/>
                  </a:lnTo>
                  <a:lnTo>
                    <a:pt x="13" y="677"/>
                  </a:lnTo>
                  <a:lnTo>
                    <a:pt x="0" y="716"/>
                  </a:lnTo>
                  <a:lnTo>
                    <a:pt x="13" y="767"/>
                  </a:lnTo>
                  <a:lnTo>
                    <a:pt x="38" y="792"/>
                  </a:lnTo>
                  <a:lnTo>
                    <a:pt x="64" y="805"/>
                  </a:lnTo>
                  <a:lnTo>
                    <a:pt x="77" y="805"/>
                  </a:lnTo>
                  <a:lnTo>
                    <a:pt x="102" y="792"/>
                  </a:lnTo>
                  <a:lnTo>
                    <a:pt x="141" y="767"/>
                  </a:lnTo>
                  <a:lnTo>
                    <a:pt x="166" y="716"/>
                  </a:lnTo>
                  <a:lnTo>
                    <a:pt x="217" y="511"/>
                  </a:lnTo>
                  <a:lnTo>
                    <a:pt x="269" y="409"/>
                  </a:lnTo>
                  <a:lnTo>
                    <a:pt x="307" y="294"/>
                  </a:lnTo>
                  <a:lnTo>
                    <a:pt x="332" y="243"/>
                  </a:lnTo>
                  <a:lnTo>
                    <a:pt x="332" y="192"/>
                  </a:lnTo>
                  <a:lnTo>
                    <a:pt x="332" y="77"/>
                  </a:lnTo>
                  <a:lnTo>
                    <a:pt x="256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4" name="Google Shape;984;p60"/>
            <p:cNvSpPr/>
            <p:nvPr/>
          </p:nvSpPr>
          <p:spPr>
            <a:xfrm>
              <a:off x="3501975" y="2119875"/>
              <a:ext cx="8650" cy="8325"/>
            </a:xfrm>
            <a:custGeom>
              <a:rect b="b" l="l" r="r" t="t"/>
              <a:pathLst>
                <a:path extrusionOk="0" h="333" w="346">
                  <a:moveTo>
                    <a:pt x="90" y="1"/>
                  </a:moveTo>
                  <a:lnTo>
                    <a:pt x="52" y="13"/>
                  </a:lnTo>
                  <a:lnTo>
                    <a:pt x="26" y="52"/>
                  </a:lnTo>
                  <a:lnTo>
                    <a:pt x="13" y="77"/>
                  </a:lnTo>
                  <a:lnTo>
                    <a:pt x="0" y="103"/>
                  </a:lnTo>
                  <a:lnTo>
                    <a:pt x="0" y="128"/>
                  </a:lnTo>
                  <a:lnTo>
                    <a:pt x="13" y="141"/>
                  </a:lnTo>
                  <a:lnTo>
                    <a:pt x="26" y="154"/>
                  </a:lnTo>
                  <a:lnTo>
                    <a:pt x="77" y="154"/>
                  </a:lnTo>
                  <a:lnTo>
                    <a:pt x="115" y="141"/>
                  </a:lnTo>
                  <a:lnTo>
                    <a:pt x="141" y="192"/>
                  </a:lnTo>
                  <a:lnTo>
                    <a:pt x="154" y="243"/>
                  </a:lnTo>
                  <a:lnTo>
                    <a:pt x="154" y="294"/>
                  </a:lnTo>
                  <a:lnTo>
                    <a:pt x="167" y="320"/>
                  </a:lnTo>
                  <a:lnTo>
                    <a:pt x="167" y="333"/>
                  </a:lnTo>
                  <a:lnTo>
                    <a:pt x="282" y="307"/>
                  </a:lnTo>
                  <a:lnTo>
                    <a:pt x="320" y="282"/>
                  </a:lnTo>
                  <a:lnTo>
                    <a:pt x="333" y="256"/>
                  </a:lnTo>
                  <a:lnTo>
                    <a:pt x="346" y="231"/>
                  </a:lnTo>
                  <a:lnTo>
                    <a:pt x="333" y="192"/>
                  </a:lnTo>
                  <a:lnTo>
                    <a:pt x="320" y="141"/>
                  </a:lnTo>
                  <a:lnTo>
                    <a:pt x="294" y="103"/>
                  </a:lnTo>
                  <a:lnTo>
                    <a:pt x="294" y="52"/>
                  </a:lnTo>
                  <a:lnTo>
                    <a:pt x="269" y="26"/>
                  </a:lnTo>
                  <a:lnTo>
                    <a:pt x="231" y="26"/>
                  </a:lnTo>
                  <a:lnTo>
                    <a:pt x="192" y="13"/>
                  </a:lnTo>
                  <a:lnTo>
                    <a:pt x="128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5" name="Google Shape;985;p60"/>
            <p:cNvSpPr/>
            <p:nvPr/>
          </p:nvSpPr>
          <p:spPr>
            <a:xfrm>
              <a:off x="3503900" y="2096550"/>
              <a:ext cx="11525" cy="11850"/>
            </a:xfrm>
            <a:custGeom>
              <a:rect b="b" l="l" r="r" t="t"/>
              <a:pathLst>
                <a:path extrusionOk="0" h="474" w="461">
                  <a:moveTo>
                    <a:pt x="77" y="1"/>
                  </a:moveTo>
                  <a:lnTo>
                    <a:pt x="38" y="39"/>
                  </a:lnTo>
                  <a:lnTo>
                    <a:pt x="0" y="103"/>
                  </a:lnTo>
                  <a:lnTo>
                    <a:pt x="38" y="141"/>
                  </a:lnTo>
                  <a:lnTo>
                    <a:pt x="102" y="192"/>
                  </a:lnTo>
                  <a:lnTo>
                    <a:pt x="128" y="205"/>
                  </a:lnTo>
                  <a:lnTo>
                    <a:pt x="141" y="231"/>
                  </a:lnTo>
                  <a:lnTo>
                    <a:pt x="128" y="256"/>
                  </a:lnTo>
                  <a:lnTo>
                    <a:pt x="115" y="295"/>
                  </a:lnTo>
                  <a:lnTo>
                    <a:pt x="90" y="307"/>
                  </a:lnTo>
                  <a:lnTo>
                    <a:pt x="51" y="320"/>
                  </a:lnTo>
                  <a:lnTo>
                    <a:pt x="13" y="333"/>
                  </a:lnTo>
                  <a:lnTo>
                    <a:pt x="0" y="346"/>
                  </a:lnTo>
                  <a:lnTo>
                    <a:pt x="0" y="384"/>
                  </a:lnTo>
                  <a:lnTo>
                    <a:pt x="13" y="410"/>
                  </a:lnTo>
                  <a:lnTo>
                    <a:pt x="51" y="473"/>
                  </a:lnTo>
                  <a:lnTo>
                    <a:pt x="294" y="397"/>
                  </a:lnTo>
                  <a:lnTo>
                    <a:pt x="358" y="371"/>
                  </a:lnTo>
                  <a:lnTo>
                    <a:pt x="396" y="358"/>
                  </a:lnTo>
                  <a:lnTo>
                    <a:pt x="435" y="333"/>
                  </a:lnTo>
                  <a:lnTo>
                    <a:pt x="435" y="269"/>
                  </a:lnTo>
                  <a:lnTo>
                    <a:pt x="460" y="205"/>
                  </a:lnTo>
                  <a:lnTo>
                    <a:pt x="345" y="116"/>
                  </a:lnTo>
                  <a:lnTo>
                    <a:pt x="281" y="64"/>
                  </a:lnTo>
                  <a:lnTo>
                    <a:pt x="205" y="26"/>
                  </a:lnTo>
                  <a:lnTo>
                    <a:pt x="128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6" name="Google Shape;986;p60"/>
            <p:cNvSpPr/>
            <p:nvPr/>
          </p:nvSpPr>
          <p:spPr>
            <a:xfrm>
              <a:off x="1001125" y="2186025"/>
              <a:ext cx="41875" cy="59450"/>
            </a:xfrm>
            <a:custGeom>
              <a:rect b="b" l="l" r="r" t="t"/>
              <a:pathLst>
                <a:path extrusionOk="0" h="2378" w="1675">
                  <a:moveTo>
                    <a:pt x="179" y="0"/>
                  </a:moveTo>
                  <a:lnTo>
                    <a:pt x="0" y="77"/>
                  </a:lnTo>
                  <a:lnTo>
                    <a:pt x="128" y="601"/>
                  </a:lnTo>
                  <a:lnTo>
                    <a:pt x="435" y="1265"/>
                  </a:lnTo>
                  <a:lnTo>
                    <a:pt x="1214" y="1981"/>
                  </a:lnTo>
                  <a:lnTo>
                    <a:pt x="1547" y="2377"/>
                  </a:lnTo>
                  <a:lnTo>
                    <a:pt x="1674" y="2377"/>
                  </a:lnTo>
                  <a:lnTo>
                    <a:pt x="1674" y="2237"/>
                  </a:lnTo>
                  <a:lnTo>
                    <a:pt x="1189" y="1393"/>
                  </a:lnTo>
                  <a:lnTo>
                    <a:pt x="1023" y="741"/>
                  </a:lnTo>
                  <a:lnTo>
                    <a:pt x="1214" y="307"/>
                  </a:lnTo>
                  <a:lnTo>
                    <a:pt x="1074" y="153"/>
                  </a:lnTo>
                  <a:lnTo>
                    <a:pt x="741" y="153"/>
                  </a:lnTo>
                  <a:lnTo>
                    <a:pt x="179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7" name="Google Shape;987;p60"/>
            <p:cNvSpPr/>
            <p:nvPr/>
          </p:nvSpPr>
          <p:spPr>
            <a:xfrm>
              <a:off x="4003300" y="2082500"/>
              <a:ext cx="22700" cy="36450"/>
            </a:xfrm>
            <a:custGeom>
              <a:rect b="b" l="l" r="r" t="t"/>
              <a:pathLst>
                <a:path extrusionOk="0" h="1458" w="908">
                  <a:moveTo>
                    <a:pt x="831" y="0"/>
                  </a:moveTo>
                  <a:lnTo>
                    <a:pt x="780" y="13"/>
                  </a:lnTo>
                  <a:lnTo>
                    <a:pt x="716" y="39"/>
                  </a:lnTo>
                  <a:lnTo>
                    <a:pt x="665" y="77"/>
                  </a:lnTo>
                  <a:lnTo>
                    <a:pt x="550" y="154"/>
                  </a:lnTo>
                  <a:lnTo>
                    <a:pt x="486" y="166"/>
                  </a:lnTo>
                  <a:lnTo>
                    <a:pt x="345" y="166"/>
                  </a:lnTo>
                  <a:lnTo>
                    <a:pt x="307" y="179"/>
                  </a:lnTo>
                  <a:lnTo>
                    <a:pt x="269" y="192"/>
                  </a:lnTo>
                  <a:lnTo>
                    <a:pt x="230" y="243"/>
                  </a:lnTo>
                  <a:lnTo>
                    <a:pt x="154" y="320"/>
                  </a:lnTo>
                  <a:lnTo>
                    <a:pt x="128" y="371"/>
                  </a:lnTo>
                  <a:lnTo>
                    <a:pt x="103" y="409"/>
                  </a:lnTo>
                  <a:lnTo>
                    <a:pt x="64" y="537"/>
                  </a:lnTo>
                  <a:lnTo>
                    <a:pt x="51" y="678"/>
                  </a:lnTo>
                  <a:lnTo>
                    <a:pt x="39" y="959"/>
                  </a:lnTo>
                  <a:lnTo>
                    <a:pt x="0" y="1163"/>
                  </a:lnTo>
                  <a:lnTo>
                    <a:pt x="0" y="1214"/>
                  </a:lnTo>
                  <a:lnTo>
                    <a:pt x="26" y="1253"/>
                  </a:lnTo>
                  <a:lnTo>
                    <a:pt x="51" y="1291"/>
                  </a:lnTo>
                  <a:lnTo>
                    <a:pt x="64" y="1317"/>
                  </a:lnTo>
                  <a:lnTo>
                    <a:pt x="51" y="1355"/>
                  </a:lnTo>
                  <a:lnTo>
                    <a:pt x="39" y="1381"/>
                  </a:lnTo>
                  <a:lnTo>
                    <a:pt x="26" y="1419"/>
                  </a:lnTo>
                  <a:lnTo>
                    <a:pt x="39" y="1444"/>
                  </a:lnTo>
                  <a:lnTo>
                    <a:pt x="77" y="1457"/>
                  </a:lnTo>
                  <a:lnTo>
                    <a:pt x="141" y="1457"/>
                  </a:lnTo>
                  <a:lnTo>
                    <a:pt x="154" y="1406"/>
                  </a:lnTo>
                  <a:lnTo>
                    <a:pt x="179" y="1342"/>
                  </a:lnTo>
                  <a:lnTo>
                    <a:pt x="205" y="1291"/>
                  </a:lnTo>
                  <a:lnTo>
                    <a:pt x="243" y="1240"/>
                  </a:lnTo>
                  <a:lnTo>
                    <a:pt x="345" y="1138"/>
                  </a:lnTo>
                  <a:lnTo>
                    <a:pt x="448" y="1061"/>
                  </a:lnTo>
                  <a:lnTo>
                    <a:pt x="524" y="1010"/>
                  </a:lnTo>
                  <a:lnTo>
                    <a:pt x="588" y="933"/>
                  </a:lnTo>
                  <a:lnTo>
                    <a:pt x="614" y="895"/>
                  </a:lnTo>
                  <a:lnTo>
                    <a:pt x="627" y="857"/>
                  </a:lnTo>
                  <a:lnTo>
                    <a:pt x="627" y="818"/>
                  </a:lnTo>
                  <a:lnTo>
                    <a:pt x="614" y="767"/>
                  </a:lnTo>
                  <a:lnTo>
                    <a:pt x="601" y="741"/>
                  </a:lnTo>
                  <a:lnTo>
                    <a:pt x="575" y="716"/>
                  </a:lnTo>
                  <a:lnTo>
                    <a:pt x="575" y="678"/>
                  </a:lnTo>
                  <a:lnTo>
                    <a:pt x="588" y="626"/>
                  </a:lnTo>
                  <a:lnTo>
                    <a:pt x="575" y="524"/>
                  </a:lnTo>
                  <a:lnTo>
                    <a:pt x="588" y="435"/>
                  </a:lnTo>
                  <a:lnTo>
                    <a:pt x="601" y="384"/>
                  </a:lnTo>
                  <a:lnTo>
                    <a:pt x="627" y="358"/>
                  </a:lnTo>
                  <a:lnTo>
                    <a:pt x="703" y="307"/>
                  </a:lnTo>
                  <a:lnTo>
                    <a:pt x="767" y="269"/>
                  </a:lnTo>
                  <a:lnTo>
                    <a:pt x="805" y="205"/>
                  </a:lnTo>
                  <a:lnTo>
                    <a:pt x="857" y="154"/>
                  </a:lnTo>
                  <a:lnTo>
                    <a:pt x="908" y="115"/>
                  </a:lnTo>
                  <a:lnTo>
                    <a:pt x="895" y="26"/>
                  </a:lnTo>
                  <a:lnTo>
                    <a:pt x="831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8" name="Google Shape;988;p60"/>
            <p:cNvSpPr/>
            <p:nvPr/>
          </p:nvSpPr>
          <p:spPr>
            <a:xfrm>
              <a:off x="4160500" y="1404800"/>
              <a:ext cx="3219475" cy="1108425"/>
            </a:xfrm>
            <a:custGeom>
              <a:rect b="b" l="l" r="r" t="t"/>
              <a:pathLst>
                <a:path extrusionOk="0" h="44337" w="128779">
                  <a:moveTo>
                    <a:pt x="63162" y="5394"/>
                  </a:moveTo>
                  <a:lnTo>
                    <a:pt x="63431" y="5560"/>
                  </a:lnTo>
                  <a:lnTo>
                    <a:pt x="63431" y="5675"/>
                  </a:lnTo>
                  <a:lnTo>
                    <a:pt x="63099" y="5599"/>
                  </a:lnTo>
                  <a:lnTo>
                    <a:pt x="63099" y="5445"/>
                  </a:lnTo>
                  <a:lnTo>
                    <a:pt x="63162" y="5394"/>
                  </a:lnTo>
                  <a:close/>
                  <a:moveTo>
                    <a:pt x="63239" y="6084"/>
                  </a:moveTo>
                  <a:lnTo>
                    <a:pt x="63354" y="6276"/>
                  </a:lnTo>
                  <a:lnTo>
                    <a:pt x="63290" y="6429"/>
                  </a:lnTo>
                  <a:lnTo>
                    <a:pt x="63124" y="6429"/>
                  </a:lnTo>
                  <a:lnTo>
                    <a:pt x="63111" y="6353"/>
                  </a:lnTo>
                  <a:lnTo>
                    <a:pt x="63111" y="6301"/>
                  </a:lnTo>
                  <a:lnTo>
                    <a:pt x="63099" y="6276"/>
                  </a:lnTo>
                  <a:lnTo>
                    <a:pt x="62881" y="6225"/>
                  </a:lnTo>
                  <a:lnTo>
                    <a:pt x="62881" y="6148"/>
                  </a:lnTo>
                  <a:lnTo>
                    <a:pt x="63239" y="6084"/>
                  </a:lnTo>
                  <a:close/>
                  <a:moveTo>
                    <a:pt x="61092" y="4768"/>
                  </a:moveTo>
                  <a:lnTo>
                    <a:pt x="61220" y="5075"/>
                  </a:lnTo>
                  <a:lnTo>
                    <a:pt x="61782" y="5343"/>
                  </a:lnTo>
                  <a:lnTo>
                    <a:pt x="61782" y="5343"/>
                  </a:lnTo>
                  <a:lnTo>
                    <a:pt x="61373" y="5279"/>
                  </a:lnTo>
                  <a:lnTo>
                    <a:pt x="59980" y="5701"/>
                  </a:lnTo>
                  <a:lnTo>
                    <a:pt x="59085" y="5726"/>
                  </a:lnTo>
                  <a:lnTo>
                    <a:pt x="59009" y="6071"/>
                  </a:lnTo>
                  <a:lnTo>
                    <a:pt x="58855" y="6007"/>
                  </a:lnTo>
                  <a:lnTo>
                    <a:pt x="58651" y="5726"/>
                  </a:lnTo>
                  <a:lnTo>
                    <a:pt x="58076" y="5752"/>
                  </a:lnTo>
                  <a:lnTo>
                    <a:pt x="58076" y="5829"/>
                  </a:lnTo>
                  <a:lnTo>
                    <a:pt x="58434" y="5892"/>
                  </a:lnTo>
                  <a:lnTo>
                    <a:pt x="58472" y="6071"/>
                  </a:lnTo>
                  <a:lnTo>
                    <a:pt x="58766" y="6698"/>
                  </a:lnTo>
                  <a:lnTo>
                    <a:pt x="58344" y="6698"/>
                  </a:lnTo>
                  <a:lnTo>
                    <a:pt x="58344" y="6531"/>
                  </a:lnTo>
                  <a:lnTo>
                    <a:pt x="58459" y="6429"/>
                  </a:lnTo>
                  <a:lnTo>
                    <a:pt x="58382" y="6148"/>
                  </a:lnTo>
                  <a:lnTo>
                    <a:pt x="58025" y="6007"/>
                  </a:lnTo>
                  <a:lnTo>
                    <a:pt x="57552" y="5931"/>
                  </a:lnTo>
                  <a:lnTo>
                    <a:pt x="57552" y="6225"/>
                  </a:lnTo>
                  <a:lnTo>
                    <a:pt x="57513" y="6468"/>
                  </a:lnTo>
                  <a:lnTo>
                    <a:pt x="57386" y="6595"/>
                  </a:lnTo>
                  <a:lnTo>
                    <a:pt x="57360" y="6353"/>
                  </a:lnTo>
                  <a:lnTo>
                    <a:pt x="57462" y="6148"/>
                  </a:lnTo>
                  <a:lnTo>
                    <a:pt x="57488" y="5880"/>
                  </a:lnTo>
                  <a:lnTo>
                    <a:pt x="57130" y="6007"/>
                  </a:lnTo>
                  <a:lnTo>
                    <a:pt x="57130" y="5829"/>
                  </a:lnTo>
                  <a:lnTo>
                    <a:pt x="57743" y="5829"/>
                  </a:lnTo>
                  <a:lnTo>
                    <a:pt x="58076" y="5509"/>
                  </a:lnTo>
                  <a:lnTo>
                    <a:pt x="57743" y="5177"/>
                  </a:lnTo>
                  <a:lnTo>
                    <a:pt x="57948" y="5075"/>
                  </a:lnTo>
                  <a:lnTo>
                    <a:pt x="58076" y="5279"/>
                  </a:lnTo>
                  <a:lnTo>
                    <a:pt x="58561" y="5509"/>
                  </a:lnTo>
                  <a:lnTo>
                    <a:pt x="59942" y="5547"/>
                  </a:lnTo>
                  <a:lnTo>
                    <a:pt x="61054" y="5279"/>
                  </a:lnTo>
                  <a:lnTo>
                    <a:pt x="61079" y="5087"/>
                  </a:lnTo>
                  <a:lnTo>
                    <a:pt x="61079" y="5087"/>
                  </a:lnTo>
                  <a:lnTo>
                    <a:pt x="60836" y="5100"/>
                  </a:lnTo>
                  <a:lnTo>
                    <a:pt x="60836" y="4985"/>
                  </a:lnTo>
                  <a:lnTo>
                    <a:pt x="61092" y="4768"/>
                  </a:lnTo>
                  <a:close/>
                  <a:moveTo>
                    <a:pt x="57245" y="8794"/>
                  </a:moveTo>
                  <a:lnTo>
                    <a:pt x="57526" y="8870"/>
                  </a:lnTo>
                  <a:lnTo>
                    <a:pt x="57526" y="9075"/>
                  </a:lnTo>
                  <a:lnTo>
                    <a:pt x="57449" y="9113"/>
                  </a:lnTo>
                  <a:lnTo>
                    <a:pt x="57347" y="9164"/>
                  </a:lnTo>
                  <a:lnTo>
                    <a:pt x="57130" y="9164"/>
                  </a:lnTo>
                  <a:lnTo>
                    <a:pt x="57066" y="9062"/>
                  </a:lnTo>
                  <a:lnTo>
                    <a:pt x="56823" y="9139"/>
                  </a:lnTo>
                  <a:lnTo>
                    <a:pt x="56772" y="9024"/>
                  </a:lnTo>
                  <a:lnTo>
                    <a:pt x="57245" y="8794"/>
                  </a:lnTo>
                  <a:close/>
                  <a:moveTo>
                    <a:pt x="47941" y="12206"/>
                  </a:moveTo>
                  <a:lnTo>
                    <a:pt x="48120" y="12296"/>
                  </a:lnTo>
                  <a:lnTo>
                    <a:pt x="47902" y="12462"/>
                  </a:lnTo>
                  <a:lnTo>
                    <a:pt x="48043" y="12526"/>
                  </a:lnTo>
                  <a:lnTo>
                    <a:pt x="48247" y="13037"/>
                  </a:lnTo>
                  <a:lnTo>
                    <a:pt x="47941" y="13037"/>
                  </a:lnTo>
                  <a:lnTo>
                    <a:pt x="47941" y="12666"/>
                  </a:lnTo>
                  <a:lnTo>
                    <a:pt x="47736" y="12551"/>
                  </a:lnTo>
                  <a:lnTo>
                    <a:pt x="47685" y="12398"/>
                  </a:lnTo>
                  <a:lnTo>
                    <a:pt x="47941" y="12206"/>
                  </a:lnTo>
                  <a:close/>
                  <a:moveTo>
                    <a:pt x="49704" y="12909"/>
                  </a:moveTo>
                  <a:lnTo>
                    <a:pt x="49730" y="12935"/>
                  </a:lnTo>
                  <a:lnTo>
                    <a:pt x="49730" y="12960"/>
                  </a:lnTo>
                  <a:lnTo>
                    <a:pt x="49704" y="12986"/>
                  </a:lnTo>
                  <a:lnTo>
                    <a:pt x="49385" y="13190"/>
                  </a:lnTo>
                  <a:lnTo>
                    <a:pt x="49730" y="13229"/>
                  </a:lnTo>
                  <a:lnTo>
                    <a:pt x="49615" y="13292"/>
                  </a:lnTo>
                  <a:lnTo>
                    <a:pt x="49231" y="13241"/>
                  </a:lnTo>
                  <a:lnTo>
                    <a:pt x="49014" y="13292"/>
                  </a:lnTo>
                  <a:lnTo>
                    <a:pt x="48938" y="13229"/>
                  </a:lnTo>
                  <a:lnTo>
                    <a:pt x="49231" y="13113"/>
                  </a:lnTo>
                  <a:lnTo>
                    <a:pt x="49704" y="12909"/>
                  </a:lnTo>
                  <a:close/>
                  <a:moveTo>
                    <a:pt x="49845" y="13855"/>
                  </a:moveTo>
                  <a:lnTo>
                    <a:pt x="49973" y="14021"/>
                  </a:lnTo>
                  <a:lnTo>
                    <a:pt x="50446" y="14021"/>
                  </a:lnTo>
                  <a:lnTo>
                    <a:pt x="50343" y="14085"/>
                  </a:lnTo>
                  <a:lnTo>
                    <a:pt x="49922" y="14174"/>
                  </a:lnTo>
                  <a:lnTo>
                    <a:pt x="49845" y="13970"/>
                  </a:lnTo>
                  <a:lnTo>
                    <a:pt x="49385" y="13970"/>
                  </a:lnTo>
                  <a:lnTo>
                    <a:pt x="49410" y="13944"/>
                  </a:lnTo>
                  <a:lnTo>
                    <a:pt x="49487" y="13855"/>
                  </a:lnTo>
                  <a:close/>
                  <a:moveTo>
                    <a:pt x="50778" y="14519"/>
                  </a:moveTo>
                  <a:lnTo>
                    <a:pt x="49704" y="14788"/>
                  </a:lnTo>
                  <a:lnTo>
                    <a:pt x="49538" y="14711"/>
                  </a:lnTo>
                  <a:lnTo>
                    <a:pt x="49231" y="14711"/>
                  </a:lnTo>
                  <a:lnTo>
                    <a:pt x="49231" y="14519"/>
                  </a:lnTo>
                  <a:lnTo>
                    <a:pt x="49615" y="14519"/>
                  </a:lnTo>
                  <a:lnTo>
                    <a:pt x="49781" y="14660"/>
                  </a:lnTo>
                  <a:lnTo>
                    <a:pt x="50535" y="14519"/>
                  </a:lnTo>
                  <a:close/>
                  <a:moveTo>
                    <a:pt x="49014" y="14315"/>
                  </a:moveTo>
                  <a:lnTo>
                    <a:pt x="48605" y="14558"/>
                  </a:lnTo>
                  <a:lnTo>
                    <a:pt x="48707" y="14685"/>
                  </a:lnTo>
                  <a:lnTo>
                    <a:pt x="48209" y="14749"/>
                  </a:lnTo>
                  <a:lnTo>
                    <a:pt x="48017" y="15069"/>
                  </a:lnTo>
                  <a:lnTo>
                    <a:pt x="47864" y="15299"/>
                  </a:lnTo>
                  <a:lnTo>
                    <a:pt x="47774" y="15427"/>
                  </a:lnTo>
                  <a:lnTo>
                    <a:pt x="47762" y="15440"/>
                  </a:lnTo>
                  <a:lnTo>
                    <a:pt x="47736" y="15478"/>
                  </a:lnTo>
                  <a:lnTo>
                    <a:pt x="47711" y="15555"/>
                  </a:lnTo>
                  <a:lnTo>
                    <a:pt x="47685" y="15670"/>
                  </a:lnTo>
                  <a:lnTo>
                    <a:pt x="47519" y="15593"/>
                  </a:lnTo>
                  <a:lnTo>
                    <a:pt x="47774" y="15261"/>
                  </a:lnTo>
                  <a:lnTo>
                    <a:pt x="48120" y="14647"/>
                  </a:lnTo>
                  <a:lnTo>
                    <a:pt x="48912" y="14315"/>
                  </a:lnTo>
                  <a:close/>
                  <a:moveTo>
                    <a:pt x="5496" y="20820"/>
                  </a:moveTo>
                  <a:lnTo>
                    <a:pt x="5739" y="20948"/>
                  </a:lnTo>
                  <a:lnTo>
                    <a:pt x="5598" y="21089"/>
                  </a:lnTo>
                  <a:lnTo>
                    <a:pt x="5394" y="21012"/>
                  </a:lnTo>
                  <a:lnTo>
                    <a:pt x="5496" y="20820"/>
                  </a:lnTo>
                  <a:close/>
                  <a:moveTo>
                    <a:pt x="6365" y="20692"/>
                  </a:moveTo>
                  <a:lnTo>
                    <a:pt x="6634" y="21012"/>
                  </a:lnTo>
                  <a:lnTo>
                    <a:pt x="6480" y="21089"/>
                  </a:lnTo>
                  <a:lnTo>
                    <a:pt x="6110" y="20897"/>
                  </a:lnTo>
                  <a:lnTo>
                    <a:pt x="6110" y="20692"/>
                  </a:lnTo>
                  <a:close/>
                  <a:moveTo>
                    <a:pt x="65821" y="20974"/>
                  </a:moveTo>
                  <a:lnTo>
                    <a:pt x="65949" y="21344"/>
                  </a:lnTo>
                  <a:lnTo>
                    <a:pt x="66153" y="21293"/>
                  </a:lnTo>
                  <a:lnTo>
                    <a:pt x="66396" y="21319"/>
                  </a:lnTo>
                  <a:lnTo>
                    <a:pt x="66600" y="21523"/>
                  </a:lnTo>
                  <a:lnTo>
                    <a:pt x="66600" y="21446"/>
                  </a:lnTo>
                  <a:lnTo>
                    <a:pt x="66882" y="21395"/>
                  </a:lnTo>
                  <a:lnTo>
                    <a:pt x="67086" y="21664"/>
                  </a:lnTo>
                  <a:lnTo>
                    <a:pt x="67227" y="21549"/>
                  </a:lnTo>
                  <a:lnTo>
                    <a:pt x="67227" y="21549"/>
                  </a:lnTo>
                  <a:lnTo>
                    <a:pt x="67086" y="21817"/>
                  </a:lnTo>
                  <a:lnTo>
                    <a:pt x="66920" y="21651"/>
                  </a:lnTo>
                  <a:lnTo>
                    <a:pt x="66600" y="21638"/>
                  </a:lnTo>
                  <a:lnTo>
                    <a:pt x="66549" y="22175"/>
                  </a:lnTo>
                  <a:lnTo>
                    <a:pt x="66549" y="22200"/>
                  </a:lnTo>
                  <a:lnTo>
                    <a:pt x="66575" y="22252"/>
                  </a:lnTo>
                  <a:lnTo>
                    <a:pt x="66600" y="22316"/>
                  </a:lnTo>
                  <a:lnTo>
                    <a:pt x="66600" y="22533"/>
                  </a:lnTo>
                  <a:lnTo>
                    <a:pt x="66383" y="22737"/>
                  </a:lnTo>
                  <a:lnTo>
                    <a:pt x="66345" y="22750"/>
                  </a:lnTo>
                  <a:lnTo>
                    <a:pt x="66217" y="22750"/>
                  </a:lnTo>
                  <a:lnTo>
                    <a:pt x="65488" y="22571"/>
                  </a:lnTo>
                  <a:lnTo>
                    <a:pt x="65412" y="22699"/>
                  </a:lnTo>
                  <a:lnTo>
                    <a:pt x="65322" y="22840"/>
                  </a:lnTo>
                  <a:lnTo>
                    <a:pt x="65322" y="22852"/>
                  </a:lnTo>
                  <a:lnTo>
                    <a:pt x="65297" y="22865"/>
                  </a:lnTo>
                  <a:lnTo>
                    <a:pt x="65246" y="22852"/>
                  </a:lnTo>
                  <a:lnTo>
                    <a:pt x="65169" y="22840"/>
                  </a:lnTo>
                  <a:lnTo>
                    <a:pt x="65450" y="22494"/>
                  </a:lnTo>
                  <a:lnTo>
                    <a:pt x="65808" y="22546"/>
                  </a:lnTo>
                  <a:lnTo>
                    <a:pt x="65897" y="22558"/>
                  </a:lnTo>
                  <a:lnTo>
                    <a:pt x="66115" y="22571"/>
                  </a:lnTo>
                  <a:lnTo>
                    <a:pt x="66383" y="22571"/>
                  </a:lnTo>
                  <a:lnTo>
                    <a:pt x="66396" y="22558"/>
                  </a:lnTo>
                  <a:lnTo>
                    <a:pt x="66396" y="22494"/>
                  </a:lnTo>
                  <a:lnTo>
                    <a:pt x="66383" y="22431"/>
                  </a:lnTo>
                  <a:lnTo>
                    <a:pt x="66370" y="22367"/>
                  </a:lnTo>
                  <a:lnTo>
                    <a:pt x="66383" y="22175"/>
                  </a:lnTo>
                  <a:lnTo>
                    <a:pt x="66281" y="22034"/>
                  </a:lnTo>
                  <a:lnTo>
                    <a:pt x="66421" y="22034"/>
                  </a:lnTo>
                  <a:lnTo>
                    <a:pt x="66447" y="21919"/>
                  </a:lnTo>
                  <a:lnTo>
                    <a:pt x="66498" y="21779"/>
                  </a:lnTo>
                  <a:lnTo>
                    <a:pt x="66511" y="21766"/>
                  </a:lnTo>
                  <a:lnTo>
                    <a:pt x="66485" y="21740"/>
                  </a:lnTo>
                  <a:lnTo>
                    <a:pt x="66447" y="21676"/>
                  </a:lnTo>
                  <a:lnTo>
                    <a:pt x="66358" y="21600"/>
                  </a:lnTo>
                  <a:lnTo>
                    <a:pt x="66204" y="21472"/>
                  </a:lnTo>
                  <a:lnTo>
                    <a:pt x="65923" y="21600"/>
                  </a:lnTo>
                  <a:lnTo>
                    <a:pt x="65757" y="21395"/>
                  </a:lnTo>
                  <a:lnTo>
                    <a:pt x="65782" y="21293"/>
                  </a:lnTo>
                  <a:lnTo>
                    <a:pt x="65808" y="21191"/>
                  </a:lnTo>
                  <a:lnTo>
                    <a:pt x="65719" y="20974"/>
                  </a:lnTo>
                  <a:close/>
                  <a:moveTo>
                    <a:pt x="6851" y="21779"/>
                  </a:moveTo>
                  <a:lnTo>
                    <a:pt x="7260" y="22073"/>
                  </a:lnTo>
                  <a:lnTo>
                    <a:pt x="7260" y="22571"/>
                  </a:lnTo>
                  <a:lnTo>
                    <a:pt x="7797" y="23300"/>
                  </a:lnTo>
                  <a:lnTo>
                    <a:pt x="7771" y="23402"/>
                  </a:lnTo>
                  <a:lnTo>
                    <a:pt x="7720" y="23568"/>
                  </a:lnTo>
                  <a:lnTo>
                    <a:pt x="7694" y="23594"/>
                  </a:lnTo>
                  <a:lnTo>
                    <a:pt x="7656" y="23619"/>
                  </a:lnTo>
                  <a:lnTo>
                    <a:pt x="7567" y="23696"/>
                  </a:lnTo>
                  <a:lnTo>
                    <a:pt x="7439" y="23760"/>
                  </a:lnTo>
                  <a:lnTo>
                    <a:pt x="7132" y="23185"/>
                  </a:lnTo>
                  <a:lnTo>
                    <a:pt x="6851" y="23121"/>
                  </a:lnTo>
                  <a:lnTo>
                    <a:pt x="6544" y="22980"/>
                  </a:lnTo>
                  <a:lnTo>
                    <a:pt x="6391" y="22456"/>
                  </a:lnTo>
                  <a:lnTo>
                    <a:pt x="6506" y="22303"/>
                  </a:lnTo>
                  <a:lnTo>
                    <a:pt x="6838" y="22712"/>
                  </a:lnTo>
                  <a:lnTo>
                    <a:pt x="7094" y="22239"/>
                  </a:lnTo>
                  <a:lnTo>
                    <a:pt x="6876" y="21919"/>
                  </a:lnTo>
                  <a:lnTo>
                    <a:pt x="6634" y="21779"/>
                  </a:lnTo>
                  <a:close/>
                  <a:moveTo>
                    <a:pt x="3374" y="22903"/>
                  </a:moveTo>
                  <a:lnTo>
                    <a:pt x="4039" y="23325"/>
                  </a:lnTo>
                  <a:lnTo>
                    <a:pt x="4704" y="23824"/>
                  </a:lnTo>
                  <a:lnTo>
                    <a:pt x="4883" y="24233"/>
                  </a:lnTo>
                  <a:lnTo>
                    <a:pt x="4742" y="24322"/>
                  </a:lnTo>
                  <a:lnTo>
                    <a:pt x="4653" y="24373"/>
                  </a:lnTo>
                  <a:lnTo>
                    <a:pt x="4601" y="24412"/>
                  </a:lnTo>
                  <a:lnTo>
                    <a:pt x="4512" y="24552"/>
                  </a:lnTo>
                  <a:lnTo>
                    <a:pt x="4307" y="24475"/>
                  </a:lnTo>
                  <a:lnTo>
                    <a:pt x="3924" y="24616"/>
                  </a:lnTo>
                  <a:lnTo>
                    <a:pt x="3566" y="24757"/>
                  </a:lnTo>
                  <a:lnTo>
                    <a:pt x="3196" y="23913"/>
                  </a:lnTo>
                  <a:lnTo>
                    <a:pt x="2774" y="23504"/>
                  </a:lnTo>
                  <a:lnTo>
                    <a:pt x="2774" y="23236"/>
                  </a:lnTo>
                  <a:lnTo>
                    <a:pt x="3374" y="22903"/>
                  </a:lnTo>
                  <a:close/>
                  <a:moveTo>
                    <a:pt x="23402" y="25549"/>
                  </a:moveTo>
                  <a:lnTo>
                    <a:pt x="23478" y="25664"/>
                  </a:lnTo>
                  <a:lnTo>
                    <a:pt x="23530" y="25741"/>
                  </a:lnTo>
                  <a:lnTo>
                    <a:pt x="23555" y="25805"/>
                  </a:lnTo>
                  <a:lnTo>
                    <a:pt x="23542" y="25817"/>
                  </a:lnTo>
                  <a:lnTo>
                    <a:pt x="23530" y="25843"/>
                  </a:lnTo>
                  <a:lnTo>
                    <a:pt x="23478" y="25881"/>
                  </a:lnTo>
                  <a:lnTo>
                    <a:pt x="23351" y="25984"/>
                  </a:lnTo>
                  <a:lnTo>
                    <a:pt x="23300" y="26022"/>
                  </a:lnTo>
                  <a:lnTo>
                    <a:pt x="23274" y="26086"/>
                  </a:lnTo>
                  <a:lnTo>
                    <a:pt x="23261" y="26137"/>
                  </a:lnTo>
                  <a:lnTo>
                    <a:pt x="23248" y="26188"/>
                  </a:lnTo>
                  <a:lnTo>
                    <a:pt x="23261" y="26265"/>
                  </a:lnTo>
                  <a:lnTo>
                    <a:pt x="23287" y="26354"/>
                  </a:lnTo>
                  <a:lnTo>
                    <a:pt x="23325" y="26469"/>
                  </a:lnTo>
                  <a:lnTo>
                    <a:pt x="23121" y="26648"/>
                  </a:lnTo>
                  <a:lnTo>
                    <a:pt x="23402" y="27198"/>
                  </a:lnTo>
                  <a:lnTo>
                    <a:pt x="23274" y="27019"/>
                  </a:lnTo>
                  <a:lnTo>
                    <a:pt x="23236" y="26993"/>
                  </a:lnTo>
                  <a:lnTo>
                    <a:pt x="23172" y="26942"/>
                  </a:lnTo>
                  <a:lnTo>
                    <a:pt x="23095" y="26865"/>
                  </a:lnTo>
                  <a:lnTo>
                    <a:pt x="23044" y="26801"/>
                  </a:lnTo>
                  <a:lnTo>
                    <a:pt x="23006" y="26725"/>
                  </a:lnTo>
                  <a:lnTo>
                    <a:pt x="22967" y="26661"/>
                  </a:lnTo>
                  <a:lnTo>
                    <a:pt x="22967" y="26610"/>
                  </a:lnTo>
                  <a:lnTo>
                    <a:pt x="22967" y="26597"/>
                  </a:lnTo>
                  <a:lnTo>
                    <a:pt x="22993" y="26584"/>
                  </a:lnTo>
                  <a:lnTo>
                    <a:pt x="23057" y="26571"/>
                  </a:lnTo>
                  <a:lnTo>
                    <a:pt x="23082" y="26559"/>
                  </a:lnTo>
                  <a:lnTo>
                    <a:pt x="23121" y="26520"/>
                  </a:lnTo>
                  <a:lnTo>
                    <a:pt x="23133" y="26482"/>
                  </a:lnTo>
                  <a:lnTo>
                    <a:pt x="23146" y="26444"/>
                  </a:lnTo>
                  <a:lnTo>
                    <a:pt x="23133" y="26393"/>
                  </a:lnTo>
                  <a:lnTo>
                    <a:pt x="23108" y="26316"/>
                  </a:lnTo>
                  <a:lnTo>
                    <a:pt x="23108" y="26265"/>
                  </a:lnTo>
                  <a:lnTo>
                    <a:pt x="23121" y="26201"/>
                  </a:lnTo>
                  <a:lnTo>
                    <a:pt x="23159" y="26086"/>
                  </a:lnTo>
                  <a:lnTo>
                    <a:pt x="23210" y="25996"/>
                  </a:lnTo>
                  <a:lnTo>
                    <a:pt x="23261" y="25932"/>
                  </a:lnTo>
                  <a:lnTo>
                    <a:pt x="23325" y="25894"/>
                  </a:lnTo>
                  <a:lnTo>
                    <a:pt x="23351" y="25856"/>
                  </a:lnTo>
                  <a:lnTo>
                    <a:pt x="23376" y="25805"/>
                  </a:lnTo>
                  <a:lnTo>
                    <a:pt x="23402" y="25690"/>
                  </a:lnTo>
                  <a:lnTo>
                    <a:pt x="23402" y="25549"/>
                  </a:lnTo>
                  <a:close/>
                  <a:moveTo>
                    <a:pt x="8653" y="24757"/>
                  </a:moveTo>
                  <a:lnTo>
                    <a:pt x="9011" y="24897"/>
                  </a:lnTo>
                  <a:lnTo>
                    <a:pt x="8934" y="25038"/>
                  </a:lnTo>
                  <a:lnTo>
                    <a:pt x="9317" y="25664"/>
                  </a:lnTo>
                  <a:lnTo>
                    <a:pt x="9164" y="25894"/>
                  </a:lnTo>
                  <a:lnTo>
                    <a:pt x="9151" y="26546"/>
                  </a:lnTo>
                  <a:lnTo>
                    <a:pt x="9509" y="26789"/>
                  </a:lnTo>
                  <a:lnTo>
                    <a:pt x="9394" y="27044"/>
                  </a:lnTo>
                  <a:lnTo>
                    <a:pt x="9241" y="27325"/>
                  </a:lnTo>
                  <a:lnTo>
                    <a:pt x="8768" y="27044"/>
                  </a:lnTo>
                  <a:lnTo>
                    <a:pt x="8436" y="26865"/>
                  </a:lnTo>
                  <a:lnTo>
                    <a:pt x="8321" y="26738"/>
                  </a:lnTo>
                  <a:lnTo>
                    <a:pt x="8321" y="26648"/>
                  </a:lnTo>
                  <a:lnTo>
                    <a:pt x="8730" y="26738"/>
                  </a:lnTo>
                  <a:lnTo>
                    <a:pt x="8730" y="26495"/>
                  </a:lnTo>
                  <a:lnTo>
                    <a:pt x="8589" y="26290"/>
                  </a:lnTo>
                  <a:lnTo>
                    <a:pt x="8730" y="26060"/>
                  </a:lnTo>
                  <a:lnTo>
                    <a:pt x="8985" y="26124"/>
                  </a:lnTo>
                  <a:lnTo>
                    <a:pt x="8985" y="26111"/>
                  </a:lnTo>
                  <a:lnTo>
                    <a:pt x="9241" y="25587"/>
                  </a:lnTo>
                  <a:lnTo>
                    <a:pt x="8998" y="25229"/>
                  </a:lnTo>
                  <a:lnTo>
                    <a:pt x="8909" y="25127"/>
                  </a:lnTo>
                  <a:lnTo>
                    <a:pt x="8845" y="25051"/>
                  </a:lnTo>
                  <a:lnTo>
                    <a:pt x="8806" y="25038"/>
                  </a:lnTo>
                  <a:lnTo>
                    <a:pt x="8781" y="25038"/>
                  </a:lnTo>
                  <a:lnTo>
                    <a:pt x="8704" y="25076"/>
                  </a:lnTo>
                  <a:lnTo>
                    <a:pt x="8589" y="25114"/>
                  </a:lnTo>
                  <a:lnTo>
                    <a:pt x="8436" y="25153"/>
                  </a:lnTo>
                  <a:lnTo>
                    <a:pt x="8436" y="24910"/>
                  </a:lnTo>
                  <a:lnTo>
                    <a:pt x="8653" y="24757"/>
                  </a:lnTo>
                  <a:close/>
                  <a:moveTo>
                    <a:pt x="59597" y="27786"/>
                  </a:moveTo>
                  <a:lnTo>
                    <a:pt x="59494" y="28233"/>
                  </a:lnTo>
                  <a:lnTo>
                    <a:pt x="59418" y="28437"/>
                  </a:lnTo>
                  <a:lnTo>
                    <a:pt x="59341" y="28220"/>
                  </a:lnTo>
                  <a:lnTo>
                    <a:pt x="59494" y="27849"/>
                  </a:lnTo>
                  <a:lnTo>
                    <a:pt x="59597" y="27786"/>
                  </a:lnTo>
                  <a:close/>
                  <a:moveTo>
                    <a:pt x="59788" y="27862"/>
                  </a:moveTo>
                  <a:lnTo>
                    <a:pt x="59993" y="28118"/>
                  </a:lnTo>
                  <a:lnTo>
                    <a:pt x="60363" y="28437"/>
                  </a:lnTo>
                  <a:lnTo>
                    <a:pt x="60197" y="28437"/>
                  </a:lnTo>
                  <a:lnTo>
                    <a:pt x="59788" y="28118"/>
                  </a:lnTo>
                  <a:lnTo>
                    <a:pt x="59788" y="27862"/>
                  </a:lnTo>
                  <a:close/>
                  <a:moveTo>
                    <a:pt x="22443" y="27862"/>
                  </a:moveTo>
                  <a:lnTo>
                    <a:pt x="22520" y="28143"/>
                  </a:lnTo>
                  <a:lnTo>
                    <a:pt x="22264" y="28207"/>
                  </a:lnTo>
                  <a:lnTo>
                    <a:pt x="22264" y="28322"/>
                  </a:lnTo>
                  <a:lnTo>
                    <a:pt x="22111" y="28463"/>
                  </a:lnTo>
                  <a:lnTo>
                    <a:pt x="21715" y="28578"/>
                  </a:lnTo>
                  <a:lnTo>
                    <a:pt x="21715" y="28501"/>
                  </a:lnTo>
                  <a:lnTo>
                    <a:pt x="21779" y="28476"/>
                  </a:lnTo>
                  <a:lnTo>
                    <a:pt x="21958" y="28412"/>
                  </a:lnTo>
                  <a:lnTo>
                    <a:pt x="22188" y="28348"/>
                  </a:lnTo>
                  <a:lnTo>
                    <a:pt x="22188" y="28067"/>
                  </a:lnTo>
                  <a:lnTo>
                    <a:pt x="22392" y="28067"/>
                  </a:lnTo>
                  <a:lnTo>
                    <a:pt x="22443" y="27862"/>
                  </a:lnTo>
                  <a:close/>
                  <a:moveTo>
                    <a:pt x="13126" y="27862"/>
                  </a:moveTo>
                  <a:lnTo>
                    <a:pt x="12947" y="28220"/>
                  </a:lnTo>
                  <a:lnTo>
                    <a:pt x="12947" y="28514"/>
                  </a:lnTo>
                  <a:lnTo>
                    <a:pt x="13101" y="28782"/>
                  </a:lnTo>
                  <a:lnTo>
                    <a:pt x="13037" y="28859"/>
                  </a:lnTo>
                  <a:lnTo>
                    <a:pt x="12947" y="28859"/>
                  </a:lnTo>
                  <a:lnTo>
                    <a:pt x="12832" y="28361"/>
                  </a:lnTo>
                  <a:lnTo>
                    <a:pt x="12743" y="28220"/>
                  </a:lnTo>
                  <a:lnTo>
                    <a:pt x="12359" y="28067"/>
                  </a:lnTo>
                  <a:lnTo>
                    <a:pt x="12359" y="28067"/>
                  </a:lnTo>
                  <a:lnTo>
                    <a:pt x="12743" y="28118"/>
                  </a:lnTo>
                  <a:lnTo>
                    <a:pt x="12883" y="27977"/>
                  </a:lnTo>
                  <a:lnTo>
                    <a:pt x="13126" y="27862"/>
                  </a:lnTo>
                  <a:close/>
                  <a:moveTo>
                    <a:pt x="15491" y="29179"/>
                  </a:moveTo>
                  <a:lnTo>
                    <a:pt x="15887" y="29383"/>
                  </a:lnTo>
                  <a:lnTo>
                    <a:pt x="16206" y="29511"/>
                  </a:lnTo>
                  <a:lnTo>
                    <a:pt x="15759" y="29511"/>
                  </a:lnTo>
                  <a:lnTo>
                    <a:pt x="15465" y="29345"/>
                  </a:lnTo>
                  <a:lnTo>
                    <a:pt x="15043" y="29511"/>
                  </a:lnTo>
                  <a:lnTo>
                    <a:pt x="14749" y="29383"/>
                  </a:lnTo>
                  <a:lnTo>
                    <a:pt x="15145" y="29383"/>
                  </a:lnTo>
                  <a:lnTo>
                    <a:pt x="15491" y="29179"/>
                  </a:lnTo>
                  <a:close/>
                  <a:moveTo>
                    <a:pt x="20373" y="29600"/>
                  </a:moveTo>
                  <a:lnTo>
                    <a:pt x="20590" y="29754"/>
                  </a:lnTo>
                  <a:lnTo>
                    <a:pt x="20743" y="29754"/>
                  </a:lnTo>
                  <a:lnTo>
                    <a:pt x="20667" y="29933"/>
                  </a:lnTo>
                  <a:lnTo>
                    <a:pt x="20360" y="29728"/>
                  </a:lnTo>
                  <a:lnTo>
                    <a:pt x="20079" y="29843"/>
                  </a:lnTo>
                  <a:lnTo>
                    <a:pt x="20079" y="29843"/>
                  </a:lnTo>
                  <a:lnTo>
                    <a:pt x="20245" y="29677"/>
                  </a:lnTo>
                  <a:lnTo>
                    <a:pt x="20373" y="29600"/>
                  </a:lnTo>
                  <a:close/>
                  <a:moveTo>
                    <a:pt x="59009" y="29358"/>
                  </a:moveTo>
                  <a:lnTo>
                    <a:pt x="59162" y="29511"/>
                  </a:lnTo>
                  <a:lnTo>
                    <a:pt x="59456" y="29396"/>
                  </a:lnTo>
                  <a:lnTo>
                    <a:pt x="59724" y="29396"/>
                  </a:lnTo>
                  <a:lnTo>
                    <a:pt x="59993" y="29537"/>
                  </a:lnTo>
                  <a:lnTo>
                    <a:pt x="59993" y="29856"/>
                  </a:lnTo>
                  <a:lnTo>
                    <a:pt x="59776" y="29511"/>
                  </a:lnTo>
                  <a:lnTo>
                    <a:pt x="59456" y="29511"/>
                  </a:lnTo>
                  <a:lnTo>
                    <a:pt x="59252" y="29588"/>
                  </a:lnTo>
                  <a:lnTo>
                    <a:pt x="59098" y="29779"/>
                  </a:lnTo>
                  <a:lnTo>
                    <a:pt x="59226" y="29907"/>
                  </a:lnTo>
                  <a:lnTo>
                    <a:pt x="59367" y="30061"/>
                  </a:lnTo>
                  <a:lnTo>
                    <a:pt x="59494" y="30278"/>
                  </a:lnTo>
                  <a:lnTo>
                    <a:pt x="59124" y="30163"/>
                  </a:lnTo>
                  <a:lnTo>
                    <a:pt x="58983" y="29792"/>
                  </a:lnTo>
                  <a:lnTo>
                    <a:pt x="58702" y="29792"/>
                  </a:lnTo>
                  <a:lnTo>
                    <a:pt x="58702" y="29677"/>
                  </a:lnTo>
                  <a:lnTo>
                    <a:pt x="58932" y="29626"/>
                  </a:lnTo>
                  <a:lnTo>
                    <a:pt x="58894" y="29434"/>
                  </a:lnTo>
                  <a:lnTo>
                    <a:pt x="59009" y="29358"/>
                  </a:lnTo>
                  <a:close/>
                  <a:moveTo>
                    <a:pt x="40311" y="30623"/>
                  </a:moveTo>
                  <a:lnTo>
                    <a:pt x="40234" y="30904"/>
                  </a:lnTo>
                  <a:lnTo>
                    <a:pt x="40042" y="30904"/>
                  </a:lnTo>
                  <a:lnTo>
                    <a:pt x="40042" y="31083"/>
                  </a:lnTo>
                  <a:lnTo>
                    <a:pt x="39927" y="31172"/>
                  </a:lnTo>
                  <a:lnTo>
                    <a:pt x="39659" y="31045"/>
                  </a:lnTo>
                  <a:lnTo>
                    <a:pt x="39275" y="31032"/>
                  </a:lnTo>
                  <a:lnTo>
                    <a:pt x="39275" y="30891"/>
                  </a:lnTo>
                  <a:lnTo>
                    <a:pt x="39902" y="30776"/>
                  </a:lnTo>
                  <a:lnTo>
                    <a:pt x="40132" y="30725"/>
                  </a:lnTo>
                  <a:lnTo>
                    <a:pt x="40311" y="30623"/>
                  </a:lnTo>
                  <a:close/>
                  <a:moveTo>
                    <a:pt x="80199" y="31070"/>
                  </a:moveTo>
                  <a:lnTo>
                    <a:pt x="80263" y="31096"/>
                  </a:lnTo>
                  <a:lnTo>
                    <a:pt x="80365" y="31134"/>
                  </a:lnTo>
                  <a:lnTo>
                    <a:pt x="80135" y="31454"/>
                  </a:lnTo>
                  <a:lnTo>
                    <a:pt x="79739" y="31224"/>
                  </a:lnTo>
                  <a:lnTo>
                    <a:pt x="79509" y="31326"/>
                  </a:lnTo>
                  <a:lnTo>
                    <a:pt x="79649" y="31709"/>
                  </a:lnTo>
                  <a:lnTo>
                    <a:pt x="79458" y="31773"/>
                  </a:lnTo>
                  <a:lnTo>
                    <a:pt x="79317" y="31824"/>
                  </a:lnTo>
                  <a:lnTo>
                    <a:pt x="79253" y="31850"/>
                  </a:lnTo>
                  <a:lnTo>
                    <a:pt x="79228" y="31965"/>
                  </a:lnTo>
                  <a:lnTo>
                    <a:pt x="79215" y="32067"/>
                  </a:lnTo>
                  <a:lnTo>
                    <a:pt x="79215" y="32080"/>
                  </a:lnTo>
                  <a:lnTo>
                    <a:pt x="79202" y="32067"/>
                  </a:lnTo>
                  <a:lnTo>
                    <a:pt x="79164" y="32003"/>
                  </a:lnTo>
                  <a:lnTo>
                    <a:pt x="79125" y="31850"/>
                  </a:lnTo>
                  <a:lnTo>
                    <a:pt x="79100" y="31735"/>
                  </a:lnTo>
                  <a:lnTo>
                    <a:pt x="79125" y="31722"/>
                  </a:lnTo>
                  <a:lnTo>
                    <a:pt x="79177" y="31735"/>
                  </a:lnTo>
                  <a:lnTo>
                    <a:pt x="79253" y="31735"/>
                  </a:lnTo>
                  <a:lnTo>
                    <a:pt x="79458" y="31709"/>
                  </a:lnTo>
                  <a:lnTo>
                    <a:pt x="79023" y="31134"/>
                  </a:lnTo>
                  <a:lnTo>
                    <a:pt x="79100" y="31134"/>
                  </a:lnTo>
                  <a:lnTo>
                    <a:pt x="79458" y="31070"/>
                  </a:lnTo>
                  <a:lnTo>
                    <a:pt x="79726" y="31172"/>
                  </a:lnTo>
                  <a:lnTo>
                    <a:pt x="80148" y="31070"/>
                  </a:lnTo>
                  <a:close/>
                  <a:moveTo>
                    <a:pt x="18980" y="30291"/>
                  </a:moveTo>
                  <a:lnTo>
                    <a:pt x="18865" y="30342"/>
                  </a:lnTo>
                  <a:lnTo>
                    <a:pt x="18174" y="30444"/>
                  </a:lnTo>
                  <a:lnTo>
                    <a:pt x="17523" y="30751"/>
                  </a:lnTo>
                  <a:lnTo>
                    <a:pt x="17523" y="31019"/>
                  </a:lnTo>
                  <a:lnTo>
                    <a:pt x="17305" y="31339"/>
                  </a:lnTo>
                  <a:lnTo>
                    <a:pt x="17088" y="31339"/>
                  </a:lnTo>
                  <a:lnTo>
                    <a:pt x="17305" y="31722"/>
                  </a:lnTo>
                  <a:lnTo>
                    <a:pt x="17459" y="31748"/>
                  </a:lnTo>
                  <a:lnTo>
                    <a:pt x="17778" y="31633"/>
                  </a:lnTo>
                  <a:lnTo>
                    <a:pt x="17650" y="31824"/>
                  </a:lnTo>
                  <a:lnTo>
                    <a:pt x="17523" y="32042"/>
                  </a:lnTo>
                  <a:lnTo>
                    <a:pt x="17510" y="32157"/>
                  </a:lnTo>
                  <a:lnTo>
                    <a:pt x="17497" y="32233"/>
                  </a:lnTo>
                  <a:lnTo>
                    <a:pt x="17638" y="32387"/>
                  </a:lnTo>
                  <a:lnTo>
                    <a:pt x="17395" y="32387"/>
                  </a:lnTo>
                  <a:lnTo>
                    <a:pt x="17408" y="31875"/>
                  </a:lnTo>
                  <a:lnTo>
                    <a:pt x="17165" y="31799"/>
                  </a:lnTo>
                  <a:lnTo>
                    <a:pt x="17024" y="31415"/>
                  </a:lnTo>
                  <a:lnTo>
                    <a:pt x="17024" y="31134"/>
                  </a:lnTo>
                  <a:lnTo>
                    <a:pt x="17305" y="31045"/>
                  </a:lnTo>
                  <a:lnTo>
                    <a:pt x="17446" y="30674"/>
                  </a:lnTo>
                  <a:lnTo>
                    <a:pt x="17676" y="30508"/>
                  </a:lnTo>
                  <a:lnTo>
                    <a:pt x="17612" y="30342"/>
                  </a:lnTo>
                  <a:lnTo>
                    <a:pt x="17612" y="30342"/>
                  </a:lnTo>
                  <a:lnTo>
                    <a:pt x="17957" y="30393"/>
                  </a:lnTo>
                  <a:lnTo>
                    <a:pt x="18238" y="30291"/>
                  </a:lnTo>
                  <a:lnTo>
                    <a:pt x="18379" y="30342"/>
                  </a:lnTo>
                  <a:lnTo>
                    <a:pt x="18980" y="30291"/>
                  </a:lnTo>
                  <a:close/>
                  <a:moveTo>
                    <a:pt x="17024" y="32706"/>
                  </a:moveTo>
                  <a:lnTo>
                    <a:pt x="17165" y="32847"/>
                  </a:lnTo>
                  <a:lnTo>
                    <a:pt x="17024" y="33141"/>
                  </a:lnTo>
                  <a:lnTo>
                    <a:pt x="16730" y="33716"/>
                  </a:lnTo>
                  <a:lnTo>
                    <a:pt x="16781" y="33716"/>
                  </a:lnTo>
                  <a:lnTo>
                    <a:pt x="16654" y="33792"/>
                  </a:lnTo>
                  <a:lnTo>
                    <a:pt x="16334" y="33856"/>
                  </a:lnTo>
                  <a:lnTo>
                    <a:pt x="16334" y="33856"/>
                  </a:lnTo>
                  <a:lnTo>
                    <a:pt x="16462" y="33754"/>
                  </a:lnTo>
                  <a:lnTo>
                    <a:pt x="16551" y="33575"/>
                  </a:lnTo>
                  <a:lnTo>
                    <a:pt x="16756" y="33435"/>
                  </a:lnTo>
                  <a:lnTo>
                    <a:pt x="16935" y="33077"/>
                  </a:lnTo>
                  <a:lnTo>
                    <a:pt x="17024" y="32706"/>
                  </a:lnTo>
                  <a:close/>
                  <a:moveTo>
                    <a:pt x="65284" y="29894"/>
                  </a:moveTo>
                  <a:lnTo>
                    <a:pt x="65373" y="30073"/>
                  </a:lnTo>
                  <a:lnTo>
                    <a:pt x="65284" y="30802"/>
                  </a:lnTo>
                  <a:lnTo>
                    <a:pt x="65105" y="31351"/>
                  </a:lnTo>
                  <a:lnTo>
                    <a:pt x="65080" y="31799"/>
                  </a:lnTo>
                  <a:lnTo>
                    <a:pt x="64939" y="31914"/>
                  </a:lnTo>
                  <a:lnTo>
                    <a:pt x="64888" y="32208"/>
                  </a:lnTo>
                  <a:lnTo>
                    <a:pt x="64683" y="32233"/>
                  </a:lnTo>
                  <a:lnTo>
                    <a:pt x="64568" y="32016"/>
                  </a:lnTo>
                  <a:lnTo>
                    <a:pt x="64389" y="32105"/>
                  </a:lnTo>
                  <a:lnTo>
                    <a:pt x="64466" y="32233"/>
                  </a:lnTo>
                  <a:lnTo>
                    <a:pt x="64581" y="32514"/>
                  </a:lnTo>
                  <a:lnTo>
                    <a:pt x="64389" y="32514"/>
                  </a:lnTo>
                  <a:lnTo>
                    <a:pt x="64338" y="32642"/>
                  </a:lnTo>
                  <a:lnTo>
                    <a:pt x="64300" y="32732"/>
                  </a:lnTo>
                  <a:lnTo>
                    <a:pt x="64287" y="32808"/>
                  </a:lnTo>
                  <a:lnTo>
                    <a:pt x="64262" y="32834"/>
                  </a:lnTo>
                  <a:lnTo>
                    <a:pt x="64198" y="32872"/>
                  </a:lnTo>
                  <a:lnTo>
                    <a:pt x="64006" y="33000"/>
                  </a:lnTo>
                  <a:lnTo>
                    <a:pt x="63801" y="33102"/>
                  </a:lnTo>
                  <a:lnTo>
                    <a:pt x="63699" y="33153"/>
                  </a:lnTo>
                  <a:lnTo>
                    <a:pt x="63265" y="33192"/>
                  </a:lnTo>
                  <a:lnTo>
                    <a:pt x="62958" y="33499"/>
                  </a:lnTo>
                  <a:lnTo>
                    <a:pt x="62894" y="33486"/>
                  </a:lnTo>
                  <a:lnTo>
                    <a:pt x="62523" y="33588"/>
                  </a:lnTo>
                  <a:lnTo>
                    <a:pt x="62447" y="33805"/>
                  </a:lnTo>
                  <a:lnTo>
                    <a:pt x="62383" y="33971"/>
                  </a:lnTo>
                  <a:lnTo>
                    <a:pt x="62344" y="34035"/>
                  </a:lnTo>
                  <a:lnTo>
                    <a:pt x="62293" y="34086"/>
                  </a:lnTo>
                  <a:lnTo>
                    <a:pt x="62114" y="34189"/>
                  </a:lnTo>
                  <a:lnTo>
                    <a:pt x="61833" y="34329"/>
                  </a:lnTo>
                  <a:lnTo>
                    <a:pt x="61450" y="34521"/>
                  </a:lnTo>
                  <a:lnTo>
                    <a:pt x="60645" y="34393"/>
                  </a:lnTo>
                  <a:lnTo>
                    <a:pt x="60645" y="34150"/>
                  </a:lnTo>
                  <a:lnTo>
                    <a:pt x="60657" y="34099"/>
                  </a:lnTo>
                  <a:lnTo>
                    <a:pt x="60670" y="34074"/>
                  </a:lnTo>
                  <a:lnTo>
                    <a:pt x="60747" y="34074"/>
                  </a:lnTo>
                  <a:lnTo>
                    <a:pt x="60824" y="34125"/>
                  </a:lnTo>
                  <a:lnTo>
                    <a:pt x="60862" y="34150"/>
                  </a:lnTo>
                  <a:lnTo>
                    <a:pt x="61590" y="34086"/>
                  </a:lnTo>
                  <a:lnTo>
                    <a:pt x="61820" y="33933"/>
                  </a:lnTo>
                  <a:lnTo>
                    <a:pt x="61987" y="33818"/>
                  </a:lnTo>
                  <a:lnTo>
                    <a:pt x="62038" y="33767"/>
                  </a:lnTo>
                  <a:lnTo>
                    <a:pt x="62063" y="33729"/>
                  </a:lnTo>
                  <a:lnTo>
                    <a:pt x="62076" y="33703"/>
                  </a:lnTo>
                  <a:lnTo>
                    <a:pt x="62102" y="33652"/>
                  </a:lnTo>
                  <a:lnTo>
                    <a:pt x="62191" y="33524"/>
                  </a:lnTo>
                  <a:lnTo>
                    <a:pt x="62332" y="33371"/>
                  </a:lnTo>
                  <a:lnTo>
                    <a:pt x="62728" y="33230"/>
                  </a:lnTo>
                  <a:lnTo>
                    <a:pt x="63073" y="32834"/>
                  </a:lnTo>
                  <a:lnTo>
                    <a:pt x="63303" y="32949"/>
                  </a:lnTo>
                  <a:lnTo>
                    <a:pt x="63610" y="32783"/>
                  </a:lnTo>
                  <a:lnTo>
                    <a:pt x="63699" y="32476"/>
                  </a:lnTo>
                  <a:lnTo>
                    <a:pt x="63674" y="32476"/>
                  </a:lnTo>
                  <a:lnTo>
                    <a:pt x="63060" y="32783"/>
                  </a:lnTo>
                  <a:lnTo>
                    <a:pt x="63060" y="32783"/>
                  </a:lnTo>
                  <a:lnTo>
                    <a:pt x="63303" y="32476"/>
                  </a:lnTo>
                  <a:lnTo>
                    <a:pt x="63891" y="32105"/>
                  </a:lnTo>
                  <a:lnTo>
                    <a:pt x="64811" y="30431"/>
                  </a:lnTo>
                  <a:lnTo>
                    <a:pt x="64913" y="30137"/>
                  </a:lnTo>
                  <a:lnTo>
                    <a:pt x="65284" y="29894"/>
                  </a:lnTo>
                  <a:close/>
                  <a:moveTo>
                    <a:pt x="14954" y="34623"/>
                  </a:moveTo>
                  <a:lnTo>
                    <a:pt x="15094" y="34943"/>
                  </a:lnTo>
                  <a:lnTo>
                    <a:pt x="15094" y="35173"/>
                  </a:lnTo>
                  <a:lnTo>
                    <a:pt x="14890" y="35249"/>
                  </a:lnTo>
                  <a:lnTo>
                    <a:pt x="14864" y="35262"/>
                  </a:lnTo>
                  <a:lnTo>
                    <a:pt x="14852" y="35288"/>
                  </a:lnTo>
                  <a:lnTo>
                    <a:pt x="14839" y="35301"/>
                  </a:lnTo>
                  <a:lnTo>
                    <a:pt x="14852" y="35313"/>
                  </a:lnTo>
                  <a:lnTo>
                    <a:pt x="14877" y="35339"/>
                  </a:lnTo>
                  <a:lnTo>
                    <a:pt x="14890" y="35352"/>
                  </a:lnTo>
                  <a:lnTo>
                    <a:pt x="15030" y="35569"/>
                  </a:lnTo>
                  <a:lnTo>
                    <a:pt x="14954" y="35722"/>
                  </a:lnTo>
                  <a:lnTo>
                    <a:pt x="14749" y="35326"/>
                  </a:lnTo>
                  <a:lnTo>
                    <a:pt x="14749" y="35122"/>
                  </a:lnTo>
                  <a:lnTo>
                    <a:pt x="14992" y="35122"/>
                  </a:lnTo>
                  <a:lnTo>
                    <a:pt x="15030" y="35032"/>
                  </a:lnTo>
                  <a:lnTo>
                    <a:pt x="14954" y="34866"/>
                  </a:lnTo>
                  <a:lnTo>
                    <a:pt x="14954" y="34623"/>
                  </a:lnTo>
                  <a:close/>
                  <a:moveTo>
                    <a:pt x="13101" y="37537"/>
                  </a:moveTo>
                  <a:lnTo>
                    <a:pt x="13011" y="37703"/>
                  </a:lnTo>
                  <a:lnTo>
                    <a:pt x="12832" y="37767"/>
                  </a:lnTo>
                  <a:lnTo>
                    <a:pt x="12832" y="38202"/>
                  </a:lnTo>
                  <a:lnTo>
                    <a:pt x="12462" y="38304"/>
                  </a:lnTo>
                  <a:lnTo>
                    <a:pt x="12359" y="38419"/>
                  </a:lnTo>
                  <a:lnTo>
                    <a:pt x="12091" y="38419"/>
                  </a:lnTo>
                  <a:lnTo>
                    <a:pt x="12091" y="38163"/>
                  </a:lnTo>
                  <a:lnTo>
                    <a:pt x="12244" y="38061"/>
                  </a:lnTo>
                  <a:lnTo>
                    <a:pt x="12321" y="38189"/>
                  </a:lnTo>
                  <a:lnTo>
                    <a:pt x="12602" y="38163"/>
                  </a:lnTo>
                  <a:lnTo>
                    <a:pt x="12602" y="37857"/>
                  </a:lnTo>
                  <a:lnTo>
                    <a:pt x="12692" y="37806"/>
                  </a:lnTo>
                  <a:lnTo>
                    <a:pt x="12832" y="37537"/>
                  </a:lnTo>
                  <a:close/>
                  <a:moveTo>
                    <a:pt x="60862" y="1"/>
                  </a:moveTo>
                  <a:lnTo>
                    <a:pt x="60683" y="103"/>
                  </a:lnTo>
                  <a:lnTo>
                    <a:pt x="60453" y="205"/>
                  </a:lnTo>
                  <a:lnTo>
                    <a:pt x="60440" y="333"/>
                  </a:lnTo>
                  <a:lnTo>
                    <a:pt x="60159" y="269"/>
                  </a:lnTo>
                  <a:lnTo>
                    <a:pt x="60006" y="282"/>
                  </a:lnTo>
                  <a:lnTo>
                    <a:pt x="59891" y="295"/>
                  </a:lnTo>
                  <a:lnTo>
                    <a:pt x="59839" y="320"/>
                  </a:lnTo>
                  <a:lnTo>
                    <a:pt x="59635" y="410"/>
                  </a:lnTo>
                  <a:lnTo>
                    <a:pt x="59443" y="499"/>
                  </a:lnTo>
                  <a:lnTo>
                    <a:pt x="58855" y="972"/>
                  </a:lnTo>
                  <a:lnTo>
                    <a:pt x="58574" y="1049"/>
                  </a:lnTo>
                  <a:lnTo>
                    <a:pt x="58255" y="1381"/>
                  </a:lnTo>
                  <a:lnTo>
                    <a:pt x="58114" y="1381"/>
                  </a:lnTo>
                  <a:lnTo>
                    <a:pt x="58012" y="1624"/>
                  </a:lnTo>
                  <a:lnTo>
                    <a:pt x="58293" y="1713"/>
                  </a:lnTo>
                  <a:lnTo>
                    <a:pt x="58255" y="1892"/>
                  </a:lnTo>
                  <a:lnTo>
                    <a:pt x="58165" y="1930"/>
                  </a:lnTo>
                  <a:lnTo>
                    <a:pt x="58114" y="1943"/>
                  </a:lnTo>
                  <a:lnTo>
                    <a:pt x="58101" y="1956"/>
                  </a:lnTo>
                  <a:lnTo>
                    <a:pt x="58088" y="1969"/>
                  </a:lnTo>
                  <a:lnTo>
                    <a:pt x="58152" y="2058"/>
                  </a:lnTo>
                  <a:lnTo>
                    <a:pt x="58204" y="2122"/>
                  </a:lnTo>
                  <a:lnTo>
                    <a:pt x="58446" y="2173"/>
                  </a:lnTo>
                  <a:lnTo>
                    <a:pt x="58306" y="2186"/>
                  </a:lnTo>
                  <a:lnTo>
                    <a:pt x="57782" y="2148"/>
                  </a:lnTo>
                  <a:lnTo>
                    <a:pt x="56964" y="2109"/>
                  </a:lnTo>
                  <a:lnTo>
                    <a:pt x="56734" y="2033"/>
                  </a:lnTo>
                  <a:lnTo>
                    <a:pt x="56606" y="2058"/>
                  </a:lnTo>
                  <a:lnTo>
                    <a:pt x="56580" y="2109"/>
                  </a:lnTo>
                  <a:lnTo>
                    <a:pt x="56568" y="2148"/>
                  </a:lnTo>
                  <a:lnTo>
                    <a:pt x="56568" y="2161"/>
                  </a:lnTo>
                  <a:lnTo>
                    <a:pt x="56580" y="2173"/>
                  </a:lnTo>
                  <a:lnTo>
                    <a:pt x="56810" y="2327"/>
                  </a:lnTo>
                  <a:lnTo>
                    <a:pt x="57002" y="2467"/>
                  </a:lnTo>
                  <a:lnTo>
                    <a:pt x="57398" y="2672"/>
                  </a:lnTo>
                  <a:lnTo>
                    <a:pt x="57296" y="3055"/>
                  </a:lnTo>
                  <a:lnTo>
                    <a:pt x="57117" y="3221"/>
                  </a:lnTo>
                  <a:lnTo>
                    <a:pt x="57207" y="3042"/>
                  </a:lnTo>
                  <a:lnTo>
                    <a:pt x="57156" y="2812"/>
                  </a:lnTo>
                  <a:lnTo>
                    <a:pt x="57053" y="2633"/>
                  </a:lnTo>
                  <a:lnTo>
                    <a:pt x="56568" y="2493"/>
                  </a:lnTo>
                  <a:lnTo>
                    <a:pt x="56325" y="2646"/>
                  </a:lnTo>
                  <a:lnTo>
                    <a:pt x="55941" y="2646"/>
                  </a:lnTo>
                  <a:lnTo>
                    <a:pt x="55647" y="2838"/>
                  </a:lnTo>
                  <a:lnTo>
                    <a:pt x="55405" y="2787"/>
                  </a:lnTo>
                  <a:lnTo>
                    <a:pt x="55149" y="2736"/>
                  </a:lnTo>
                  <a:lnTo>
                    <a:pt x="54932" y="2876"/>
                  </a:lnTo>
                  <a:lnTo>
                    <a:pt x="55008" y="3055"/>
                  </a:lnTo>
                  <a:lnTo>
                    <a:pt x="54663" y="3196"/>
                  </a:lnTo>
                  <a:lnTo>
                    <a:pt x="54663" y="2940"/>
                  </a:lnTo>
                  <a:lnTo>
                    <a:pt x="54331" y="2953"/>
                  </a:lnTo>
                  <a:lnTo>
                    <a:pt x="54139" y="3132"/>
                  </a:lnTo>
                  <a:lnTo>
                    <a:pt x="54139" y="3132"/>
                  </a:lnTo>
                  <a:lnTo>
                    <a:pt x="54267" y="2940"/>
                  </a:lnTo>
                  <a:lnTo>
                    <a:pt x="54689" y="2672"/>
                  </a:lnTo>
                  <a:lnTo>
                    <a:pt x="55098" y="2659"/>
                  </a:lnTo>
                  <a:lnTo>
                    <a:pt x="55111" y="2429"/>
                  </a:lnTo>
                  <a:lnTo>
                    <a:pt x="54829" y="2378"/>
                  </a:lnTo>
                  <a:lnTo>
                    <a:pt x="54523" y="2518"/>
                  </a:lnTo>
                  <a:lnTo>
                    <a:pt x="54280" y="2339"/>
                  </a:lnTo>
                  <a:lnTo>
                    <a:pt x="53884" y="2467"/>
                  </a:lnTo>
                  <a:lnTo>
                    <a:pt x="53756" y="2633"/>
                  </a:lnTo>
                  <a:lnTo>
                    <a:pt x="53781" y="2723"/>
                  </a:lnTo>
                  <a:lnTo>
                    <a:pt x="53475" y="2697"/>
                  </a:lnTo>
                  <a:lnTo>
                    <a:pt x="53372" y="2518"/>
                  </a:lnTo>
                  <a:lnTo>
                    <a:pt x="53270" y="2531"/>
                  </a:lnTo>
                  <a:lnTo>
                    <a:pt x="53206" y="2531"/>
                  </a:lnTo>
                  <a:lnTo>
                    <a:pt x="53168" y="2544"/>
                  </a:lnTo>
                  <a:lnTo>
                    <a:pt x="53142" y="2633"/>
                  </a:lnTo>
                  <a:lnTo>
                    <a:pt x="53104" y="2723"/>
                  </a:lnTo>
                  <a:lnTo>
                    <a:pt x="52759" y="2723"/>
                  </a:lnTo>
                  <a:lnTo>
                    <a:pt x="52618" y="2710"/>
                  </a:lnTo>
                  <a:lnTo>
                    <a:pt x="52478" y="2710"/>
                  </a:lnTo>
                  <a:lnTo>
                    <a:pt x="52465" y="2723"/>
                  </a:lnTo>
                  <a:lnTo>
                    <a:pt x="52452" y="2774"/>
                  </a:lnTo>
                  <a:lnTo>
                    <a:pt x="52414" y="2825"/>
                  </a:lnTo>
                  <a:lnTo>
                    <a:pt x="52363" y="2876"/>
                  </a:lnTo>
                  <a:lnTo>
                    <a:pt x="52248" y="2697"/>
                  </a:lnTo>
                  <a:lnTo>
                    <a:pt x="52030" y="2697"/>
                  </a:lnTo>
                  <a:lnTo>
                    <a:pt x="51979" y="2748"/>
                  </a:lnTo>
                  <a:lnTo>
                    <a:pt x="51954" y="2787"/>
                  </a:lnTo>
                  <a:lnTo>
                    <a:pt x="51941" y="2838"/>
                  </a:lnTo>
                  <a:lnTo>
                    <a:pt x="51928" y="2863"/>
                  </a:lnTo>
                  <a:lnTo>
                    <a:pt x="51915" y="2876"/>
                  </a:lnTo>
                  <a:lnTo>
                    <a:pt x="51890" y="2902"/>
                  </a:lnTo>
                  <a:lnTo>
                    <a:pt x="51839" y="2915"/>
                  </a:lnTo>
                  <a:lnTo>
                    <a:pt x="51839" y="3145"/>
                  </a:lnTo>
                  <a:lnTo>
                    <a:pt x="52005" y="3042"/>
                  </a:lnTo>
                  <a:lnTo>
                    <a:pt x="52414" y="3042"/>
                  </a:lnTo>
                  <a:lnTo>
                    <a:pt x="52452" y="3221"/>
                  </a:lnTo>
                  <a:lnTo>
                    <a:pt x="52452" y="3221"/>
                  </a:lnTo>
                  <a:lnTo>
                    <a:pt x="51928" y="3145"/>
                  </a:lnTo>
                  <a:lnTo>
                    <a:pt x="51749" y="3349"/>
                  </a:lnTo>
                  <a:lnTo>
                    <a:pt x="51238" y="3349"/>
                  </a:lnTo>
                  <a:lnTo>
                    <a:pt x="50906" y="3490"/>
                  </a:lnTo>
                  <a:lnTo>
                    <a:pt x="50395" y="3490"/>
                  </a:lnTo>
                  <a:lnTo>
                    <a:pt x="49883" y="3464"/>
                  </a:lnTo>
                  <a:lnTo>
                    <a:pt x="49628" y="3694"/>
                  </a:lnTo>
                  <a:lnTo>
                    <a:pt x="49372" y="3784"/>
                  </a:lnTo>
                  <a:lnTo>
                    <a:pt x="49001" y="3733"/>
                  </a:lnTo>
                  <a:lnTo>
                    <a:pt x="48682" y="3924"/>
                  </a:lnTo>
                  <a:lnTo>
                    <a:pt x="47864" y="4397"/>
                  </a:lnTo>
                  <a:lnTo>
                    <a:pt x="47429" y="4448"/>
                  </a:lnTo>
                  <a:lnTo>
                    <a:pt x="47429" y="4602"/>
                  </a:lnTo>
                  <a:lnTo>
                    <a:pt x="47148" y="4627"/>
                  </a:lnTo>
                  <a:lnTo>
                    <a:pt x="46624" y="4819"/>
                  </a:lnTo>
                  <a:lnTo>
                    <a:pt x="46880" y="5075"/>
                  </a:lnTo>
                  <a:lnTo>
                    <a:pt x="46880" y="5075"/>
                  </a:lnTo>
                  <a:lnTo>
                    <a:pt x="46548" y="4908"/>
                  </a:lnTo>
                  <a:lnTo>
                    <a:pt x="46241" y="5228"/>
                  </a:lnTo>
                  <a:lnTo>
                    <a:pt x="46394" y="5368"/>
                  </a:lnTo>
                  <a:lnTo>
                    <a:pt x="46509" y="5266"/>
                  </a:lnTo>
                  <a:lnTo>
                    <a:pt x="46803" y="5368"/>
                  </a:lnTo>
                  <a:lnTo>
                    <a:pt x="46279" y="5547"/>
                  </a:lnTo>
                  <a:lnTo>
                    <a:pt x="46254" y="5752"/>
                  </a:lnTo>
                  <a:lnTo>
                    <a:pt x="46726" y="5790"/>
                  </a:lnTo>
                  <a:lnTo>
                    <a:pt x="47072" y="5931"/>
                  </a:lnTo>
                  <a:lnTo>
                    <a:pt x="47570" y="6263"/>
                  </a:lnTo>
                  <a:lnTo>
                    <a:pt x="47417" y="6519"/>
                  </a:lnTo>
                  <a:lnTo>
                    <a:pt x="46931" y="6710"/>
                  </a:lnTo>
                  <a:lnTo>
                    <a:pt x="47110" y="6353"/>
                  </a:lnTo>
                  <a:lnTo>
                    <a:pt x="46969" y="6263"/>
                  </a:lnTo>
                  <a:lnTo>
                    <a:pt x="46049" y="6378"/>
                  </a:lnTo>
                  <a:lnTo>
                    <a:pt x="45768" y="6583"/>
                  </a:lnTo>
                  <a:lnTo>
                    <a:pt x="45742" y="6583"/>
                  </a:lnTo>
                  <a:lnTo>
                    <a:pt x="45691" y="6595"/>
                  </a:lnTo>
                  <a:lnTo>
                    <a:pt x="45525" y="6583"/>
                  </a:lnTo>
                  <a:lnTo>
                    <a:pt x="45372" y="6570"/>
                  </a:lnTo>
                  <a:lnTo>
                    <a:pt x="45295" y="6557"/>
                  </a:lnTo>
                  <a:lnTo>
                    <a:pt x="45218" y="6544"/>
                  </a:lnTo>
                  <a:lnTo>
                    <a:pt x="45065" y="6544"/>
                  </a:lnTo>
                  <a:lnTo>
                    <a:pt x="44861" y="6557"/>
                  </a:lnTo>
                  <a:lnTo>
                    <a:pt x="44464" y="6608"/>
                  </a:lnTo>
                  <a:lnTo>
                    <a:pt x="43685" y="6583"/>
                  </a:lnTo>
                  <a:lnTo>
                    <a:pt x="42087" y="6659"/>
                  </a:lnTo>
                  <a:lnTo>
                    <a:pt x="41985" y="6851"/>
                  </a:lnTo>
                  <a:lnTo>
                    <a:pt x="42100" y="6953"/>
                  </a:lnTo>
                  <a:lnTo>
                    <a:pt x="41819" y="6992"/>
                  </a:lnTo>
                  <a:lnTo>
                    <a:pt x="41819" y="7043"/>
                  </a:lnTo>
                  <a:lnTo>
                    <a:pt x="41819" y="7145"/>
                  </a:lnTo>
                  <a:lnTo>
                    <a:pt x="41844" y="7298"/>
                  </a:lnTo>
                  <a:lnTo>
                    <a:pt x="42228" y="7516"/>
                  </a:lnTo>
                  <a:lnTo>
                    <a:pt x="42394" y="7822"/>
                  </a:lnTo>
                  <a:lnTo>
                    <a:pt x="42189" y="8001"/>
                  </a:lnTo>
                  <a:lnTo>
                    <a:pt x="42253" y="8206"/>
                  </a:lnTo>
                  <a:lnTo>
                    <a:pt x="42304" y="8359"/>
                  </a:lnTo>
                  <a:lnTo>
                    <a:pt x="42343" y="8423"/>
                  </a:lnTo>
                  <a:lnTo>
                    <a:pt x="42368" y="8436"/>
                  </a:lnTo>
                  <a:lnTo>
                    <a:pt x="42407" y="8474"/>
                  </a:lnTo>
                  <a:lnTo>
                    <a:pt x="42471" y="8525"/>
                  </a:lnTo>
                  <a:lnTo>
                    <a:pt x="42688" y="8653"/>
                  </a:lnTo>
                  <a:lnTo>
                    <a:pt x="43352" y="8743"/>
                  </a:lnTo>
                  <a:lnTo>
                    <a:pt x="43404" y="9024"/>
                  </a:lnTo>
                  <a:lnTo>
                    <a:pt x="43851" y="9228"/>
                  </a:lnTo>
                  <a:lnTo>
                    <a:pt x="44234" y="9241"/>
                  </a:lnTo>
                  <a:lnTo>
                    <a:pt x="44630" y="9765"/>
                  </a:lnTo>
                  <a:lnTo>
                    <a:pt x="44388" y="9906"/>
                  </a:lnTo>
                  <a:lnTo>
                    <a:pt x="44094" y="10404"/>
                  </a:lnTo>
                  <a:lnTo>
                    <a:pt x="44630" y="11311"/>
                  </a:lnTo>
                  <a:lnTo>
                    <a:pt x="44324" y="11554"/>
                  </a:lnTo>
                  <a:lnTo>
                    <a:pt x="44081" y="11657"/>
                  </a:lnTo>
                  <a:lnTo>
                    <a:pt x="44170" y="11848"/>
                  </a:lnTo>
                  <a:lnTo>
                    <a:pt x="43825" y="11848"/>
                  </a:lnTo>
                  <a:lnTo>
                    <a:pt x="43787" y="11669"/>
                  </a:lnTo>
                  <a:lnTo>
                    <a:pt x="43864" y="11593"/>
                  </a:lnTo>
                  <a:lnTo>
                    <a:pt x="44324" y="11132"/>
                  </a:lnTo>
                  <a:lnTo>
                    <a:pt x="44081" y="10647"/>
                  </a:lnTo>
                  <a:lnTo>
                    <a:pt x="43659" y="10660"/>
                  </a:lnTo>
                  <a:lnTo>
                    <a:pt x="43442" y="11529"/>
                  </a:lnTo>
                  <a:lnTo>
                    <a:pt x="43634" y="11708"/>
                  </a:lnTo>
                  <a:lnTo>
                    <a:pt x="43391" y="11567"/>
                  </a:lnTo>
                  <a:lnTo>
                    <a:pt x="43519" y="11030"/>
                  </a:lnTo>
                  <a:lnTo>
                    <a:pt x="43429" y="10992"/>
                  </a:lnTo>
                  <a:lnTo>
                    <a:pt x="43467" y="10315"/>
                  </a:lnTo>
                  <a:lnTo>
                    <a:pt x="43493" y="10289"/>
                  </a:lnTo>
                  <a:lnTo>
                    <a:pt x="43544" y="10238"/>
                  </a:lnTo>
                  <a:lnTo>
                    <a:pt x="43621" y="10187"/>
                  </a:lnTo>
                  <a:lnTo>
                    <a:pt x="44017" y="9982"/>
                  </a:lnTo>
                  <a:lnTo>
                    <a:pt x="44170" y="9573"/>
                  </a:lnTo>
                  <a:lnTo>
                    <a:pt x="43915" y="9420"/>
                  </a:lnTo>
                  <a:lnTo>
                    <a:pt x="43659" y="9420"/>
                  </a:lnTo>
                  <a:lnTo>
                    <a:pt x="42982" y="9509"/>
                  </a:lnTo>
                  <a:lnTo>
                    <a:pt x="42841" y="9343"/>
                  </a:lnTo>
                  <a:lnTo>
                    <a:pt x="42087" y="8858"/>
                  </a:lnTo>
                  <a:lnTo>
                    <a:pt x="41780" y="8896"/>
                  </a:lnTo>
                  <a:lnTo>
                    <a:pt x="41320" y="8653"/>
                  </a:lnTo>
                  <a:lnTo>
                    <a:pt x="41129" y="8512"/>
                  </a:lnTo>
                  <a:lnTo>
                    <a:pt x="40566" y="8551"/>
                  </a:lnTo>
                  <a:lnTo>
                    <a:pt x="40323" y="8525"/>
                  </a:lnTo>
                  <a:lnTo>
                    <a:pt x="40387" y="8461"/>
                  </a:lnTo>
                  <a:lnTo>
                    <a:pt x="40413" y="8410"/>
                  </a:lnTo>
                  <a:lnTo>
                    <a:pt x="40426" y="8397"/>
                  </a:lnTo>
                  <a:lnTo>
                    <a:pt x="40413" y="8397"/>
                  </a:lnTo>
                  <a:lnTo>
                    <a:pt x="40119" y="8308"/>
                  </a:lnTo>
                  <a:lnTo>
                    <a:pt x="39940" y="8244"/>
                  </a:lnTo>
                  <a:lnTo>
                    <a:pt x="39850" y="8206"/>
                  </a:lnTo>
                  <a:lnTo>
                    <a:pt x="39812" y="8206"/>
                  </a:lnTo>
                  <a:lnTo>
                    <a:pt x="39748" y="8244"/>
                  </a:lnTo>
                  <a:lnTo>
                    <a:pt x="39659" y="8295"/>
                  </a:lnTo>
                  <a:lnTo>
                    <a:pt x="39148" y="8551"/>
                  </a:lnTo>
                  <a:lnTo>
                    <a:pt x="39148" y="8717"/>
                  </a:lnTo>
                  <a:lnTo>
                    <a:pt x="39595" y="8755"/>
                  </a:lnTo>
                  <a:lnTo>
                    <a:pt x="40221" y="8538"/>
                  </a:lnTo>
                  <a:lnTo>
                    <a:pt x="39557" y="8870"/>
                  </a:lnTo>
                  <a:lnTo>
                    <a:pt x="39735" y="9024"/>
                  </a:lnTo>
                  <a:lnTo>
                    <a:pt x="39978" y="8973"/>
                  </a:lnTo>
                  <a:lnTo>
                    <a:pt x="40196" y="9024"/>
                  </a:lnTo>
                  <a:lnTo>
                    <a:pt x="40029" y="9330"/>
                  </a:lnTo>
                  <a:lnTo>
                    <a:pt x="39557" y="9215"/>
                  </a:lnTo>
                  <a:lnTo>
                    <a:pt x="39301" y="9049"/>
                  </a:lnTo>
                  <a:lnTo>
                    <a:pt x="39224" y="9036"/>
                  </a:lnTo>
                  <a:lnTo>
                    <a:pt x="39096" y="9024"/>
                  </a:lnTo>
                  <a:lnTo>
                    <a:pt x="38930" y="9011"/>
                  </a:lnTo>
                  <a:lnTo>
                    <a:pt x="38572" y="9177"/>
                  </a:lnTo>
                  <a:lnTo>
                    <a:pt x="38598" y="9484"/>
                  </a:lnTo>
                  <a:lnTo>
                    <a:pt x="38687" y="9497"/>
                  </a:lnTo>
                  <a:lnTo>
                    <a:pt x="38815" y="9803"/>
                  </a:lnTo>
                  <a:lnTo>
                    <a:pt x="39148" y="9816"/>
                  </a:lnTo>
                  <a:lnTo>
                    <a:pt x="39365" y="10046"/>
                  </a:lnTo>
                  <a:lnTo>
                    <a:pt x="39787" y="10225"/>
                  </a:lnTo>
                  <a:lnTo>
                    <a:pt x="40208" y="10302"/>
                  </a:lnTo>
                  <a:lnTo>
                    <a:pt x="40477" y="10570"/>
                  </a:lnTo>
                  <a:lnTo>
                    <a:pt x="40132" y="10647"/>
                  </a:lnTo>
                  <a:lnTo>
                    <a:pt x="39927" y="10289"/>
                  </a:lnTo>
                  <a:lnTo>
                    <a:pt x="39275" y="10238"/>
                  </a:lnTo>
                  <a:lnTo>
                    <a:pt x="38560" y="10289"/>
                  </a:lnTo>
                  <a:lnTo>
                    <a:pt x="38521" y="10276"/>
                  </a:lnTo>
                  <a:lnTo>
                    <a:pt x="38457" y="10238"/>
                  </a:lnTo>
                  <a:lnTo>
                    <a:pt x="38406" y="10187"/>
                  </a:lnTo>
                  <a:lnTo>
                    <a:pt x="38368" y="10148"/>
                  </a:lnTo>
                  <a:lnTo>
                    <a:pt x="38304" y="10123"/>
                  </a:lnTo>
                  <a:lnTo>
                    <a:pt x="38176" y="10084"/>
                  </a:lnTo>
                  <a:lnTo>
                    <a:pt x="37985" y="10046"/>
                  </a:lnTo>
                  <a:lnTo>
                    <a:pt x="37959" y="9995"/>
                  </a:lnTo>
                  <a:lnTo>
                    <a:pt x="37933" y="9918"/>
                  </a:lnTo>
                  <a:lnTo>
                    <a:pt x="37959" y="9893"/>
                  </a:lnTo>
                  <a:lnTo>
                    <a:pt x="38023" y="9854"/>
                  </a:lnTo>
                  <a:lnTo>
                    <a:pt x="38100" y="9803"/>
                  </a:lnTo>
                  <a:lnTo>
                    <a:pt x="38074" y="9573"/>
                  </a:lnTo>
                  <a:lnTo>
                    <a:pt x="37985" y="9509"/>
                  </a:lnTo>
                  <a:lnTo>
                    <a:pt x="37921" y="9445"/>
                  </a:lnTo>
                  <a:lnTo>
                    <a:pt x="37908" y="9407"/>
                  </a:lnTo>
                  <a:lnTo>
                    <a:pt x="37895" y="9382"/>
                  </a:lnTo>
                  <a:lnTo>
                    <a:pt x="37908" y="9343"/>
                  </a:lnTo>
                  <a:lnTo>
                    <a:pt x="37933" y="9292"/>
                  </a:lnTo>
                  <a:lnTo>
                    <a:pt x="37972" y="9254"/>
                  </a:lnTo>
                  <a:lnTo>
                    <a:pt x="38202" y="9126"/>
                  </a:lnTo>
                  <a:lnTo>
                    <a:pt x="38176" y="9049"/>
                  </a:lnTo>
                  <a:lnTo>
                    <a:pt x="38151" y="8934"/>
                  </a:lnTo>
                  <a:lnTo>
                    <a:pt x="38163" y="8921"/>
                  </a:lnTo>
                  <a:lnTo>
                    <a:pt x="38176" y="8896"/>
                  </a:lnTo>
                  <a:lnTo>
                    <a:pt x="38240" y="8870"/>
                  </a:lnTo>
                  <a:lnTo>
                    <a:pt x="38317" y="8845"/>
                  </a:lnTo>
                  <a:lnTo>
                    <a:pt x="38330" y="8691"/>
                  </a:lnTo>
                  <a:lnTo>
                    <a:pt x="38266" y="8525"/>
                  </a:lnTo>
                  <a:lnTo>
                    <a:pt x="38304" y="8410"/>
                  </a:lnTo>
                  <a:lnTo>
                    <a:pt x="38163" y="8244"/>
                  </a:lnTo>
                  <a:lnTo>
                    <a:pt x="38074" y="7861"/>
                  </a:lnTo>
                  <a:lnTo>
                    <a:pt x="37742" y="7771"/>
                  </a:lnTo>
                  <a:lnTo>
                    <a:pt x="37601" y="7822"/>
                  </a:lnTo>
                  <a:lnTo>
                    <a:pt x="37486" y="7784"/>
                  </a:lnTo>
                  <a:lnTo>
                    <a:pt x="37678" y="7528"/>
                  </a:lnTo>
                  <a:lnTo>
                    <a:pt x="37473" y="7413"/>
                  </a:lnTo>
                  <a:lnTo>
                    <a:pt x="37294" y="7286"/>
                  </a:lnTo>
                  <a:lnTo>
                    <a:pt x="36949" y="7541"/>
                  </a:lnTo>
                  <a:lnTo>
                    <a:pt x="37077" y="7822"/>
                  </a:lnTo>
                  <a:lnTo>
                    <a:pt x="37550" y="7861"/>
                  </a:lnTo>
                  <a:lnTo>
                    <a:pt x="37461" y="8001"/>
                  </a:lnTo>
                  <a:lnTo>
                    <a:pt x="37665" y="8142"/>
                  </a:lnTo>
                  <a:lnTo>
                    <a:pt x="37780" y="8781"/>
                  </a:lnTo>
                  <a:lnTo>
                    <a:pt x="37256" y="9113"/>
                  </a:lnTo>
                  <a:lnTo>
                    <a:pt x="36898" y="9203"/>
                  </a:lnTo>
                  <a:lnTo>
                    <a:pt x="36464" y="9407"/>
                  </a:lnTo>
                  <a:lnTo>
                    <a:pt x="36438" y="9612"/>
                  </a:lnTo>
                  <a:lnTo>
                    <a:pt x="36170" y="9854"/>
                  </a:lnTo>
                  <a:lnTo>
                    <a:pt x="36067" y="10021"/>
                  </a:lnTo>
                  <a:lnTo>
                    <a:pt x="36553" y="10212"/>
                  </a:lnTo>
                  <a:lnTo>
                    <a:pt x="36489" y="10391"/>
                  </a:lnTo>
                  <a:lnTo>
                    <a:pt x="36668" y="10557"/>
                  </a:lnTo>
                  <a:lnTo>
                    <a:pt x="36796" y="10672"/>
                  </a:lnTo>
                  <a:lnTo>
                    <a:pt x="36847" y="10736"/>
                  </a:lnTo>
                  <a:lnTo>
                    <a:pt x="36924" y="10826"/>
                  </a:lnTo>
                  <a:lnTo>
                    <a:pt x="37090" y="11005"/>
                  </a:lnTo>
                  <a:lnTo>
                    <a:pt x="37320" y="11248"/>
                  </a:lnTo>
                  <a:lnTo>
                    <a:pt x="37103" y="11401"/>
                  </a:lnTo>
                  <a:lnTo>
                    <a:pt x="36681" y="11912"/>
                  </a:lnTo>
                  <a:lnTo>
                    <a:pt x="36591" y="12500"/>
                  </a:lnTo>
                  <a:lnTo>
                    <a:pt x="36924" y="12832"/>
                  </a:lnTo>
                  <a:lnTo>
                    <a:pt x="36668" y="13088"/>
                  </a:lnTo>
                  <a:lnTo>
                    <a:pt x="36770" y="13318"/>
                  </a:lnTo>
                  <a:lnTo>
                    <a:pt x="37179" y="13139"/>
                  </a:lnTo>
                  <a:lnTo>
                    <a:pt x="37409" y="13241"/>
                  </a:lnTo>
                  <a:lnTo>
                    <a:pt x="37857" y="13305"/>
                  </a:lnTo>
                  <a:lnTo>
                    <a:pt x="38215" y="13050"/>
                  </a:lnTo>
                  <a:lnTo>
                    <a:pt x="38739" y="13126"/>
                  </a:lnTo>
                  <a:lnTo>
                    <a:pt x="39544" y="13331"/>
                  </a:lnTo>
                  <a:lnTo>
                    <a:pt x="39914" y="13855"/>
                  </a:lnTo>
                  <a:lnTo>
                    <a:pt x="40132" y="14315"/>
                  </a:lnTo>
                  <a:lnTo>
                    <a:pt x="39863" y="14455"/>
                  </a:lnTo>
                  <a:lnTo>
                    <a:pt x="39646" y="14839"/>
                  </a:lnTo>
                  <a:lnTo>
                    <a:pt x="39902" y="15107"/>
                  </a:lnTo>
                  <a:lnTo>
                    <a:pt x="40132" y="15337"/>
                  </a:lnTo>
                  <a:lnTo>
                    <a:pt x="39557" y="15248"/>
                  </a:lnTo>
                  <a:lnTo>
                    <a:pt x="39390" y="14852"/>
                  </a:lnTo>
                  <a:lnTo>
                    <a:pt x="39531" y="14494"/>
                  </a:lnTo>
                  <a:lnTo>
                    <a:pt x="39595" y="14136"/>
                  </a:lnTo>
                  <a:lnTo>
                    <a:pt x="39429" y="14021"/>
                  </a:lnTo>
                  <a:lnTo>
                    <a:pt x="38981" y="13459"/>
                  </a:lnTo>
                  <a:lnTo>
                    <a:pt x="38457" y="13356"/>
                  </a:lnTo>
                  <a:lnTo>
                    <a:pt x="38010" y="13548"/>
                  </a:lnTo>
                  <a:lnTo>
                    <a:pt x="37371" y="13765"/>
                  </a:lnTo>
                  <a:lnTo>
                    <a:pt x="37294" y="13970"/>
                  </a:lnTo>
                  <a:lnTo>
                    <a:pt x="37230" y="14174"/>
                  </a:lnTo>
                  <a:lnTo>
                    <a:pt x="37269" y="14225"/>
                  </a:lnTo>
                  <a:lnTo>
                    <a:pt x="37371" y="14315"/>
                  </a:lnTo>
                  <a:lnTo>
                    <a:pt x="37512" y="14443"/>
                  </a:lnTo>
                  <a:lnTo>
                    <a:pt x="37639" y="14737"/>
                  </a:lnTo>
                  <a:lnTo>
                    <a:pt x="37563" y="15107"/>
                  </a:lnTo>
                  <a:lnTo>
                    <a:pt x="36962" y="15682"/>
                  </a:lnTo>
                  <a:lnTo>
                    <a:pt x="36885" y="16194"/>
                  </a:lnTo>
                  <a:lnTo>
                    <a:pt x="36361" y="16411"/>
                  </a:lnTo>
                  <a:lnTo>
                    <a:pt x="36029" y="16526"/>
                  </a:lnTo>
                  <a:lnTo>
                    <a:pt x="35799" y="16615"/>
                  </a:lnTo>
                  <a:lnTo>
                    <a:pt x="35697" y="16654"/>
                  </a:lnTo>
                  <a:lnTo>
                    <a:pt x="35531" y="17012"/>
                  </a:lnTo>
                  <a:lnTo>
                    <a:pt x="35377" y="17037"/>
                  </a:lnTo>
                  <a:lnTo>
                    <a:pt x="35186" y="17063"/>
                  </a:lnTo>
                  <a:lnTo>
                    <a:pt x="35173" y="17063"/>
                  </a:lnTo>
                  <a:lnTo>
                    <a:pt x="35160" y="17050"/>
                  </a:lnTo>
                  <a:lnTo>
                    <a:pt x="35160" y="17012"/>
                  </a:lnTo>
                  <a:lnTo>
                    <a:pt x="35173" y="16960"/>
                  </a:lnTo>
                  <a:lnTo>
                    <a:pt x="35045" y="16960"/>
                  </a:lnTo>
                  <a:lnTo>
                    <a:pt x="34687" y="16935"/>
                  </a:lnTo>
                  <a:lnTo>
                    <a:pt x="34444" y="16871"/>
                  </a:lnTo>
                  <a:lnTo>
                    <a:pt x="34035" y="16960"/>
                  </a:lnTo>
                  <a:lnTo>
                    <a:pt x="33869" y="16897"/>
                  </a:lnTo>
                  <a:lnTo>
                    <a:pt x="33741" y="16845"/>
                  </a:lnTo>
                  <a:lnTo>
                    <a:pt x="33639" y="16833"/>
                  </a:lnTo>
                  <a:lnTo>
                    <a:pt x="33550" y="16820"/>
                  </a:lnTo>
                  <a:lnTo>
                    <a:pt x="33447" y="16794"/>
                  </a:lnTo>
                  <a:lnTo>
                    <a:pt x="33307" y="16756"/>
                  </a:lnTo>
                  <a:lnTo>
                    <a:pt x="33013" y="16603"/>
                  </a:lnTo>
                  <a:lnTo>
                    <a:pt x="33128" y="16462"/>
                  </a:lnTo>
                  <a:lnTo>
                    <a:pt x="33371" y="16603"/>
                  </a:lnTo>
                  <a:lnTo>
                    <a:pt x="33614" y="16730"/>
                  </a:lnTo>
                  <a:lnTo>
                    <a:pt x="33831" y="16705"/>
                  </a:lnTo>
                  <a:lnTo>
                    <a:pt x="33805" y="16564"/>
                  </a:lnTo>
                  <a:lnTo>
                    <a:pt x="33575" y="16424"/>
                  </a:lnTo>
                  <a:lnTo>
                    <a:pt x="33447" y="16321"/>
                  </a:lnTo>
                  <a:lnTo>
                    <a:pt x="33729" y="16424"/>
                  </a:lnTo>
                  <a:lnTo>
                    <a:pt x="33984" y="16666"/>
                  </a:lnTo>
                  <a:lnTo>
                    <a:pt x="34189" y="16730"/>
                  </a:lnTo>
                  <a:lnTo>
                    <a:pt x="34559" y="16718"/>
                  </a:lnTo>
                  <a:lnTo>
                    <a:pt x="34610" y="16603"/>
                  </a:lnTo>
                  <a:lnTo>
                    <a:pt x="34955" y="16526"/>
                  </a:lnTo>
                  <a:lnTo>
                    <a:pt x="35032" y="16309"/>
                  </a:lnTo>
                  <a:lnTo>
                    <a:pt x="34892" y="16296"/>
                  </a:lnTo>
                  <a:lnTo>
                    <a:pt x="34892" y="16206"/>
                  </a:lnTo>
                  <a:lnTo>
                    <a:pt x="35007" y="16194"/>
                  </a:lnTo>
                  <a:lnTo>
                    <a:pt x="35096" y="16181"/>
                  </a:lnTo>
                  <a:lnTo>
                    <a:pt x="35134" y="16168"/>
                  </a:lnTo>
                  <a:lnTo>
                    <a:pt x="35186" y="16155"/>
                  </a:lnTo>
                  <a:lnTo>
                    <a:pt x="35288" y="16130"/>
                  </a:lnTo>
                  <a:lnTo>
                    <a:pt x="35428" y="16104"/>
                  </a:lnTo>
                  <a:lnTo>
                    <a:pt x="35505" y="15785"/>
                  </a:lnTo>
                  <a:lnTo>
                    <a:pt x="35658" y="15644"/>
                  </a:lnTo>
                  <a:lnTo>
                    <a:pt x="35825" y="15363"/>
                  </a:lnTo>
                  <a:lnTo>
                    <a:pt x="35991" y="15337"/>
                  </a:lnTo>
                  <a:lnTo>
                    <a:pt x="36336" y="14967"/>
                  </a:lnTo>
                  <a:lnTo>
                    <a:pt x="36361" y="14839"/>
                  </a:lnTo>
                  <a:lnTo>
                    <a:pt x="36234" y="14826"/>
                  </a:lnTo>
                  <a:lnTo>
                    <a:pt x="36144" y="14443"/>
                  </a:lnTo>
                  <a:lnTo>
                    <a:pt x="36246" y="14302"/>
                  </a:lnTo>
                  <a:lnTo>
                    <a:pt x="36528" y="14200"/>
                  </a:lnTo>
                  <a:lnTo>
                    <a:pt x="36643" y="13995"/>
                  </a:lnTo>
                  <a:lnTo>
                    <a:pt x="36451" y="13829"/>
                  </a:lnTo>
                  <a:lnTo>
                    <a:pt x="35901" y="13650"/>
                  </a:lnTo>
                  <a:lnTo>
                    <a:pt x="35876" y="13407"/>
                  </a:lnTo>
                  <a:lnTo>
                    <a:pt x="35850" y="13088"/>
                  </a:lnTo>
                  <a:lnTo>
                    <a:pt x="35850" y="12960"/>
                  </a:lnTo>
                  <a:lnTo>
                    <a:pt x="35697" y="12896"/>
                  </a:lnTo>
                  <a:lnTo>
                    <a:pt x="35697" y="12730"/>
                  </a:lnTo>
                  <a:lnTo>
                    <a:pt x="35863" y="12628"/>
                  </a:lnTo>
                  <a:lnTo>
                    <a:pt x="35799" y="12398"/>
                  </a:lnTo>
                  <a:lnTo>
                    <a:pt x="35799" y="12206"/>
                  </a:lnTo>
                  <a:lnTo>
                    <a:pt x="35914" y="12091"/>
                  </a:lnTo>
                  <a:lnTo>
                    <a:pt x="35825" y="11925"/>
                  </a:lnTo>
                  <a:lnTo>
                    <a:pt x="35837" y="11503"/>
                  </a:lnTo>
                  <a:lnTo>
                    <a:pt x="35850" y="11490"/>
                  </a:lnTo>
                  <a:lnTo>
                    <a:pt x="35888" y="11452"/>
                  </a:lnTo>
                  <a:lnTo>
                    <a:pt x="35940" y="11401"/>
                  </a:lnTo>
                  <a:lnTo>
                    <a:pt x="36016" y="10877"/>
                  </a:lnTo>
                  <a:lnTo>
                    <a:pt x="35991" y="10660"/>
                  </a:lnTo>
                  <a:lnTo>
                    <a:pt x="35837" y="10481"/>
                  </a:lnTo>
                  <a:lnTo>
                    <a:pt x="35761" y="10276"/>
                  </a:lnTo>
                  <a:lnTo>
                    <a:pt x="35339" y="10021"/>
                  </a:lnTo>
                  <a:lnTo>
                    <a:pt x="35083" y="9842"/>
                  </a:lnTo>
                  <a:lnTo>
                    <a:pt x="35301" y="9803"/>
                  </a:lnTo>
                  <a:lnTo>
                    <a:pt x="35454" y="9752"/>
                  </a:lnTo>
                  <a:lnTo>
                    <a:pt x="35480" y="9548"/>
                  </a:lnTo>
                  <a:lnTo>
                    <a:pt x="35850" y="9203"/>
                  </a:lnTo>
                  <a:lnTo>
                    <a:pt x="35888" y="8896"/>
                  </a:lnTo>
                  <a:lnTo>
                    <a:pt x="35991" y="8512"/>
                  </a:lnTo>
                  <a:lnTo>
                    <a:pt x="35952" y="8206"/>
                  </a:lnTo>
                  <a:lnTo>
                    <a:pt x="35799" y="7988"/>
                  </a:lnTo>
                  <a:lnTo>
                    <a:pt x="35658" y="7899"/>
                  </a:lnTo>
                  <a:lnTo>
                    <a:pt x="35275" y="7912"/>
                  </a:lnTo>
                  <a:lnTo>
                    <a:pt x="34968" y="7682"/>
                  </a:lnTo>
                  <a:lnTo>
                    <a:pt x="34674" y="7746"/>
                  </a:lnTo>
                  <a:lnTo>
                    <a:pt x="34495" y="7707"/>
                  </a:lnTo>
                  <a:lnTo>
                    <a:pt x="34086" y="7784"/>
                  </a:lnTo>
                  <a:lnTo>
                    <a:pt x="33869" y="7758"/>
                  </a:lnTo>
                  <a:lnTo>
                    <a:pt x="33844" y="7618"/>
                  </a:lnTo>
                  <a:lnTo>
                    <a:pt x="34125" y="7554"/>
                  </a:lnTo>
                  <a:lnTo>
                    <a:pt x="34355" y="7477"/>
                  </a:lnTo>
                  <a:lnTo>
                    <a:pt x="34610" y="7452"/>
                  </a:lnTo>
                  <a:lnTo>
                    <a:pt x="34764" y="7592"/>
                  </a:lnTo>
                  <a:lnTo>
                    <a:pt x="34764" y="7490"/>
                  </a:lnTo>
                  <a:lnTo>
                    <a:pt x="34892" y="7439"/>
                  </a:lnTo>
                  <a:lnTo>
                    <a:pt x="35019" y="7579"/>
                  </a:lnTo>
                  <a:lnTo>
                    <a:pt x="35173" y="7579"/>
                  </a:lnTo>
                  <a:lnTo>
                    <a:pt x="35186" y="7516"/>
                  </a:lnTo>
                  <a:lnTo>
                    <a:pt x="35224" y="7234"/>
                  </a:lnTo>
                  <a:lnTo>
                    <a:pt x="35058" y="7196"/>
                  </a:lnTo>
                  <a:lnTo>
                    <a:pt x="34649" y="6800"/>
                  </a:lnTo>
                  <a:lnTo>
                    <a:pt x="34253" y="6838"/>
                  </a:lnTo>
                  <a:lnTo>
                    <a:pt x="33831" y="6877"/>
                  </a:lnTo>
                  <a:lnTo>
                    <a:pt x="33690" y="7145"/>
                  </a:lnTo>
                  <a:lnTo>
                    <a:pt x="33792" y="7298"/>
                  </a:lnTo>
                  <a:lnTo>
                    <a:pt x="33690" y="7349"/>
                  </a:lnTo>
                  <a:lnTo>
                    <a:pt x="33639" y="7592"/>
                  </a:lnTo>
                  <a:lnTo>
                    <a:pt x="33754" y="7669"/>
                  </a:lnTo>
                  <a:lnTo>
                    <a:pt x="33537" y="7592"/>
                  </a:lnTo>
                  <a:lnTo>
                    <a:pt x="33307" y="7643"/>
                  </a:lnTo>
                  <a:lnTo>
                    <a:pt x="33307" y="7797"/>
                  </a:lnTo>
                  <a:lnTo>
                    <a:pt x="32949" y="8282"/>
                  </a:lnTo>
                  <a:lnTo>
                    <a:pt x="32617" y="8921"/>
                  </a:lnTo>
                  <a:lnTo>
                    <a:pt x="32438" y="9586"/>
                  </a:lnTo>
                  <a:lnTo>
                    <a:pt x="31939" y="9957"/>
                  </a:lnTo>
                  <a:lnTo>
                    <a:pt x="31185" y="10289"/>
                  </a:lnTo>
                  <a:lnTo>
                    <a:pt x="30802" y="10890"/>
                  </a:lnTo>
                  <a:lnTo>
                    <a:pt x="30866" y="11235"/>
                  </a:lnTo>
                  <a:lnTo>
                    <a:pt x="31134" y="11324"/>
                  </a:lnTo>
                  <a:lnTo>
                    <a:pt x="31275" y="11311"/>
                  </a:lnTo>
                  <a:lnTo>
                    <a:pt x="31070" y="11120"/>
                  </a:lnTo>
                  <a:lnTo>
                    <a:pt x="31134" y="11017"/>
                  </a:lnTo>
                  <a:lnTo>
                    <a:pt x="31275" y="10890"/>
                  </a:lnTo>
                  <a:lnTo>
                    <a:pt x="31569" y="10890"/>
                  </a:lnTo>
                  <a:lnTo>
                    <a:pt x="31658" y="11056"/>
                  </a:lnTo>
                  <a:lnTo>
                    <a:pt x="31581" y="11401"/>
                  </a:lnTo>
                  <a:lnTo>
                    <a:pt x="31390" y="11682"/>
                  </a:lnTo>
                  <a:lnTo>
                    <a:pt x="31517" y="11759"/>
                  </a:lnTo>
                  <a:lnTo>
                    <a:pt x="31428" y="11963"/>
                  </a:lnTo>
                  <a:lnTo>
                    <a:pt x="31121" y="12155"/>
                  </a:lnTo>
                  <a:lnTo>
                    <a:pt x="31185" y="12487"/>
                  </a:lnTo>
                  <a:lnTo>
                    <a:pt x="31275" y="12641"/>
                  </a:lnTo>
                  <a:lnTo>
                    <a:pt x="31505" y="12564"/>
                  </a:lnTo>
                  <a:lnTo>
                    <a:pt x="31441" y="12679"/>
                  </a:lnTo>
                  <a:lnTo>
                    <a:pt x="31517" y="12820"/>
                  </a:lnTo>
                  <a:lnTo>
                    <a:pt x="31633" y="12768"/>
                  </a:lnTo>
                  <a:lnTo>
                    <a:pt x="31786" y="12615"/>
                  </a:lnTo>
                  <a:lnTo>
                    <a:pt x="32246" y="12781"/>
                  </a:lnTo>
                  <a:lnTo>
                    <a:pt x="32323" y="13254"/>
                  </a:lnTo>
                  <a:lnTo>
                    <a:pt x="32489" y="13522"/>
                  </a:lnTo>
                  <a:lnTo>
                    <a:pt x="32732" y="13522"/>
                  </a:lnTo>
                  <a:lnTo>
                    <a:pt x="33026" y="13535"/>
                  </a:lnTo>
                  <a:lnTo>
                    <a:pt x="32987" y="13906"/>
                  </a:lnTo>
                  <a:lnTo>
                    <a:pt x="32668" y="14149"/>
                  </a:lnTo>
                  <a:lnTo>
                    <a:pt x="32566" y="14379"/>
                  </a:lnTo>
                  <a:lnTo>
                    <a:pt x="32335" y="14366"/>
                  </a:lnTo>
                  <a:lnTo>
                    <a:pt x="32259" y="14161"/>
                  </a:lnTo>
                  <a:lnTo>
                    <a:pt x="31990" y="14034"/>
                  </a:lnTo>
                  <a:lnTo>
                    <a:pt x="31607" y="13880"/>
                  </a:lnTo>
                  <a:lnTo>
                    <a:pt x="31492" y="13689"/>
                  </a:lnTo>
                  <a:lnTo>
                    <a:pt x="31402" y="13535"/>
                  </a:lnTo>
                  <a:lnTo>
                    <a:pt x="31057" y="13497"/>
                  </a:lnTo>
                  <a:lnTo>
                    <a:pt x="30802" y="13331"/>
                  </a:lnTo>
                  <a:lnTo>
                    <a:pt x="29920" y="13062"/>
                  </a:lnTo>
                  <a:lnTo>
                    <a:pt x="29779" y="13229"/>
                  </a:lnTo>
                  <a:lnTo>
                    <a:pt x="29728" y="13075"/>
                  </a:lnTo>
                  <a:lnTo>
                    <a:pt x="29473" y="12832"/>
                  </a:lnTo>
                  <a:lnTo>
                    <a:pt x="29243" y="12679"/>
                  </a:lnTo>
                  <a:lnTo>
                    <a:pt x="28693" y="12589"/>
                  </a:lnTo>
                  <a:lnTo>
                    <a:pt x="28361" y="12398"/>
                  </a:lnTo>
                  <a:lnTo>
                    <a:pt x="27811" y="12372"/>
                  </a:lnTo>
                  <a:lnTo>
                    <a:pt x="27402" y="12398"/>
                  </a:lnTo>
                  <a:lnTo>
                    <a:pt x="27159" y="12321"/>
                  </a:lnTo>
                  <a:lnTo>
                    <a:pt x="26456" y="12193"/>
                  </a:lnTo>
                  <a:lnTo>
                    <a:pt x="26431" y="12283"/>
                  </a:lnTo>
                  <a:lnTo>
                    <a:pt x="26367" y="12372"/>
                  </a:lnTo>
                  <a:lnTo>
                    <a:pt x="26252" y="12027"/>
                  </a:lnTo>
                  <a:lnTo>
                    <a:pt x="26099" y="11887"/>
                  </a:lnTo>
                  <a:lnTo>
                    <a:pt x="25728" y="11695"/>
                  </a:lnTo>
                  <a:lnTo>
                    <a:pt x="25332" y="11593"/>
                  </a:lnTo>
                  <a:lnTo>
                    <a:pt x="25268" y="11375"/>
                  </a:lnTo>
                  <a:lnTo>
                    <a:pt x="25050" y="11222"/>
                  </a:lnTo>
                  <a:lnTo>
                    <a:pt x="24808" y="11388"/>
                  </a:lnTo>
                  <a:lnTo>
                    <a:pt x="24590" y="11669"/>
                  </a:lnTo>
                  <a:lnTo>
                    <a:pt x="24910" y="12091"/>
                  </a:lnTo>
                  <a:lnTo>
                    <a:pt x="25204" y="12321"/>
                  </a:lnTo>
                  <a:lnTo>
                    <a:pt x="25306" y="12168"/>
                  </a:lnTo>
                  <a:lnTo>
                    <a:pt x="25485" y="12219"/>
                  </a:lnTo>
                  <a:lnTo>
                    <a:pt x="25549" y="12411"/>
                  </a:lnTo>
                  <a:lnTo>
                    <a:pt x="25856" y="12500"/>
                  </a:lnTo>
                  <a:lnTo>
                    <a:pt x="26329" y="12411"/>
                  </a:lnTo>
                  <a:lnTo>
                    <a:pt x="25945" y="12513"/>
                  </a:lnTo>
                  <a:lnTo>
                    <a:pt x="26150" y="12794"/>
                  </a:lnTo>
                  <a:lnTo>
                    <a:pt x="26380" y="13113"/>
                  </a:lnTo>
                  <a:lnTo>
                    <a:pt x="26648" y="13280"/>
                  </a:lnTo>
                  <a:lnTo>
                    <a:pt x="26469" y="13510"/>
                  </a:lnTo>
                  <a:lnTo>
                    <a:pt x="26277" y="13753"/>
                  </a:lnTo>
                  <a:lnTo>
                    <a:pt x="26099" y="13778"/>
                  </a:lnTo>
                  <a:lnTo>
                    <a:pt x="25932" y="13791"/>
                  </a:lnTo>
                  <a:lnTo>
                    <a:pt x="25766" y="13791"/>
                  </a:lnTo>
                  <a:lnTo>
                    <a:pt x="25728" y="13931"/>
                  </a:lnTo>
                  <a:lnTo>
                    <a:pt x="25830" y="14085"/>
                  </a:lnTo>
                  <a:lnTo>
                    <a:pt x="25536" y="14289"/>
                  </a:lnTo>
                  <a:lnTo>
                    <a:pt x="25178" y="14264"/>
                  </a:lnTo>
                  <a:lnTo>
                    <a:pt x="25166" y="14225"/>
                  </a:lnTo>
                  <a:lnTo>
                    <a:pt x="25153" y="14136"/>
                  </a:lnTo>
                  <a:lnTo>
                    <a:pt x="25153" y="14008"/>
                  </a:lnTo>
                  <a:lnTo>
                    <a:pt x="25166" y="13829"/>
                  </a:lnTo>
                  <a:lnTo>
                    <a:pt x="25447" y="13778"/>
                  </a:lnTo>
                  <a:lnTo>
                    <a:pt x="25536" y="13625"/>
                  </a:lnTo>
                  <a:lnTo>
                    <a:pt x="25421" y="13625"/>
                  </a:lnTo>
                  <a:lnTo>
                    <a:pt x="25204" y="13612"/>
                  </a:lnTo>
                  <a:lnTo>
                    <a:pt x="25153" y="13612"/>
                  </a:lnTo>
                  <a:lnTo>
                    <a:pt x="25127" y="13599"/>
                  </a:lnTo>
                  <a:lnTo>
                    <a:pt x="25127" y="13586"/>
                  </a:lnTo>
                  <a:lnTo>
                    <a:pt x="25127" y="13574"/>
                  </a:lnTo>
                  <a:lnTo>
                    <a:pt x="25153" y="13535"/>
                  </a:lnTo>
                  <a:lnTo>
                    <a:pt x="25166" y="13522"/>
                  </a:lnTo>
                  <a:lnTo>
                    <a:pt x="25012" y="13407"/>
                  </a:lnTo>
                  <a:lnTo>
                    <a:pt x="24782" y="13407"/>
                  </a:lnTo>
                  <a:lnTo>
                    <a:pt x="24258" y="13650"/>
                  </a:lnTo>
                  <a:lnTo>
                    <a:pt x="23939" y="13957"/>
                  </a:lnTo>
                  <a:lnTo>
                    <a:pt x="23466" y="14034"/>
                  </a:lnTo>
                  <a:lnTo>
                    <a:pt x="23402" y="13906"/>
                  </a:lnTo>
                  <a:lnTo>
                    <a:pt x="23121" y="13906"/>
                  </a:lnTo>
                  <a:lnTo>
                    <a:pt x="22929" y="13893"/>
                  </a:lnTo>
                  <a:lnTo>
                    <a:pt x="22827" y="13893"/>
                  </a:lnTo>
                  <a:lnTo>
                    <a:pt x="22814" y="13868"/>
                  </a:lnTo>
                  <a:lnTo>
                    <a:pt x="22788" y="13816"/>
                  </a:lnTo>
                  <a:lnTo>
                    <a:pt x="22776" y="13765"/>
                  </a:lnTo>
                  <a:lnTo>
                    <a:pt x="22699" y="13765"/>
                  </a:lnTo>
                  <a:lnTo>
                    <a:pt x="22635" y="13919"/>
                  </a:lnTo>
                  <a:lnTo>
                    <a:pt x="22367" y="13970"/>
                  </a:lnTo>
                  <a:lnTo>
                    <a:pt x="21906" y="14200"/>
                  </a:lnTo>
                  <a:lnTo>
                    <a:pt x="21753" y="14519"/>
                  </a:lnTo>
                  <a:lnTo>
                    <a:pt x="21306" y="14353"/>
                  </a:lnTo>
                  <a:lnTo>
                    <a:pt x="20795" y="14353"/>
                  </a:lnTo>
                  <a:lnTo>
                    <a:pt x="21127" y="14213"/>
                  </a:lnTo>
                  <a:lnTo>
                    <a:pt x="21127" y="14046"/>
                  </a:lnTo>
                  <a:lnTo>
                    <a:pt x="21037" y="13919"/>
                  </a:lnTo>
                  <a:lnTo>
                    <a:pt x="20795" y="13663"/>
                  </a:lnTo>
                  <a:lnTo>
                    <a:pt x="21523" y="13510"/>
                  </a:lnTo>
                  <a:lnTo>
                    <a:pt x="21600" y="13407"/>
                  </a:lnTo>
                  <a:lnTo>
                    <a:pt x="21600" y="13407"/>
                  </a:lnTo>
                  <a:lnTo>
                    <a:pt x="20922" y="13510"/>
                  </a:lnTo>
                  <a:lnTo>
                    <a:pt x="19989" y="13714"/>
                  </a:lnTo>
                  <a:lnTo>
                    <a:pt x="20143" y="13957"/>
                  </a:lnTo>
                  <a:lnTo>
                    <a:pt x="20143" y="14392"/>
                  </a:lnTo>
                  <a:lnTo>
                    <a:pt x="19798" y="14315"/>
                  </a:lnTo>
                  <a:lnTo>
                    <a:pt x="19516" y="14034"/>
                  </a:lnTo>
                  <a:lnTo>
                    <a:pt x="19005" y="14277"/>
                  </a:lnTo>
                  <a:lnTo>
                    <a:pt x="17804" y="14864"/>
                  </a:lnTo>
                  <a:lnTo>
                    <a:pt x="16385" y="15606"/>
                  </a:lnTo>
                  <a:lnTo>
                    <a:pt x="16270" y="16360"/>
                  </a:lnTo>
                  <a:lnTo>
                    <a:pt x="15350" y="16500"/>
                  </a:lnTo>
                  <a:lnTo>
                    <a:pt x="14570" y="16309"/>
                  </a:lnTo>
                  <a:lnTo>
                    <a:pt x="14558" y="15964"/>
                  </a:lnTo>
                  <a:lnTo>
                    <a:pt x="13931" y="15887"/>
                  </a:lnTo>
                  <a:lnTo>
                    <a:pt x="14136" y="15337"/>
                  </a:lnTo>
                  <a:lnTo>
                    <a:pt x="14660" y="15222"/>
                  </a:lnTo>
                  <a:lnTo>
                    <a:pt x="14685" y="15184"/>
                  </a:lnTo>
                  <a:lnTo>
                    <a:pt x="14711" y="15094"/>
                  </a:lnTo>
                  <a:lnTo>
                    <a:pt x="14711" y="15043"/>
                  </a:lnTo>
                  <a:lnTo>
                    <a:pt x="14711" y="14979"/>
                  </a:lnTo>
                  <a:lnTo>
                    <a:pt x="14698" y="14928"/>
                  </a:lnTo>
                  <a:lnTo>
                    <a:pt x="14660" y="14864"/>
                  </a:lnTo>
                  <a:lnTo>
                    <a:pt x="14328" y="14468"/>
                  </a:lnTo>
                  <a:lnTo>
                    <a:pt x="13548" y="14225"/>
                  </a:lnTo>
                  <a:lnTo>
                    <a:pt x="13241" y="14225"/>
                  </a:lnTo>
                  <a:lnTo>
                    <a:pt x="12871" y="13714"/>
                  </a:lnTo>
                  <a:lnTo>
                    <a:pt x="12410" y="13714"/>
                  </a:lnTo>
                  <a:lnTo>
                    <a:pt x="12206" y="13804"/>
                  </a:lnTo>
                  <a:lnTo>
                    <a:pt x="12730" y="14136"/>
                  </a:lnTo>
                  <a:lnTo>
                    <a:pt x="13279" y="14698"/>
                  </a:lnTo>
                  <a:lnTo>
                    <a:pt x="13228" y="15222"/>
                  </a:lnTo>
                  <a:lnTo>
                    <a:pt x="12934" y="15695"/>
                  </a:lnTo>
                  <a:lnTo>
                    <a:pt x="13228" y="15810"/>
                  </a:lnTo>
                  <a:lnTo>
                    <a:pt x="13356" y="16385"/>
                  </a:lnTo>
                  <a:lnTo>
                    <a:pt x="13126" y="16743"/>
                  </a:lnTo>
                  <a:lnTo>
                    <a:pt x="12768" y="16475"/>
                  </a:lnTo>
                  <a:lnTo>
                    <a:pt x="12410" y="16436"/>
                  </a:lnTo>
                  <a:lnTo>
                    <a:pt x="11925" y="16104"/>
                  </a:lnTo>
                  <a:lnTo>
                    <a:pt x="11567" y="16027"/>
                  </a:lnTo>
                  <a:lnTo>
                    <a:pt x="11043" y="16769"/>
                  </a:lnTo>
                  <a:lnTo>
                    <a:pt x="10506" y="17063"/>
                  </a:lnTo>
                  <a:lnTo>
                    <a:pt x="10187" y="17548"/>
                  </a:lnTo>
                  <a:lnTo>
                    <a:pt x="9790" y="17548"/>
                  </a:lnTo>
                  <a:lnTo>
                    <a:pt x="9599" y="17791"/>
                  </a:lnTo>
                  <a:lnTo>
                    <a:pt x="9803" y="18290"/>
                  </a:lnTo>
                  <a:lnTo>
                    <a:pt x="10314" y="18903"/>
                  </a:lnTo>
                  <a:lnTo>
                    <a:pt x="10110" y="19031"/>
                  </a:lnTo>
                  <a:lnTo>
                    <a:pt x="9675" y="19159"/>
                  </a:lnTo>
                  <a:lnTo>
                    <a:pt x="9177" y="19005"/>
                  </a:lnTo>
                  <a:lnTo>
                    <a:pt x="8793" y="18993"/>
                  </a:lnTo>
                  <a:lnTo>
                    <a:pt x="8436" y="18660"/>
                  </a:lnTo>
                  <a:lnTo>
                    <a:pt x="7950" y="18430"/>
                  </a:lnTo>
                  <a:lnTo>
                    <a:pt x="7771" y="18571"/>
                  </a:lnTo>
                  <a:lnTo>
                    <a:pt x="7618" y="18839"/>
                  </a:lnTo>
                  <a:lnTo>
                    <a:pt x="7515" y="18839"/>
                  </a:lnTo>
                  <a:lnTo>
                    <a:pt x="7336" y="18903"/>
                  </a:lnTo>
                  <a:lnTo>
                    <a:pt x="7720" y="19274"/>
                  </a:lnTo>
                  <a:lnTo>
                    <a:pt x="7963" y="19542"/>
                  </a:lnTo>
                  <a:lnTo>
                    <a:pt x="8346" y="19542"/>
                  </a:lnTo>
                  <a:lnTo>
                    <a:pt x="8576" y="19708"/>
                  </a:lnTo>
                  <a:lnTo>
                    <a:pt x="8576" y="19989"/>
                  </a:lnTo>
                  <a:lnTo>
                    <a:pt x="8563" y="19964"/>
                  </a:lnTo>
                  <a:lnTo>
                    <a:pt x="8103" y="20258"/>
                  </a:lnTo>
                  <a:lnTo>
                    <a:pt x="7745" y="20079"/>
                  </a:lnTo>
                  <a:lnTo>
                    <a:pt x="7515" y="19977"/>
                  </a:lnTo>
                  <a:lnTo>
                    <a:pt x="7273" y="19887"/>
                  </a:lnTo>
                  <a:lnTo>
                    <a:pt x="6979" y="19657"/>
                  </a:lnTo>
                  <a:lnTo>
                    <a:pt x="6979" y="19529"/>
                  </a:lnTo>
                  <a:lnTo>
                    <a:pt x="6135" y="19529"/>
                  </a:lnTo>
                  <a:lnTo>
                    <a:pt x="5982" y="19261"/>
                  </a:lnTo>
                  <a:lnTo>
                    <a:pt x="5879" y="18775"/>
                  </a:lnTo>
                  <a:lnTo>
                    <a:pt x="5483" y="18328"/>
                  </a:lnTo>
                  <a:lnTo>
                    <a:pt x="5726" y="18047"/>
                  </a:lnTo>
                  <a:lnTo>
                    <a:pt x="5764" y="17612"/>
                  </a:lnTo>
                  <a:lnTo>
                    <a:pt x="5266" y="17254"/>
                  </a:lnTo>
                  <a:lnTo>
                    <a:pt x="4576" y="16884"/>
                  </a:lnTo>
                  <a:lnTo>
                    <a:pt x="4269" y="16449"/>
                  </a:lnTo>
                  <a:lnTo>
                    <a:pt x="3643" y="15759"/>
                  </a:lnTo>
                  <a:lnTo>
                    <a:pt x="3809" y="15606"/>
                  </a:lnTo>
                  <a:lnTo>
                    <a:pt x="4282" y="15823"/>
                  </a:lnTo>
                  <a:lnTo>
                    <a:pt x="5560" y="16590"/>
                  </a:lnTo>
                  <a:lnTo>
                    <a:pt x="6340" y="16743"/>
                  </a:lnTo>
                  <a:lnTo>
                    <a:pt x="7515" y="16935"/>
                  </a:lnTo>
                  <a:lnTo>
                    <a:pt x="8231" y="17075"/>
                  </a:lnTo>
                  <a:lnTo>
                    <a:pt x="8883" y="16960"/>
                  </a:lnTo>
                  <a:lnTo>
                    <a:pt x="9650" y="16321"/>
                  </a:lnTo>
                  <a:lnTo>
                    <a:pt x="9752" y="15478"/>
                  </a:lnTo>
                  <a:lnTo>
                    <a:pt x="9241" y="14417"/>
                  </a:lnTo>
                  <a:lnTo>
                    <a:pt x="8436" y="14008"/>
                  </a:lnTo>
                  <a:lnTo>
                    <a:pt x="7733" y="13510"/>
                  </a:lnTo>
                  <a:lnTo>
                    <a:pt x="6889" y="13037"/>
                  </a:lnTo>
                  <a:lnTo>
                    <a:pt x="5879" y="12998"/>
                  </a:lnTo>
                  <a:lnTo>
                    <a:pt x="5509" y="12871"/>
                  </a:lnTo>
                  <a:lnTo>
                    <a:pt x="5240" y="12768"/>
                  </a:lnTo>
                  <a:lnTo>
                    <a:pt x="5151" y="12730"/>
                  </a:lnTo>
                  <a:lnTo>
                    <a:pt x="5113" y="12717"/>
                  </a:lnTo>
                  <a:lnTo>
                    <a:pt x="5036" y="12641"/>
                  </a:lnTo>
                  <a:lnTo>
                    <a:pt x="4883" y="12538"/>
                  </a:lnTo>
                  <a:lnTo>
                    <a:pt x="4653" y="12398"/>
                  </a:lnTo>
                  <a:lnTo>
                    <a:pt x="3732" y="12398"/>
                  </a:lnTo>
                  <a:lnTo>
                    <a:pt x="2199" y="12232"/>
                  </a:lnTo>
                  <a:lnTo>
                    <a:pt x="2199" y="12104"/>
                  </a:lnTo>
                  <a:lnTo>
                    <a:pt x="2646" y="12027"/>
                  </a:lnTo>
                  <a:lnTo>
                    <a:pt x="2378" y="11835"/>
                  </a:lnTo>
                  <a:lnTo>
                    <a:pt x="2020" y="11887"/>
                  </a:lnTo>
                  <a:lnTo>
                    <a:pt x="1687" y="12104"/>
                  </a:lnTo>
                  <a:lnTo>
                    <a:pt x="1547" y="12206"/>
                  </a:lnTo>
                  <a:lnTo>
                    <a:pt x="1100" y="12104"/>
                  </a:lnTo>
                  <a:lnTo>
                    <a:pt x="1048" y="12296"/>
                  </a:lnTo>
                  <a:lnTo>
                    <a:pt x="703" y="12653"/>
                  </a:lnTo>
                  <a:lnTo>
                    <a:pt x="691" y="12909"/>
                  </a:lnTo>
                  <a:lnTo>
                    <a:pt x="13" y="13280"/>
                  </a:lnTo>
                  <a:lnTo>
                    <a:pt x="0" y="13356"/>
                  </a:lnTo>
                  <a:lnTo>
                    <a:pt x="64" y="13420"/>
                  </a:lnTo>
                  <a:lnTo>
                    <a:pt x="39" y="13740"/>
                  </a:lnTo>
                  <a:lnTo>
                    <a:pt x="601" y="14059"/>
                  </a:lnTo>
                  <a:lnTo>
                    <a:pt x="1138" y="14583"/>
                  </a:lnTo>
                  <a:lnTo>
                    <a:pt x="1138" y="14967"/>
                  </a:lnTo>
                  <a:lnTo>
                    <a:pt x="882" y="15465"/>
                  </a:lnTo>
                  <a:lnTo>
                    <a:pt x="1087" y="15759"/>
                  </a:lnTo>
                  <a:lnTo>
                    <a:pt x="1764" y="16424"/>
                  </a:lnTo>
                  <a:lnTo>
                    <a:pt x="1764" y="17024"/>
                  </a:lnTo>
                  <a:lnTo>
                    <a:pt x="2020" y="17318"/>
                  </a:lnTo>
                  <a:lnTo>
                    <a:pt x="2084" y="17740"/>
                  </a:lnTo>
                  <a:lnTo>
                    <a:pt x="2378" y="17855"/>
                  </a:lnTo>
                  <a:lnTo>
                    <a:pt x="2441" y="18111"/>
                  </a:lnTo>
                  <a:lnTo>
                    <a:pt x="2710" y="18481"/>
                  </a:lnTo>
                  <a:lnTo>
                    <a:pt x="2646" y="19018"/>
                  </a:lnTo>
                  <a:lnTo>
                    <a:pt x="3055" y="19402"/>
                  </a:lnTo>
                  <a:lnTo>
                    <a:pt x="3387" y="19402"/>
                  </a:lnTo>
                  <a:lnTo>
                    <a:pt x="3962" y="19989"/>
                  </a:lnTo>
                  <a:lnTo>
                    <a:pt x="3924" y="20335"/>
                  </a:lnTo>
                  <a:lnTo>
                    <a:pt x="3579" y="21063"/>
                  </a:lnTo>
                  <a:lnTo>
                    <a:pt x="2710" y="21983"/>
                  </a:lnTo>
                  <a:lnTo>
                    <a:pt x="2020" y="22814"/>
                  </a:lnTo>
                  <a:lnTo>
                    <a:pt x="1828" y="23364"/>
                  </a:lnTo>
                  <a:lnTo>
                    <a:pt x="1828" y="23504"/>
                  </a:lnTo>
                  <a:lnTo>
                    <a:pt x="1981" y="23389"/>
                  </a:lnTo>
                  <a:lnTo>
                    <a:pt x="2084" y="23466"/>
                  </a:lnTo>
                  <a:lnTo>
                    <a:pt x="2020" y="23657"/>
                  </a:lnTo>
                  <a:lnTo>
                    <a:pt x="2109" y="24041"/>
                  </a:lnTo>
                  <a:lnTo>
                    <a:pt x="3017" y="24386"/>
                  </a:lnTo>
                  <a:lnTo>
                    <a:pt x="3106" y="24680"/>
                  </a:lnTo>
                  <a:lnTo>
                    <a:pt x="3259" y="25038"/>
                  </a:lnTo>
                  <a:lnTo>
                    <a:pt x="2978" y="25012"/>
                  </a:lnTo>
                  <a:lnTo>
                    <a:pt x="1751" y="24820"/>
                  </a:lnTo>
                  <a:lnTo>
                    <a:pt x="1406" y="24923"/>
                  </a:lnTo>
                  <a:lnTo>
                    <a:pt x="1393" y="25127"/>
                  </a:lnTo>
                  <a:lnTo>
                    <a:pt x="1048" y="25127"/>
                  </a:lnTo>
                  <a:lnTo>
                    <a:pt x="831" y="25229"/>
                  </a:lnTo>
                  <a:lnTo>
                    <a:pt x="780" y="25306"/>
                  </a:lnTo>
                  <a:lnTo>
                    <a:pt x="678" y="25562"/>
                  </a:lnTo>
                  <a:lnTo>
                    <a:pt x="972" y="25690"/>
                  </a:lnTo>
                  <a:lnTo>
                    <a:pt x="780" y="25792"/>
                  </a:lnTo>
                  <a:lnTo>
                    <a:pt x="550" y="25792"/>
                  </a:lnTo>
                  <a:lnTo>
                    <a:pt x="486" y="26086"/>
                  </a:lnTo>
                  <a:lnTo>
                    <a:pt x="460" y="26661"/>
                  </a:lnTo>
                  <a:lnTo>
                    <a:pt x="345" y="26661"/>
                  </a:lnTo>
                  <a:lnTo>
                    <a:pt x="358" y="26827"/>
                  </a:lnTo>
                  <a:lnTo>
                    <a:pt x="780" y="26904"/>
                  </a:lnTo>
                  <a:lnTo>
                    <a:pt x="780" y="27223"/>
                  </a:lnTo>
                  <a:lnTo>
                    <a:pt x="576" y="27223"/>
                  </a:lnTo>
                  <a:lnTo>
                    <a:pt x="563" y="27210"/>
                  </a:lnTo>
                  <a:lnTo>
                    <a:pt x="486" y="27556"/>
                  </a:lnTo>
                  <a:lnTo>
                    <a:pt x="729" y="27824"/>
                  </a:lnTo>
                  <a:lnTo>
                    <a:pt x="601" y="28220"/>
                  </a:lnTo>
                  <a:lnTo>
                    <a:pt x="729" y="28667"/>
                  </a:lnTo>
                  <a:lnTo>
                    <a:pt x="831" y="29217"/>
                  </a:lnTo>
                  <a:lnTo>
                    <a:pt x="1355" y="29268"/>
                  </a:lnTo>
                  <a:lnTo>
                    <a:pt x="1355" y="29434"/>
                  </a:lnTo>
                  <a:lnTo>
                    <a:pt x="1560" y="29345"/>
                  </a:lnTo>
                  <a:lnTo>
                    <a:pt x="1828" y="29588"/>
                  </a:lnTo>
                  <a:lnTo>
                    <a:pt x="2007" y="29588"/>
                  </a:lnTo>
                  <a:lnTo>
                    <a:pt x="2326" y="29447"/>
                  </a:lnTo>
                  <a:lnTo>
                    <a:pt x="2838" y="29600"/>
                  </a:lnTo>
                  <a:lnTo>
                    <a:pt x="2838" y="29907"/>
                  </a:lnTo>
                  <a:lnTo>
                    <a:pt x="2953" y="29907"/>
                  </a:lnTo>
                  <a:lnTo>
                    <a:pt x="3093" y="30137"/>
                  </a:lnTo>
                  <a:lnTo>
                    <a:pt x="2991" y="30342"/>
                  </a:lnTo>
                  <a:lnTo>
                    <a:pt x="3208" y="30495"/>
                  </a:lnTo>
                  <a:lnTo>
                    <a:pt x="2991" y="30700"/>
                  </a:lnTo>
                  <a:lnTo>
                    <a:pt x="3042" y="30853"/>
                  </a:lnTo>
                  <a:lnTo>
                    <a:pt x="3311" y="30815"/>
                  </a:lnTo>
                  <a:lnTo>
                    <a:pt x="3311" y="31211"/>
                  </a:lnTo>
                  <a:lnTo>
                    <a:pt x="3617" y="31415"/>
                  </a:lnTo>
                  <a:lnTo>
                    <a:pt x="3886" y="31441"/>
                  </a:lnTo>
                  <a:lnTo>
                    <a:pt x="3745" y="31760"/>
                  </a:lnTo>
                  <a:lnTo>
                    <a:pt x="4077" y="31837"/>
                  </a:lnTo>
                  <a:lnTo>
                    <a:pt x="4474" y="32131"/>
                  </a:lnTo>
                  <a:lnTo>
                    <a:pt x="3937" y="32757"/>
                  </a:lnTo>
                  <a:lnTo>
                    <a:pt x="3541" y="32566"/>
                  </a:lnTo>
                  <a:lnTo>
                    <a:pt x="3362" y="32566"/>
                  </a:lnTo>
                  <a:lnTo>
                    <a:pt x="3426" y="32668"/>
                  </a:lnTo>
                  <a:lnTo>
                    <a:pt x="3438" y="32923"/>
                  </a:lnTo>
                  <a:lnTo>
                    <a:pt x="3528" y="33473"/>
                  </a:lnTo>
                  <a:lnTo>
                    <a:pt x="3681" y="33639"/>
                  </a:lnTo>
                  <a:lnTo>
                    <a:pt x="4001" y="33486"/>
                  </a:lnTo>
                  <a:lnTo>
                    <a:pt x="4371" y="33268"/>
                  </a:lnTo>
                  <a:lnTo>
                    <a:pt x="5125" y="33256"/>
                  </a:lnTo>
                  <a:lnTo>
                    <a:pt x="5483" y="33677"/>
                  </a:lnTo>
                  <a:lnTo>
                    <a:pt x="5828" y="34074"/>
                  </a:lnTo>
                  <a:lnTo>
                    <a:pt x="5522" y="34227"/>
                  </a:lnTo>
                  <a:lnTo>
                    <a:pt x="5662" y="34483"/>
                  </a:lnTo>
                  <a:lnTo>
                    <a:pt x="6007" y="34483"/>
                  </a:lnTo>
                  <a:lnTo>
                    <a:pt x="6391" y="34751"/>
                  </a:lnTo>
                  <a:lnTo>
                    <a:pt x="6672" y="35339"/>
                  </a:lnTo>
                  <a:lnTo>
                    <a:pt x="6991" y="35339"/>
                  </a:lnTo>
                  <a:lnTo>
                    <a:pt x="7400" y="35467"/>
                  </a:lnTo>
                  <a:lnTo>
                    <a:pt x="7822" y="35467"/>
                  </a:lnTo>
                  <a:lnTo>
                    <a:pt x="8321" y="35224"/>
                  </a:lnTo>
                  <a:lnTo>
                    <a:pt x="8474" y="35710"/>
                  </a:lnTo>
                  <a:lnTo>
                    <a:pt x="8793" y="35710"/>
                  </a:lnTo>
                  <a:lnTo>
                    <a:pt x="9356" y="35952"/>
                  </a:lnTo>
                  <a:lnTo>
                    <a:pt x="9816" y="36106"/>
                  </a:lnTo>
                  <a:lnTo>
                    <a:pt x="10148" y="36106"/>
                  </a:lnTo>
                  <a:lnTo>
                    <a:pt x="10148" y="36630"/>
                  </a:lnTo>
                  <a:lnTo>
                    <a:pt x="9995" y="36834"/>
                  </a:lnTo>
                  <a:lnTo>
                    <a:pt x="10225" y="37064"/>
                  </a:lnTo>
                  <a:lnTo>
                    <a:pt x="9905" y="37077"/>
                  </a:lnTo>
                  <a:lnTo>
                    <a:pt x="9918" y="37294"/>
                  </a:lnTo>
                  <a:lnTo>
                    <a:pt x="10161" y="37524"/>
                  </a:lnTo>
                  <a:lnTo>
                    <a:pt x="9957" y="38036"/>
                  </a:lnTo>
                  <a:lnTo>
                    <a:pt x="9471" y="38036"/>
                  </a:lnTo>
                  <a:lnTo>
                    <a:pt x="9100" y="38304"/>
                  </a:lnTo>
                  <a:lnTo>
                    <a:pt x="8832" y="38304"/>
                  </a:lnTo>
                  <a:lnTo>
                    <a:pt x="8730" y="38764"/>
                  </a:lnTo>
                  <a:lnTo>
                    <a:pt x="8742" y="38764"/>
                  </a:lnTo>
                  <a:lnTo>
                    <a:pt x="9113" y="38726"/>
                  </a:lnTo>
                  <a:lnTo>
                    <a:pt x="9126" y="38649"/>
                  </a:lnTo>
                  <a:lnTo>
                    <a:pt x="9317" y="38598"/>
                  </a:lnTo>
                  <a:lnTo>
                    <a:pt x="9445" y="38739"/>
                  </a:lnTo>
                  <a:lnTo>
                    <a:pt x="9317" y="38854"/>
                  </a:lnTo>
                  <a:lnTo>
                    <a:pt x="9266" y="38969"/>
                  </a:lnTo>
                  <a:lnTo>
                    <a:pt x="8896" y="38969"/>
                  </a:lnTo>
                  <a:lnTo>
                    <a:pt x="8845" y="39122"/>
                  </a:lnTo>
                  <a:lnTo>
                    <a:pt x="8359" y="39250"/>
                  </a:lnTo>
                  <a:lnTo>
                    <a:pt x="8231" y="39378"/>
                  </a:lnTo>
                  <a:lnTo>
                    <a:pt x="8436" y="39480"/>
                  </a:lnTo>
                  <a:lnTo>
                    <a:pt x="8538" y="39480"/>
                  </a:lnTo>
                  <a:lnTo>
                    <a:pt x="8806" y="39569"/>
                  </a:lnTo>
                  <a:lnTo>
                    <a:pt x="8972" y="39620"/>
                  </a:lnTo>
                  <a:lnTo>
                    <a:pt x="8857" y="39761"/>
                  </a:lnTo>
                  <a:lnTo>
                    <a:pt x="8653" y="39787"/>
                  </a:lnTo>
                  <a:lnTo>
                    <a:pt x="8500" y="39876"/>
                  </a:lnTo>
                  <a:lnTo>
                    <a:pt x="8410" y="40055"/>
                  </a:lnTo>
                  <a:lnTo>
                    <a:pt x="8269" y="40119"/>
                  </a:lnTo>
                  <a:lnTo>
                    <a:pt x="8269" y="40144"/>
                  </a:lnTo>
                  <a:lnTo>
                    <a:pt x="8282" y="40208"/>
                  </a:lnTo>
                  <a:lnTo>
                    <a:pt x="8295" y="40285"/>
                  </a:lnTo>
                  <a:lnTo>
                    <a:pt x="8321" y="40515"/>
                  </a:lnTo>
                  <a:lnTo>
                    <a:pt x="7963" y="40553"/>
                  </a:lnTo>
                  <a:lnTo>
                    <a:pt x="7745" y="40489"/>
                  </a:lnTo>
                  <a:lnTo>
                    <a:pt x="7643" y="40515"/>
                  </a:lnTo>
                  <a:lnTo>
                    <a:pt x="7618" y="40605"/>
                  </a:lnTo>
                  <a:lnTo>
                    <a:pt x="7515" y="40668"/>
                  </a:lnTo>
                  <a:lnTo>
                    <a:pt x="7656" y="40732"/>
                  </a:lnTo>
                  <a:lnTo>
                    <a:pt x="7771" y="40720"/>
                  </a:lnTo>
                  <a:lnTo>
                    <a:pt x="7976" y="40758"/>
                  </a:lnTo>
                  <a:lnTo>
                    <a:pt x="7950" y="40962"/>
                  </a:lnTo>
                  <a:lnTo>
                    <a:pt x="8027" y="41154"/>
                  </a:lnTo>
                  <a:lnTo>
                    <a:pt x="8333" y="41167"/>
                  </a:lnTo>
                  <a:lnTo>
                    <a:pt x="8525" y="41205"/>
                  </a:lnTo>
                  <a:lnTo>
                    <a:pt x="8615" y="41371"/>
                  </a:lnTo>
                  <a:lnTo>
                    <a:pt x="8781" y="41410"/>
                  </a:lnTo>
                  <a:lnTo>
                    <a:pt x="8819" y="41499"/>
                  </a:lnTo>
                  <a:lnTo>
                    <a:pt x="9087" y="41512"/>
                  </a:lnTo>
                  <a:lnTo>
                    <a:pt x="9343" y="41589"/>
                  </a:lnTo>
                  <a:lnTo>
                    <a:pt x="9509" y="41806"/>
                  </a:lnTo>
                  <a:lnTo>
                    <a:pt x="9842" y="42087"/>
                  </a:lnTo>
                  <a:lnTo>
                    <a:pt x="10148" y="42304"/>
                  </a:lnTo>
                  <a:lnTo>
                    <a:pt x="10238" y="42240"/>
                  </a:lnTo>
                  <a:lnTo>
                    <a:pt x="10340" y="42138"/>
                  </a:lnTo>
                  <a:lnTo>
                    <a:pt x="11081" y="42266"/>
                  </a:lnTo>
                  <a:lnTo>
                    <a:pt x="11682" y="42496"/>
                  </a:lnTo>
                  <a:lnTo>
                    <a:pt x="12589" y="42496"/>
                  </a:lnTo>
                  <a:lnTo>
                    <a:pt x="12973" y="42790"/>
                  </a:lnTo>
                  <a:lnTo>
                    <a:pt x="13203" y="42803"/>
                  </a:lnTo>
                  <a:lnTo>
                    <a:pt x="13292" y="43097"/>
                  </a:lnTo>
                  <a:lnTo>
                    <a:pt x="13318" y="43135"/>
                  </a:lnTo>
                  <a:lnTo>
                    <a:pt x="13522" y="42994"/>
                  </a:lnTo>
                  <a:lnTo>
                    <a:pt x="13765" y="42931"/>
                  </a:lnTo>
                  <a:lnTo>
                    <a:pt x="14328" y="42918"/>
                  </a:lnTo>
                  <a:lnTo>
                    <a:pt x="14455" y="43058"/>
                  </a:lnTo>
                  <a:lnTo>
                    <a:pt x="14749" y="43033"/>
                  </a:lnTo>
                  <a:lnTo>
                    <a:pt x="14762" y="43237"/>
                  </a:lnTo>
                  <a:lnTo>
                    <a:pt x="14685" y="43455"/>
                  </a:lnTo>
                  <a:lnTo>
                    <a:pt x="14864" y="43544"/>
                  </a:lnTo>
                  <a:lnTo>
                    <a:pt x="15312" y="43634"/>
                  </a:lnTo>
                  <a:lnTo>
                    <a:pt x="15554" y="43864"/>
                  </a:lnTo>
                  <a:lnTo>
                    <a:pt x="15810" y="44042"/>
                  </a:lnTo>
                  <a:lnTo>
                    <a:pt x="16078" y="44336"/>
                  </a:lnTo>
                  <a:lnTo>
                    <a:pt x="16424" y="44311"/>
                  </a:lnTo>
                  <a:lnTo>
                    <a:pt x="16500" y="44055"/>
                  </a:lnTo>
                  <a:lnTo>
                    <a:pt x="16858" y="44004"/>
                  </a:lnTo>
                  <a:lnTo>
                    <a:pt x="16960" y="43774"/>
                  </a:lnTo>
                  <a:lnTo>
                    <a:pt x="16948" y="43749"/>
                  </a:lnTo>
                  <a:lnTo>
                    <a:pt x="16602" y="43352"/>
                  </a:lnTo>
                  <a:lnTo>
                    <a:pt x="16193" y="42931"/>
                  </a:lnTo>
                  <a:lnTo>
                    <a:pt x="15989" y="42637"/>
                  </a:lnTo>
                  <a:lnTo>
                    <a:pt x="16091" y="42381"/>
                  </a:lnTo>
                  <a:lnTo>
                    <a:pt x="16193" y="42189"/>
                  </a:lnTo>
                  <a:lnTo>
                    <a:pt x="16385" y="42138"/>
                  </a:lnTo>
                  <a:lnTo>
                    <a:pt x="16385" y="41998"/>
                  </a:lnTo>
                  <a:lnTo>
                    <a:pt x="16245" y="41998"/>
                  </a:lnTo>
                  <a:lnTo>
                    <a:pt x="15951" y="41946"/>
                  </a:lnTo>
                  <a:lnTo>
                    <a:pt x="15925" y="41665"/>
                  </a:lnTo>
                  <a:lnTo>
                    <a:pt x="15759" y="41627"/>
                  </a:lnTo>
                  <a:lnTo>
                    <a:pt x="15682" y="41486"/>
                  </a:lnTo>
                  <a:lnTo>
                    <a:pt x="15491" y="41486"/>
                  </a:lnTo>
                  <a:lnTo>
                    <a:pt x="15350" y="41320"/>
                  </a:lnTo>
                  <a:lnTo>
                    <a:pt x="15401" y="41103"/>
                  </a:lnTo>
                  <a:lnTo>
                    <a:pt x="15606" y="41039"/>
                  </a:lnTo>
                  <a:lnTo>
                    <a:pt x="15836" y="40937"/>
                  </a:lnTo>
                  <a:lnTo>
                    <a:pt x="15861" y="40694"/>
                  </a:lnTo>
                  <a:lnTo>
                    <a:pt x="15989" y="40489"/>
                  </a:lnTo>
                  <a:lnTo>
                    <a:pt x="16078" y="40259"/>
                  </a:lnTo>
                  <a:lnTo>
                    <a:pt x="16193" y="40208"/>
                  </a:lnTo>
                  <a:lnTo>
                    <a:pt x="16334" y="40208"/>
                  </a:lnTo>
                  <a:lnTo>
                    <a:pt x="16385" y="40247"/>
                  </a:lnTo>
                  <a:lnTo>
                    <a:pt x="16411" y="40259"/>
                  </a:lnTo>
                  <a:lnTo>
                    <a:pt x="16424" y="40259"/>
                  </a:lnTo>
                  <a:lnTo>
                    <a:pt x="16436" y="40247"/>
                  </a:lnTo>
                  <a:lnTo>
                    <a:pt x="16449" y="40234"/>
                  </a:lnTo>
                  <a:lnTo>
                    <a:pt x="16475" y="40208"/>
                  </a:lnTo>
                  <a:lnTo>
                    <a:pt x="16526" y="40183"/>
                  </a:lnTo>
                  <a:lnTo>
                    <a:pt x="16577" y="40029"/>
                  </a:lnTo>
                  <a:lnTo>
                    <a:pt x="16654" y="39991"/>
                  </a:lnTo>
                  <a:lnTo>
                    <a:pt x="16871" y="39876"/>
                  </a:lnTo>
                  <a:lnTo>
                    <a:pt x="16922" y="39761"/>
                  </a:lnTo>
                  <a:lnTo>
                    <a:pt x="17203" y="39697"/>
                  </a:lnTo>
                  <a:lnTo>
                    <a:pt x="17357" y="39582"/>
                  </a:lnTo>
                  <a:lnTo>
                    <a:pt x="16807" y="39288"/>
                  </a:lnTo>
                  <a:lnTo>
                    <a:pt x="16807" y="39020"/>
                  </a:lnTo>
                  <a:lnTo>
                    <a:pt x="17101" y="39096"/>
                  </a:lnTo>
                  <a:lnTo>
                    <a:pt x="17114" y="38841"/>
                  </a:lnTo>
                  <a:lnTo>
                    <a:pt x="16833" y="38483"/>
                  </a:lnTo>
                  <a:lnTo>
                    <a:pt x="16462" y="38189"/>
                  </a:lnTo>
                  <a:lnTo>
                    <a:pt x="15925" y="38215"/>
                  </a:lnTo>
                  <a:lnTo>
                    <a:pt x="15695" y="38061"/>
                  </a:lnTo>
                  <a:lnTo>
                    <a:pt x="15721" y="37857"/>
                  </a:lnTo>
                  <a:lnTo>
                    <a:pt x="15618" y="37588"/>
                  </a:lnTo>
                  <a:lnTo>
                    <a:pt x="15222" y="37409"/>
                  </a:lnTo>
                  <a:lnTo>
                    <a:pt x="15222" y="36924"/>
                  </a:lnTo>
                  <a:lnTo>
                    <a:pt x="15465" y="36911"/>
                  </a:lnTo>
                  <a:lnTo>
                    <a:pt x="15593" y="36809"/>
                  </a:lnTo>
                  <a:lnTo>
                    <a:pt x="15439" y="36591"/>
                  </a:lnTo>
                  <a:lnTo>
                    <a:pt x="15439" y="36170"/>
                  </a:lnTo>
                  <a:lnTo>
                    <a:pt x="15580" y="35940"/>
                  </a:lnTo>
                  <a:lnTo>
                    <a:pt x="15733" y="35812"/>
                  </a:lnTo>
                  <a:lnTo>
                    <a:pt x="15733" y="35658"/>
                  </a:lnTo>
                  <a:lnTo>
                    <a:pt x="15887" y="35403"/>
                  </a:lnTo>
                  <a:lnTo>
                    <a:pt x="16245" y="35288"/>
                  </a:lnTo>
                  <a:lnTo>
                    <a:pt x="16513" y="35684"/>
                  </a:lnTo>
                  <a:lnTo>
                    <a:pt x="16756" y="35952"/>
                  </a:lnTo>
                  <a:lnTo>
                    <a:pt x="17050" y="35876"/>
                  </a:lnTo>
                  <a:lnTo>
                    <a:pt x="16794" y="35045"/>
                  </a:lnTo>
                  <a:lnTo>
                    <a:pt x="17050" y="35071"/>
                  </a:lnTo>
                  <a:lnTo>
                    <a:pt x="17293" y="34994"/>
                  </a:lnTo>
                  <a:lnTo>
                    <a:pt x="17293" y="34636"/>
                  </a:lnTo>
                  <a:lnTo>
                    <a:pt x="17817" y="34598"/>
                  </a:lnTo>
                  <a:lnTo>
                    <a:pt x="18456" y="34150"/>
                  </a:lnTo>
                  <a:lnTo>
                    <a:pt x="18456" y="34048"/>
                  </a:lnTo>
                  <a:lnTo>
                    <a:pt x="18609" y="33984"/>
                  </a:lnTo>
                  <a:lnTo>
                    <a:pt x="18596" y="34023"/>
                  </a:lnTo>
                  <a:lnTo>
                    <a:pt x="19325" y="34253"/>
                  </a:lnTo>
                  <a:lnTo>
                    <a:pt x="19785" y="33984"/>
                  </a:lnTo>
                  <a:lnTo>
                    <a:pt x="20002" y="34253"/>
                  </a:lnTo>
                  <a:lnTo>
                    <a:pt x="20820" y="34253"/>
                  </a:lnTo>
                  <a:lnTo>
                    <a:pt x="21140" y="34636"/>
                  </a:lnTo>
                  <a:lnTo>
                    <a:pt x="21408" y="34636"/>
                  </a:lnTo>
                  <a:lnTo>
                    <a:pt x="21510" y="34981"/>
                  </a:lnTo>
                  <a:lnTo>
                    <a:pt x="21612" y="34777"/>
                  </a:lnTo>
                  <a:lnTo>
                    <a:pt x="21970" y="34840"/>
                  </a:lnTo>
                  <a:lnTo>
                    <a:pt x="22507" y="35249"/>
                  </a:lnTo>
                  <a:lnTo>
                    <a:pt x="23108" y="34662"/>
                  </a:lnTo>
                  <a:lnTo>
                    <a:pt x="23772" y="34687"/>
                  </a:lnTo>
                  <a:lnTo>
                    <a:pt x="23772" y="34904"/>
                  </a:lnTo>
                  <a:lnTo>
                    <a:pt x="24105" y="34815"/>
                  </a:lnTo>
                  <a:lnTo>
                    <a:pt x="24105" y="34636"/>
                  </a:lnTo>
                  <a:lnTo>
                    <a:pt x="24757" y="34649"/>
                  </a:lnTo>
                  <a:lnTo>
                    <a:pt x="24884" y="35083"/>
                  </a:lnTo>
                  <a:lnTo>
                    <a:pt x="25498" y="35173"/>
                  </a:lnTo>
                  <a:lnTo>
                    <a:pt x="25613" y="35262"/>
                  </a:lnTo>
                  <a:lnTo>
                    <a:pt x="25741" y="35262"/>
                  </a:lnTo>
                  <a:lnTo>
                    <a:pt x="25856" y="34981"/>
                  </a:lnTo>
                  <a:lnTo>
                    <a:pt x="26086" y="34955"/>
                  </a:lnTo>
                  <a:lnTo>
                    <a:pt x="26086" y="35122"/>
                  </a:lnTo>
                  <a:lnTo>
                    <a:pt x="26942" y="35032"/>
                  </a:lnTo>
                  <a:lnTo>
                    <a:pt x="27070" y="34662"/>
                  </a:lnTo>
                  <a:lnTo>
                    <a:pt x="27172" y="34585"/>
                  </a:lnTo>
                  <a:lnTo>
                    <a:pt x="27134" y="34585"/>
                  </a:lnTo>
                  <a:lnTo>
                    <a:pt x="27070" y="34393"/>
                  </a:lnTo>
                  <a:lnTo>
                    <a:pt x="26776" y="34342"/>
                  </a:lnTo>
                  <a:lnTo>
                    <a:pt x="26546" y="34150"/>
                  </a:lnTo>
                  <a:lnTo>
                    <a:pt x="26252" y="34150"/>
                  </a:lnTo>
                  <a:lnTo>
                    <a:pt x="26214" y="34035"/>
                  </a:lnTo>
                  <a:lnTo>
                    <a:pt x="25868" y="33869"/>
                  </a:lnTo>
                  <a:lnTo>
                    <a:pt x="25881" y="33665"/>
                  </a:lnTo>
                  <a:lnTo>
                    <a:pt x="26469" y="33588"/>
                  </a:lnTo>
                  <a:lnTo>
                    <a:pt x="26661" y="33409"/>
                  </a:lnTo>
                  <a:lnTo>
                    <a:pt x="26635" y="33256"/>
                  </a:lnTo>
                  <a:lnTo>
                    <a:pt x="26456" y="33090"/>
                  </a:lnTo>
                  <a:lnTo>
                    <a:pt x="26559" y="32859"/>
                  </a:lnTo>
                  <a:lnTo>
                    <a:pt x="26801" y="32808"/>
                  </a:lnTo>
                  <a:lnTo>
                    <a:pt x="26891" y="32655"/>
                  </a:lnTo>
                  <a:lnTo>
                    <a:pt x="27492" y="32655"/>
                  </a:lnTo>
                  <a:lnTo>
                    <a:pt x="27492" y="32604"/>
                  </a:lnTo>
                  <a:lnTo>
                    <a:pt x="27249" y="32476"/>
                  </a:lnTo>
                  <a:lnTo>
                    <a:pt x="26853" y="32387"/>
                  </a:lnTo>
                  <a:lnTo>
                    <a:pt x="26993" y="32208"/>
                  </a:lnTo>
                  <a:lnTo>
                    <a:pt x="26623" y="32029"/>
                  </a:lnTo>
                  <a:lnTo>
                    <a:pt x="26623" y="31722"/>
                  </a:lnTo>
                  <a:lnTo>
                    <a:pt x="26878" y="31492"/>
                  </a:lnTo>
                  <a:lnTo>
                    <a:pt x="27683" y="31492"/>
                  </a:lnTo>
                  <a:lnTo>
                    <a:pt x="28182" y="31556"/>
                  </a:lnTo>
                  <a:lnTo>
                    <a:pt x="28936" y="31249"/>
                  </a:lnTo>
                  <a:lnTo>
                    <a:pt x="29473" y="31249"/>
                  </a:lnTo>
                  <a:lnTo>
                    <a:pt x="29933" y="31172"/>
                  </a:lnTo>
                  <a:lnTo>
                    <a:pt x="30137" y="30904"/>
                  </a:lnTo>
                  <a:lnTo>
                    <a:pt x="30878" y="30802"/>
                  </a:lnTo>
                  <a:lnTo>
                    <a:pt x="31709" y="30700"/>
                  </a:lnTo>
                  <a:lnTo>
                    <a:pt x="32438" y="30406"/>
                  </a:lnTo>
                  <a:lnTo>
                    <a:pt x="32489" y="30252"/>
                  </a:lnTo>
                  <a:lnTo>
                    <a:pt x="32744" y="30252"/>
                  </a:lnTo>
                  <a:lnTo>
                    <a:pt x="32974" y="30061"/>
                  </a:lnTo>
                  <a:lnTo>
                    <a:pt x="33550" y="30176"/>
                  </a:lnTo>
                  <a:lnTo>
                    <a:pt x="33946" y="30329"/>
                  </a:lnTo>
                  <a:lnTo>
                    <a:pt x="34061" y="30188"/>
                  </a:lnTo>
                  <a:lnTo>
                    <a:pt x="34342" y="30150"/>
                  </a:lnTo>
                  <a:lnTo>
                    <a:pt x="34636" y="30674"/>
                  </a:lnTo>
                  <a:lnTo>
                    <a:pt x="34777" y="30878"/>
                  </a:lnTo>
                  <a:lnTo>
                    <a:pt x="34700" y="31185"/>
                  </a:lnTo>
                  <a:lnTo>
                    <a:pt x="34585" y="31339"/>
                  </a:lnTo>
                  <a:lnTo>
                    <a:pt x="34738" y="31466"/>
                  </a:lnTo>
                  <a:lnTo>
                    <a:pt x="35019" y="31339"/>
                  </a:lnTo>
                  <a:lnTo>
                    <a:pt x="35364" y="31262"/>
                  </a:lnTo>
                  <a:lnTo>
                    <a:pt x="35364" y="31147"/>
                  </a:lnTo>
                  <a:lnTo>
                    <a:pt x="35531" y="31096"/>
                  </a:lnTo>
                  <a:lnTo>
                    <a:pt x="35531" y="31454"/>
                  </a:lnTo>
                  <a:lnTo>
                    <a:pt x="35799" y="31620"/>
                  </a:lnTo>
                  <a:lnTo>
                    <a:pt x="35965" y="31518"/>
                  </a:lnTo>
                  <a:lnTo>
                    <a:pt x="36272" y="31620"/>
                  </a:lnTo>
                  <a:lnTo>
                    <a:pt x="36668" y="31479"/>
                  </a:lnTo>
                  <a:lnTo>
                    <a:pt x="36668" y="31607"/>
                  </a:lnTo>
                  <a:lnTo>
                    <a:pt x="36476" y="31786"/>
                  </a:lnTo>
                  <a:lnTo>
                    <a:pt x="36425" y="32067"/>
                  </a:lnTo>
                  <a:lnTo>
                    <a:pt x="36540" y="32067"/>
                  </a:lnTo>
                  <a:lnTo>
                    <a:pt x="36732" y="31952"/>
                  </a:lnTo>
                  <a:lnTo>
                    <a:pt x="37218" y="32067"/>
                  </a:lnTo>
                  <a:lnTo>
                    <a:pt x="37282" y="31875"/>
                  </a:lnTo>
                  <a:lnTo>
                    <a:pt x="37921" y="31722"/>
                  </a:lnTo>
                  <a:lnTo>
                    <a:pt x="38023" y="31581"/>
                  </a:lnTo>
                  <a:lnTo>
                    <a:pt x="38662" y="31326"/>
                  </a:lnTo>
                  <a:lnTo>
                    <a:pt x="39045" y="31147"/>
                  </a:lnTo>
                  <a:lnTo>
                    <a:pt x="39199" y="31441"/>
                  </a:lnTo>
                  <a:lnTo>
                    <a:pt x="38981" y="31556"/>
                  </a:lnTo>
                  <a:lnTo>
                    <a:pt x="39033" y="31722"/>
                  </a:lnTo>
                  <a:lnTo>
                    <a:pt x="40042" y="32348"/>
                  </a:lnTo>
                  <a:lnTo>
                    <a:pt x="40208" y="32604"/>
                  </a:lnTo>
                  <a:lnTo>
                    <a:pt x="41716" y="34943"/>
                  </a:lnTo>
                  <a:lnTo>
                    <a:pt x="41959" y="34879"/>
                  </a:lnTo>
                  <a:lnTo>
                    <a:pt x="41959" y="34534"/>
                  </a:lnTo>
                  <a:lnTo>
                    <a:pt x="42343" y="34431"/>
                  </a:lnTo>
                  <a:lnTo>
                    <a:pt x="42701" y="34649"/>
                  </a:lnTo>
                  <a:lnTo>
                    <a:pt x="42764" y="35058"/>
                  </a:lnTo>
                  <a:lnTo>
                    <a:pt x="43199" y="35032"/>
                  </a:lnTo>
                  <a:lnTo>
                    <a:pt x="44311" y="34777"/>
                  </a:lnTo>
                  <a:lnTo>
                    <a:pt x="44873" y="35032"/>
                  </a:lnTo>
                  <a:lnTo>
                    <a:pt x="45180" y="35467"/>
                  </a:lnTo>
                  <a:lnTo>
                    <a:pt x="45180" y="35633"/>
                  </a:lnTo>
                  <a:lnTo>
                    <a:pt x="45678" y="35748"/>
                  </a:lnTo>
                  <a:lnTo>
                    <a:pt x="45742" y="36106"/>
                  </a:lnTo>
                  <a:lnTo>
                    <a:pt x="46036" y="36246"/>
                  </a:lnTo>
                  <a:lnTo>
                    <a:pt x="46292" y="36323"/>
                  </a:lnTo>
                  <a:lnTo>
                    <a:pt x="46854" y="36323"/>
                  </a:lnTo>
                  <a:lnTo>
                    <a:pt x="47046" y="36119"/>
                  </a:lnTo>
                  <a:lnTo>
                    <a:pt x="47417" y="36617"/>
                  </a:lnTo>
                  <a:lnTo>
                    <a:pt x="47519" y="36566"/>
                  </a:lnTo>
                  <a:lnTo>
                    <a:pt x="47800" y="36157"/>
                  </a:lnTo>
                  <a:lnTo>
                    <a:pt x="48350" y="36157"/>
                  </a:lnTo>
                  <a:lnTo>
                    <a:pt x="48823" y="35952"/>
                  </a:lnTo>
                  <a:lnTo>
                    <a:pt x="49001" y="35658"/>
                  </a:lnTo>
                  <a:lnTo>
                    <a:pt x="49998" y="35249"/>
                  </a:lnTo>
                  <a:lnTo>
                    <a:pt x="50497" y="35109"/>
                  </a:lnTo>
                  <a:lnTo>
                    <a:pt x="50714" y="34802"/>
                  </a:lnTo>
                  <a:lnTo>
                    <a:pt x="51097" y="34802"/>
                  </a:lnTo>
                  <a:lnTo>
                    <a:pt x="51174" y="34917"/>
                  </a:lnTo>
                  <a:lnTo>
                    <a:pt x="51430" y="34802"/>
                  </a:lnTo>
                  <a:lnTo>
                    <a:pt x="51634" y="35007"/>
                  </a:lnTo>
                  <a:lnTo>
                    <a:pt x="52580" y="35032"/>
                  </a:lnTo>
                  <a:lnTo>
                    <a:pt x="52810" y="35249"/>
                  </a:lnTo>
                  <a:lnTo>
                    <a:pt x="52810" y="35505"/>
                  </a:lnTo>
                  <a:lnTo>
                    <a:pt x="53002" y="35646"/>
                  </a:lnTo>
                  <a:lnTo>
                    <a:pt x="53296" y="35684"/>
                  </a:lnTo>
                  <a:lnTo>
                    <a:pt x="53960" y="35518"/>
                  </a:lnTo>
                  <a:lnTo>
                    <a:pt x="54446" y="35799"/>
                  </a:lnTo>
                  <a:lnTo>
                    <a:pt x="54791" y="35748"/>
                  </a:lnTo>
                  <a:lnTo>
                    <a:pt x="54944" y="35850"/>
                  </a:lnTo>
                  <a:lnTo>
                    <a:pt x="55341" y="35773"/>
                  </a:lnTo>
                  <a:lnTo>
                    <a:pt x="55673" y="35595"/>
                  </a:lnTo>
                  <a:lnTo>
                    <a:pt x="55839" y="35237"/>
                  </a:lnTo>
                  <a:lnTo>
                    <a:pt x="55545" y="35058"/>
                  </a:lnTo>
                  <a:lnTo>
                    <a:pt x="55468" y="34572"/>
                  </a:lnTo>
                  <a:lnTo>
                    <a:pt x="55877" y="33971"/>
                  </a:lnTo>
                  <a:lnTo>
                    <a:pt x="56107" y="33818"/>
                  </a:lnTo>
                  <a:lnTo>
                    <a:pt x="56107" y="33383"/>
                  </a:lnTo>
                  <a:lnTo>
                    <a:pt x="56925" y="33729"/>
                  </a:lnTo>
                  <a:lnTo>
                    <a:pt x="58012" y="34023"/>
                  </a:lnTo>
                  <a:lnTo>
                    <a:pt x="58434" y="34074"/>
                  </a:lnTo>
                  <a:lnTo>
                    <a:pt x="58958" y="34201"/>
                  </a:lnTo>
                  <a:lnTo>
                    <a:pt x="59060" y="34495"/>
                  </a:lnTo>
                  <a:lnTo>
                    <a:pt x="59060" y="34981"/>
                  </a:lnTo>
                  <a:lnTo>
                    <a:pt x="59354" y="35352"/>
                  </a:lnTo>
                  <a:lnTo>
                    <a:pt x="59597" y="35352"/>
                  </a:lnTo>
                  <a:lnTo>
                    <a:pt x="59954" y="35543"/>
                  </a:lnTo>
                  <a:lnTo>
                    <a:pt x="60594" y="35492"/>
                  </a:lnTo>
                  <a:lnTo>
                    <a:pt x="61233" y="35237"/>
                  </a:lnTo>
                  <a:lnTo>
                    <a:pt x="61833" y="35249"/>
                  </a:lnTo>
                  <a:lnTo>
                    <a:pt x="62063" y="35441"/>
                  </a:lnTo>
                  <a:lnTo>
                    <a:pt x="62549" y="35339"/>
                  </a:lnTo>
                  <a:lnTo>
                    <a:pt x="62932" y="35799"/>
                  </a:lnTo>
                  <a:lnTo>
                    <a:pt x="63571" y="35799"/>
                  </a:lnTo>
                  <a:lnTo>
                    <a:pt x="63763" y="36234"/>
                  </a:lnTo>
                  <a:lnTo>
                    <a:pt x="64147" y="36438"/>
                  </a:lnTo>
                  <a:lnTo>
                    <a:pt x="65118" y="36489"/>
                  </a:lnTo>
                  <a:lnTo>
                    <a:pt x="65629" y="36630"/>
                  </a:lnTo>
                  <a:lnTo>
                    <a:pt x="65974" y="36412"/>
                  </a:lnTo>
                  <a:lnTo>
                    <a:pt x="66882" y="36349"/>
                  </a:lnTo>
                  <a:lnTo>
                    <a:pt x="67086" y="36144"/>
                  </a:lnTo>
                  <a:lnTo>
                    <a:pt x="67674" y="36157"/>
                  </a:lnTo>
                  <a:lnTo>
                    <a:pt x="67763" y="35914"/>
                  </a:lnTo>
                  <a:lnTo>
                    <a:pt x="68645" y="35416"/>
                  </a:lnTo>
                  <a:lnTo>
                    <a:pt x="69361" y="35684"/>
                  </a:lnTo>
                  <a:lnTo>
                    <a:pt x="69566" y="35863"/>
                  </a:lnTo>
                  <a:lnTo>
                    <a:pt x="70090" y="35684"/>
                  </a:lnTo>
                  <a:lnTo>
                    <a:pt x="70537" y="35927"/>
                  </a:lnTo>
                  <a:lnTo>
                    <a:pt x="70690" y="36055"/>
                  </a:lnTo>
                  <a:lnTo>
                    <a:pt x="71342" y="36246"/>
                  </a:lnTo>
                  <a:lnTo>
                    <a:pt x="72019" y="35914"/>
                  </a:lnTo>
                  <a:lnTo>
                    <a:pt x="72454" y="35799"/>
                  </a:lnTo>
                  <a:lnTo>
                    <a:pt x="72428" y="35518"/>
                  </a:lnTo>
                  <a:lnTo>
                    <a:pt x="72249" y="35364"/>
                  </a:lnTo>
                  <a:lnTo>
                    <a:pt x="73131" y="34112"/>
                  </a:lnTo>
                  <a:lnTo>
                    <a:pt x="73617" y="33741"/>
                  </a:lnTo>
                  <a:lnTo>
                    <a:pt x="73643" y="33294"/>
                  </a:lnTo>
                  <a:lnTo>
                    <a:pt x="73310" y="33115"/>
                  </a:lnTo>
                  <a:lnTo>
                    <a:pt x="73029" y="33141"/>
                  </a:lnTo>
                  <a:lnTo>
                    <a:pt x="72914" y="32975"/>
                  </a:lnTo>
                  <a:lnTo>
                    <a:pt x="73681" y="32284"/>
                  </a:lnTo>
                  <a:lnTo>
                    <a:pt x="74409" y="32284"/>
                  </a:lnTo>
                  <a:lnTo>
                    <a:pt x="74972" y="32029"/>
                  </a:lnTo>
                  <a:lnTo>
                    <a:pt x="75751" y="32029"/>
                  </a:lnTo>
                  <a:lnTo>
                    <a:pt x="76774" y="32450"/>
                  </a:lnTo>
                  <a:lnTo>
                    <a:pt x="77208" y="32335"/>
                  </a:lnTo>
                  <a:lnTo>
                    <a:pt x="78065" y="32949"/>
                  </a:lnTo>
                  <a:lnTo>
                    <a:pt x="78333" y="33831"/>
                  </a:lnTo>
                  <a:lnTo>
                    <a:pt x="78665" y="34023"/>
                  </a:lnTo>
                  <a:lnTo>
                    <a:pt x="78716" y="34598"/>
                  </a:lnTo>
                  <a:lnTo>
                    <a:pt x="79036" y="35134"/>
                  </a:lnTo>
                  <a:lnTo>
                    <a:pt x="79036" y="35467"/>
                  </a:lnTo>
                  <a:lnTo>
                    <a:pt x="79189" y="35633"/>
                  </a:lnTo>
                  <a:lnTo>
                    <a:pt x="79189" y="36029"/>
                  </a:lnTo>
                  <a:lnTo>
                    <a:pt x="80046" y="36336"/>
                  </a:lnTo>
                  <a:lnTo>
                    <a:pt x="80301" y="36591"/>
                  </a:lnTo>
                  <a:lnTo>
                    <a:pt x="80838" y="36425"/>
                  </a:lnTo>
                  <a:lnTo>
                    <a:pt x="81209" y="36885"/>
                  </a:lnTo>
                  <a:lnTo>
                    <a:pt x="81477" y="36936"/>
                  </a:lnTo>
                  <a:lnTo>
                    <a:pt x="81656" y="37384"/>
                  </a:lnTo>
                  <a:lnTo>
                    <a:pt x="81630" y="37831"/>
                  </a:lnTo>
                  <a:lnTo>
                    <a:pt x="81784" y="38138"/>
                  </a:lnTo>
                  <a:lnTo>
                    <a:pt x="82857" y="38151"/>
                  </a:lnTo>
                  <a:lnTo>
                    <a:pt x="83496" y="37729"/>
                  </a:lnTo>
                  <a:lnTo>
                    <a:pt x="83739" y="37793"/>
                  </a:lnTo>
                  <a:lnTo>
                    <a:pt x="84493" y="37448"/>
                  </a:lnTo>
                  <a:lnTo>
                    <a:pt x="84775" y="37691"/>
                  </a:lnTo>
                  <a:lnTo>
                    <a:pt x="84775" y="37984"/>
                  </a:lnTo>
                  <a:lnTo>
                    <a:pt x="84966" y="38342"/>
                  </a:lnTo>
                  <a:lnTo>
                    <a:pt x="84417" y="38700"/>
                  </a:lnTo>
                  <a:lnTo>
                    <a:pt x="84429" y="39020"/>
                  </a:lnTo>
                  <a:lnTo>
                    <a:pt x="83778" y="40413"/>
                  </a:lnTo>
                  <a:lnTo>
                    <a:pt x="83573" y="40553"/>
                  </a:lnTo>
                  <a:lnTo>
                    <a:pt x="83637" y="41013"/>
                  </a:lnTo>
                  <a:lnTo>
                    <a:pt x="83394" y="40937"/>
                  </a:lnTo>
                  <a:lnTo>
                    <a:pt x="83292" y="41180"/>
                  </a:lnTo>
                  <a:lnTo>
                    <a:pt x="83062" y="41435"/>
                  </a:lnTo>
                  <a:lnTo>
                    <a:pt x="82883" y="41435"/>
                  </a:lnTo>
                  <a:lnTo>
                    <a:pt x="82755" y="41103"/>
                  </a:lnTo>
                  <a:lnTo>
                    <a:pt x="82806" y="40783"/>
                  </a:lnTo>
                  <a:lnTo>
                    <a:pt x="82666" y="40732"/>
                  </a:lnTo>
                  <a:lnTo>
                    <a:pt x="82039" y="40975"/>
                  </a:lnTo>
                  <a:lnTo>
                    <a:pt x="81912" y="41218"/>
                  </a:lnTo>
                  <a:lnTo>
                    <a:pt x="82142" y="41716"/>
                  </a:lnTo>
                  <a:lnTo>
                    <a:pt x="82065" y="42036"/>
                  </a:lnTo>
                  <a:lnTo>
                    <a:pt x="82065" y="42355"/>
                  </a:lnTo>
                  <a:lnTo>
                    <a:pt x="82218" y="42649"/>
                  </a:lnTo>
                  <a:lnTo>
                    <a:pt x="81733" y="43058"/>
                  </a:lnTo>
                  <a:lnTo>
                    <a:pt x="81797" y="43352"/>
                  </a:lnTo>
                  <a:lnTo>
                    <a:pt x="82372" y="42777"/>
                  </a:lnTo>
                  <a:lnTo>
                    <a:pt x="82666" y="42407"/>
                  </a:lnTo>
                  <a:lnTo>
                    <a:pt x="82794" y="42496"/>
                  </a:lnTo>
                  <a:lnTo>
                    <a:pt x="82781" y="42854"/>
                  </a:lnTo>
                  <a:lnTo>
                    <a:pt x="82781" y="42854"/>
                  </a:lnTo>
                  <a:lnTo>
                    <a:pt x="83356" y="42828"/>
                  </a:lnTo>
                  <a:lnTo>
                    <a:pt x="83599" y="43122"/>
                  </a:lnTo>
                  <a:lnTo>
                    <a:pt x="84123" y="42879"/>
                  </a:lnTo>
                  <a:lnTo>
                    <a:pt x="84851" y="42343"/>
                  </a:lnTo>
                  <a:lnTo>
                    <a:pt x="85273" y="42215"/>
                  </a:lnTo>
                  <a:lnTo>
                    <a:pt x="85695" y="41678"/>
                  </a:lnTo>
                  <a:lnTo>
                    <a:pt x="86232" y="40937"/>
                  </a:lnTo>
                  <a:lnTo>
                    <a:pt x="86858" y="40489"/>
                  </a:lnTo>
                  <a:lnTo>
                    <a:pt x="87446" y="39850"/>
                  </a:lnTo>
                  <a:lnTo>
                    <a:pt x="87497" y="39518"/>
                  </a:lnTo>
                  <a:lnTo>
                    <a:pt x="88110" y="38521"/>
                  </a:lnTo>
                  <a:lnTo>
                    <a:pt x="89018" y="37422"/>
                  </a:lnTo>
                  <a:lnTo>
                    <a:pt x="89324" y="36591"/>
                  </a:lnTo>
                  <a:lnTo>
                    <a:pt x="89427" y="36055"/>
                  </a:lnTo>
                  <a:lnTo>
                    <a:pt x="89248" y="35927"/>
                  </a:lnTo>
                  <a:lnTo>
                    <a:pt x="89478" y="35837"/>
                  </a:lnTo>
                  <a:lnTo>
                    <a:pt x="89478" y="35428"/>
                  </a:lnTo>
                  <a:lnTo>
                    <a:pt x="89299" y="35262"/>
                  </a:lnTo>
                  <a:lnTo>
                    <a:pt x="89401" y="35109"/>
                  </a:lnTo>
                  <a:lnTo>
                    <a:pt x="89401" y="34904"/>
                  </a:lnTo>
                  <a:lnTo>
                    <a:pt x="89554" y="34802"/>
                  </a:lnTo>
                  <a:lnTo>
                    <a:pt x="89708" y="34253"/>
                  </a:lnTo>
                  <a:lnTo>
                    <a:pt x="90053" y="33856"/>
                  </a:lnTo>
                  <a:lnTo>
                    <a:pt x="90053" y="33396"/>
                  </a:lnTo>
                  <a:lnTo>
                    <a:pt x="89785" y="33243"/>
                  </a:lnTo>
                  <a:lnTo>
                    <a:pt x="89938" y="33077"/>
                  </a:lnTo>
                  <a:lnTo>
                    <a:pt x="89925" y="32898"/>
                  </a:lnTo>
                  <a:lnTo>
                    <a:pt x="89759" y="32783"/>
                  </a:lnTo>
                  <a:lnTo>
                    <a:pt x="89976" y="32604"/>
                  </a:lnTo>
                  <a:lnTo>
                    <a:pt x="90053" y="32412"/>
                  </a:lnTo>
                  <a:lnTo>
                    <a:pt x="89248" y="31824"/>
                  </a:lnTo>
                  <a:lnTo>
                    <a:pt x="88890" y="31300"/>
                  </a:lnTo>
                  <a:lnTo>
                    <a:pt x="88468" y="31300"/>
                  </a:lnTo>
                  <a:lnTo>
                    <a:pt x="88379" y="31454"/>
                  </a:lnTo>
                  <a:lnTo>
                    <a:pt x="88021" y="31300"/>
                  </a:lnTo>
                  <a:lnTo>
                    <a:pt x="87919" y="31402"/>
                  </a:lnTo>
                  <a:lnTo>
                    <a:pt x="87855" y="31978"/>
                  </a:lnTo>
                  <a:lnTo>
                    <a:pt x="87599" y="32105"/>
                  </a:lnTo>
                  <a:lnTo>
                    <a:pt x="87791" y="31709"/>
                  </a:lnTo>
                  <a:lnTo>
                    <a:pt x="87727" y="31633"/>
                  </a:lnTo>
                  <a:lnTo>
                    <a:pt x="87292" y="31978"/>
                  </a:lnTo>
                  <a:lnTo>
                    <a:pt x="86819" y="32003"/>
                  </a:lnTo>
                  <a:lnTo>
                    <a:pt x="87101" y="31684"/>
                  </a:lnTo>
                  <a:lnTo>
                    <a:pt x="86973" y="31581"/>
                  </a:lnTo>
                  <a:lnTo>
                    <a:pt x="87062" y="31339"/>
                  </a:lnTo>
                  <a:lnTo>
                    <a:pt x="86768" y="31300"/>
                  </a:lnTo>
                  <a:lnTo>
                    <a:pt x="86449" y="31939"/>
                  </a:lnTo>
                  <a:lnTo>
                    <a:pt x="86436" y="31045"/>
                  </a:lnTo>
                  <a:lnTo>
                    <a:pt x="86129" y="30942"/>
                  </a:lnTo>
                  <a:lnTo>
                    <a:pt x="85554" y="30942"/>
                  </a:lnTo>
                  <a:lnTo>
                    <a:pt x="85426" y="30827"/>
                  </a:lnTo>
                  <a:lnTo>
                    <a:pt x="85120" y="30827"/>
                  </a:lnTo>
                  <a:lnTo>
                    <a:pt x="85196" y="30597"/>
                  </a:lnTo>
                  <a:lnTo>
                    <a:pt x="85810" y="30201"/>
                  </a:lnTo>
                  <a:lnTo>
                    <a:pt x="87318" y="29255"/>
                  </a:lnTo>
                  <a:lnTo>
                    <a:pt x="87369" y="28987"/>
                  </a:lnTo>
                  <a:lnTo>
                    <a:pt x="88506" y="27862"/>
                  </a:lnTo>
                  <a:lnTo>
                    <a:pt x="89030" y="27504"/>
                  </a:lnTo>
                  <a:lnTo>
                    <a:pt x="89503" y="27377"/>
                  </a:lnTo>
                  <a:lnTo>
                    <a:pt x="89516" y="27198"/>
                  </a:lnTo>
                  <a:lnTo>
                    <a:pt x="89657" y="26725"/>
                  </a:lnTo>
                  <a:lnTo>
                    <a:pt x="90053" y="26584"/>
                  </a:lnTo>
                  <a:lnTo>
                    <a:pt x="90487" y="26277"/>
                  </a:lnTo>
                  <a:lnTo>
                    <a:pt x="90654" y="25958"/>
                  </a:lnTo>
                  <a:lnTo>
                    <a:pt x="91190" y="25677"/>
                  </a:lnTo>
                  <a:lnTo>
                    <a:pt x="91932" y="25523"/>
                  </a:lnTo>
                  <a:lnTo>
                    <a:pt x="93056" y="25651"/>
                  </a:lnTo>
                  <a:lnTo>
                    <a:pt x="93338" y="25600"/>
                  </a:lnTo>
                  <a:lnTo>
                    <a:pt x="93606" y="25805"/>
                  </a:lnTo>
                  <a:lnTo>
                    <a:pt x="93977" y="25830"/>
                  </a:lnTo>
                  <a:lnTo>
                    <a:pt x="94117" y="25498"/>
                  </a:lnTo>
                  <a:lnTo>
                    <a:pt x="94462" y="25690"/>
                  </a:lnTo>
                  <a:lnTo>
                    <a:pt x="94935" y="25792"/>
                  </a:lnTo>
                  <a:lnTo>
                    <a:pt x="95344" y="25600"/>
                  </a:lnTo>
                  <a:lnTo>
                    <a:pt x="95561" y="25715"/>
                  </a:lnTo>
                  <a:lnTo>
                    <a:pt x="96021" y="25766"/>
                  </a:lnTo>
                  <a:lnTo>
                    <a:pt x="96021" y="25613"/>
                  </a:lnTo>
                  <a:lnTo>
                    <a:pt x="96200" y="25562"/>
                  </a:lnTo>
                  <a:lnTo>
                    <a:pt x="96200" y="25319"/>
                  </a:lnTo>
                  <a:lnTo>
                    <a:pt x="96699" y="25140"/>
                  </a:lnTo>
                  <a:lnTo>
                    <a:pt x="96814" y="25217"/>
                  </a:lnTo>
                  <a:lnTo>
                    <a:pt x="97274" y="25319"/>
                  </a:lnTo>
                  <a:lnTo>
                    <a:pt x="97453" y="25460"/>
                  </a:lnTo>
                  <a:lnTo>
                    <a:pt x="97645" y="25383"/>
                  </a:lnTo>
                  <a:lnTo>
                    <a:pt x="98028" y="25408"/>
                  </a:lnTo>
                  <a:lnTo>
                    <a:pt x="98220" y="25651"/>
                  </a:lnTo>
                  <a:lnTo>
                    <a:pt x="98450" y="25690"/>
                  </a:lnTo>
                  <a:lnTo>
                    <a:pt x="98501" y="25805"/>
                  </a:lnTo>
                  <a:lnTo>
                    <a:pt x="98181" y="25907"/>
                  </a:lnTo>
                  <a:lnTo>
                    <a:pt x="97645" y="26035"/>
                  </a:lnTo>
                  <a:lnTo>
                    <a:pt x="98028" y="26277"/>
                  </a:lnTo>
                  <a:lnTo>
                    <a:pt x="98616" y="26162"/>
                  </a:lnTo>
                  <a:lnTo>
                    <a:pt x="98846" y="26086"/>
                  </a:lnTo>
                  <a:lnTo>
                    <a:pt x="98846" y="26162"/>
                  </a:lnTo>
                  <a:lnTo>
                    <a:pt x="99114" y="26162"/>
                  </a:lnTo>
                  <a:lnTo>
                    <a:pt x="99600" y="25728"/>
                  </a:lnTo>
                  <a:lnTo>
                    <a:pt x="99702" y="26022"/>
                  </a:lnTo>
                  <a:lnTo>
                    <a:pt x="100060" y="26022"/>
                  </a:lnTo>
                  <a:lnTo>
                    <a:pt x="100405" y="25869"/>
                  </a:lnTo>
                  <a:lnTo>
                    <a:pt x="100878" y="25869"/>
                  </a:lnTo>
                  <a:lnTo>
                    <a:pt x="100789" y="25575"/>
                  </a:lnTo>
                  <a:lnTo>
                    <a:pt x="100405" y="25370"/>
                  </a:lnTo>
                  <a:lnTo>
                    <a:pt x="100162" y="25370"/>
                  </a:lnTo>
                  <a:lnTo>
                    <a:pt x="100162" y="25012"/>
                  </a:lnTo>
                  <a:lnTo>
                    <a:pt x="100341" y="25012"/>
                  </a:lnTo>
                  <a:lnTo>
                    <a:pt x="100341" y="24795"/>
                  </a:lnTo>
                  <a:lnTo>
                    <a:pt x="100955" y="24169"/>
                  </a:lnTo>
                  <a:lnTo>
                    <a:pt x="101504" y="24169"/>
                  </a:lnTo>
                  <a:lnTo>
                    <a:pt x="101671" y="23645"/>
                  </a:lnTo>
                  <a:lnTo>
                    <a:pt x="102195" y="23338"/>
                  </a:lnTo>
                  <a:lnTo>
                    <a:pt x="102195" y="23057"/>
                  </a:lnTo>
                  <a:lnTo>
                    <a:pt x="102706" y="22788"/>
                  </a:lnTo>
                  <a:lnTo>
                    <a:pt x="103741" y="22712"/>
                  </a:lnTo>
                  <a:lnTo>
                    <a:pt x="104048" y="22571"/>
                  </a:lnTo>
                  <a:lnTo>
                    <a:pt x="104431" y="22891"/>
                  </a:lnTo>
                  <a:lnTo>
                    <a:pt x="104585" y="22891"/>
                  </a:lnTo>
                  <a:lnTo>
                    <a:pt x="104827" y="22571"/>
                  </a:lnTo>
                  <a:lnTo>
                    <a:pt x="105045" y="22571"/>
                  </a:lnTo>
                  <a:lnTo>
                    <a:pt x="104942" y="22980"/>
                  </a:lnTo>
                  <a:lnTo>
                    <a:pt x="104674" y="23491"/>
                  </a:lnTo>
                  <a:lnTo>
                    <a:pt x="104674" y="23772"/>
                  </a:lnTo>
                  <a:lnTo>
                    <a:pt x="105057" y="23696"/>
                  </a:lnTo>
                  <a:lnTo>
                    <a:pt x="104853" y="24054"/>
                  </a:lnTo>
                  <a:lnTo>
                    <a:pt x="104981" y="24169"/>
                  </a:lnTo>
                  <a:lnTo>
                    <a:pt x="105287" y="24003"/>
                  </a:lnTo>
                  <a:lnTo>
                    <a:pt x="105479" y="24003"/>
                  </a:lnTo>
                  <a:lnTo>
                    <a:pt x="105479" y="23836"/>
                  </a:lnTo>
                  <a:lnTo>
                    <a:pt x="105748" y="23606"/>
                  </a:lnTo>
                  <a:lnTo>
                    <a:pt x="106425" y="23248"/>
                  </a:lnTo>
                  <a:lnTo>
                    <a:pt x="106706" y="22865"/>
                  </a:lnTo>
                  <a:lnTo>
                    <a:pt x="107115" y="22878"/>
                  </a:lnTo>
                  <a:lnTo>
                    <a:pt x="107115" y="22993"/>
                  </a:lnTo>
                  <a:lnTo>
                    <a:pt x="107205" y="22993"/>
                  </a:lnTo>
                  <a:lnTo>
                    <a:pt x="107371" y="22801"/>
                  </a:lnTo>
                  <a:lnTo>
                    <a:pt x="107205" y="22648"/>
                  </a:lnTo>
                  <a:lnTo>
                    <a:pt x="107332" y="21855"/>
                  </a:lnTo>
                  <a:lnTo>
                    <a:pt x="108368" y="21613"/>
                  </a:lnTo>
                  <a:lnTo>
                    <a:pt x="108547" y="21740"/>
                  </a:lnTo>
                  <a:lnTo>
                    <a:pt x="108610" y="21791"/>
                  </a:lnTo>
                  <a:lnTo>
                    <a:pt x="108674" y="21830"/>
                  </a:lnTo>
                  <a:lnTo>
                    <a:pt x="108738" y="21843"/>
                  </a:lnTo>
                  <a:lnTo>
                    <a:pt x="108828" y="21855"/>
                  </a:lnTo>
                  <a:lnTo>
                    <a:pt x="108802" y="21894"/>
                  </a:lnTo>
                  <a:lnTo>
                    <a:pt x="108751" y="21919"/>
                  </a:lnTo>
                  <a:lnTo>
                    <a:pt x="108700" y="21932"/>
                  </a:lnTo>
                  <a:lnTo>
                    <a:pt x="108649" y="21932"/>
                  </a:lnTo>
                  <a:lnTo>
                    <a:pt x="108547" y="21919"/>
                  </a:lnTo>
                  <a:lnTo>
                    <a:pt x="108457" y="21894"/>
                  </a:lnTo>
                  <a:lnTo>
                    <a:pt x="108342" y="21894"/>
                  </a:lnTo>
                  <a:lnTo>
                    <a:pt x="108291" y="21907"/>
                  </a:lnTo>
                  <a:lnTo>
                    <a:pt x="108253" y="21932"/>
                  </a:lnTo>
                  <a:lnTo>
                    <a:pt x="108176" y="21983"/>
                  </a:lnTo>
                  <a:lnTo>
                    <a:pt x="108099" y="22073"/>
                  </a:lnTo>
                  <a:lnTo>
                    <a:pt x="108023" y="22149"/>
                  </a:lnTo>
                  <a:lnTo>
                    <a:pt x="108010" y="22188"/>
                  </a:lnTo>
                  <a:lnTo>
                    <a:pt x="107997" y="22239"/>
                  </a:lnTo>
                  <a:lnTo>
                    <a:pt x="107997" y="22392"/>
                  </a:lnTo>
                  <a:lnTo>
                    <a:pt x="107971" y="22533"/>
                  </a:lnTo>
                  <a:lnTo>
                    <a:pt x="107933" y="22712"/>
                  </a:lnTo>
                  <a:lnTo>
                    <a:pt x="107895" y="22801"/>
                  </a:lnTo>
                  <a:lnTo>
                    <a:pt x="107844" y="22878"/>
                  </a:lnTo>
                  <a:lnTo>
                    <a:pt x="107780" y="22916"/>
                  </a:lnTo>
                  <a:lnTo>
                    <a:pt x="107703" y="22967"/>
                  </a:lnTo>
                  <a:lnTo>
                    <a:pt x="107665" y="23006"/>
                  </a:lnTo>
                  <a:lnTo>
                    <a:pt x="107639" y="23031"/>
                  </a:lnTo>
                  <a:lnTo>
                    <a:pt x="107639" y="23070"/>
                  </a:lnTo>
                  <a:lnTo>
                    <a:pt x="107652" y="23108"/>
                  </a:lnTo>
                  <a:lnTo>
                    <a:pt x="107677" y="23133"/>
                  </a:lnTo>
                  <a:lnTo>
                    <a:pt x="107703" y="23146"/>
                  </a:lnTo>
                  <a:lnTo>
                    <a:pt x="107780" y="23159"/>
                  </a:lnTo>
                  <a:lnTo>
                    <a:pt x="107856" y="23172"/>
                  </a:lnTo>
                  <a:lnTo>
                    <a:pt x="107869" y="23185"/>
                  </a:lnTo>
                  <a:lnTo>
                    <a:pt x="107895" y="23210"/>
                  </a:lnTo>
                  <a:lnTo>
                    <a:pt x="107895" y="23236"/>
                  </a:lnTo>
                  <a:lnTo>
                    <a:pt x="107882" y="23261"/>
                  </a:lnTo>
                  <a:lnTo>
                    <a:pt x="107856" y="23325"/>
                  </a:lnTo>
                  <a:lnTo>
                    <a:pt x="107805" y="23376"/>
                  </a:lnTo>
                  <a:lnTo>
                    <a:pt x="107729" y="23440"/>
                  </a:lnTo>
                  <a:lnTo>
                    <a:pt x="107601" y="23542"/>
                  </a:lnTo>
                  <a:lnTo>
                    <a:pt x="107550" y="23594"/>
                  </a:lnTo>
                  <a:lnTo>
                    <a:pt x="107537" y="23619"/>
                  </a:lnTo>
                  <a:lnTo>
                    <a:pt x="107537" y="23645"/>
                  </a:lnTo>
                  <a:lnTo>
                    <a:pt x="107550" y="23696"/>
                  </a:lnTo>
                  <a:lnTo>
                    <a:pt x="107562" y="23734"/>
                  </a:lnTo>
                  <a:lnTo>
                    <a:pt x="107614" y="23811"/>
                  </a:lnTo>
                  <a:lnTo>
                    <a:pt x="107626" y="23824"/>
                  </a:lnTo>
                  <a:lnTo>
                    <a:pt x="107614" y="23849"/>
                  </a:lnTo>
                  <a:lnTo>
                    <a:pt x="107575" y="23862"/>
                  </a:lnTo>
                  <a:lnTo>
                    <a:pt x="107486" y="23862"/>
                  </a:lnTo>
                  <a:lnTo>
                    <a:pt x="107256" y="23849"/>
                  </a:lnTo>
                  <a:lnTo>
                    <a:pt x="107141" y="23862"/>
                  </a:lnTo>
                  <a:lnTo>
                    <a:pt x="107038" y="23888"/>
                  </a:lnTo>
                  <a:lnTo>
                    <a:pt x="106936" y="23939"/>
                  </a:lnTo>
                  <a:lnTo>
                    <a:pt x="106821" y="24003"/>
                  </a:lnTo>
                  <a:lnTo>
                    <a:pt x="106617" y="24130"/>
                  </a:lnTo>
                  <a:lnTo>
                    <a:pt x="106399" y="24258"/>
                  </a:lnTo>
                  <a:lnTo>
                    <a:pt x="106284" y="24309"/>
                  </a:lnTo>
                  <a:lnTo>
                    <a:pt x="106169" y="24348"/>
                  </a:lnTo>
                  <a:lnTo>
                    <a:pt x="106169" y="24475"/>
                  </a:lnTo>
                  <a:lnTo>
                    <a:pt x="106169" y="24539"/>
                  </a:lnTo>
                  <a:lnTo>
                    <a:pt x="106157" y="24590"/>
                  </a:lnTo>
                  <a:lnTo>
                    <a:pt x="106118" y="24629"/>
                  </a:lnTo>
                  <a:lnTo>
                    <a:pt x="106067" y="24667"/>
                  </a:lnTo>
                  <a:lnTo>
                    <a:pt x="105978" y="24718"/>
                  </a:lnTo>
                  <a:lnTo>
                    <a:pt x="105837" y="24833"/>
                  </a:lnTo>
                  <a:lnTo>
                    <a:pt x="105722" y="24961"/>
                  </a:lnTo>
                  <a:lnTo>
                    <a:pt x="105594" y="25089"/>
                  </a:lnTo>
                  <a:lnTo>
                    <a:pt x="105466" y="25204"/>
                  </a:lnTo>
                  <a:lnTo>
                    <a:pt x="105415" y="25229"/>
                  </a:lnTo>
                  <a:lnTo>
                    <a:pt x="105364" y="25242"/>
                  </a:lnTo>
                  <a:lnTo>
                    <a:pt x="105236" y="25255"/>
                  </a:lnTo>
                  <a:lnTo>
                    <a:pt x="105172" y="25268"/>
                  </a:lnTo>
                  <a:lnTo>
                    <a:pt x="105121" y="25281"/>
                  </a:lnTo>
                  <a:lnTo>
                    <a:pt x="105070" y="25306"/>
                  </a:lnTo>
                  <a:lnTo>
                    <a:pt x="105032" y="25344"/>
                  </a:lnTo>
                  <a:lnTo>
                    <a:pt x="105006" y="25396"/>
                  </a:lnTo>
                  <a:lnTo>
                    <a:pt x="104994" y="25434"/>
                  </a:lnTo>
                  <a:lnTo>
                    <a:pt x="104981" y="25472"/>
                  </a:lnTo>
                  <a:lnTo>
                    <a:pt x="104942" y="25511"/>
                  </a:lnTo>
                  <a:lnTo>
                    <a:pt x="104904" y="25549"/>
                  </a:lnTo>
                  <a:lnTo>
                    <a:pt x="104840" y="25587"/>
                  </a:lnTo>
                  <a:lnTo>
                    <a:pt x="104776" y="25626"/>
                  </a:lnTo>
                  <a:lnTo>
                    <a:pt x="104725" y="25677"/>
                  </a:lnTo>
                  <a:lnTo>
                    <a:pt x="104674" y="25741"/>
                  </a:lnTo>
                  <a:lnTo>
                    <a:pt x="104597" y="25894"/>
                  </a:lnTo>
                  <a:lnTo>
                    <a:pt x="104482" y="26060"/>
                  </a:lnTo>
                  <a:lnTo>
                    <a:pt x="104431" y="26137"/>
                  </a:lnTo>
                  <a:lnTo>
                    <a:pt x="104367" y="26226"/>
                  </a:lnTo>
                  <a:lnTo>
                    <a:pt x="104137" y="26482"/>
                  </a:lnTo>
                  <a:lnTo>
                    <a:pt x="104086" y="26546"/>
                  </a:lnTo>
                  <a:lnTo>
                    <a:pt x="104022" y="26610"/>
                  </a:lnTo>
                  <a:lnTo>
                    <a:pt x="103946" y="26648"/>
                  </a:lnTo>
                  <a:lnTo>
                    <a:pt x="103869" y="26686"/>
                  </a:lnTo>
                  <a:lnTo>
                    <a:pt x="103728" y="26738"/>
                  </a:lnTo>
                  <a:lnTo>
                    <a:pt x="103652" y="26776"/>
                  </a:lnTo>
                  <a:lnTo>
                    <a:pt x="103600" y="26827"/>
                  </a:lnTo>
                  <a:lnTo>
                    <a:pt x="103549" y="26917"/>
                  </a:lnTo>
                  <a:lnTo>
                    <a:pt x="103485" y="27006"/>
                  </a:lnTo>
                  <a:lnTo>
                    <a:pt x="103434" y="27108"/>
                  </a:lnTo>
                  <a:lnTo>
                    <a:pt x="103396" y="27147"/>
                  </a:lnTo>
                  <a:lnTo>
                    <a:pt x="103358" y="27172"/>
                  </a:lnTo>
                  <a:lnTo>
                    <a:pt x="103332" y="27185"/>
                  </a:lnTo>
                  <a:lnTo>
                    <a:pt x="103281" y="27185"/>
                  </a:lnTo>
                  <a:lnTo>
                    <a:pt x="103191" y="27172"/>
                  </a:lnTo>
                  <a:lnTo>
                    <a:pt x="103089" y="27159"/>
                  </a:lnTo>
                  <a:lnTo>
                    <a:pt x="103000" y="27159"/>
                  </a:lnTo>
                  <a:lnTo>
                    <a:pt x="102897" y="27198"/>
                  </a:lnTo>
                  <a:lnTo>
                    <a:pt x="102846" y="27223"/>
                  </a:lnTo>
                  <a:lnTo>
                    <a:pt x="102808" y="27249"/>
                  </a:lnTo>
                  <a:lnTo>
                    <a:pt x="102782" y="27300"/>
                  </a:lnTo>
                  <a:lnTo>
                    <a:pt x="102770" y="27325"/>
                  </a:lnTo>
                  <a:lnTo>
                    <a:pt x="102757" y="27351"/>
                  </a:lnTo>
                  <a:lnTo>
                    <a:pt x="102706" y="27389"/>
                  </a:lnTo>
                  <a:lnTo>
                    <a:pt x="102642" y="27402"/>
                  </a:lnTo>
                  <a:lnTo>
                    <a:pt x="102578" y="27415"/>
                  </a:lnTo>
                  <a:lnTo>
                    <a:pt x="102207" y="27415"/>
                  </a:lnTo>
                  <a:lnTo>
                    <a:pt x="102310" y="27556"/>
                  </a:lnTo>
                  <a:lnTo>
                    <a:pt x="102335" y="27619"/>
                  </a:lnTo>
                  <a:lnTo>
                    <a:pt x="102361" y="27696"/>
                  </a:lnTo>
                  <a:lnTo>
                    <a:pt x="102373" y="27760"/>
                  </a:lnTo>
                  <a:lnTo>
                    <a:pt x="102361" y="27837"/>
                  </a:lnTo>
                  <a:lnTo>
                    <a:pt x="102335" y="27913"/>
                  </a:lnTo>
                  <a:lnTo>
                    <a:pt x="102297" y="27990"/>
                  </a:lnTo>
                  <a:lnTo>
                    <a:pt x="102182" y="28131"/>
                  </a:lnTo>
                  <a:lnTo>
                    <a:pt x="102080" y="28271"/>
                  </a:lnTo>
                  <a:lnTo>
                    <a:pt x="101837" y="28527"/>
                  </a:lnTo>
                  <a:lnTo>
                    <a:pt x="101658" y="28680"/>
                  </a:lnTo>
                  <a:lnTo>
                    <a:pt x="101479" y="28834"/>
                  </a:lnTo>
                  <a:lnTo>
                    <a:pt x="101402" y="28923"/>
                  </a:lnTo>
                  <a:lnTo>
                    <a:pt x="101325" y="29013"/>
                  </a:lnTo>
                  <a:lnTo>
                    <a:pt x="101262" y="29115"/>
                  </a:lnTo>
                  <a:lnTo>
                    <a:pt x="101223" y="29230"/>
                  </a:lnTo>
                  <a:lnTo>
                    <a:pt x="101185" y="29383"/>
                  </a:lnTo>
                  <a:lnTo>
                    <a:pt x="101159" y="29537"/>
                  </a:lnTo>
                  <a:lnTo>
                    <a:pt x="101147" y="29703"/>
                  </a:lnTo>
                  <a:lnTo>
                    <a:pt x="101134" y="29856"/>
                  </a:lnTo>
                  <a:lnTo>
                    <a:pt x="101134" y="30176"/>
                  </a:lnTo>
                  <a:lnTo>
                    <a:pt x="101147" y="30495"/>
                  </a:lnTo>
                  <a:lnTo>
                    <a:pt x="101159" y="30648"/>
                  </a:lnTo>
                  <a:lnTo>
                    <a:pt x="101185" y="30802"/>
                  </a:lnTo>
                  <a:lnTo>
                    <a:pt x="101249" y="31109"/>
                  </a:lnTo>
                  <a:lnTo>
                    <a:pt x="101338" y="31402"/>
                  </a:lnTo>
                  <a:lnTo>
                    <a:pt x="101428" y="31696"/>
                  </a:lnTo>
                  <a:lnTo>
                    <a:pt x="101504" y="31914"/>
                  </a:lnTo>
                  <a:lnTo>
                    <a:pt x="101530" y="32016"/>
                  </a:lnTo>
                  <a:lnTo>
                    <a:pt x="101530" y="32131"/>
                  </a:lnTo>
                  <a:lnTo>
                    <a:pt x="101530" y="32399"/>
                  </a:lnTo>
                  <a:lnTo>
                    <a:pt x="101543" y="32566"/>
                  </a:lnTo>
                  <a:lnTo>
                    <a:pt x="101556" y="32719"/>
                  </a:lnTo>
                  <a:lnTo>
                    <a:pt x="101594" y="32872"/>
                  </a:lnTo>
                  <a:lnTo>
                    <a:pt x="101645" y="33026"/>
                  </a:lnTo>
                  <a:lnTo>
                    <a:pt x="101696" y="33102"/>
                  </a:lnTo>
                  <a:lnTo>
                    <a:pt x="101760" y="33166"/>
                  </a:lnTo>
                  <a:lnTo>
                    <a:pt x="101837" y="33217"/>
                  </a:lnTo>
                  <a:lnTo>
                    <a:pt x="101901" y="33281"/>
                  </a:lnTo>
                  <a:lnTo>
                    <a:pt x="101939" y="33320"/>
                  </a:lnTo>
                  <a:lnTo>
                    <a:pt x="101965" y="33358"/>
                  </a:lnTo>
                  <a:lnTo>
                    <a:pt x="101990" y="33460"/>
                  </a:lnTo>
                  <a:lnTo>
                    <a:pt x="102003" y="33550"/>
                  </a:lnTo>
                  <a:lnTo>
                    <a:pt x="102003" y="33652"/>
                  </a:lnTo>
                  <a:lnTo>
                    <a:pt x="102016" y="33907"/>
                  </a:lnTo>
                  <a:lnTo>
                    <a:pt x="102016" y="34035"/>
                  </a:lnTo>
                  <a:lnTo>
                    <a:pt x="102003" y="34163"/>
                  </a:lnTo>
                  <a:lnTo>
                    <a:pt x="101990" y="34304"/>
                  </a:lnTo>
                  <a:lnTo>
                    <a:pt x="101977" y="34380"/>
                  </a:lnTo>
                  <a:lnTo>
                    <a:pt x="101990" y="34444"/>
                  </a:lnTo>
                  <a:lnTo>
                    <a:pt x="102016" y="34483"/>
                  </a:lnTo>
                  <a:lnTo>
                    <a:pt x="102054" y="34508"/>
                  </a:lnTo>
                  <a:lnTo>
                    <a:pt x="102105" y="34508"/>
                  </a:lnTo>
                  <a:lnTo>
                    <a:pt x="102169" y="34521"/>
                  </a:lnTo>
                  <a:lnTo>
                    <a:pt x="102169" y="34725"/>
                  </a:lnTo>
                  <a:lnTo>
                    <a:pt x="102182" y="34828"/>
                  </a:lnTo>
                  <a:lnTo>
                    <a:pt x="102195" y="34879"/>
                  </a:lnTo>
                  <a:lnTo>
                    <a:pt x="102220" y="34930"/>
                  </a:lnTo>
                  <a:lnTo>
                    <a:pt x="102258" y="34879"/>
                  </a:lnTo>
                  <a:lnTo>
                    <a:pt x="102322" y="34840"/>
                  </a:lnTo>
                  <a:lnTo>
                    <a:pt x="102373" y="34802"/>
                  </a:lnTo>
                  <a:lnTo>
                    <a:pt x="102425" y="34751"/>
                  </a:lnTo>
                  <a:lnTo>
                    <a:pt x="102463" y="34713"/>
                  </a:lnTo>
                  <a:lnTo>
                    <a:pt x="102501" y="34649"/>
                  </a:lnTo>
                  <a:lnTo>
                    <a:pt x="102552" y="34547"/>
                  </a:lnTo>
                  <a:lnTo>
                    <a:pt x="102629" y="34457"/>
                  </a:lnTo>
                  <a:lnTo>
                    <a:pt x="102706" y="34380"/>
                  </a:lnTo>
                  <a:lnTo>
                    <a:pt x="102795" y="34316"/>
                  </a:lnTo>
                  <a:lnTo>
                    <a:pt x="102897" y="34253"/>
                  </a:lnTo>
                  <a:lnTo>
                    <a:pt x="103089" y="34138"/>
                  </a:lnTo>
                  <a:lnTo>
                    <a:pt x="103179" y="34074"/>
                  </a:lnTo>
                  <a:lnTo>
                    <a:pt x="103255" y="33997"/>
                  </a:lnTo>
                  <a:lnTo>
                    <a:pt x="103319" y="33920"/>
                  </a:lnTo>
                  <a:lnTo>
                    <a:pt x="103370" y="33844"/>
                  </a:lnTo>
                  <a:lnTo>
                    <a:pt x="103409" y="33767"/>
                  </a:lnTo>
                  <a:lnTo>
                    <a:pt x="103485" y="33690"/>
                  </a:lnTo>
                  <a:lnTo>
                    <a:pt x="103549" y="33614"/>
                  </a:lnTo>
                  <a:lnTo>
                    <a:pt x="103600" y="33550"/>
                  </a:lnTo>
                  <a:lnTo>
                    <a:pt x="103613" y="33511"/>
                  </a:lnTo>
                  <a:lnTo>
                    <a:pt x="103613" y="33486"/>
                  </a:lnTo>
                  <a:lnTo>
                    <a:pt x="103600" y="33383"/>
                  </a:lnTo>
                  <a:lnTo>
                    <a:pt x="103562" y="33294"/>
                  </a:lnTo>
                  <a:lnTo>
                    <a:pt x="103549" y="33243"/>
                  </a:lnTo>
                  <a:lnTo>
                    <a:pt x="103562" y="33192"/>
                  </a:lnTo>
                  <a:lnTo>
                    <a:pt x="103588" y="33153"/>
                  </a:lnTo>
                  <a:lnTo>
                    <a:pt x="103639" y="33115"/>
                  </a:lnTo>
                  <a:lnTo>
                    <a:pt x="103690" y="33077"/>
                  </a:lnTo>
                  <a:lnTo>
                    <a:pt x="103728" y="33026"/>
                  </a:lnTo>
                  <a:lnTo>
                    <a:pt x="103869" y="32834"/>
                  </a:lnTo>
                  <a:lnTo>
                    <a:pt x="103971" y="32681"/>
                  </a:lnTo>
                  <a:lnTo>
                    <a:pt x="104022" y="32604"/>
                  </a:lnTo>
                  <a:lnTo>
                    <a:pt x="104073" y="32540"/>
                  </a:lnTo>
                  <a:lnTo>
                    <a:pt x="104137" y="32514"/>
                  </a:lnTo>
                  <a:lnTo>
                    <a:pt x="104201" y="32502"/>
                  </a:lnTo>
                  <a:lnTo>
                    <a:pt x="104278" y="32514"/>
                  </a:lnTo>
                  <a:lnTo>
                    <a:pt x="104342" y="32540"/>
                  </a:lnTo>
                  <a:lnTo>
                    <a:pt x="104418" y="32553"/>
                  </a:lnTo>
                  <a:lnTo>
                    <a:pt x="104482" y="32578"/>
                  </a:lnTo>
                  <a:lnTo>
                    <a:pt x="104559" y="32578"/>
                  </a:lnTo>
                  <a:lnTo>
                    <a:pt x="104623" y="32553"/>
                  </a:lnTo>
                  <a:lnTo>
                    <a:pt x="104648" y="32527"/>
                  </a:lnTo>
                  <a:lnTo>
                    <a:pt x="104661" y="32502"/>
                  </a:lnTo>
                  <a:lnTo>
                    <a:pt x="104661" y="32425"/>
                  </a:lnTo>
                  <a:lnTo>
                    <a:pt x="104623" y="32425"/>
                  </a:lnTo>
                  <a:lnTo>
                    <a:pt x="104623" y="32182"/>
                  </a:lnTo>
                  <a:lnTo>
                    <a:pt x="104636" y="31939"/>
                  </a:lnTo>
                  <a:lnTo>
                    <a:pt x="104700" y="31466"/>
                  </a:lnTo>
                  <a:lnTo>
                    <a:pt x="104712" y="31351"/>
                  </a:lnTo>
                  <a:lnTo>
                    <a:pt x="104725" y="31313"/>
                  </a:lnTo>
                  <a:lnTo>
                    <a:pt x="104776" y="31287"/>
                  </a:lnTo>
                  <a:lnTo>
                    <a:pt x="104827" y="31275"/>
                  </a:lnTo>
                  <a:lnTo>
                    <a:pt x="104891" y="31287"/>
                  </a:lnTo>
                  <a:lnTo>
                    <a:pt x="104942" y="31287"/>
                  </a:lnTo>
                  <a:lnTo>
                    <a:pt x="105006" y="31275"/>
                  </a:lnTo>
                  <a:lnTo>
                    <a:pt x="105045" y="31236"/>
                  </a:lnTo>
                  <a:lnTo>
                    <a:pt x="105083" y="31198"/>
                  </a:lnTo>
                  <a:lnTo>
                    <a:pt x="105147" y="31096"/>
                  </a:lnTo>
                  <a:lnTo>
                    <a:pt x="105211" y="31006"/>
                  </a:lnTo>
                  <a:lnTo>
                    <a:pt x="105249" y="30955"/>
                  </a:lnTo>
                  <a:lnTo>
                    <a:pt x="105287" y="30917"/>
                  </a:lnTo>
                  <a:lnTo>
                    <a:pt x="105339" y="30878"/>
                  </a:lnTo>
                  <a:lnTo>
                    <a:pt x="105377" y="30866"/>
                  </a:lnTo>
                  <a:lnTo>
                    <a:pt x="105403" y="30891"/>
                  </a:lnTo>
                  <a:lnTo>
                    <a:pt x="105428" y="30930"/>
                  </a:lnTo>
                  <a:lnTo>
                    <a:pt x="105466" y="31019"/>
                  </a:lnTo>
                  <a:lnTo>
                    <a:pt x="105492" y="31057"/>
                  </a:lnTo>
                  <a:lnTo>
                    <a:pt x="105543" y="31083"/>
                  </a:lnTo>
                  <a:lnTo>
                    <a:pt x="105633" y="31109"/>
                  </a:lnTo>
                  <a:lnTo>
                    <a:pt x="105735" y="31121"/>
                  </a:lnTo>
                  <a:lnTo>
                    <a:pt x="105837" y="31134"/>
                  </a:lnTo>
                  <a:lnTo>
                    <a:pt x="105927" y="31134"/>
                  </a:lnTo>
                  <a:lnTo>
                    <a:pt x="106029" y="31160"/>
                  </a:lnTo>
                  <a:lnTo>
                    <a:pt x="106080" y="31172"/>
                  </a:lnTo>
                  <a:lnTo>
                    <a:pt x="106131" y="31160"/>
                  </a:lnTo>
                  <a:lnTo>
                    <a:pt x="106157" y="31134"/>
                  </a:lnTo>
                  <a:lnTo>
                    <a:pt x="106195" y="31096"/>
                  </a:lnTo>
                  <a:lnTo>
                    <a:pt x="106246" y="31032"/>
                  </a:lnTo>
                  <a:lnTo>
                    <a:pt x="106310" y="30981"/>
                  </a:lnTo>
                  <a:lnTo>
                    <a:pt x="106374" y="30917"/>
                  </a:lnTo>
                  <a:lnTo>
                    <a:pt x="106425" y="30840"/>
                  </a:lnTo>
                  <a:lnTo>
                    <a:pt x="106438" y="30802"/>
                  </a:lnTo>
                  <a:lnTo>
                    <a:pt x="106438" y="30763"/>
                  </a:lnTo>
                  <a:lnTo>
                    <a:pt x="106412" y="30712"/>
                  </a:lnTo>
                  <a:lnTo>
                    <a:pt x="106361" y="30661"/>
                  </a:lnTo>
                  <a:lnTo>
                    <a:pt x="106310" y="30597"/>
                  </a:lnTo>
                  <a:lnTo>
                    <a:pt x="106272" y="30546"/>
                  </a:lnTo>
                  <a:lnTo>
                    <a:pt x="106144" y="30329"/>
                  </a:lnTo>
                  <a:lnTo>
                    <a:pt x="106093" y="30214"/>
                  </a:lnTo>
                  <a:lnTo>
                    <a:pt x="106080" y="30163"/>
                  </a:lnTo>
                  <a:lnTo>
                    <a:pt x="106067" y="30099"/>
                  </a:lnTo>
                  <a:lnTo>
                    <a:pt x="106054" y="29869"/>
                  </a:lnTo>
                  <a:lnTo>
                    <a:pt x="106067" y="29754"/>
                  </a:lnTo>
                  <a:lnTo>
                    <a:pt x="106080" y="29703"/>
                  </a:lnTo>
                  <a:lnTo>
                    <a:pt x="106093" y="29652"/>
                  </a:lnTo>
                  <a:lnTo>
                    <a:pt x="106131" y="29600"/>
                  </a:lnTo>
                  <a:lnTo>
                    <a:pt x="106195" y="29549"/>
                  </a:lnTo>
                  <a:lnTo>
                    <a:pt x="106323" y="29460"/>
                  </a:lnTo>
                  <a:lnTo>
                    <a:pt x="106438" y="29345"/>
                  </a:lnTo>
                  <a:lnTo>
                    <a:pt x="106553" y="29243"/>
                  </a:lnTo>
                  <a:lnTo>
                    <a:pt x="106617" y="29153"/>
                  </a:lnTo>
                  <a:lnTo>
                    <a:pt x="106693" y="29076"/>
                  </a:lnTo>
                  <a:lnTo>
                    <a:pt x="106783" y="29025"/>
                  </a:lnTo>
                  <a:lnTo>
                    <a:pt x="106821" y="29013"/>
                  </a:lnTo>
                  <a:lnTo>
                    <a:pt x="106885" y="29000"/>
                  </a:lnTo>
                  <a:lnTo>
                    <a:pt x="107026" y="28987"/>
                  </a:lnTo>
                  <a:lnTo>
                    <a:pt x="107102" y="28961"/>
                  </a:lnTo>
                  <a:lnTo>
                    <a:pt x="107166" y="28949"/>
                  </a:lnTo>
                  <a:lnTo>
                    <a:pt x="107281" y="28872"/>
                  </a:lnTo>
                  <a:lnTo>
                    <a:pt x="107320" y="28859"/>
                  </a:lnTo>
                  <a:lnTo>
                    <a:pt x="107332" y="28859"/>
                  </a:lnTo>
                  <a:lnTo>
                    <a:pt x="107345" y="28885"/>
                  </a:lnTo>
                  <a:lnTo>
                    <a:pt x="107332" y="28923"/>
                  </a:lnTo>
                  <a:lnTo>
                    <a:pt x="107307" y="28949"/>
                  </a:lnTo>
                  <a:lnTo>
                    <a:pt x="107268" y="28987"/>
                  </a:lnTo>
                  <a:lnTo>
                    <a:pt x="107166" y="29038"/>
                  </a:lnTo>
                  <a:lnTo>
                    <a:pt x="107064" y="29102"/>
                  </a:lnTo>
                  <a:lnTo>
                    <a:pt x="106987" y="29140"/>
                  </a:lnTo>
                  <a:lnTo>
                    <a:pt x="106923" y="29191"/>
                  </a:lnTo>
                  <a:lnTo>
                    <a:pt x="106885" y="29230"/>
                  </a:lnTo>
                  <a:lnTo>
                    <a:pt x="106872" y="29255"/>
                  </a:lnTo>
                  <a:lnTo>
                    <a:pt x="106872" y="29281"/>
                  </a:lnTo>
                  <a:lnTo>
                    <a:pt x="106885" y="29358"/>
                  </a:lnTo>
                  <a:lnTo>
                    <a:pt x="106911" y="29409"/>
                  </a:lnTo>
                  <a:lnTo>
                    <a:pt x="106949" y="29460"/>
                  </a:lnTo>
                  <a:lnTo>
                    <a:pt x="107000" y="29511"/>
                  </a:lnTo>
                  <a:lnTo>
                    <a:pt x="107038" y="29537"/>
                  </a:lnTo>
                  <a:lnTo>
                    <a:pt x="107128" y="29434"/>
                  </a:lnTo>
                  <a:lnTo>
                    <a:pt x="107179" y="29383"/>
                  </a:lnTo>
                  <a:lnTo>
                    <a:pt x="107230" y="29345"/>
                  </a:lnTo>
                  <a:lnTo>
                    <a:pt x="107332" y="29255"/>
                  </a:lnTo>
                  <a:lnTo>
                    <a:pt x="107447" y="29179"/>
                  </a:lnTo>
                  <a:lnTo>
                    <a:pt x="107486" y="29140"/>
                  </a:lnTo>
                  <a:lnTo>
                    <a:pt x="107511" y="29115"/>
                  </a:lnTo>
                  <a:lnTo>
                    <a:pt x="107499" y="29102"/>
                  </a:lnTo>
                  <a:lnTo>
                    <a:pt x="107499" y="29064"/>
                  </a:lnTo>
                  <a:lnTo>
                    <a:pt x="107460" y="28936"/>
                  </a:lnTo>
                  <a:lnTo>
                    <a:pt x="107447" y="28834"/>
                  </a:lnTo>
                  <a:lnTo>
                    <a:pt x="107460" y="28782"/>
                  </a:lnTo>
                  <a:lnTo>
                    <a:pt x="107473" y="28731"/>
                  </a:lnTo>
                  <a:lnTo>
                    <a:pt x="107499" y="28680"/>
                  </a:lnTo>
                  <a:lnTo>
                    <a:pt x="107537" y="28629"/>
                  </a:lnTo>
                  <a:lnTo>
                    <a:pt x="107511" y="28616"/>
                  </a:lnTo>
                  <a:lnTo>
                    <a:pt x="107486" y="28604"/>
                  </a:lnTo>
                  <a:lnTo>
                    <a:pt x="107409" y="28591"/>
                  </a:lnTo>
                  <a:lnTo>
                    <a:pt x="107243" y="28604"/>
                  </a:lnTo>
                  <a:lnTo>
                    <a:pt x="107077" y="28604"/>
                  </a:lnTo>
                  <a:lnTo>
                    <a:pt x="107013" y="28578"/>
                  </a:lnTo>
                  <a:lnTo>
                    <a:pt x="106987" y="28552"/>
                  </a:lnTo>
                  <a:lnTo>
                    <a:pt x="106975" y="28527"/>
                  </a:lnTo>
                  <a:lnTo>
                    <a:pt x="106962" y="28437"/>
                  </a:lnTo>
                  <a:lnTo>
                    <a:pt x="106949" y="28335"/>
                  </a:lnTo>
                  <a:lnTo>
                    <a:pt x="106975" y="28156"/>
                  </a:lnTo>
                  <a:lnTo>
                    <a:pt x="106975" y="28080"/>
                  </a:lnTo>
                  <a:lnTo>
                    <a:pt x="106987" y="27990"/>
                  </a:lnTo>
                  <a:lnTo>
                    <a:pt x="107013" y="27952"/>
                  </a:lnTo>
                  <a:lnTo>
                    <a:pt x="107038" y="27901"/>
                  </a:lnTo>
                  <a:lnTo>
                    <a:pt x="107064" y="27849"/>
                  </a:lnTo>
                  <a:lnTo>
                    <a:pt x="107077" y="27798"/>
                  </a:lnTo>
                  <a:lnTo>
                    <a:pt x="107141" y="27773"/>
                  </a:lnTo>
                  <a:lnTo>
                    <a:pt x="107179" y="27747"/>
                  </a:lnTo>
                  <a:lnTo>
                    <a:pt x="107230" y="27709"/>
                  </a:lnTo>
                  <a:lnTo>
                    <a:pt x="107268" y="27671"/>
                  </a:lnTo>
                  <a:lnTo>
                    <a:pt x="107307" y="27619"/>
                  </a:lnTo>
                  <a:lnTo>
                    <a:pt x="107320" y="27568"/>
                  </a:lnTo>
                  <a:lnTo>
                    <a:pt x="107332" y="27517"/>
                  </a:lnTo>
                  <a:lnTo>
                    <a:pt x="107332" y="27453"/>
                  </a:lnTo>
                  <a:lnTo>
                    <a:pt x="107268" y="27441"/>
                  </a:lnTo>
                  <a:lnTo>
                    <a:pt x="107230" y="27428"/>
                  </a:lnTo>
                  <a:lnTo>
                    <a:pt x="107217" y="27402"/>
                  </a:lnTo>
                  <a:lnTo>
                    <a:pt x="107217" y="27325"/>
                  </a:lnTo>
                  <a:lnTo>
                    <a:pt x="107102" y="27287"/>
                  </a:lnTo>
                  <a:lnTo>
                    <a:pt x="106987" y="27262"/>
                  </a:lnTo>
                  <a:lnTo>
                    <a:pt x="106872" y="27236"/>
                  </a:lnTo>
                  <a:lnTo>
                    <a:pt x="106770" y="27198"/>
                  </a:lnTo>
                  <a:lnTo>
                    <a:pt x="106706" y="27313"/>
                  </a:lnTo>
                  <a:lnTo>
                    <a:pt x="106668" y="27364"/>
                  </a:lnTo>
                  <a:lnTo>
                    <a:pt x="106617" y="27415"/>
                  </a:lnTo>
                  <a:lnTo>
                    <a:pt x="106578" y="27428"/>
                  </a:lnTo>
                  <a:lnTo>
                    <a:pt x="106540" y="27428"/>
                  </a:lnTo>
                  <a:lnTo>
                    <a:pt x="106502" y="27415"/>
                  </a:lnTo>
                  <a:lnTo>
                    <a:pt x="106463" y="27402"/>
                  </a:lnTo>
                  <a:lnTo>
                    <a:pt x="106412" y="27364"/>
                  </a:lnTo>
                  <a:lnTo>
                    <a:pt x="106387" y="27325"/>
                  </a:lnTo>
                  <a:lnTo>
                    <a:pt x="106374" y="27300"/>
                  </a:lnTo>
                  <a:lnTo>
                    <a:pt x="106374" y="27236"/>
                  </a:lnTo>
                  <a:lnTo>
                    <a:pt x="106374" y="27185"/>
                  </a:lnTo>
                  <a:lnTo>
                    <a:pt x="106387" y="27057"/>
                  </a:lnTo>
                  <a:lnTo>
                    <a:pt x="106374" y="26840"/>
                  </a:lnTo>
                  <a:lnTo>
                    <a:pt x="106387" y="26725"/>
                  </a:lnTo>
                  <a:lnTo>
                    <a:pt x="106399" y="26674"/>
                  </a:lnTo>
                  <a:lnTo>
                    <a:pt x="106425" y="26635"/>
                  </a:lnTo>
                  <a:lnTo>
                    <a:pt x="106476" y="26584"/>
                  </a:lnTo>
                  <a:lnTo>
                    <a:pt x="106540" y="26533"/>
                  </a:lnTo>
                  <a:lnTo>
                    <a:pt x="106655" y="26444"/>
                  </a:lnTo>
                  <a:lnTo>
                    <a:pt x="107038" y="26150"/>
                  </a:lnTo>
                  <a:lnTo>
                    <a:pt x="107192" y="25894"/>
                  </a:lnTo>
                  <a:lnTo>
                    <a:pt x="107371" y="25613"/>
                  </a:lnTo>
                  <a:lnTo>
                    <a:pt x="107281" y="25421"/>
                  </a:lnTo>
                  <a:lnTo>
                    <a:pt x="107499" y="25051"/>
                  </a:lnTo>
                  <a:lnTo>
                    <a:pt x="107652" y="24782"/>
                  </a:lnTo>
                  <a:lnTo>
                    <a:pt x="108061" y="24948"/>
                  </a:lnTo>
                  <a:lnTo>
                    <a:pt x="108163" y="24872"/>
                  </a:lnTo>
                  <a:lnTo>
                    <a:pt x="108355" y="24820"/>
                  </a:lnTo>
                  <a:lnTo>
                    <a:pt x="108432" y="25038"/>
                  </a:lnTo>
                  <a:lnTo>
                    <a:pt x="108623" y="25089"/>
                  </a:lnTo>
                  <a:lnTo>
                    <a:pt x="108802" y="24808"/>
                  </a:lnTo>
                  <a:lnTo>
                    <a:pt x="109288" y="24373"/>
                  </a:lnTo>
                  <a:lnTo>
                    <a:pt x="109595" y="24245"/>
                  </a:lnTo>
                  <a:lnTo>
                    <a:pt x="109556" y="24667"/>
                  </a:lnTo>
                  <a:lnTo>
                    <a:pt x="109492" y="25076"/>
                  </a:lnTo>
                  <a:lnTo>
                    <a:pt x="109812" y="25012"/>
                  </a:lnTo>
                  <a:lnTo>
                    <a:pt x="110182" y="24578"/>
                  </a:lnTo>
                  <a:lnTo>
                    <a:pt x="110591" y="24348"/>
                  </a:lnTo>
                  <a:lnTo>
                    <a:pt x="111409" y="24130"/>
                  </a:lnTo>
                  <a:lnTo>
                    <a:pt x="111921" y="24169"/>
                  </a:lnTo>
                  <a:lnTo>
                    <a:pt x="112215" y="24348"/>
                  </a:lnTo>
                  <a:lnTo>
                    <a:pt x="112739" y="24936"/>
                  </a:lnTo>
                  <a:lnTo>
                    <a:pt x="112866" y="24936"/>
                  </a:lnTo>
                  <a:lnTo>
                    <a:pt x="112994" y="24552"/>
                  </a:lnTo>
                  <a:lnTo>
                    <a:pt x="113211" y="24169"/>
                  </a:lnTo>
                  <a:lnTo>
                    <a:pt x="113595" y="24130"/>
                  </a:lnTo>
                  <a:lnTo>
                    <a:pt x="113838" y="23939"/>
                  </a:lnTo>
                  <a:lnTo>
                    <a:pt x="114196" y="23811"/>
                  </a:lnTo>
                  <a:lnTo>
                    <a:pt x="114426" y="23606"/>
                  </a:lnTo>
                  <a:lnTo>
                    <a:pt x="114707" y="23402"/>
                  </a:lnTo>
                  <a:lnTo>
                    <a:pt x="114835" y="23095"/>
                  </a:lnTo>
                  <a:lnTo>
                    <a:pt x="114988" y="23197"/>
                  </a:lnTo>
                  <a:lnTo>
                    <a:pt x="115167" y="23121"/>
                  </a:lnTo>
                  <a:lnTo>
                    <a:pt x="115308" y="23057"/>
                  </a:lnTo>
                  <a:lnTo>
                    <a:pt x="115359" y="23031"/>
                  </a:lnTo>
                  <a:lnTo>
                    <a:pt x="115384" y="23018"/>
                  </a:lnTo>
                  <a:lnTo>
                    <a:pt x="115410" y="22993"/>
                  </a:lnTo>
                  <a:lnTo>
                    <a:pt x="115474" y="22955"/>
                  </a:lnTo>
                  <a:lnTo>
                    <a:pt x="115653" y="22865"/>
                  </a:lnTo>
                  <a:lnTo>
                    <a:pt x="115908" y="22750"/>
                  </a:lnTo>
                  <a:lnTo>
                    <a:pt x="116292" y="22724"/>
                  </a:lnTo>
                  <a:lnTo>
                    <a:pt x="116790" y="22379"/>
                  </a:lnTo>
                  <a:lnTo>
                    <a:pt x="118094" y="21855"/>
                  </a:lnTo>
                  <a:lnTo>
                    <a:pt x="118234" y="21459"/>
                  </a:lnTo>
                  <a:lnTo>
                    <a:pt x="118426" y="21804"/>
                  </a:lnTo>
                  <a:lnTo>
                    <a:pt x="118694" y="21843"/>
                  </a:lnTo>
                  <a:lnTo>
                    <a:pt x="119563" y="22073"/>
                  </a:lnTo>
                  <a:lnTo>
                    <a:pt x="119781" y="22098"/>
                  </a:lnTo>
                  <a:lnTo>
                    <a:pt x="119781" y="21919"/>
                  </a:lnTo>
                  <a:lnTo>
                    <a:pt x="119985" y="21830"/>
                  </a:lnTo>
                  <a:lnTo>
                    <a:pt x="120330" y="21638"/>
                  </a:lnTo>
                  <a:lnTo>
                    <a:pt x="120369" y="21446"/>
                  </a:lnTo>
                  <a:lnTo>
                    <a:pt x="119960" y="21242"/>
                  </a:lnTo>
                  <a:lnTo>
                    <a:pt x="120113" y="21025"/>
                  </a:lnTo>
                  <a:lnTo>
                    <a:pt x="119627" y="20731"/>
                  </a:lnTo>
                  <a:lnTo>
                    <a:pt x="119500" y="20066"/>
                  </a:lnTo>
                  <a:lnTo>
                    <a:pt x="119244" y="19874"/>
                  </a:lnTo>
                  <a:lnTo>
                    <a:pt x="119308" y="19670"/>
                  </a:lnTo>
                  <a:lnTo>
                    <a:pt x="119180" y="19453"/>
                  </a:lnTo>
                  <a:lnTo>
                    <a:pt x="118758" y="19580"/>
                  </a:lnTo>
                  <a:lnTo>
                    <a:pt x="118452" y="19389"/>
                  </a:lnTo>
                  <a:lnTo>
                    <a:pt x="118541" y="19120"/>
                  </a:lnTo>
                  <a:lnTo>
                    <a:pt x="118375" y="18993"/>
                  </a:lnTo>
                  <a:lnTo>
                    <a:pt x="118055" y="18635"/>
                  </a:lnTo>
                  <a:lnTo>
                    <a:pt x="118337" y="18788"/>
                  </a:lnTo>
                  <a:lnTo>
                    <a:pt x="118669" y="19056"/>
                  </a:lnTo>
                  <a:lnTo>
                    <a:pt x="118976" y="19223"/>
                  </a:lnTo>
                  <a:lnTo>
                    <a:pt x="119423" y="19223"/>
                  </a:lnTo>
                  <a:lnTo>
                    <a:pt x="119947" y="18878"/>
                  </a:lnTo>
                  <a:lnTo>
                    <a:pt x="120637" y="18724"/>
                  </a:lnTo>
                  <a:lnTo>
                    <a:pt x="120918" y="18430"/>
                  </a:lnTo>
                  <a:lnTo>
                    <a:pt x="121135" y="17893"/>
                  </a:lnTo>
                  <a:lnTo>
                    <a:pt x="120816" y="17766"/>
                  </a:lnTo>
                  <a:lnTo>
                    <a:pt x="120611" y="17497"/>
                  </a:lnTo>
                  <a:lnTo>
                    <a:pt x="120624" y="17280"/>
                  </a:lnTo>
                  <a:lnTo>
                    <a:pt x="121033" y="17280"/>
                  </a:lnTo>
                  <a:lnTo>
                    <a:pt x="121187" y="17139"/>
                  </a:lnTo>
                  <a:lnTo>
                    <a:pt x="121263" y="17280"/>
                  </a:lnTo>
                  <a:lnTo>
                    <a:pt x="121621" y="17280"/>
                  </a:lnTo>
                  <a:lnTo>
                    <a:pt x="121353" y="17484"/>
                  </a:lnTo>
                  <a:lnTo>
                    <a:pt x="121391" y="17638"/>
                  </a:lnTo>
                  <a:lnTo>
                    <a:pt x="121647" y="17881"/>
                  </a:lnTo>
                  <a:lnTo>
                    <a:pt x="121749" y="18162"/>
                  </a:lnTo>
                  <a:lnTo>
                    <a:pt x="122286" y="18251"/>
                  </a:lnTo>
                  <a:lnTo>
                    <a:pt x="122644" y="18149"/>
                  </a:lnTo>
                  <a:lnTo>
                    <a:pt x="122925" y="17996"/>
                  </a:lnTo>
                  <a:lnTo>
                    <a:pt x="123270" y="18034"/>
                  </a:lnTo>
                  <a:lnTo>
                    <a:pt x="123602" y="18187"/>
                  </a:lnTo>
                  <a:lnTo>
                    <a:pt x="123666" y="18392"/>
                  </a:lnTo>
                  <a:lnTo>
                    <a:pt x="123781" y="18532"/>
                  </a:lnTo>
                  <a:lnTo>
                    <a:pt x="123781" y="18801"/>
                  </a:lnTo>
                  <a:lnTo>
                    <a:pt x="124024" y="18801"/>
                  </a:lnTo>
                  <a:lnTo>
                    <a:pt x="124062" y="18954"/>
                  </a:lnTo>
                  <a:lnTo>
                    <a:pt x="124267" y="19044"/>
                  </a:lnTo>
                  <a:lnTo>
                    <a:pt x="124497" y="19031"/>
                  </a:lnTo>
                  <a:lnTo>
                    <a:pt x="124727" y="18865"/>
                  </a:lnTo>
                  <a:lnTo>
                    <a:pt x="124663" y="19018"/>
                  </a:lnTo>
                  <a:lnTo>
                    <a:pt x="124676" y="19082"/>
                  </a:lnTo>
                  <a:lnTo>
                    <a:pt x="124931" y="19223"/>
                  </a:lnTo>
                  <a:lnTo>
                    <a:pt x="125123" y="19363"/>
                  </a:lnTo>
                  <a:lnTo>
                    <a:pt x="125340" y="19517"/>
                  </a:lnTo>
                  <a:lnTo>
                    <a:pt x="125532" y="19517"/>
                  </a:lnTo>
                  <a:lnTo>
                    <a:pt x="125609" y="19402"/>
                  </a:lnTo>
                  <a:lnTo>
                    <a:pt x="125698" y="19402"/>
                  </a:lnTo>
                  <a:lnTo>
                    <a:pt x="125749" y="19568"/>
                  </a:lnTo>
                  <a:lnTo>
                    <a:pt x="125967" y="19555"/>
                  </a:lnTo>
                  <a:lnTo>
                    <a:pt x="126018" y="19440"/>
                  </a:lnTo>
                  <a:lnTo>
                    <a:pt x="126184" y="19414"/>
                  </a:lnTo>
                  <a:lnTo>
                    <a:pt x="126286" y="19465"/>
                  </a:lnTo>
                  <a:lnTo>
                    <a:pt x="126554" y="19465"/>
                  </a:lnTo>
                  <a:lnTo>
                    <a:pt x="126682" y="19414"/>
                  </a:lnTo>
                  <a:lnTo>
                    <a:pt x="126670" y="19325"/>
                  </a:lnTo>
                  <a:lnTo>
                    <a:pt x="126567" y="19261"/>
                  </a:lnTo>
                  <a:lnTo>
                    <a:pt x="126491" y="19146"/>
                  </a:lnTo>
                  <a:lnTo>
                    <a:pt x="126337" y="19069"/>
                  </a:lnTo>
                  <a:lnTo>
                    <a:pt x="126337" y="19056"/>
                  </a:lnTo>
                  <a:lnTo>
                    <a:pt x="126567" y="19133"/>
                  </a:lnTo>
                  <a:lnTo>
                    <a:pt x="126631" y="19133"/>
                  </a:lnTo>
                  <a:lnTo>
                    <a:pt x="126682" y="19120"/>
                  </a:lnTo>
                  <a:lnTo>
                    <a:pt x="126721" y="19108"/>
                  </a:lnTo>
                  <a:lnTo>
                    <a:pt x="126759" y="19044"/>
                  </a:lnTo>
                  <a:lnTo>
                    <a:pt x="126785" y="19005"/>
                  </a:lnTo>
                  <a:lnTo>
                    <a:pt x="126580" y="18865"/>
                  </a:lnTo>
                  <a:lnTo>
                    <a:pt x="126376" y="18903"/>
                  </a:lnTo>
                  <a:lnTo>
                    <a:pt x="126337" y="19031"/>
                  </a:lnTo>
                  <a:lnTo>
                    <a:pt x="126261" y="19108"/>
                  </a:lnTo>
                  <a:lnTo>
                    <a:pt x="126171" y="19133"/>
                  </a:lnTo>
                  <a:lnTo>
                    <a:pt x="126171" y="19018"/>
                  </a:lnTo>
                  <a:lnTo>
                    <a:pt x="126082" y="18954"/>
                  </a:lnTo>
                  <a:lnTo>
                    <a:pt x="126005" y="19031"/>
                  </a:lnTo>
                  <a:lnTo>
                    <a:pt x="126082" y="18878"/>
                  </a:lnTo>
                  <a:lnTo>
                    <a:pt x="126235" y="18916"/>
                  </a:lnTo>
                  <a:lnTo>
                    <a:pt x="126452" y="18775"/>
                  </a:lnTo>
                  <a:lnTo>
                    <a:pt x="126695" y="18737"/>
                  </a:lnTo>
                  <a:lnTo>
                    <a:pt x="126797" y="18571"/>
                  </a:lnTo>
                  <a:lnTo>
                    <a:pt x="126657" y="18443"/>
                  </a:lnTo>
                  <a:lnTo>
                    <a:pt x="126836" y="18417"/>
                  </a:lnTo>
                  <a:lnTo>
                    <a:pt x="126746" y="18238"/>
                  </a:lnTo>
                  <a:lnTo>
                    <a:pt x="126350" y="17919"/>
                  </a:lnTo>
                  <a:lnTo>
                    <a:pt x="126452" y="17881"/>
                  </a:lnTo>
                  <a:lnTo>
                    <a:pt x="126631" y="17996"/>
                  </a:lnTo>
                  <a:lnTo>
                    <a:pt x="126900" y="18123"/>
                  </a:lnTo>
                  <a:lnTo>
                    <a:pt x="127321" y="18060"/>
                  </a:lnTo>
                  <a:lnTo>
                    <a:pt x="127603" y="18008"/>
                  </a:lnTo>
                  <a:lnTo>
                    <a:pt x="127398" y="17842"/>
                  </a:lnTo>
                  <a:lnTo>
                    <a:pt x="127309" y="17753"/>
                  </a:lnTo>
                  <a:lnTo>
                    <a:pt x="127449" y="17702"/>
                  </a:lnTo>
                  <a:lnTo>
                    <a:pt x="127858" y="17868"/>
                  </a:lnTo>
                  <a:lnTo>
                    <a:pt x="128050" y="17868"/>
                  </a:lnTo>
                  <a:lnTo>
                    <a:pt x="128037" y="17804"/>
                  </a:lnTo>
                  <a:lnTo>
                    <a:pt x="128063" y="17536"/>
                  </a:lnTo>
                  <a:lnTo>
                    <a:pt x="128101" y="17484"/>
                  </a:lnTo>
                  <a:lnTo>
                    <a:pt x="128178" y="17395"/>
                  </a:lnTo>
                  <a:lnTo>
                    <a:pt x="128229" y="17369"/>
                  </a:lnTo>
                  <a:lnTo>
                    <a:pt x="128318" y="17357"/>
                  </a:lnTo>
                  <a:lnTo>
                    <a:pt x="128420" y="17344"/>
                  </a:lnTo>
                  <a:lnTo>
                    <a:pt x="128727" y="17293"/>
                  </a:lnTo>
                  <a:lnTo>
                    <a:pt x="128778" y="17165"/>
                  </a:lnTo>
                  <a:lnTo>
                    <a:pt x="128357" y="17075"/>
                  </a:lnTo>
                  <a:lnTo>
                    <a:pt x="128037" y="16960"/>
                  </a:lnTo>
                  <a:lnTo>
                    <a:pt x="127539" y="16705"/>
                  </a:lnTo>
                  <a:lnTo>
                    <a:pt x="127257" y="16373"/>
                  </a:lnTo>
                  <a:lnTo>
                    <a:pt x="126912" y="16155"/>
                  </a:lnTo>
                  <a:lnTo>
                    <a:pt x="126171" y="16245"/>
                  </a:lnTo>
                  <a:lnTo>
                    <a:pt x="125852" y="16232"/>
                  </a:lnTo>
                  <a:lnTo>
                    <a:pt x="125928" y="16079"/>
                  </a:lnTo>
                  <a:lnTo>
                    <a:pt x="125647" y="15964"/>
                  </a:lnTo>
                  <a:lnTo>
                    <a:pt x="124842" y="15964"/>
                  </a:lnTo>
                  <a:lnTo>
                    <a:pt x="124970" y="16104"/>
                  </a:lnTo>
                  <a:lnTo>
                    <a:pt x="125200" y="16181"/>
                  </a:lnTo>
                  <a:lnTo>
                    <a:pt x="125200" y="16526"/>
                  </a:lnTo>
                  <a:lnTo>
                    <a:pt x="125021" y="16692"/>
                  </a:lnTo>
                  <a:lnTo>
                    <a:pt x="125136" y="16782"/>
                  </a:lnTo>
                  <a:lnTo>
                    <a:pt x="124957" y="16871"/>
                  </a:lnTo>
                  <a:lnTo>
                    <a:pt x="124867" y="16986"/>
                  </a:lnTo>
                  <a:lnTo>
                    <a:pt x="124791" y="16666"/>
                  </a:lnTo>
                  <a:lnTo>
                    <a:pt x="124535" y="16603"/>
                  </a:lnTo>
                  <a:lnTo>
                    <a:pt x="124407" y="16551"/>
                  </a:lnTo>
                  <a:lnTo>
                    <a:pt x="124650" y="16449"/>
                  </a:lnTo>
                  <a:lnTo>
                    <a:pt x="124701" y="16347"/>
                  </a:lnTo>
                  <a:lnTo>
                    <a:pt x="124573" y="16155"/>
                  </a:lnTo>
                  <a:lnTo>
                    <a:pt x="124535" y="16053"/>
                  </a:lnTo>
                  <a:lnTo>
                    <a:pt x="124510" y="15976"/>
                  </a:lnTo>
                  <a:lnTo>
                    <a:pt x="124497" y="15900"/>
                  </a:lnTo>
                  <a:lnTo>
                    <a:pt x="124510" y="15849"/>
                  </a:lnTo>
                  <a:lnTo>
                    <a:pt x="124535" y="15785"/>
                  </a:lnTo>
                  <a:lnTo>
                    <a:pt x="124573" y="15721"/>
                  </a:lnTo>
                  <a:lnTo>
                    <a:pt x="124573" y="15555"/>
                  </a:lnTo>
                  <a:lnTo>
                    <a:pt x="124152" y="15606"/>
                  </a:lnTo>
                  <a:lnTo>
                    <a:pt x="124280" y="15440"/>
                  </a:lnTo>
                  <a:lnTo>
                    <a:pt x="124126" y="15210"/>
                  </a:lnTo>
                  <a:lnTo>
                    <a:pt x="123947" y="15056"/>
                  </a:lnTo>
                  <a:lnTo>
                    <a:pt x="123679" y="15107"/>
                  </a:lnTo>
                  <a:lnTo>
                    <a:pt x="123679" y="15325"/>
                  </a:lnTo>
                  <a:lnTo>
                    <a:pt x="123564" y="15120"/>
                  </a:lnTo>
                  <a:lnTo>
                    <a:pt x="123679" y="14890"/>
                  </a:lnTo>
                  <a:lnTo>
                    <a:pt x="123551" y="14864"/>
                  </a:lnTo>
                  <a:lnTo>
                    <a:pt x="123244" y="14839"/>
                  </a:lnTo>
                  <a:lnTo>
                    <a:pt x="122963" y="14711"/>
                  </a:lnTo>
                  <a:lnTo>
                    <a:pt x="122797" y="14583"/>
                  </a:lnTo>
                  <a:lnTo>
                    <a:pt x="122503" y="14519"/>
                  </a:lnTo>
                  <a:lnTo>
                    <a:pt x="122350" y="14519"/>
                  </a:lnTo>
                  <a:lnTo>
                    <a:pt x="122350" y="14340"/>
                  </a:lnTo>
                  <a:lnTo>
                    <a:pt x="122196" y="14328"/>
                  </a:lnTo>
                  <a:lnTo>
                    <a:pt x="122120" y="14379"/>
                  </a:lnTo>
                  <a:lnTo>
                    <a:pt x="122043" y="14174"/>
                  </a:lnTo>
                  <a:lnTo>
                    <a:pt x="121851" y="14149"/>
                  </a:lnTo>
                  <a:lnTo>
                    <a:pt x="121596" y="14059"/>
                  </a:lnTo>
                  <a:lnTo>
                    <a:pt x="121327" y="13727"/>
                  </a:lnTo>
                  <a:lnTo>
                    <a:pt x="121059" y="13727"/>
                  </a:lnTo>
                  <a:lnTo>
                    <a:pt x="120969" y="13561"/>
                  </a:lnTo>
                  <a:lnTo>
                    <a:pt x="120637" y="13407"/>
                  </a:lnTo>
                  <a:lnTo>
                    <a:pt x="119576" y="12794"/>
                  </a:lnTo>
                  <a:lnTo>
                    <a:pt x="119027" y="12794"/>
                  </a:lnTo>
                  <a:lnTo>
                    <a:pt x="118861" y="12628"/>
                  </a:lnTo>
                  <a:lnTo>
                    <a:pt x="118362" y="12615"/>
                  </a:lnTo>
                  <a:lnTo>
                    <a:pt x="117723" y="12359"/>
                  </a:lnTo>
                  <a:lnTo>
                    <a:pt x="117084" y="12193"/>
                  </a:lnTo>
                  <a:lnTo>
                    <a:pt x="115614" y="12104"/>
                  </a:lnTo>
                  <a:lnTo>
                    <a:pt x="115525" y="12168"/>
                  </a:lnTo>
                  <a:lnTo>
                    <a:pt x="115231" y="12065"/>
                  </a:lnTo>
                  <a:lnTo>
                    <a:pt x="115231" y="12257"/>
                  </a:lnTo>
                  <a:lnTo>
                    <a:pt x="115052" y="12270"/>
                  </a:lnTo>
                  <a:lnTo>
                    <a:pt x="114835" y="11976"/>
                  </a:lnTo>
                  <a:lnTo>
                    <a:pt x="114349" y="12091"/>
                  </a:lnTo>
                  <a:lnTo>
                    <a:pt x="113902" y="11938"/>
                  </a:lnTo>
                  <a:lnTo>
                    <a:pt x="112994" y="11848"/>
                  </a:lnTo>
                  <a:lnTo>
                    <a:pt x="112994" y="12347"/>
                  </a:lnTo>
                  <a:lnTo>
                    <a:pt x="112662" y="12398"/>
                  </a:lnTo>
                  <a:lnTo>
                    <a:pt x="112739" y="12628"/>
                  </a:lnTo>
                  <a:lnTo>
                    <a:pt x="113109" y="12692"/>
                  </a:lnTo>
                  <a:lnTo>
                    <a:pt x="113339" y="13229"/>
                  </a:lnTo>
                  <a:lnTo>
                    <a:pt x="113007" y="13548"/>
                  </a:lnTo>
                  <a:lnTo>
                    <a:pt x="112687" y="13714"/>
                  </a:lnTo>
                  <a:lnTo>
                    <a:pt x="112278" y="13753"/>
                  </a:lnTo>
                  <a:lnTo>
                    <a:pt x="112227" y="13305"/>
                  </a:lnTo>
                  <a:lnTo>
                    <a:pt x="112112" y="13280"/>
                  </a:lnTo>
                  <a:lnTo>
                    <a:pt x="111895" y="13126"/>
                  </a:lnTo>
                  <a:lnTo>
                    <a:pt x="111269" y="13050"/>
                  </a:lnTo>
                  <a:lnTo>
                    <a:pt x="111179" y="12551"/>
                  </a:lnTo>
                  <a:lnTo>
                    <a:pt x="110949" y="12308"/>
                  </a:lnTo>
                  <a:lnTo>
                    <a:pt x="111000" y="12270"/>
                  </a:lnTo>
                  <a:lnTo>
                    <a:pt x="111844" y="12730"/>
                  </a:lnTo>
                  <a:lnTo>
                    <a:pt x="112087" y="12653"/>
                  </a:lnTo>
                  <a:lnTo>
                    <a:pt x="112074" y="12513"/>
                  </a:lnTo>
                  <a:lnTo>
                    <a:pt x="112163" y="12436"/>
                  </a:lnTo>
                  <a:lnTo>
                    <a:pt x="112074" y="12065"/>
                  </a:lnTo>
                  <a:lnTo>
                    <a:pt x="111090" y="11899"/>
                  </a:lnTo>
                  <a:lnTo>
                    <a:pt x="110885" y="12244"/>
                  </a:lnTo>
                  <a:lnTo>
                    <a:pt x="110515" y="12474"/>
                  </a:lnTo>
                  <a:lnTo>
                    <a:pt x="110067" y="12705"/>
                  </a:lnTo>
                  <a:lnTo>
                    <a:pt x="109582" y="12717"/>
                  </a:lnTo>
                  <a:lnTo>
                    <a:pt x="109428" y="12589"/>
                  </a:lnTo>
                  <a:lnTo>
                    <a:pt x="108904" y="12628"/>
                  </a:lnTo>
                  <a:lnTo>
                    <a:pt x="107997" y="12500"/>
                  </a:lnTo>
                  <a:lnTo>
                    <a:pt x="107856" y="12244"/>
                  </a:lnTo>
                  <a:lnTo>
                    <a:pt x="107729" y="12244"/>
                  </a:lnTo>
                  <a:lnTo>
                    <a:pt x="107626" y="12398"/>
                  </a:lnTo>
                  <a:lnTo>
                    <a:pt x="107179" y="12411"/>
                  </a:lnTo>
                  <a:lnTo>
                    <a:pt x="106872" y="12436"/>
                  </a:lnTo>
                  <a:lnTo>
                    <a:pt x="106463" y="12411"/>
                  </a:lnTo>
                  <a:lnTo>
                    <a:pt x="105927" y="12807"/>
                  </a:lnTo>
                  <a:lnTo>
                    <a:pt x="106054" y="12500"/>
                  </a:lnTo>
                  <a:lnTo>
                    <a:pt x="105863" y="12500"/>
                  </a:lnTo>
                  <a:lnTo>
                    <a:pt x="105633" y="12743"/>
                  </a:lnTo>
                  <a:lnTo>
                    <a:pt x="105505" y="13203"/>
                  </a:lnTo>
                  <a:lnTo>
                    <a:pt x="105505" y="12436"/>
                  </a:lnTo>
                  <a:lnTo>
                    <a:pt x="104661" y="12372"/>
                  </a:lnTo>
                  <a:lnTo>
                    <a:pt x="104636" y="12142"/>
                  </a:lnTo>
                  <a:lnTo>
                    <a:pt x="104648" y="11835"/>
                  </a:lnTo>
                  <a:lnTo>
                    <a:pt x="104968" y="11657"/>
                  </a:lnTo>
                  <a:lnTo>
                    <a:pt x="104878" y="11337"/>
                  </a:lnTo>
                  <a:lnTo>
                    <a:pt x="104188" y="10890"/>
                  </a:lnTo>
                  <a:lnTo>
                    <a:pt x="103204" y="10442"/>
                  </a:lnTo>
                  <a:lnTo>
                    <a:pt x="102258" y="10417"/>
                  </a:lnTo>
                  <a:lnTo>
                    <a:pt x="101083" y="10493"/>
                  </a:lnTo>
                  <a:lnTo>
                    <a:pt x="100124" y="10775"/>
                  </a:lnTo>
                  <a:lnTo>
                    <a:pt x="98578" y="10775"/>
                  </a:lnTo>
                  <a:lnTo>
                    <a:pt x="98373" y="10672"/>
                  </a:lnTo>
                  <a:lnTo>
                    <a:pt x="98501" y="10583"/>
                  </a:lnTo>
                  <a:lnTo>
                    <a:pt x="98399" y="10327"/>
                  </a:lnTo>
                  <a:lnTo>
                    <a:pt x="98003" y="10021"/>
                  </a:lnTo>
                  <a:lnTo>
                    <a:pt x="97427" y="9982"/>
                  </a:lnTo>
                  <a:lnTo>
                    <a:pt x="97389" y="9842"/>
                  </a:lnTo>
                  <a:lnTo>
                    <a:pt x="96903" y="9816"/>
                  </a:lnTo>
                  <a:lnTo>
                    <a:pt x="96776" y="9599"/>
                  </a:lnTo>
                  <a:lnTo>
                    <a:pt x="96341" y="9612"/>
                  </a:lnTo>
                  <a:lnTo>
                    <a:pt x="96252" y="9535"/>
                  </a:lnTo>
                  <a:lnTo>
                    <a:pt x="96367" y="9369"/>
                  </a:lnTo>
                  <a:lnTo>
                    <a:pt x="96456" y="9420"/>
                  </a:lnTo>
                  <a:lnTo>
                    <a:pt x="96686" y="9471"/>
                  </a:lnTo>
                  <a:lnTo>
                    <a:pt x="96852" y="9330"/>
                  </a:lnTo>
                  <a:lnTo>
                    <a:pt x="96903" y="9126"/>
                  </a:lnTo>
                  <a:lnTo>
                    <a:pt x="96699" y="9024"/>
                  </a:lnTo>
                  <a:lnTo>
                    <a:pt x="96354" y="8755"/>
                  </a:lnTo>
                  <a:lnTo>
                    <a:pt x="95702" y="8602"/>
                  </a:lnTo>
                  <a:lnTo>
                    <a:pt x="94449" y="8666"/>
                  </a:lnTo>
                  <a:lnTo>
                    <a:pt x="94373" y="8794"/>
                  </a:lnTo>
                  <a:lnTo>
                    <a:pt x="93977" y="9228"/>
                  </a:lnTo>
                  <a:lnTo>
                    <a:pt x="93159" y="9573"/>
                  </a:lnTo>
                  <a:lnTo>
                    <a:pt x="92890" y="9509"/>
                  </a:lnTo>
                  <a:lnTo>
                    <a:pt x="92967" y="9279"/>
                  </a:lnTo>
                  <a:lnTo>
                    <a:pt x="93491" y="9203"/>
                  </a:lnTo>
                  <a:lnTo>
                    <a:pt x="93555" y="9126"/>
                  </a:lnTo>
                  <a:lnTo>
                    <a:pt x="93465" y="9036"/>
                  </a:lnTo>
                  <a:lnTo>
                    <a:pt x="93491" y="8845"/>
                  </a:lnTo>
                  <a:lnTo>
                    <a:pt x="93900" y="8858"/>
                  </a:lnTo>
                  <a:lnTo>
                    <a:pt x="93887" y="8985"/>
                  </a:lnTo>
                  <a:lnTo>
                    <a:pt x="93708" y="9075"/>
                  </a:lnTo>
                  <a:lnTo>
                    <a:pt x="93695" y="9100"/>
                  </a:lnTo>
                  <a:lnTo>
                    <a:pt x="93683" y="9139"/>
                  </a:lnTo>
                  <a:lnTo>
                    <a:pt x="93683" y="9190"/>
                  </a:lnTo>
                  <a:lnTo>
                    <a:pt x="93925" y="9164"/>
                  </a:lnTo>
                  <a:lnTo>
                    <a:pt x="94207" y="8934"/>
                  </a:lnTo>
                  <a:lnTo>
                    <a:pt x="94207" y="8794"/>
                  </a:lnTo>
                  <a:lnTo>
                    <a:pt x="93810" y="8755"/>
                  </a:lnTo>
                  <a:lnTo>
                    <a:pt x="92992" y="8679"/>
                  </a:lnTo>
                  <a:lnTo>
                    <a:pt x="92762" y="8781"/>
                  </a:lnTo>
                  <a:lnTo>
                    <a:pt x="92405" y="8883"/>
                  </a:lnTo>
                  <a:lnTo>
                    <a:pt x="92366" y="8832"/>
                  </a:lnTo>
                  <a:lnTo>
                    <a:pt x="92353" y="8794"/>
                  </a:lnTo>
                  <a:lnTo>
                    <a:pt x="92353" y="8768"/>
                  </a:lnTo>
                  <a:lnTo>
                    <a:pt x="92392" y="8755"/>
                  </a:lnTo>
                  <a:lnTo>
                    <a:pt x="92443" y="8743"/>
                  </a:lnTo>
                  <a:lnTo>
                    <a:pt x="92520" y="8730"/>
                  </a:lnTo>
                  <a:lnTo>
                    <a:pt x="92609" y="8589"/>
                  </a:lnTo>
                  <a:lnTo>
                    <a:pt x="92916" y="8525"/>
                  </a:lnTo>
                  <a:lnTo>
                    <a:pt x="93516" y="8602"/>
                  </a:lnTo>
                  <a:lnTo>
                    <a:pt x="93810" y="8615"/>
                  </a:lnTo>
                  <a:lnTo>
                    <a:pt x="94245" y="8730"/>
                  </a:lnTo>
                  <a:lnTo>
                    <a:pt x="94334" y="8679"/>
                  </a:lnTo>
                  <a:lnTo>
                    <a:pt x="94232" y="8615"/>
                  </a:lnTo>
                  <a:lnTo>
                    <a:pt x="94117" y="8538"/>
                  </a:lnTo>
                  <a:lnTo>
                    <a:pt x="94040" y="8487"/>
                  </a:lnTo>
                  <a:lnTo>
                    <a:pt x="93887" y="8410"/>
                  </a:lnTo>
                  <a:lnTo>
                    <a:pt x="93670" y="8308"/>
                  </a:lnTo>
                  <a:lnTo>
                    <a:pt x="92852" y="8244"/>
                  </a:lnTo>
                  <a:lnTo>
                    <a:pt x="92277" y="8104"/>
                  </a:lnTo>
                  <a:lnTo>
                    <a:pt x="91395" y="8040"/>
                  </a:lnTo>
                  <a:lnTo>
                    <a:pt x="90500" y="8052"/>
                  </a:lnTo>
                  <a:lnTo>
                    <a:pt x="90245" y="7963"/>
                  </a:lnTo>
                  <a:lnTo>
                    <a:pt x="89618" y="7771"/>
                  </a:lnTo>
                  <a:lnTo>
                    <a:pt x="89376" y="7797"/>
                  </a:lnTo>
                  <a:lnTo>
                    <a:pt x="89439" y="7963"/>
                  </a:lnTo>
                  <a:lnTo>
                    <a:pt x="89785" y="8078"/>
                  </a:lnTo>
                  <a:lnTo>
                    <a:pt x="89721" y="8308"/>
                  </a:lnTo>
                  <a:lnTo>
                    <a:pt x="89376" y="8423"/>
                  </a:lnTo>
                  <a:lnTo>
                    <a:pt x="88506" y="8397"/>
                  </a:lnTo>
                  <a:lnTo>
                    <a:pt x="88264" y="8666"/>
                  </a:lnTo>
                  <a:lnTo>
                    <a:pt x="88251" y="8870"/>
                  </a:lnTo>
                  <a:lnTo>
                    <a:pt x="88468" y="8921"/>
                  </a:lnTo>
                  <a:lnTo>
                    <a:pt x="88558" y="8781"/>
                  </a:lnTo>
                  <a:lnTo>
                    <a:pt x="88852" y="8781"/>
                  </a:lnTo>
                  <a:lnTo>
                    <a:pt x="88967" y="8934"/>
                  </a:lnTo>
                  <a:lnTo>
                    <a:pt x="88724" y="8973"/>
                  </a:lnTo>
                  <a:lnTo>
                    <a:pt x="88673" y="9126"/>
                  </a:lnTo>
                  <a:lnTo>
                    <a:pt x="88519" y="9228"/>
                  </a:lnTo>
                  <a:lnTo>
                    <a:pt x="88711" y="9279"/>
                  </a:lnTo>
                  <a:lnTo>
                    <a:pt x="88685" y="9586"/>
                  </a:lnTo>
                  <a:lnTo>
                    <a:pt x="88967" y="9765"/>
                  </a:lnTo>
                  <a:lnTo>
                    <a:pt x="88788" y="9918"/>
                  </a:lnTo>
                  <a:lnTo>
                    <a:pt x="88506" y="9918"/>
                  </a:lnTo>
                  <a:lnTo>
                    <a:pt x="88366" y="10033"/>
                  </a:lnTo>
                  <a:lnTo>
                    <a:pt x="88251" y="9969"/>
                  </a:lnTo>
                  <a:lnTo>
                    <a:pt x="87982" y="9803"/>
                  </a:lnTo>
                  <a:lnTo>
                    <a:pt x="87829" y="9727"/>
                  </a:lnTo>
                  <a:lnTo>
                    <a:pt x="87458" y="9612"/>
                  </a:lnTo>
                  <a:lnTo>
                    <a:pt x="87267" y="9995"/>
                  </a:lnTo>
                  <a:lnTo>
                    <a:pt x="87343" y="10136"/>
                  </a:lnTo>
                  <a:lnTo>
                    <a:pt x="87382" y="10430"/>
                  </a:lnTo>
                  <a:lnTo>
                    <a:pt x="87037" y="10442"/>
                  </a:lnTo>
                  <a:lnTo>
                    <a:pt x="86896" y="10225"/>
                  </a:lnTo>
                  <a:lnTo>
                    <a:pt x="86717" y="10059"/>
                  </a:lnTo>
                  <a:lnTo>
                    <a:pt x="86717" y="9867"/>
                  </a:lnTo>
                  <a:lnTo>
                    <a:pt x="86883" y="9906"/>
                  </a:lnTo>
                  <a:lnTo>
                    <a:pt x="87049" y="9931"/>
                  </a:lnTo>
                  <a:lnTo>
                    <a:pt x="87177" y="9918"/>
                  </a:lnTo>
                  <a:lnTo>
                    <a:pt x="87305" y="9918"/>
                  </a:lnTo>
                  <a:lnTo>
                    <a:pt x="87292" y="9701"/>
                  </a:lnTo>
                  <a:lnTo>
                    <a:pt x="87241" y="9676"/>
                  </a:lnTo>
                  <a:lnTo>
                    <a:pt x="87177" y="9663"/>
                  </a:lnTo>
                  <a:lnTo>
                    <a:pt x="86704" y="9637"/>
                  </a:lnTo>
                  <a:lnTo>
                    <a:pt x="86653" y="9778"/>
                  </a:lnTo>
                  <a:lnTo>
                    <a:pt x="86704" y="9944"/>
                  </a:lnTo>
                  <a:lnTo>
                    <a:pt x="86640" y="10046"/>
                  </a:lnTo>
                  <a:lnTo>
                    <a:pt x="86474" y="9944"/>
                  </a:lnTo>
                  <a:lnTo>
                    <a:pt x="86142" y="9778"/>
                  </a:lnTo>
                  <a:lnTo>
                    <a:pt x="85886" y="9612"/>
                  </a:lnTo>
                  <a:lnTo>
                    <a:pt x="85375" y="9663"/>
                  </a:lnTo>
                  <a:lnTo>
                    <a:pt x="84966" y="9918"/>
                  </a:lnTo>
                  <a:lnTo>
                    <a:pt x="84493" y="10008"/>
                  </a:lnTo>
                  <a:lnTo>
                    <a:pt x="83905" y="9969"/>
                  </a:lnTo>
                  <a:lnTo>
                    <a:pt x="83458" y="9663"/>
                  </a:lnTo>
                  <a:lnTo>
                    <a:pt x="83241" y="9445"/>
                  </a:lnTo>
                  <a:lnTo>
                    <a:pt x="83241" y="9254"/>
                  </a:lnTo>
                  <a:lnTo>
                    <a:pt x="83139" y="9203"/>
                  </a:lnTo>
                  <a:lnTo>
                    <a:pt x="82742" y="9676"/>
                  </a:lnTo>
                  <a:lnTo>
                    <a:pt x="82640" y="10059"/>
                  </a:lnTo>
                  <a:lnTo>
                    <a:pt x="82167" y="10800"/>
                  </a:lnTo>
                  <a:lnTo>
                    <a:pt x="81950" y="10902"/>
                  </a:lnTo>
                  <a:lnTo>
                    <a:pt x="81758" y="10864"/>
                  </a:lnTo>
                  <a:lnTo>
                    <a:pt x="81515" y="10698"/>
                  </a:lnTo>
                  <a:lnTo>
                    <a:pt x="81426" y="10545"/>
                  </a:lnTo>
                  <a:lnTo>
                    <a:pt x="81094" y="10468"/>
                  </a:lnTo>
                  <a:lnTo>
                    <a:pt x="80813" y="10238"/>
                  </a:lnTo>
                  <a:lnTo>
                    <a:pt x="80506" y="9944"/>
                  </a:lnTo>
                  <a:lnTo>
                    <a:pt x="80161" y="9867"/>
                  </a:lnTo>
                  <a:lnTo>
                    <a:pt x="80493" y="9906"/>
                  </a:lnTo>
                  <a:lnTo>
                    <a:pt x="80455" y="9752"/>
                  </a:lnTo>
                  <a:lnTo>
                    <a:pt x="80365" y="9612"/>
                  </a:lnTo>
                  <a:lnTo>
                    <a:pt x="80212" y="9688"/>
                  </a:lnTo>
                  <a:lnTo>
                    <a:pt x="80110" y="9816"/>
                  </a:lnTo>
                  <a:lnTo>
                    <a:pt x="80135" y="9701"/>
                  </a:lnTo>
                  <a:lnTo>
                    <a:pt x="80225" y="9624"/>
                  </a:lnTo>
                  <a:lnTo>
                    <a:pt x="80327" y="9548"/>
                  </a:lnTo>
                  <a:lnTo>
                    <a:pt x="80519" y="9497"/>
                  </a:lnTo>
                  <a:lnTo>
                    <a:pt x="80544" y="9484"/>
                  </a:lnTo>
                  <a:lnTo>
                    <a:pt x="80531" y="9458"/>
                  </a:lnTo>
                  <a:lnTo>
                    <a:pt x="80519" y="9420"/>
                  </a:lnTo>
                  <a:lnTo>
                    <a:pt x="80455" y="9164"/>
                  </a:lnTo>
                  <a:lnTo>
                    <a:pt x="80327" y="9215"/>
                  </a:lnTo>
                  <a:lnTo>
                    <a:pt x="80301" y="9420"/>
                  </a:lnTo>
                  <a:lnTo>
                    <a:pt x="80122" y="9420"/>
                  </a:lnTo>
                  <a:lnTo>
                    <a:pt x="80110" y="9318"/>
                  </a:lnTo>
                  <a:lnTo>
                    <a:pt x="79713" y="9011"/>
                  </a:lnTo>
                  <a:lnTo>
                    <a:pt x="79279" y="8589"/>
                  </a:lnTo>
                  <a:lnTo>
                    <a:pt x="79381" y="8564"/>
                  </a:lnTo>
                  <a:lnTo>
                    <a:pt x="79841" y="8704"/>
                  </a:lnTo>
                  <a:lnTo>
                    <a:pt x="80033" y="8934"/>
                  </a:lnTo>
                  <a:lnTo>
                    <a:pt x="80263" y="9075"/>
                  </a:lnTo>
                  <a:lnTo>
                    <a:pt x="80352" y="8973"/>
                  </a:lnTo>
                  <a:lnTo>
                    <a:pt x="80634" y="8960"/>
                  </a:lnTo>
                  <a:lnTo>
                    <a:pt x="80634" y="8512"/>
                  </a:lnTo>
                  <a:lnTo>
                    <a:pt x="80442" y="8487"/>
                  </a:lnTo>
                  <a:lnTo>
                    <a:pt x="79854" y="8385"/>
                  </a:lnTo>
                  <a:lnTo>
                    <a:pt x="79982" y="8295"/>
                  </a:lnTo>
                  <a:lnTo>
                    <a:pt x="80327" y="8180"/>
                  </a:lnTo>
                  <a:lnTo>
                    <a:pt x="80634" y="8027"/>
                  </a:lnTo>
                  <a:lnTo>
                    <a:pt x="80582" y="7758"/>
                  </a:lnTo>
                  <a:lnTo>
                    <a:pt x="80122" y="7695"/>
                  </a:lnTo>
                  <a:lnTo>
                    <a:pt x="80519" y="7707"/>
                  </a:lnTo>
                  <a:lnTo>
                    <a:pt x="80634" y="7592"/>
                  </a:lnTo>
                  <a:lnTo>
                    <a:pt x="80557" y="7516"/>
                  </a:lnTo>
                  <a:lnTo>
                    <a:pt x="80148" y="7298"/>
                  </a:lnTo>
                  <a:lnTo>
                    <a:pt x="79841" y="7273"/>
                  </a:lnTo>
                  <a:lnTo>
                    <a:pt x="79726" y="7119"/>
                  </a:lnTo>
                  <a:lnTo>
                    <a:pt x="79547" y="7119"/>
                  </a:lnTo>
                  <a:lnTo>
                    <a:pt x="79471" y="6889"/>
                  </a:lnTo>
                  <a:lnTo>
                    <a:pt x="79292" y="6825"/>
                  </a:lnTo>
                  <a:lnTo>
                    <a:pt x="79049" y="6838"/>
                  </a:lnTo>
                  <a:lnTo>
                    <a:pt x="78627" y="6838"/>
                  </a:lnTo>
                  <a:lnTo>
                    <a:pt x="78627" y="7004"/>
                  </a:lnTo>
                  <a:lnTo>
                    <a:pt x="78461" y="7030"/>
                  </a:lnTo>
                  <a:lnTo>
                    <a:pt x="78333" y="7158"/>
                  </a:lnTo>
                  <a:lnTo>
                    <a:pt x="78231" y="7081"/>
                  </a:lnTo>
                  <a:lnTo>
                    <a:pt x="78231" y="6877"/>
                  </a:lnTo>
                  <a:lnTo>
                    <a:pt x="78039" y="6825"/>
                  </a:lnTo>
                  <a:lnTo>
                    <a:pt x="77937" y="6928"/>
                  </a:lnTo>
                  <a:lnTo>
                    <a:pt x="77630" y="6966"/>
                  </a:lnTo>
                  <a:lnTo>
                    <a:pt x="77630" y="6864"/>
                  </a:lnTo>
                  <a:lnTo>
                    <a:pt x="77451" y="6825"/>
                  </a:lnTo>
                  <a:lnTo>
                    <a:pt x="77298" y="6672"/>
                  </a:lnTo>
                  <a:lnTo>
                    <a:pt x="77068" y="6672"/>
                  </a:lnTo>
                  <a:lnTo>
                    <a:pt x="77068" y="6544"/>
                  </a:lnTo>
                  <a:lnTo>
                    <a:pt x="76710" y="6493"/>
                  </a:lnTo>
                  <a:lnTo>
                    <a:pt x="76672" y="6416"/>
                  </a:lnTo>
                  <a:lnTo>
                    <a:pt x="76761" y="6416"/>
                  </a:lnTo>
                  <a:lnTo>
                    <a:pt x="76825" y="6404"/>
                  </a:lnTo>
                  <a:lnTo>
                    <a:pt x="76851" y="6391"/>
                  </a:lnTo>
                  <a:lnTo>
                    <a:pt x="76863" y="6378"/>
                  </a:lnTo>
                  <a:lnTo>
                    <a:pt x="76927" y="6225"/>
                  </a:lnTo>
                  <a:lnTo>
                    <a:pt x="76659" y="6225"/>
                  </a:lnTo>
                  <a:lnTo>
                    <a:pt x="76608" y="6429"/>
                  </a:lnTo>
                  <a:lnTo>
                    <a:pt x="76595" y="6493"/>
                  </a:lnTo>
                  <a:lnTo>
                    <a:pt x="76416" y="6544"/>
                  </a:lnTo>
                  <a:lnTo>
                    <a:pt x="76378" y="6493"/>
                  </a:lnTo>
                  <a:lnTo>
                    <a:pt x="76339" y="6455"/>
                  </a:lnTo>
                  <a:lnTo>
                    <a:pt x="76301" y="6442"/>
                  </a:lnTo>
                  <a:lnTo>
                    <a:pt x="76301" y="6455"/>
                  </a:lnTo>
                  <a:lnTo>
                    <a:pt x="76288" y="6493"/>
                  </a:lnTo>
                  <a:lnTo>
                    <a:pt x="76275" y="6608"/>
                  </a:lnTo>
                  <a:lnTo>
                    <a:pt x="76263" y="6774"/>
                  </a:lnTo>
                  <a:lnTo>
                    <a:pt x="76096" y="6825"/>
                  </a:lnTo>
                  <a:lnTo>
                    <a:pt x="76096" y="6544"/>
                  </a:lnTo>
                  <a:lnTo>
                    <a:pt x="75943" y="6455"/>
                  </a:lnTo>
                  <a:lnTo>
                    <a:pt x="75854" y="6583"/>
                  </a:lnTo>
                  <a:lnTo>
                    <a:pt x="75687" y="6787"/>
                  </a:lnTo>
                  <a:lnTo>
                    <a:pt x="75764" y="6915"/>
                  </a:lnTo>
                  <a:lnTo>
                    <a:pt x="75777" y="7158"/>
                  </a:lnTo>
                  <a:lnTo>
                    <a:pt x="75943" y="7209"/>
                  </a:lnTo>
                  <a:lnTo>
                    <a:pt x="75943" y="7439"/>
                  </a:lnTo>
                  <a:lnTo>
                    <a:pt x="75815" y="7477"/>
                  </a:lnTo>
                  <a:lnTo>
                    <a:pt x="75815" y="7682"/>
                  </a:lnTo>
                  <a:lnTo>
                    <a:pt x="75662" y="7758"/>
                  </a:lnTo>
                  <a:lnTo>
                    <a:pt x="75509" y="7707"/>
                  </a:lnTo>
                  <a:lnTo>
                    <a:pt x="75291" y="7592"/>
                  </a:lnTo>
                  <a:lnTo>
                    <a:pt x="75151" y="7695"/>
                  </a:lnTo>
                  <a:lnTo>
                    <a:pt x="75023" y="7822"/>
                  </a:lnTo>
                  <a:lnTo>
                    <a:pt x="74652" y="7746"/>
                  </a:lnTo>
                  <a:lnTo>
                    <a:pt x="74409" y="7669"/>
                  </a:lnTo>
                  <a:lnTo>
                    <a:pt x="73783" y="7669"/>
                  </a:lnTo>
                  <a:lnTo>
                    <a:pt x="73272" y="7631"/>
                  </a:lnTo>
                  <a:lnTo>
                    <a:pt x="73400" y="7528"/>
                  </a:lnTo>
                  <a:lnTo>
                    <a:pt x="73310" y="7375"/>
                  </a:lnTo>
                  <a:lnTo>
                    <a:pt x="72927" y="7362"/>
                  </a:lnTo>
                  <a:lnTo>
                    <a:pt x="72901" y="7554"/>
                  </a:lnTo>
                  <a:lnTo>
                    <a:pt x="73208" y="7631"/>
                  </a:lnTo>
                  <a:lnTo>
                    <a:pt x="73208" y="7631"/>
                  </a:lnTo>
                  <a:lnTo>
                    <a:pt x="73055" y="7618"/>
                  </a:lnTo>
                  <a:lnTo>
                    <a:pt x="72684" y="7592"/>
                  </a:lnTo>
                  <a:lnTo>
                    <a:pt x="72364" y="7503"/>
                  </a:lnTo>
                  <a:lnTo>
                    <a:pt x="72160" y="7362"/>
                  </a:lnTo>
                  <a:lnTo>
                    <a:pt x="71789" y="7183"/>
                  </a:lnTo>
                  <a:lnTo>
                    <a:pt x="71968" y="6979"/>
                  </a:lnTo>
                  <a:lnTo>
                    <a:pt x="72288" y="6979"/>
                  </a:lnTo>
                  <a:lnTo>
                    <a:pt x="72288" y="6749"/>
                  </a:lnTo>
                  <a:lnTo>
                    <a:pt x="71968" y="6749"/>
                  </a:lnTo>
                  <a:lnTo>
                    <a:pt x="71086" y="6825"/>
                  </a:lnTo>
                  <a:lnTo>
                    <a:pt x="70460" y="6672"/>
                  </a:lnTo>
                  <a:lnTo>
                    <a:pt x="69246" y="6621"/>
                  </a:lnTo>
                  <a:lnTo>
                    <a:pt x="69157" y="6710"/>
                  </a:lnTo>
                  <a:lnTo>
                    <a:pt x="68978" y="6787"/>
                  </a:lnTo>
                  <a:lnTo>
                    <a:pt x="68377" y="6710"/>
                  </a:lnTo>
                  <a:lnTo>
                    <a:pt x="68019" y="6928"/>
                  </a:lnTo>
                  <a:lnTo>
                    <a:pt x="68198" y="7158"/>
                  </a:lnTo>
                  <a:lnTo>
                    <a:pt x="68198" y="7247"/>
                  </a:lnTo>
                  <a:lnTo>
                    <a:pt x="67866" y="7043"/>
                  </a:lnTo>
                  <a:lnTo>
                    <a:pt x="67789" y="6787"/>
                  </a:lnTo>
                  <a:lnTo>
                    <a:pt x="68070" y="6544"/>
                  </a:lnTo>
                  <a:lnTo>
                    <a:pt x="67751" y="6225"/>
                  </a:lnTo>
                  <a:lnTo>
                    <a:pt x="67636" y="6263"/>
                  </a:lnTo>
                  <a:lnTo>
                    <a:pt x="67636" y="6595"/>
                  </a:lnTo>
                  <a:lnTo>
                    <a:pt x="66869" y="6557"/>
                  </a:lnTo>
                  <a:lnTo>
                    <a:pt x="66268" y="6378"/>
                  </a:lnTo>
                  <a:lnTo>
                    <a:pt x="66268" y="6276"/>
                  </a:lnTo>
                  <a:lnTo>
                    <a:pt x="66396" y="6123"/>
                  </a:lnTo>
                  <a:lnTo>
                    <a:pt x="66243" y="6123"/>
                  </a:lnTo>
                  <a:lnTo>
                    <a:pt x="66013" y="6301"/>
                  </a:lnTo>
                  <a:lnTo>
                    <a:pt x="65834" y="6123"/>
                  </a:lnTo>
                  <a:lnTo>
                    <a:pt x="65220" y="6123"/>
                  </a:lnTo>
                  <a:lnTo>
                    <a:pt x="65067" y="6314"/>
                  </a:lnTo>
                  <a:lnTo>
                    <a:pt x="64901" y="6314"/>
                  </a:lnTo>
                  <a:lnTo>
                    <a:pt x="64875" y="6506"/>
                  </a:lnTo>
                  <a:lnTo>
                    <a:pt x="65834" y="6506"/>
                  </a:lnTo>
                  <a:lnTo>
                    <a:pt x="65834" y="6621"/>
                  </a:lnTo>
                  <a:lnTo>
                    <a:pt x="65488" y="6736"/>
                  </a:lnTo>
                  <a:lnTo>
                    <a:pt x="64939" y="6928"/>
                  </a:lnTo>
                  <a:lnTo>
                    <a:pt x="64556" y="6928"/>
                  </a:lnTo>
                  <a:lnTo>
                    <a:pt x="64556" y="7094"/>
                  </a:lnTo>
                  <a:lnTo>
                    <a:pt x="64249" y="7094"/>
                  </a:lnTo>
                  <a:lnTo>
                    <a:pt x="63648" y="7362"/>
                  </a:lnTo>
                  <a:lnTo>
                    <a:pt x="62332" y="7362"/>
                  </a:lnTo>
                  <a:lnTo>
                    <a:pt x="62281" y="7707"/>
                  </a:lnTo>
                  <a:lnTo>
                    <a:pt x="62076" y="7746"/>
                  </a:lnTo>
                  <a:lnTo>
                    <a:pt x="61935" y="7605"/>
                  </a:lnTo>
                  <a:lnTo>
                    <a:pt x="62089" y="7452"/>
                  </a:lnTo>
                  <a:lnTo>
                    <a:pt x="62268" y="7260"/>
                  </a:lnTo>
                  <a:lnTo>
                    <a:pt x="62511" y="7158"/>
                  </a:lnTo>
                  <a:lnTo>
                    <a:pt x="62728" y="7081"/>
                  </a:lnTo>
                  <a:lnTo>
                    <a:pt x="62907" y="7081"/>
                  </a:lnTo>
                  <a:lnTo>
                    <a:pt x="63188" y="6723"/>
                  </a:lnTo>
                  <a:lnTo>
                    <a:pt x="63686" y="6659"/>
                  </a:lnTo>
                  <a:lnTo>
                    <a:pt x="64377" y="6250"/>
                  </a:lnTo>
                  <a:lnTo>
                    <a:pt x="64913" y="5867"/>
                  </a:lnTo>
                  <a:lnTo>
                    <a:pt x="65258" y="5867"/>
                  </a:lnTo>
                  <a:lnTo>
                    <a:pt x="65310" y="5765"/>
                  </a:lnTo>
                  <a:lnTo>
                    <a:pt x="65361" y="5688"/>
                  </a:lnTo>
                  <a:lnTo>
                    <a:pt x="65373" y="5637"/>
                  </a:lnTo>
                  <a:lnTo>
                    <a:pt x="65425" y="5599"/>
                  </a:lnTo>
                  <a:lnTo>
                    <a:pt x="65540" y="5509"/>
                  </a:lnTo>
                  <a:lnTo>
                    <a:pt x="65923" y="5292"/>
                  </a:lnTo>
                  <a:lnTo>
                    <a:pt x="66460" y="4972"/>
                  </a:lnTo>
                  <a:lnTo>
                    <a:pt x="66767" y="4972"/>
                  </a:lnTo>
                  <a:lnTo>
                    <a:pt x="67112" y="4704"/>
                  </a:lnTo>
                  <a:lnTo>
                    <a:pt x="67278" y="4602"/>
                  </a:lnTo>
                  <a:lnTo>
                    <a:pt x="67406" y="4525"/>
                  </a:lnTo>
                  <a:lnTo>
                    <a:pt x="67469" y="4487"/>
                  </a:lnTo>
                  <a:lnTo>
                    <a:pt x="67687" y="4461"/>
                  </a:lnTo>
                  <a:lnTo>
                    <a:pt x="67827" y="4423"/>
                  </a:lnTo>
                  <a:lnTo>
                    <a:pt x="67866" y="4410"/>
                  </a:lnTo>
                  <a:lnTo>
                    <a:pt x="67891" y="4384"/>
                  </a:lnTo>
                  <a:lnTo>
                    <a:pt x="68339" y="3860"/>
                  </a:lnTo>
                  <a:lnTo>
                    <a:pt x="68339" y="3733"/>
                  </a:lnTo>
                  <a:lnTo>
                    <a:pt x="68006" y="3681"/>
                  </a:lnTo>
                  <a:lnTo>
                    <a:pt x="67968" y="3566"/>
                  </a:lnTo>
                  <a:lnTo>
                    <a:pt x="67559" y="3681"/>
                  </a:lnTo>
                  <a:lnTo>
                    <a:pt x="67572" y="3413"/>
                  </a:lnTo>
                  <a:lnTo>
                    <a:pt x="67418" y="3349"/>
                  </a:lnTo>
                  <a:lnTo>
                    <a:pt x="67316" y="3285"/>
                  </a:lnTo>
                  <a:lnTo>
                    <a:pt x="67291" y="3260"/>
                  </a:lnTo>
                  <a:lnTo>
                    <a:pt x="67291" y="3247"/>
                  </a:lnTo>
                  <a:lnTo>
                    <a:pt x="67329" y="3234"/>
                  </a:lnTo>
                  <a:lnTo>
                    <a:pt x="67406" y="3247"/>
                  </a:lnTo>
                  <a:lnTo>
                    <a:pt x="67495" y="3247"/>
                  </a:lnTo>
                  <a:lnTo>
                    <a:pt x="67636" y="3362"/>
                  </a:lnTo>
                  <a:lnTo>
                    <a:pt x="67674" y="3592"/>
                  </a:lnTo>
                  <a:lnTo>
                    <a:pt x="68019" y="3451"/>
                  </a:lnTo>
                  <a:lnTo>
                    <a:pt x="68224" y="3618"/>
                  </a:lnTo>
                  <a:lnTo>
                    <a:pt x="68390" y="3400"/>
                  </a:lnTo>
                  <a:lnTo>
                    <a:pt x="68505" y="3119"/>
                  </a:lnTo>
                  <a:lnTo>
                    <a:pt x="68160" y="2838"/>
                  </a:lnTo>
                  <a:lnTo>
                    <a:pt x="68019" y="2506"/>
                  </a:lnTo>
                  <a:lnTo>
                    <a:pt x="67776" y="2467"/>
                  </a:lnTo>
                  <a:lnTo>
                    <a:pt x="67572" y="2774"/>
                  </a:lnTo>
                  <a:lnTo>
                    <a:pt x="67342" y="2927"/>
                  </a:lnTo>
                  <a:lnTo>
                    <a:pt x="67444" y="2531"/>
                  </a:lnTo>
                  <a:lnTo>
                    <a:pt x="67329" y="2276"/>
                  </a:lnTo>
                  <a:lnTo>
                    <a:pt x="67482" y="2084"/>
                  </a:lnTo>
                  <a:lnTo>
                    <a:pt x="67163" y="1803"/>
                  </a:lnTo>
                  <a:lnTo>
                    <a:pt x="66920" y="1803"/>
                  </a:lnTo>
                  <a:lnTo>
                    <a:pt x="67150" y="2109"/>
                  </a:lnTo>
                  <a:lnTo>
                    <a:pt x="67252" y="2224"/>
                  </a:lnTo>
                  <a:lnTo>
                    <a:pt x="67201" y="2288"/>
                  </a:lnTo>
                  <a:lnTo>
                    <a:pt x="66882" y="2097"/>
                  </a:lnTo>
                  <a:lnTo>
                    <a:pt x="66613" y="1803"/>
                  </a:lnTo>
                  <a:lnTo>
                    <a:pt x="66255" y="1803"/>
                  </a:lnTo>
                  <a:lnTo>
                    <a:pt x="66025" y="1688"/>
                  </a:lnTo>
                  <a:lnTo>
                    <a:pt x="65591" y="1688"/>
                  </a:lnTo>
                  <a:lnTo>
                    <a:pt x="65195" y="1790"/>
                  </a:lnTo>
                  <a:lnTo>
                    <a:pt x="64849" y="1713"/>
                  </a:lnTo>
                  <a:lnTo>
                    <a:pt x="63789" y="1713"/>
                  </a:lnTo>
                  <a:lnTo>
                    <a:pt x="63584" y="1803"/>
                  </a:lnTo>
                  <a:lnTo>
                    <a:pt x="63610" y="2109"/>
                  </a:lnTo>
                  <a:lnTo>
                    <a:pt x="63239" y="2109"/>
                  </a:lnTo>
                  <a:lnTo>
                    <a:pt x="63073" y="2135"/>
                  </a:lnTo>
                  <a:lnTo>
                    <a:pt x="62958" y="2161"/>
                  </a:lnTo>
                  <a:lnTo>
                    <a:pt x="62920" y="2173"/>
                  </a:lnTo>
                  <a:lnTo>
                    <a:pt x="62907" y="2173"/>
                  </a:lnTo>
                  <a:lnTo>
                    <a:pt x="62894" y="2199"/>
                  </a:lnTo>
                  <a:lnTo>
                    <a:pt x="62843" y="2212"/>
                  </a:lnTo>
                  <a:lnTo>
                    <a:pt x="62792" y="2224"/>
                  </a:lnTo>
                  <a:lnTo>
                    <a:pt x="62523" y="2058"/>
                  </a:lnTo>
                  <a:lnTo>
                    <a:pt x="62983" y="1688"/>
                  </a:lnTo>
                  <a:lnTo>
                    <a:pt x="63239" y="1534"/>
                  </a:lnTo>
                  <a:lnTo>
                    <a:pt x="63290" y="1355"/>
                  </a:lnTo>
                  <a:lnTo>
                    <a:pt x="63111" y="1240"/>
                  </a:lnTo>
                  <a:lnTo>
                    <a:pt x="62971" y="1202"/>
                  </a:lnTo>
                  <a:lnTo>
                    <a:pt x="62856" y="1189"/>
                  </a:lnTo>
                  <a:lnTo>
                    <a:pt x="62741" y="1189"/>
                  </a:lnTo>
                  <a:lnTo>
                    <a:pt x="62613" y="1151"/>
                  </a:lnTo>
                  <a:lnTo>
                    <a:pt x="62447" y="1100"/>
                  </a:lnTo>
                  <a:lnTo>
                    <a:pt x="62396" y="1074"/>
                  </a:lnTo>
                  <a:lnTo>
                    <a:pt x="62306" y="1049"/>
                  </a:lnTo>
                  <a:lnTo>
                    <a:pt x="62255" y="1036"/>
                  </a:lnTo>
                  <a:lnTo>
                    <a:pt x="62204" y="1049"/>
                  </a:lnTo>
                  <a:lnTo>
                    <a:pt x="62166" y="1061"/>
                  </a:lnTo>
                  <a:lnTo>
                    <a:pt x="62153" y="1100"/>
                  </a:lnTo>
                  <a:lnTo>
                    <a:pt x="62114" y="1176"/>
                  </a:lnTo>
                  <a:lnTo>
                    <a:pt x="62076" y="1253"/>
                  </a:lnTo>
                  <a:lnTo>
                    <a:pt x="62050" y="1291"/>
                  </a:lnTo>
                  <a:lnTo>
                    <a:pt x="62038" y="1304"/>
                  </a:lnTo>
                  <a:lnTo>
                    <a:pt x="61897" y="1215"/>
                  </a:lnTo>
                  <a:lnTo>
                    <a:pt x="61769" y="1151"/>
                  </a:lnTo>
                  <a:lnTo>
                    <a:pt x="61488" y="1100"/>
                  </a:lnTo>
                  <a:lnTo>
                    <a:pt x="61488" y="1010"/>
                  </a:lnTo>
                  <a:lnTo>
                    <a:pt x="61820" y="857"/>
                  </a:lnTo>
                  <a:lnTo>
                    <a:pt x="62076" y="716"/>
                  </a:lnTo>
                  <a:lnTo>
                    <a:pt x="62306" y="755"/>
                  </a:lnTo>
                  <a:lnTo>
                    <a:pt x="62459" y="716"/>
                  </a:lnTo>
                  <a:lnTo>
                    <a:pt x="62587" y="678"/>
                  </a:lnTo>
                  <a:lnTo>
                    <a:pt x="62805" y="729"/>
                  </a:lnTo>
                  <a:lnTo>
                    <a:pt x="62881" y="678"/>
                  </a:lnTo>
                  <a:lnTo>
                    <a:pt x="63175" y="767"/>
                  </a:lnTo>
                  <a:lnTo>
                    <a:pt x="63175" y="934"/>
                  </a:lnTo>
                  <a:lnTo>
                    <a:pt x="63546" y="985"/>
                  </a:lnTo>
                  <a:lnTo>
                    <a:pt x="63571" y="767"/>
                  </a:lnTo>
                  <a:lnTo>
                    <a:pt x="63214" y="767"/>
                  </a:lnTo>
                  <a:lnTo>
                    <a:pt x="63137" y="729"/>
                  </a:lnTo>
                  <a:lnTo>
                    <a:pt x="62894" y="640"/>
                  </a:lnTo>
                  <a:lnTo>
                    <a:pt x="62805" y="512"/>
                  </a:lnTo>
                  <a:lnTo>
                    <a:pt x="62626" y="550"/>
                  </a:lnTo>
                  <a:lnTo>
                    <a:pt x="62587" y="627"/>
                  </a:lnTo>
                  <a:lnTo>
                    <a:pt x="62421" y="678"/>
                  </a:lnTo>
                  <a:lnTo>
                    <a:pt x="62166" y="371"/>
                  </a:lnTo>
                  <a:lnTo>
                    <a:pt x="61680" y="371"/>
                  </a:lnTo>
                  <a:lnTo>
                    <a:pt x="61373" y="269"/>
                  </a:lnTo>
                  <a:lnTo>
                    <a:pt x="61233" y="103"/>
                  </a:lnTo>
                  <a:lnTo>
                    <a:pt x="60862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9" name="Google Shape;989;p60"/>
            <p:cNvSpPr/>
            <p:nvPr/>
          </p:nvSpPr>
          <p:spPr>
            <a:xfrm>
              <a:off x="848075" y="1533875"/>
              <a:ext cx="1678450" cy="963050"/>
            </a:xfrm>
            <a:custGeom>
              <a:rect b="b" l="l" r="r" t="t"/>
              <a:pathLst>
                <a:path extrusionOk="0" h="38522" w="67138">
                  <a:moveTo>
                    <a:pt x="16283" y="11031"/>
                  </a:moveTo>
                  <a:lnTo>
                    <a:pt x="16922" y="11082"/>
                  </a:lnTo>
                  <a:lnTo>
                    <a:pt x="16705" y="11120"/>
                  </a:lnTo>
                  <a:lnTo>
                    <a:pt x="15951" y="11695"/>
                  </a:lnTo>
                  <a:lnTo>
                    <a:pt x="16053" y="11849"/>
                  </a:lnTo>
                  <a:lnTo>
                    <a:pt x="17293" y="11849"/>
                  </a:lnTo>
                  <a:lnTo>
                    <a:pt x="17829" y="11657"/>
                  </a:lnTo>
                  <a:lnTo>
                    <a:pt x="18034" y="11478"/>
                  </a:lnTo>
                  <a:lnTo>
                    <a:pt x="17842" y="11772"/>
                  </a:lnTo>
                  <a:lnTo>
                    <a:pt x="18187" y="11785"/>
                  </a:lnTo>
                  <a:lnTo>
                    <a:pt x="18187" y="11810"/>
                  </a:lnTo>
                  <a:lnTo>
                    <a:pt x="18174" y="11874"/>
                  </a:lnTo>
                  <a:lnTo>
                    <a:pt x="18149" y="11912"/>
                  </a:lnTo>
                  <a:lnTo>
                    <a:pt x="18110" y="11964"/>
                  </a:lnTo>
                  <a:lnTo>
                    <a:pt x="18059" y="12015"/>
                  </a:lnTo>
                  <a:lnTo>
                    <a:pt x="17983" y="12079"/>
                  </a:lnTo>
                  <a:lnTo>
                    <a:pt x="17906" y="12155"/>
                  </a:lnTo>
                  <a:lnTo>
                    <a:pt x="17817" y="12258"/>
                  </a:lnTo>
                  <a:lnTo>
                    <a:pt x="17638" y="12475"/>
                  </a:lnTo>
                  <a:lnTo>
                    <a:pt x="17459" y="12743"/>
                  </a:lnTo>
                  <a:lnTo>
                    <a:pt x="17075" y="12513"/>
                  </a:lnTo>
                  <a:lnTo>
                    <a:pt x="16385" y="12577"/>
                  </a:lnTo>
                  <a:lnTo>
                    <a:pt x="16372" y="12858"/>
                  </a:lnTo>
                  <a:lnTo>
                    <a:pt x="16590" y="13012"/>
                  </a:lnTo>
                  <a:lnTo>
                    <a:pt x="16513" y="13114"/>
                  </a:lnTo>
                  <a:lnTo>
                    <a:pt x="15989" y="13472"/>
                  </a:lnTo>
                  <a:lnTo>
                    <a:pt x="15490" y="13804"/>
                  </a:lnTo>
                  <a:lnTo>
                    <a:pt x="15439" y="13753"/>
                  </a:lnTo>
                  <a:lnTo>
                    <a:pt x="15401" y="13715"/>
                  </a:lnTo>
                  <a:lnTo>
                    <a:pt x="15388" y="13663"/>
                  </a:lnTo>
                  <a:lnTo>
                    <a:pt x="15388" y="13651"/>
                  </a:lnTo>
                  <a:lnTo>
                    <a:pt x="15414" y="13625"/>
                  </a:lnTo>
                  <a:lnTo>
                    <a:pt x="15490" y="13574"/>
                  </a:lnTo>
                  <a:lnTo>
                    <a:pt x="15631" y="13484"/>
                  </a:lnTo>
                  <a:lnTo>
                    <a:pt x="15708" y="13408"/>
                  </a:lnTo>
                  <a:lnTo>
                    <a:pt x="15810" y="13267"/>
                  </a:lnTo>
                  <a:lnTo>
                    <a:pt x="15912" y="13114"/>
                  </a:lnTo>
                  <a:lnTo>
                    <a:pt x="15951" y="13037"/>
                  </a:lnTo>
                  <a:lnTo>
                    <a:pt x="15925" y="12884"/>
                  </a:lnTo>
                  <a:lnTo>
                    <a:pt x="15899" y="12769"/>
                  </a:lnTo>
                  <a:lnTo>
                    <a:pt x="15618" y="12794"/>
                  </a:lnTo>
                  <a:lnTo>
                    <a:pt x="15145" y="13178"/>
                  </a:lnTo>
                  <a:lnTo>
                    <a:pt x="15069" y="13459"/>
                  </a:lnTo>
                  <a:lnTo>
                    <a:pt x="14826" y="13625"/>
                  </a:lnTo>
                  <a:lnTo>
                    <a:pt x="14660" y="13612"/>
                  </a:lnTo>
                  <a:lnTo>
                    <a:pt x="14468" y="13600"/>
                  </a:lnTo>
                  <a:lnTo>
                    <a:pt x="14212" y="13472"/>
                  </a:lnTo>
                  <a:lnTo>
                    <a:pt x="13995" y="13344"/>
                  </a:lnTo>
                  <a:lnTo>
                    <a:pt x="14097" y="13242"/>
                  </a:lnTo>
                  <a:lnTo>
                    <a:pt x="14085" y="13203"/>
                  </a:lnTo>
                  <a:lnTo>
                    <a:pt x="14072" y="13165"/>
                  </a:lnTo>
                  <a:lnTo>
                    <a:pt x="14072" y="13101"/>
                  </a:lnTo>
                  <a:lnTo>
                    <a:pt x="14085" y="13050"/>
                  </a:lnTo>
                  <a:lnTo>
                    <a:pt x="14110" y="12986"/>
                  </a:lnTo>
                  <a:lnTo>
                    <a:pt x="14161" y="12922"/>
                  </a:lnTo>
                  <a:lnTo>
                    <a:pt x="14225" y="12871"/>
                  </a:lnTo>
                  <a:lnTo>
                    <a:pt x="14379" y="12782"/>
                  </a:lnTo>
                  <a:lnTo>
                    <a:pt x="14494" y="12705"/>
                  </a:lnTo>
                  <a:lnTo>
                    <a:pt x="14583" y="12641"/>
                  </a:lnTo>
                  <a:lnTo>
                    <a:pt x="14391" y="12462"/>
                  </a:lnTo>
                  <a:lnTo>
                    <a:pt x="14800" y="12411"/>
                  </a:lnTo>
                  <a:lnTo>
                    <a:pt x="15145" y="12462"/>
                  </a:lnTo>
                  <a:lnTo>
                    <a:pt x="15260" y="12385"/>
                  </a:lnTo>
                  <a:lnTo>
                    <a:pt x="15350" y="12321"/>
                  </a:lnTo>
                  <a:lnTo>
                    <a:pt x="15414" y="12296"/>
                  </a:lnTo>
                  <a:lnTo>
                    <a:pt x="15414" y="12283"/>
                  </a:lnTo>
                  <a:lnTo>
                    <a:pt x="15388" y="12258"/>
                  </a:lnTo>
                  <a:lnTo>
                    <a:pt x="15286" y="12206"/>
                  </a:lnTo>
                  <a:lnTo>
                    <a:pt x="15133" y="12117"/>
                  </a:lnTo>
                  <a:lnTo>
                    <a:pt x="14966" y="12040"/>
                  </a:lnTo>
                  <a:lnTo>
                    <a:pt x="14826" y="11976"/>
                  </a:lnTo>
                  <a:lnTo>
                    <a:pt x="14762" y="11964"/>
                  </a:lnTo>
                  <a:lnTo>
                    <a:pt x="14724" y="11964"/>
                  </a:lnTo>
                  <a:lnTo>
                    <a:pt x="14212" y="12015"/>
                  </a:lnTo>
                  <a:lnTo>
                    <a:pt x="14110" y="12027"/>
                  </a:lnTo>
                  <a:lnTo>
                    <a:pt x="14033" y="12066"/>
                  </a:lnTo>
                  <a:lnTo>
                    <a:pt x="13995" y="12091"/>
                  </a:lnTo>
                  <a:lnTo>
                    <a:pt x="13880" y="12219"/>
                  </a:lnTo>
                  <a:lnTo>
                    <a:pt x="13739" y="12143"/>
                  </a:lnTo>
                  <a:lnTo>
                    <a:pt x="13624" y="12079"/>
                  </a:lnTo>
                  <a:lnTo>
                    <a:pt x="13573" y="12066"/>
                  </a:lnTo>
                  <a:lnTo>
                    <a:pt x="13535" y="12066"/>
                  </a:lnTo>
                  <a:lnTo>
                    <a:pt x="13446" y="12079"/>
                  </a:lnTo>
                  <a:lnTo>
                    <a:pt x="13305" y="12091"/>
                  </a:lnTo>
                  <a:lnTo>
                    <a:pt x="13126" y="12104"/>
                  </a:lnTo>
                  <a:lnTo>
                    <a:pt x="13049" y="12079"/>
                  </a:lnTo>
                  <a:lnTo>
                    <a:pt x="12985" y="12066"/>
                  </a:lnTo>
                  <a:lnTo>
                    <a:pt x="12947" y="12066"/>
                  </a:lnTo>
                  <a:lnTo>
                    <a:pt x="12781" y="12091"/>
                  </a:lnTo>
                  <a:lnTo>
                    <a:pt x="12653" y="12104"/>
                  </a:lnTo>
                  <a:lnTo>
                    <a:pt x="12653" y="12296"/>
                  </a:lnTo>
                  <a:lnTo>
                    <a:pt x="12398" y="12232"/>
                  </a:lnTo>
                  <a:lnTo>
                    <a:pt x="12334" y="12117"/>
                  </a:lnTo>
                  <a:lnTo>
                    <a:pt x="12295" y="12040"/>
                  </a:lnTo>
                  <a:lnTo>
                    <a:pt x="12295" y="12015"/>
                  </a:lnTo>
                  <a:lnTo>
                    <a:pt x="12321" y="12002"/>
                  </a:lnTo>
                  <a:lnTo>
                    <a:pt x="12717" y="11989"/>
                  </a:lnTo>
                  <a:lnTo>
                    <a:pt x="12960" y="11989"/>
                  </a:lnTo>
                  <a:lnTo>
                    <a:pt x="13088" y="12002"/>
                  </a:lnTo>
                  <a:lnTo>
                    <a:pt x="13139" y="11976"/>
                  </a:lnTo>
                  <a:lnTo>
                    <a:pt x="13254" y="11938"/>
                  </a:lnTo>
                  <a:lnTo>
                    <a:pt x="13599" y="11785"/>
                  </a:lnTo>
                  <a:lnTo>
                    <a:pt x="14072" y="11555"/>
                  </a:lnTo>
                  <a:lnTo>
                    <a:pt x="14788" y="11516"/>
                  </a:lnTo>
                  <a:lnTo>
                    <a:pt x="15171" y="11491"/>
                  </a:lnTo>
                  <a:lnTo>
                    <a:pt x="16040" y="11120"/>
                  </a:lnTo>
                  <a:lnTo>
                    <a:pt x="16283" y="11031"/>
                  </a:lnTo>
                  <a:close/>
                  <a:moveTo>
                    <a:pt x="17650" y="13254"/>
                  </a:moveTo>
                  <a:lnTo>
                    <a:pt x="17650" y="13344"/>
                  </a:lnTo>
                  <a:lnTo>
                    <a:pt x="17548" y="13663"/>
                  </a:lnTo>
                  <a:lnTo>
                    <a:pt x="17804" y="14072"/>
                  </a:lnTo>
                  <a:lnTo>
                    <a:pt x="17804" y="14072"/>
                  </a:lnTo>
                  <a:lnTo>
                    <a:pt x="17535" y="13804"/>
                  </a:lnTo>
                  <a:lnTo>
                    <a:pt x="17267" y="13574"/>
                  </a:lnTo>
                  <a:lnTo>
                    <a:pt x="17344" y="13344"/>
                  </a:lnTo>
                  <a:lnTo>
                    <a:pt x="17267" y="13254"/>
                  </a:lnTo>
                  <a:close/>
                  <a:moveTo>
                    <a:pt x="18583" y="14072"/>
                  </a:moveTo>
                  <a:lnTo>
                    <a:pt x="18622" y="14200"/>
                  </a:lnTo>
                  <a:lnTo>
                    <a:pt x="18634" y="14315"/>
                  </a:lnTo>
                  <a:lnTo>
                    <a:pt x="18634" y="14354"/>
                  </a:lnTo>
                  <a:lnTo>
                    <a:pt x="18622" y="14392"/>
                  </a:lnTo>
                  <a:lnTo>
                    <a:pt x="18583" y="14430"/>
                  </a:lnTo>
                  <a:lnTo>
                    <a:pt x="18545" y="14443"/>
                  </a:lnTo>
                  <a:lnTo>
                    <a:pt x="18494" y="14430"/>
                  </a:lnTo>
                  <a:lnTo>
                    <a:pt x="18404" y="14699"/>
                  </a:lnTo>
                  <a:lnTo>
                    <a:pt x="18686" y="14826"/>
                  </a:lnTo>
                  <a:lnTo>
                    <a:pt x="18686" y="15018"/>
                  </a:lnTo>
                  <a:lnTo>
                    <a:pt x="18404" y="15069"/>
                  </a:lnTo>
                  <a:lnTo>
                    <a:pt x="18315" y="14929"/>
                  </a:lnTo>
                  <a:lnTo>
                    <a:pt x="18315" y="14609"/>
                  </a:lnTo>
                  <a:lnTo>
                    <a:pt x="18507" y="14328"/>
                  </a:lnTo>
                  <a:lnTo>
                    <a:pt x="18583" y="14072"/>
                  </a:lnTo>
                  <a:close/>
                  <a:moveTo>
                    <a:pt x="17868" y="15389"/>
                  </a:moveTo>
                  <a:lnTo>
                    <a:pt x="17893" y="15568"/>
                  </a:lnTo>
                  <a:lnTo>
                    <a:pt x="18187" y="15657"/>
                  </a:lnTo>
                  <a:lnTo>
                    <a:pt x="18213" y="15670"/>
                  </a:lnTo>
                  <a:lnTo>
                    <a:pt x="18226" y="15696"/>
                  </a:lnTo>
                  <a:lnTo>
                    <a:pt x="18251" y="15747"/>
                  </a:lnTo>
                  <a:lnTo>
                    <a:pt x="18251" y="15823"/>
                  </a:lnTo>
                  <a:lnTo>
                    <a:pt x="18123" y="15926"/>
                  </a:lnTo>
                  <a:lnTo>
                    <a:pt x="17804" y="15734"/>
                  </a:lnTo>
                  <a:lnTo>
                    <a:pt x="17535" y="15734"/>
                  </a:lnTo>
                  <a:lnTo>
                    <a:pt x="17535" y="15529"/>
                  </a:lnTo>
                  <a:lnTo>
                    <a:pt x="17868" y="15389"/>
                  </a:lnTo>
                  <a:close/>
                  <a:moveTo>
                    <a:pt x="23977" y="16156"/>
                  </a:moveTo>
                  <a:lnTo>
                    <a:pt x="24590" y="16232"/>
                  </a:lnTo>
                  <a:lnTo>
                    <a:pt x="24756" y="16296"/>
                  </a:lnTo>
                  <a:lnTo>
                    <a:pt x="24667" y="16424"/>
                  </a:lnTo>
                  <a:lnTo>
                    <a:pt x="24373" y="16296"/>
                  </a:lnTo>
                  <a:lnTo>
                    <a:pt x="23823" y="16347"/>
                  </a:lnTo>
                  <a:lnTo>
                    <a:pt x="23440" y="16386"/>
                  </a:lnTo>
                  <a:lnTo>
                    <a:pt x="23312" y="16411"/>
                  </a:lnTo>
                  <a:lnTo>
                    <a:pt x="23261" y="16424"/>
                  </a:lnTo>
                  <a:lnTo>
                    <a:pt x="23197" y="16488"/>
                  </a:lnTo>
                  <a:lnTo>
                    <a:pt x="23082" y="16590"/>
                  </a:lnTo>
                  <a:lnTo>
                    <a:pt x="22942" y="16705"/>
                  </a:lnTo>
                  <a:lnTo>
                    <a:pt x="23044" y="16680"/>
                  </a:lnTo>
                  <a:lnTo>
                    <a:pt x="23351" y="16616"/>
                  </a:lnTo>
                  <a:lnTo>
                    <a:pt x="24041" y="16513"/>
                  </a:lnTo>
                  <a:lnTo>
                    <a:pt x="24232" y="16526"/>
                  </a:lnTo>
                  <a:lnTo>
                    <a:pt x="23823" y="16795"/>
                  </a:lnTo>
                  <a:lnTo>
                    <a:pt x="23172" y="16922"/>
                  </a:lnTo>
                  <a:lnTo>
                    <a:pt x="22430" y="17740"/>
                  </a:lnTo>
                  <a:lnTo>
                    <a:pt x="22098" y="17855"/>
                  </a:lnTo>
                  <a:lnTo>
                    <a:pt x="21689" y="17881"/>
                  </a:lnTo>
                  <a:lnTo>
                    <a:pt x="21280" y="18047"/>
                  </a:lnTo>
                  <a:lnTo>
                    <a:pt x="21280" y="18418"/>
                  </a:lnTo>
                  <a:lnTo>
                    <a:pt x="21191" y="18418"/>
                  </a:lnTo>
                  <a:lnTo>
                    <a:pt x="20935" y="18456"/>
                  </a:lnTo>
                  <a:lnTo>
                    <a:pt x="20756" y="18507"/>
                  </a:lnTo>
                  <a:lnTo>
                    <a:pt x="20692" y="18533"/>
                  </a:lnTo>
                  <a:lnTo>
                    <a:pt x="20654" y="18558"/>
                  </a:lnTo>
                  <a:lnTo>
                    <a:pt x="20615" y="18571"/>
                  </a:lnTo>
                  <a:lnTo>
                    <a:pt x="20564" y="18584"/>
                  </a:lnTo>
                  <a:lnTo>
                    <a:pt x="20437" y="18584"/>
                  </a:lnTo>
                  <a:lnTo>
                    <a:pt x="20309" y="18558"/>
                  </a:lnTo>
                  <a:lnTo>
                    <a:pt x="20219" y="18546"/>
                  </a:lnTo>
                  <a:lnTo>
                    <a:pt x="20130" y="18533"/>
                  </a:lnTo>
                  <a:lnTo>
                    <a:pt x="20015" y="18546"/>
                  </a:lnTo>
                  <a:lnTo>
                    <a:pt x="19913" y="18558"/>
                  </a:lnTo>
                  <a:lnTo>
                    <a:pt x="19874" y="18546"/>
                  </a:lnTo>
                  <a:lnTo>
                    <a:pt x="19849" y="18546"/>
                  </a:lnTo>
                  <a:lnTo>
                    <a:pt x="19810" y="18533"/>
                  </a:lnTo>
                  <a:lnTo>
                    <a:pt x="19516" y="18533"/>
                  </a:lnTo>
                  <a:lnTo>
                    <a:pt x="19222" y="18546"/>
                  </a:lnTo>
                  <a:lnTo>
                    <a:pt x="18967" y="18405"/>
                  </a:lnTo>
                  <a:lnTo>
                    <a:pt x="18596" y="18328"/>
                  </a:lnTo>
                  <a:lnTo>
                    <a:pt x="19031" y="18328"/>
                  </a:lnTo>
                  <a:lnTo>
                    <a:pt x="19031" y="18124"/>
                  </a:lnTo>
                  <a:lnTo>
                    <a:pt x="19504" y="18213"/>
                  </a:lnTo>
                  <a:lnTo>
                    <a:pt x="19900" y="17561"/>
                  </a:lnTo>
                  <a:lnTo>
                    <a:pt x="20181" y="17574"/>
                  </a:lnTo>
                  <a:lnTo>
                    <a:pt x="20449" y="17574"/>
                  </a:lnTo>
                  <a:lnTo>
                    <a:pt x="20475" y="17561"/>
                  </a:lnTo>
                  <a:lnTo>
                    <a:pt x="20475" y="17510"/>
                  </a:lnTo>
                  <a:lnTo>
                    <a:pt x="20475" y="17421"/>
                  </a:lnTo>
                  <a:lnTo>
                    <a:pt x="20475" y="17306"/>
                  </a:lnTo>
                  <a:lnTo>
                    <a:pt x="19989" y="17025"/>
                  </a:lnTo>
                  <a:lnTo>
                    <a:pt x="19989" y="16731"/>
                  </a:lnTo>
                  <a:lnTo>
                    <a:pt x="19504" y="16424"/>
                  </a:lnTo>
                  <a:lnTo>
                    <a:pt x="20015" y="16552"/>
                  </a:lnTo>
                  <a:lnTo>
                    <a:pt x="20219" y="16820"/>
                  </a:lnTo>
                  <a:lnTo>
                    <a:pt x="20782" y="16833"/>
                  </a:lnTo>
                  <a:lnTo>
                    <a:pt x="21382" y="17370"/>
                  </a:lnTo>
                  <a:lnTo>
                    <a:pt x="22072" y="17370"/>
                  </a:lnTo>
                  <a:lnTo>
                    <a:pt x="22571" y="17050"/>
                  </a:lnTo>
                  <a:lnTo>
                    <a:pt x="22635" y="17114"/>
                  </a:lnTo>
                  <a:lnTo>
                    <a:pt x="22034" y="17600"/>
                  </a:lnTo>
                  <a:lnTo>
                    <a:pt x="22277" y="17625"/>
                  </a:lnTo>
                  <a:lnTo>
                    <a:pt x="22775" y="17255"/>
                  </a:lnTo>
                  <a:lnTo>
                    <a:pt x="22929" y="16986"/>
                  </a:lnTo>
                  <a:lnTo>
                    <a:pt x="22686" y="16974"/>
                  </a:lnTo>
                  <a:lnTo>
                    <a:pt x="22775" y="16705"/>
                  </a:lnTo>
                  <a:lnTo>
                    <a:pt x="23274" y="16232"/>
                  </a:lnTo>
                  <a:lnTo>
                    <a:pt x="23977" y="16156"/>
                  </a:lnTo>
                  <a:close/>
                  <a:moveTo>
                    <a:pt x="24948" y="20220"/>
                  </a:moveTo>
                  <a:lnTo>
                    <a:pt x="25434" y="20348"/>
                  </a:lnTo>
                  <a:lnTo>
                    <a:pt x="26456" y="20348"/>
                  </a:lnTo>
                  <a:lnTo>
                    <a:pt x="26316" y="20501"/>
                  </a:lnTo>
                  <a:lnTo>
                    <a:pt x="25153" y="20667"/>
                  </a:lnTo>
                  <a:lnTo>
                    <a:pt x="24526" y="20667"/>
                  </a:lnTo>
                  <a:lnTo>
                    <a:pt x="23875" y="21281"/>
                  </a:lnTo>
                  <a:lnTo>
                    <a:pt x="23223" y="21268"/>
                  </a:lnTo>
                  <a:lnTo>
                    <a:pt x="22724" y="21281"/>
                  </a:lnTo>
                  <a:lnTo>
                    <a:pt x="22660" y="21613"/>
                  </a:lnTo>
                  <a:lnTo>
                    <a:pt x="22520" y="21613"/>
                  </a:lnTo>
                  <a:lnTo>
                    <a:pt x="22328" y="21178"/>
                  </a:lnTo>
                  <a:lnTo>
                    <a:pt x="22571" y="20987"/>
                  </a:lnTo>
                  <a:lnTo>
                    <a:pt x="22993" y="21242"/>
                  </a:lnTo>
                  <a:lnTo>
                    <a:pt x="23184" y="21178"/>
                  </a:lnTo>
                  <a:lnTo>
                    <a:pt x="23248" y="21051"/>
                  </a:lnTo>
                  <a:lnTo>
                    <a:pt x="23517" y="21051"/>
                  </a:lnTo>
                  <a:lnTo>
                    <a:pt x="23875" y="20731"/>
                  </a:lnTo>
                  <a:lnTo>
                    <a:pt x="24526" y="20220"/>
                  </a:lnTo>
                  <a:close/>
                  <a:moveTo>
                    <a:pt x="29575" y="21396"/>
                  </a:moveTo>
                  <a:lnTo>
                    <a:pt x="29792" y="21613"/>
                  </a:lnTo>
                  <a:lnTo>
                    <a:pt x="29613" y="21741"/>
                  </a:lnTo>
                  <a:lnTo>
                    <a:pt x="29472" y="21830"/>
                  </a:lnTo>
                  <a:lnTo>
                    <a:pt x="29421" y="21869"/>
                  </a:lnTo>
                  <a:lnTo>
                    <a:pt x="29370" y="21881"/>
                  </a:lnTo>
                  <a:lnTo>
                    <a:pt x="29345" y="21894"/>
                  </a:lnTo>
                  <a:lnTo>
                    <a:pt x="29332" y="21920"/>
                  </a:lnTo>
                  <a:lnTo>
                    <a:pt x="29332" y="21958"/>
                  </a:lnTo>
                  <a:lnTo>
                    <a:pt x="29332" y="22009"/>
                  </a:lnTo>
                  <a:lnTo>
                    <a:pt x="29357" y="22086"/>
                  </a:lnTo>
                  <a:lnTo>
                    <a:pt x="29370" y="22111"/>
                  </a:lnTo>
                  <a:lnTo>
                    <a:pt x="29166" y="22175"/>
                  </a:lnTo>
                  <a:lnTo>
                    <a:pt x="29242" y="21613"/>
                  </a:lnTo>
                  <a:lnTo>
                    <a:pt x="29575" y="21396"/>
                  </a:lnTo>
                  <a:close/>
                  <a:moveTo>
                    <a:pt x="30418" y="22009"/>
                  </a:moveTo>
                  <a:lnTo>
                    <a:pt x="30802" y="22175"/>
                  </a:lnTo>
                  <a:lnTo>
                    <a:pt x="30469" y="22508"/>
                  </a:lnTo>
                  <a:lnTo>
                    <a:pt x="30418" y="23083"/>
                  </a:lnTo>
                  <a:lnTo>
                    <a:pt x="30099" y="23389"/>
                  </a:lnTo>
                  <a:lnTo>
                    <a:pt x="29894" y="23581"/>
                  </a:lnTo>
                  <a:lnTo>
                    <a:pt x="29818" y="23645"/>
                  </a:lnTo>
                  <a:lnTo>
                    <a:pt x="29792" y="23658"/>
                  </a:lnTo>
                  <a:lnTo>
                    <a:pt x="29779" y="23645"/>
                  </a:lnTo>
                  <a:lnTo>
                    <a:pt x="29741" y="23658"/>
                  </a:lnTo>
                  <a:lnTo>
                    <a:pt x="29690" y="23658"/>
                  </a:lnTo>
                  <a:lnTo>
                    <a:pt x="30150" y="23070"/>
                  </a:lnTo>
                  <a:lnTo>
                    <a:pt x="29881" y="22776"/>
                  </a:lnTo>
                  <a:lnTo>
                    <a:pt x="29881" y="22559"/>
                  </a:lnTo>
                  <a:lnTo>
                    <a:pt x="30418" y="22009"/>
                  </a:lnTo>
                  <a:close/>
                  <a:moveTo>
                    <a:pt x="31939" y="26112"/>
                  </a:moveTo>
                  <a:lnTo>
                    <a:pt x="32591" y="26444"/>
                  </a:lnTo>
                  <a:lnTo>
                    <a:pt x="32323" y="26444"/>
                  </a:lnTo>
                  <a:lnTo>
                    <a:pt x="31747" y="26636"/>
                  </a:lnTo>
                  <a:lnTo>
                    <a:pt x="31747" y="26278"/>
                  </a:lnTo>
                  <a:lnTo>
                    <a:pt x="31939" y="26112"/>
                  </a:lnTo>
                  <a:close/>
                  <a:moveTo>
                    <a:pt x="31799" y="26738"/>
                  </a:moveTo>
                  <a:lnTo>
                    <a:pt x="32003" y="26853"/>
                  </a:lnTo>
                  <a:lnTo>
                    <a:pt x="32016" y="27070"/>
                  </a:lnTo>
                  <a:lnTo>
                    <a:pt x="32412" y="27313"/>
                  </a:lnTo>
                  <a:lnTo>
                    <a:pt x="32080" y="27351"/>
                  </a:lnTo>
                  <a:lnTo>
                    <a:pt x="31453" y="26981"/>
                  </a:lnTo>
                  <a:lnTo>
                    <a:pt x="31799" y="26738"/>
                  </a:lnTo>
                  <a:close/>
                  <a:moveTo>
                    <a:pt x="33677" y="26444"/>
                  </a:moveTo>
                  <a:lnTo>
                    <a:pt x="33895" y="27070"/>
                  </a:lnTo>
                  <a:lnTo>
                    <a:pt x="34419" y="27939"/>
                  </a:lnTo>
                  <a:lnTo>
                    <a:pt x="34572" y="28463"/>
                  </a:lnTo>
                  <a:lnTo>
                    <a:pt x="34738" y="28847"/>
                  </a:lnTo>
                  <a:lnTo>
                    <a:pt x="34904" y="29281"/>
                  </a:lnTo>
                  <a:lnTo>
                    <a:pt x="34904" y="29409"/>
                  </a:lnTo>
                  <a:lnTo>
                    <a:pt x="34866" y="29639"/>
                  </a:lnTo>
                  <a:lnTo>
                    <a:pt x="34802" y="30010"/>
                  </a:lnTo>
                  <a:lnTo>
                    <a:pt x="34764" y="30074"/>
                  </a:lnTo>
                  <a:lnTo>
                    <a:pt x="34713" y="30163"/>
                  </a:lnTo>
                  <a:lnTo>
                    <a:pt x="34623" y="30278"/>
                  </a:lnTo>
                  <a:lnTo>
                    <a:pt x="34393" y="29639"/>
                  </a:lnTo>
                  <a:lnTo>
                    <a:pt x="34623" y="29230"/>
                  </a:lnTo>
                  <a:lnTo>
                    <a:pt x="34534" y="28770"/>
                  </a:lnTo>
                  <a:lnTo>
                    <a:pt x="34380" y="28885"/>
                  </a:lnTo>
                  <a:lnTo>
                    <a:pt x="34252" y="28975"/>
                  </a:lnTo>
                  <a:lnTo>
                    <a:pt x="34163" y="29013"/>
                  </a:lnTo>
                  <a:lnTo>
                    <a:pt x="34150" y="29013"/>
                  </a:lnTo>
                  <a:lnTo>
                    <a:pt x="34137" y="28987"/>
                  </a:lnTo>
                  <a:lnTo>
                    <a:pt x="34099" y="28923"/>
                  </a:lnTo>
                  <a:lnTo>
                    <a:pt x="34022" y="28706"/>
                  </a:lnTo>
                  <a:lnTo>
                    <a:pt x="33933" y="28399"/>
                  </a:lnTo>
                  <a:lnTo>
                    <a:pt x="33792" y="28591"/>
                  </a:lnTo>
                  <a:lnTo>
                    <a:pt x="33562" y="28463"/>
                  </a:lnTo>
                  <a:lnTo>
                    <a:pt x="32936" y="27581"/>
                  </a:lnTo>
                  <a:lnTo>
                    <a:pt x="33115" y="27313"/>
                  </a:lnTo>
                  <a:lnTo>
                    <a:pt x="32783" y="27224"/>
                  </a:lnTo>
                  <a:lnTo>
                    <a:pt x="32923" y="26597"/>
                  </a:lnTo>
                  <a:lnTo>
                    <a:pt x="33447" y="26597"/>
                  </a:lnTo>
                  <a:lnTo>
                    <a:pt x="33447" y="26444"/>
                  </a:lnTo>
                  <a:close/>
                  <a:moveTo>
                    <a:pt x="31811" y="27351"/>
                  </a:moveTo>
                  <a:lnTo>
                    <a:pt x="32412" y="27594"/>
                  </a:lnTo>
                  <a:lnTo>
                    <a:pt x="32246" y="28361"/>
                  </a:lnTo>
                  <a:lnTo>
                    <a:pt x="32284" y="28770"/>
                  </a:lnTo>
                  <a:lnTo>
                    <a:pt x="32783" y="28770"/>
                  </a:lnTo>
                  <a:lnTo>
                    <a:pt x="33128" y="29090"/>
                  </a:lnTo>
                  <a:lnTo>
                    <a:pt x="33281" y="29639"/>
                  </a:lnTo>
                  <a:lnTo>
                    <a:pt x="33665" y="30214"/>
                  </a:lnTo>
                  <a:lnTo>
                    <a:pt x="33128" y="30355"/>
                  </a:lnTo>
                  <a:lnTo>
                    <a:pt x="33128" y="29895"/>
                  </a:lnTo>
                  <a:lnTo>
                    <a:pt x="33000" y="29831"/>
                  </a:lnTo>
                  <a:lnTo>
                    <a:pt x="33000" y="29332"/>
                  </a:lnTo>
                  <a:lnTo>
                    <a:pt x="32591" y="29026"/>
                  </a:lnTo>
                  <a:lnTo>
                    <a:pt x="32118" y="28949"/>
                  </a:lnTo>
                  <a:lnTo>
                    <a:pt x="32016" y="28361"/>
                  </a:lnTo>
                  <a:lnTo>
                    <a:pt x="32118" y="27722"/>
                  </a:lnTo>
                  <a:lnTo>
                    <a:pt x="31696" y="27569"/>
                  </a:lnTo>
                  <a:lnTo>
                    <a:pt x="31453" y="27722"/>
                  </a:lnTo>
                  <a:lnTo>
                    <a:pt x="31453" y="27351"/>
                  </a:lnTo>
                  <a:close/>
                  <a:moveTo>
                    <a:pt x="40988" y="30278"/>
                  </a:moveTo>
                  <a:lnTo>
                    <a:pt x="41282" y="30355"/>
                  </a:lnTo>
                  <a:lnTo>
                    <a:pt x="41474" y="30802"/>
                  </a:lnTo>
                  <a:lnTo>
                    <a:pt x="41269" y="31173"/>
                  </a:lnTo>
                  <a:lnTo>
                    <a:pt x="40988" y="31173"/>
                  </a:lnTo>
                  <a:lnTo>
                    <a:pt x="40783" y="30623"/>
                  </a:lnTo>
                  <a:lnTo>
                    <a:pt x="40988" y="30278"/>
                  </a:lnTo>
                  <a:close/>
                  <a:moveTo>
                    <a:pt x="34061" y="1"/>
                  </a:moveTo>
                  <a:lnTo>
                    <a:pt x="33920" y="154"/>
                  </a:lnTo>
                  <a:lnTo>
                    <a:pt x="33652" y="154"/>
                  </a:lnTo>
                  <a:lnTo>
                    <a:pt x="33741" y="436"/>
                  </a:lnTo>
                  <a:lnTo>
                    <a:pt x="33920" y="768"/>
                  </a:lnTo>
                  <a:lnTo>
                    <a:pt x="33575" y="1036"/>
                  </a:lnTo>
                  <a:lnTo>
                    <a:pt x="33933" y="1151"/>
                  </a:lnTo>
                  <a:lnTo>
                    <a:pt x="33831" y="1880"/>
                  </a:lnTo>
                  <a:lnTo>
                    <a:pt x="33933" y="2314"/>
                  </a:lnTo>
                  <a:lnTo>
                    <a:pt x="34329" y="3030"/>
                  </a:lnTo>
                  <a:lnTo>
                    <a:pt x="34278" y="3247"/>
                  </a:lnTo>
                  <a:lnTo>
                    <a:pt x="34086" y="3375"/>
                  </a:lnTo>
                  <a:lnTo>
                    <a:pt x="33843" y="3528"/>
                  </a:lnTo>
                  <a:lnTo>
                    <a:pt x="34163" y="3643"/>
                  </a:lnTo>
                  <a:lnTo>
                    <a:pt x="34150" y="3925"/>
                  </a:lnTo>
                  <a:lnTo>
                    <a:pt x="33805" y="3976"/>
                  </a:lnTo>
                  <a:lnTo>
                    <a:pt x="33831" y="4295"/>
                  </a:lnTo>
                  <a:lnTo>
                    <a:pt x="34048" y="4423"/>
                  </a:lnTo>
                  <a:lnTo>
                    <a:pt x="33946" y="5215"/>
                  </a:lnTo>
                  <a:lnTo>
                    <a:pt x="33780" y="5318"/>
                  </a:lnTo>
                  <a:lnTo>
                    <a:pt x="33831" y="5586"/>
                  </a:lnTo>
                  <a:lnTo>
                    <a:pt x="34099" y="5803"/>
                  </a:lnTo>
                  <a:lnTo>
                    <a:pt x="34380" y="5982"/>
                  </a:lnTo>
                  <a:lnTo>
                    <a:pt x="34419" y="6302"/>
                  </a:lnTo>
                  <a:lnTo>
                    <a:pt x="34649" y="6366"/>
                  </a:lnTo>
                  <a:lnTo>
                    <a:pt x="34968" y="6123"/>
                  </a:lnTo>
                  <a:lnTo>
                    <a:pt x="35134" y="6123"/>
                  </a:lnTo>
                  <a:lnTo>
                    <a:pt x="35262" y="7222"/>
                  </a:lnTo>
                  <a:lnTo>
                    <a:pt x="35505" y="7324"/>
                  </a:lnTo>
                  <a:lnTo>
                    <a:pt x="35505" y="7899"/>
                  </a:lnTo>
                  <a:lnTo>
                    <a:pt x="35211" y="8193"/>
                  </a:lnTo>
                  <a:lnTo>
                    <a:pt x="34943" y="8513"/>
                  </a:lnTo>
                  <a:lnTo>
                    <a:pt x="34764" y="9420"/>
                  </a:lnTo>
                  <a:lnTo>
                    <a:pt x="34265" y="9203"/>
                  </a:lnTo>
                  <a:lnTo>
                    <a:pt x="34252" y="8922"/>
                  </a:lnTo>
                  <a:lnTo>
                    <a:pt x="34431" y="8590"/>
                  </a:lnTo>
                  <a:lnTo>
                    <a:pt x="34380" y="8104"/>
                  </a:lnTo>
                  <a:lnTo>
                    <a:pt x="33780" y="8104"/>
                  </a:lnTo>
                  <a:lnTo>
                    <a:pt x="33396" y="7887"/>
                  </a:lnTo>
                  <a:lnTo>
                    <a:pt x="33677" y="7682"/>
                  </a:lnTo>
                  <a:lnTo>
                    <a:pt x="34751" y="7478"/>
                  </a:lnTo>
                  <a:lnTo>
                    <a:pt x="34943" y="7209"/>
                  </a:lnTo>
                  <a:lnTo>
                    <a:pt x="34521" y="7018"/>
                  </a:lnTo>
                  <a:lnTo>
                    <a:pt x="33958" y="6289"/>
                  </a:lnTo>
                  <a:lnTo>
                    <a:pt x="33332" y="5957"/>
                  </a:lnTo>
                  <a:lnTo>
                    <a:pt x="32872" y="6174"/>
                  </a:lnTo>
                  <a:lnTo>
                    <a:pt x="32821" y="6724"/>
                  </a:lnTo>
                  <a:lnTo>
                    <a:pt x="32680" y="6711"/>
                  </a:lnTo>
                  <a:lnTo>
                    <a:pt x="32489" y="6672"/>
                  </a:lnTo>
                  <a:lnTo>
                    <a:pt x="32463" y="6672"/>
                  </a:lnTo>
                  <a:lnTo>
                    <a:pt x="32450" y="6685"/>
                  </a:lnTo>
                  <a:lnTo>
                    <a:pt x="32412" y="6736"/>
                  </a:lnTo>
                  <a:lnTo>
                    <a:pt x="32323" y="6877"/>
                  </a:lnTo>
                  <a:lnTo>
                    <a:pt x="32220" y="7094"/>
                  </a:lnTo>
                  <a:lnTo>
                    <a:pt x="32693" y="7209"/>
                  </a:lnTo>
                  <a:lnTo>
                    <a:pt x="33486" y="7695"/>
                  </a:lnTo>
                  <a:lnTo>
                    <a:pt x="33192" y="7784"/>
                  </a:lnTo>
                  <a:lnTo>
                    <a:pt x="32795" y="8142"/>
                  </a:lnTo>
                  <a:lnTo>
                    <a:pt x="33026" y="8513"/>
                  </a:lnTo>
                  <a:lnTo>
                    <a:pt x="33754" y="8449"/>
                  </a:lnTo>
                  <a:lnTo>
                    <a:pt x="33754" y="8960"/>
                  </a:lnTo>
                  <a:lnTo>
                    <a:pt x="33409" y="9062"/>
                  </a:lnTo>
                  <a:lnTo>
                    <a:pt x="32962" y="8743"/>
                  </a:lnTo>
                  <a:lnTo>
                    <a:pt x="32502" y="8960"/>
                  </a:lnTo>
                  <a:lnTo>
                    <a:pt x="32386" y="8820"/>
                  </a:lnTo>
                  <a:lnTo>
                    <a:pt x="32080" y="8717"/>
                  </a:lnTo>
                  <a:lnTo>
                    <a:pt x="31811" y="8602"/>
                  </a:lnTo>
                  <a:lnTo>
                    <a:pt x="31569" y="8768"/>
                  </a:lnTo>
                  <a:lnTo>
                    <a:pt x="31390" y="8973"/>
                  </a:lnTo>
                  <a:lnTo>
                    <a:pt x="30687" y="8960"/>
                  </a:lnTo>
                  <a:lnTo>
                    <a:pt x="30572" y="8730"/>
                  </a:lnTo>
                  <a:lnTo>
                    <a:pt x="30175" y="8615"/>
                  </a:lnTo>
                  <a:lnTo>
                    <a:pt x="29396" y="8513"/>
                  </a:lnTo>
                  <a:lnTo>
                    <a:pt x="29396" y="8283"/>
                  </a:lnTo>
                  <a:lnTo>
                    <a:pt x="29102" y="8117"/>
                  </a:lnTo>
                  <a:lnTo>
                    <a:pt x="28603" y="8002"/>
                  </a:lnTo>
                  <a:lnTo>
                    <a:pt x="28322" y="8257"/>
                  </a:lnTo>
                  <a:lnTo>
                    <a:pt x="27287" y="8462"/>
                  </a:lnTo>
                  <a:lnTo>
                    <a:pt x="27300" y="9280"/>
                  </a:lnTo>
                  <a:lnTo>
                    <a:pt x="26840" y="9292"/>
                  </a:lnTo>
                  <a:lnTo>
                    <a:pt x="26648" y="8730"/>
                  </a:lnTo>
                  <a:lnTo>
                    <a:pt x="26047" y="8270"/>
                  </a:lnTo>
                  <a:lnTo>
                    <a:pt x="25804" y="8487"/>
                  </a:lnTo>
                  <a:lnTo>
                    <a:pt x="23555" y="9407"/>
                  </a:lnTo>
                  <a:lnTo>
                    <a:pt x="21382" y="9471"/>
                  </a:lnTo>
                  <a:lnTo>
                    <a:pt x="20360" y="9126"/>
                  </a:lnTo>
                  <a:lnTo>
                    <a:pt x="21152" y="8896"/>
                  </a:lnTo>
                  <a:lnTo>
                    <a:pt x="20641" y="8232"/>
                  </a:lnTo>
                  <a:lnTo>
                    <a:pt x="18941" y="8232"/>
                  </a:lnTo>
                  <a:lnTo>
                    <a:pt x="16832" y="7746"/>
                  </a:lnTo>
                  <a:lnTo>
                    <a:pt x="16487" y="7746"/>
                  </a:lnTo>
                  <a:lnTo>
                    <a:pt x="15286" y="7273"/>
                  </a:lnTo>
                  <a:lnTo>
                    <a:pt x="14379" y="7273"/>
                  </a:lnTo>
                  <a:lnTo>
                    <a:pt x="13867" y="7529"/>
                  </a:lnTo>
                  <a:lnTo>
                    <a:pt x="13292" y="7529"/>
                  </a:lnTo>
                  <a:lnTo>
                    <a:pt x="12896" y="6557"/>
                  </a:lnTo>
                  <a:lnTo>
                    <a:pt x="12040" y="6839"/>
                  </a:lnTo>
                  <a:lnTo>
                    <a:pt x="11925" y="7529"/>
                  </a:lnTo>
                  <a:lnTo>
                    <a:pt x="11413" y="7273"/>
                  </a:lnTo>
                  <a:lnTo>
                    <a:pt x="11068" y="6954"/>
                  </a:lnTo>
                  <a:lnTo>
                    <a:pt x="10941" y="6468"/>
                  </a:lnTo>
                  <a:lnTo>
                    <a:pt x="10685" y="6136"/>
                  </a:lnTo>
                  <a:lnTo>
                    <a:pt x="10059" y="5816"/>
                  </a:lnTo>
                  <a:lnTo>
                    <a:pt x="9918" y="5816"/>
                  </a:lnTo>
                  <a:lnTo>
                    <a:pt x="9956" y="6263"/>
                  </a:lnTo>
                  <a:lnTo>
                    <a:pt x="10161" y="6468"/>
                  </a:lnTo>
                  <a:lnTo>
                    <a:pt x="10084" y="6711"/>
                  </a:lnTo>
                  <a:lnTo>
                    <a:pt x="9560" y="7005"/>
                  </a:lnTo>
                  <a:lnTo>
                    <a:pt x="9266" y="7184"/>
                  </a:lnTo>
                  <a:lnTo>
                    <a:pt x="9279" y="6928"/>
                  </a:lnTo>
                  <a:lnTo>
                    <a:pt x="8883" y="7018"/>
                  </a:lnTo>
                  <a:lnTo>
                    <a:pt x="8512" y="7222"/>
                  </a:lnTo>
                  <a:lnTo>
                    <a:pt x="8180" y="7529"/>
                  </a:lnTo>
                  <a:lnTo>
                    <a:pt x="7451" y="7529"/>
                  </a:lnTo>
                  <a:lnTo>
                    <a:pt x="7681" y="7426"/>
                  </a:lnTo>
                  <a:lnTo>
                    <a:pt x="8039" y="7350"/>
                  </a:lnTo>
                  <a:lnTo>
                    <a:pt x="8499" y="6928"/>
                  </a:lnTo>
                  <a:lnTo>
                    <a:pt x="8947" y="6749"/>
                  </a:lnTo>
                  <a:lnTo>
                    <a:pt x="9036" y="6519"/>
                  </a:lnTo>
                  <a:lnTo>
                    <a:pt x="8870" y="6442"/>
                  </a:lnTo>
                  <a:lnTo>
                    <a:pt x="8499" y="6698"/>
                  </a:lnTo>
                  <a:lnTo>
                    <a:pt x="7963" y="6545"/>
                  </a:lnTo>
                  <a:lnTo>
                    <a:pt x="7643" y="6877"/>
                  </a:lnTo>
                  <a:lnTo>
                    <a:pt x="7196" y="7120"/>
                  </a:lnTo>
                  <a:lnTo>
                    <a:pt x="6940" y="7196"/>
                  </a:lnTo>
                  <a:lnTo>
                    <a:pt x="6761" y="7120"/>
                  </a:lnTo>
                  <a:lnTo>
                    <a:pt x="6633" y="7248"/>
                  </a:lnTo>
                  <a:lnTo>
                    <a:pt x="6429" y="7363"/>
                  </a:lnTo>
                  <a:lnTo>
                    <a:pt x="6327" y="7426"/>
                  </a:lnTo>
                  <a:lnTo>
                    <a:pt x="6263" y="7478"/>
                  </a:lnTo>
                  <a:lnTo>
                    <a:pt x="6237" y="7503"/>
                  </a:lnTo>
                  <a:lnTo>
                    <a:pt x="6224" y="7529"/>
                  </a:lnTo>
                  <a:lnTo>
                    <a:pt x="6199" y="7567"/>
                  </a:lnTo>
                  <a:lnTo>
                    <a:pt x="6148" y="7605"/>
                  </a:lnTo>
                  <a:lnTo>
                    <a:pt x="6084" y="7644"/>
                  </a:lnTo>
                  <a:lnTo>
                    <a:pt x="5675" y="7733"/>
                  </a:lnTo>
                  <a:lnTo>
                    <a:pt x="5662" y="7720"/>
                  </a:lnTo>
                  <a:lnTo>
                    <a:pt x="5662" y="7695"/>
                  </a:lnTo>
                  <a:lnTo>
                    <a:pt x="5662" y="7593"/>
                  </a:lnTo>
                  <a:lnTo>
                    <a:pt x="5675" y="7452"/>
                  </a:lnTo>
                  <a:lnTo>
                    <a:pt x="5317" y="7324"/>
                  </a:lnTo>
                  <a:lnTo>
                    <a:pt x="5202" y="7260"/>
                  </a:lnTo>
                  <a:lnTo>
                    <a:pt x="4959" y="7324"/>
                  </a:lnTo>
                  <a:lnTo>
                    <a:pt x="4895" y="7529"/>
                  </a:lnTo>
                  <a:lnTo>
                    <a:pt x="4269" y="7439"/>
                  </a:lnTo>
                  <a:lnTo>
                    <a:pt x="4141" y="7695"/>
                  </a:lnTo>
                  <a:lnTo>
                    <a:pt x="3886" y="7861"/>
                  </a:lnTo>
                  <a:lnTo>
                    <a:pt x="3924" y="7912"/>
                  </a:lnTo>
                  <a:lnTo>
                    <a:pt x="3962" y="7963"/>
                  </a:lnTo>
                  <a:lnTo>
                    <a:pt x="3988" y="8014"/>
                  </a:lnTo>
                  <a:lnTo>
                    <a:pt x="4013" y="8219"/>
                  </a:lnTo>
                  <a:lnTo>
                    <a:pt x="3400" y="8347"/>
                  </a:lnTo>
                  <a:lnTo>
                    <a:pt x="1726" y="7720"/>
                  </a:lnTo>
                  <a:lnTo>
                    <a:pt x="1611" y="7350"/>
                  </a:lnTo>
                  <a:lnTo>
                    <a:pt x="1342" y="7248"/>
                  </a:lnTo>
                  <a:lnTo>
                    <a:pt x="1266" y="7401"/>
                  </a:lnTo>
                  <a:lnTo>
                    <a:pt x="997" y="7235"/>
                  </a:lnTo>
                  <a:lnTo>
                    <a:pt x="0" y="7286"/>
                  </a:lnTo>
                  <a:lnTo>
                    <a:pt x="0" y="19236"/>
                  </a:lnTo>
                  <a:lnTo>
                    <a:pt x="678" y="19236"/>
                  </a:lnTo>
                  <a:lnTo>
                    <a:pt x="1342" y="19044"/>
                  </a:lnTo>
                  <a:lnTo>
                    <a:pt x="1598" y="19300"/>
                  </a:lnTo>
                  <a:lnTo>
                    <a:pt x="1444" y="19453"/>
                  </a:lnTo>
                  <a:lnTo>
                    <a:pt x="2275" y="20105"/>
                  </a:lnTo>
                  <a:lnTo>
                    <a:pt x="2608" y="20539"/>
                  </a:lnTo>
                  <a:lnTo>
                    <a:pt x="2710" y="20846"/>
                  </a:lnTo>
                  <a:lnTo>
                    <a:pt x="3170" y="20590"/>
                  </a:lnTo>
                  <a:lnTo>
                    <a:pt x="3515" y="20616"/>
                  </a:lnTo>
                  <a:lnTo>
                    <a:pt x="3515" y="20233"/>
                  </a:lnTo>
                  <a:lnTo>
                    <a:pt x="4358" y="19798"/>
                  </a:lnTo>
                  <a:lnTo>
                    <a:pt x="4882" y="20309"/>
                  </a:lnTo>
                  <a:lnTo>
                    <a:pt x="4793" y="20552"/>
                  </a:lnTo>
                  <a:lnTo>
                    <a:pt x="5815" y="20999"/>
                  </a:lnTo>
                  <a:lnTo>
                    <a:pt x="7298" y="23453"/>
                  </a:lnTo>
                  <a:lnTo>
                    <a:pt x="8653" y="24092"/>
                  </a:lnTo>
                  <a:lnTo>
                    <a:pt x="8538" y="24604"/>
                  </a:lnTo>
                  <a:lnTo>
                    <a:pt x="8832" y="24872"/>
                  </a:lnTo>
                  <a:lnTo>
                    <a:pt x="8231" y="25549"/>
                  </a:lnTo>
                  <a:lnTo>
                    <a:pt x="8193" y="25562"/>
                  </a:lnTo>
                  <a:lnTo>
                    <a:pt x="8154" y="25690"/>
                  </a:lnTo>
                  <a:lnTo>
                    <a:pt x="8129" y="25792"/>
                  </a:lnTo>
                  <a:lnTo>
                    <a:pt x="8423" y="26355"/>
                  </a:lnTo>
                  <a:lnTo>
                    <a:pt x="8257" y="26214"/>
                  </a:lnTo>
                  <a:lnTo>
                    <a:pt x="8154" y="26214"/>
                  </a:lnTo>
                  <a:lnTo>
                    <a:pt x="8052" y="25894"/>
                  </a:lnTo>
                  <a:lnTo>
                    <a:pt x="8065" y="25690"/>
                  </a:lnTo>
                  <a:lnTo>
                    <a:pt x="8065" y="25690"/>
                  </a:lnTo>
                  <a:lnTo>
                    <a:pt x="7771" y="25741"/>
                  </a:lnTo>
                  <a:lnTo>
                    <a:pt x="7758" y="25971"/>
                  </a:lnTo>
                  <a:lnTo>
                    <a:pt x="8039" y="26009"/>
                  </a:lnTo>
                  <a:lnTo>
                    <a:pt x="8154" y="26303"/>
                  </a:lnTo>
                  <a:lnTo>
                    <a:pt x="7963" y="26597"/>
                  </a:lnTo>
                  <a:lnTo>
                    <a:pt x="8116" y="26751"/>
                  </a:lnTo>
                  <a:lnTo>
                    <a:pt x="8448" y="26470"/>
                  </a:lnTo>
                  <a:lnTo>
                    <a:pt x="8193" y="26789"/>
                  </a:lnTo>
                  <a:lnTo>
                    <a:pt x="8193" y="27096"/>
                  </a:lnTo>
                  <a:lnTo>
                    <a:pt x="8921" y="27454"/>
                  </a:lnTo>
                  <a:lnTo>
                    <a:pt x="8921" y="27454"/>
                  </a:lnTo>
                  <a:lnTo>
                    <a:pt x="8857" y="27211"/>
                  </a:lnTo>
                  <a:lnTo>
                    <a:pt x="9036" y="27185"/>
                  </a:lnTo>
                  <a:lnTo>
                    <a:pt x="9279" y="26789"/>
                  </a:lnTo>
                  <a:lnTo>
                    <a:pt x="9087" y="27262"/>
                  </a:lnTo>
                  <a:lnTo>
                    <a:pt x="9075" y="27569"/>
                  </a:lnTo>
                  <a:lnTo>
                    <a:pt x="9266" y="27901"/>
                  </a:lnTo>
                  <a:lnTo>
                    <a:pt x="9522" y="28182"/>
                  </a:lnTo>
                  <a:lnTo>
                    <a:pt x="9650" y="28105"/>
                  </a:lnTo>
                  <a:lnTo>
                    <a:pt x="9650" y="28259"/>
                  </a:lnTo>
                  <a:lnTo>
                    <a:pt x="9816" y="28272"/>
                  </a:lnTo>
                  <a:lnTo>
                    <a:pt x="10033" y="28604"/>
                  </a:lnTo>
                  <a:lnTo>
                    <a:pt x="10033" y="28808"/>
                  </a:lnTo>
                  <a:lnTo>
                    <a:pt x="10212" y="28808"/>
                  </a:lnTo>
                  <a:lnTo>
                    <a:pt x="10020" y="28936"/>
                  </a:lnTo>
                  <a:lnTo>
                    <a:pt x="10097" y="29166"/>
                  </a:lnTo>
                  <a:lnTo>
                    <a:pt x="10212" y="29179"/>
                  </a:lnTo>
                  <a:lnTo>
                    <a:pt x="10250" y="28885"/>
                  </a:lnTo>
                  <a:lnTo>
                    <a:pt x="10301" y="29345"/>
                  </a:lnTo>
                  <a:lnTo>
                    <a:pt x="10519" y="29486"/>
                  </a:lnTo>
                  <a:lnTo>
                    <a:pt x="10583" y="29601"/>
                  </a:lnTo>
                  <a:lnTo>
                    <a:pt x="10851" y="29716"/>
                  </a:lnTo>
                  <a:lnTo>
                    <a:pt x="11273" y="29741"/>
                  </a:lnTo>
                  <a:lnTo>
                    <a:pt x="11260" y="29997"/>
                  </a:lnTo>
                  <a:lnTo>
                    <a:pt x="10813" y="29856"/>
                  </a:lnTo>
                  <a:lnTo>
                    <a:pt x="10429" y="29601"/>
                  </a:lnTo>
                  <a:lnTo>
                    <a:pt x="9982" y="29831"/>
                  </a:lnTo>
                  <a:lnTo>
                    <a:pt x="9867" y="30086"/>
                  </a:lnTo>
                  <a:lnTo>
                    <a:pt x="11413" y="31262"/>
                  </a:lnTo>
                  <a:lnTo>
                    <a:pt x="12027" y="31710"/>
                  </a:lnTo>
                  <a:lnTo>
                    <a:pt x="12513" y="31710"/>
                  </a:lnTo>
                  <a:lnTo>
                    <a:pt x="12589" y="31927"/>
                  </a:lnTo>
                  <a:lnTo>
                    <a:pt x="12768" y="32080"/>
                  </a:lnTo>
                  <a:lnTo>
                    <a:pt x="12896" y="32182"/>
                  </a:lnTo>
                  <a:lnTo>
                    <a:pt x="12973" y="32234"/>
                  </a:lnTo>
                  <a:lnTo>
                    <a:pt x="13254" y="32297"/>
                  </a:lnTo>
                  <a:lnTo>
                    <a:pt x="13522" y="32374"/>
                  </a:lnTo>
                  <a:lnTo>
                    <a:pt x="13727" y="32272"/>
                  </a:lnTo>
                  <a:lnTo>
                    <a:pt x="13867" y="32195"/>
                  </a:lnTo>
                  <a:lnTo>
                    <a:pt x="13918" y="32157"/>
                  </a:lnTo>
                  <a:lnTo>
                    <a:pt x="13931" y="32144"/>
                  </a:lnTo>
                  <a:lnTo>
                    <a:pt x="13855" y="32029"/>
                  </a:lnTo>
                  <a:lnTo>
                    <a:pt x="13688" y="31825"/>
                  </a:lnTo>
                  <a:lnTo>
                    <a:pt x="13446" y="31531"/>
                  </a:lnTo>
                  <a:lnTo>
                    <a:pt x="12794" y="31109"/>
                  </a:lnTo>
                  <a:lnTo>
                    <a:pt x="12602" y="30623"/>
                  </a:lnTo>
                  <a:lnTo>
                    <a:pt x="12602" y="30623"/>
                  </a:lnTo>
                  <a:lnTo>
                    <a:pt x="13139" y="31007"/>
                  </a:lnTo>
                  <a:lnTo>
                    <a:pt x="13957" y="31428"/>
                  </a:lnTo>
                  <a:lnTo>
                    <a:pt x="14136" y="31658"/>
                  </a:lnTo>
                  <a:lnTo>
                    <a:pt x="36323" y="31658"/>
                  </a:lnTo>
                  <a:lnTo>
                    <a:pt x="36591" y="31991"/>
                  </a:lnTo>
                  <a:lnTo>
                    <a:pt x="37000" y="31991"/>
                  </a:lnTo>
                  <a:lnTo>
                    <a:pt x="37358" y="32080"/>
                  </a:lnTo>
                  <a:lnTo>
                    <a:pt x="37550" y="31965"/>
                  </a:lnTo>
                  <a:lnTo>
                    <a:pt x="37831" y="32080"/>
                  </a:lnTo>
                  <a:lnTo>
                    <a:pt x="38036" y="32080"/>
                  </a:lnTo>
                  <a:lnTo>
                    <a:pt x="38240" y="32349"/>
                  </a:lnTo>
                  <a:lnTo>
                    <a:pt x="38598" y="32349"/>
                  </a:lnTo>
                  <a:lnTo>
                    <a:pt x="38738" y="32643"/>
                  </a:lnTo>
                  <a:lnTo>
                    <a:pt x="39518" y="32476"/>
                  </a:lnTo>
                  <a:lnTo>
                    <a:pt x="39838" y="32553"/>
                  </a:lnTo>
                  <a:lnTo>
                    <a:pt x="40068" y="32655"/>
                  </a:lnTo>
                  <a:lnTo>
                    <a:pt x="40323" y="32655"/>
                  </a:lnTo>
                  <a:lnTo>
                    <a:pt x="40336" y="32630"/>
                  </a:lnTo>
                  <a:lnTo>
                    <a:pt x="40387" y="32617"/>
                  </a:lnTo>
                  <a:lnTo>
                    <a:pt x="40451" y="32604"/>
                  </a:lnTo>
                  <a:lnTo>
                    <a:pt x="40528" y="32604"/>
                  </a:lnTo>
                  <a:lnTo>
                    <a:pt x="40643" y="32579"/>
                  </a:lnTo>
                  <a:lnTo>
                    <a:pt x="40464" y="32157"/>
                  </a:lnTo>
                  <a:lnTo>
                    <a:pt x="40937" y="32157"/>
                  </a:lnTo>
                  <a:lnTo>
                    <a:pt x="40975" y="32080"/>
                  </a:lnTo>
                  <a:lnTo>
                    <a:pt x="41243" y="32080"/>
                  </a:lnTo>
                  <a:lnTo>
                    <a:pt x="41346" y="31850"/>
                  </a:lnTo>
                  <a:lnTo>
                    <a:pt x="41359" y="31837"/>
                  </a:lnTo>
                  <a:lnTo>
                    <a:pt x="41359" y="31658"/>
                  </a:lnTo>
                  <a:lnTo>
                    <a:pt x="41946" y="31658"/>
                  </a:lnTo>
                  <a:lnTo>
                    <a:pt x="41972" y="31684"/>
                  </a:lnTo>
                  <a:lnTo>
                    <a:pt x="42407" y="31710"/>
                  </a:lnTo>
                  <a:lnTo>
                    <a:pt x="42522" y="31773"/>
                  </a:lnTo>
                  <a:lnTo>
                    <a:pt x="42892" y="31863"/>
                  </a:lnTo>
                  <a:lnTo>
                    <a:pt x="42892" y="31876"/>
                  </a:lnTo>
                  <a:lnTo>
                    <a:pt x="43020" y="31876"/>
                  </a:lnTo>
                  <a:lnTo>
                    <a:pt x="43340" y="32630"/>
                  </a:lnTo>
                  <a:lnTo>
                    <a:pt x="43966" y="32591"/>
                  </a:lnTo>
                  <a:lnTo>
                    <a:pt x="44030" y="32758"/>
                  </a:lnTo>
                  <a:lnTo>
                    <a:pt x="44094" y="32745"/>
                  </a:lnTo>
                  <a:lnTo>
                    <a:pt x="44094" y="32949"/>
                  </a:lnTo>
                  <a:lnTo>
                    <a:pt x="44336" y="33307"/>
                  </a:lnTo>
                  <a:lnTo>
                    <a:pt x="44336" y="33908"/>
                  </a:lnTo>
                  <a:lnTo>
                    <a:pt x="45180" y="34253"/>
                  </a:lnTo>
                  <a:lnTo>
                    <a:pt x="44720" y="34189"/>
                  </a:lnTo>
                  <a:lnTo>
                    <a:pt x="44656" y="34189"/>
                  </a:lnTo>
                  <a:lnTo>
                    <a:pt x="44796" y="34355"/>
                  </a:lnTo>
                  <a:lnTo>
                    <a:pt x="44899" y="34483"/>
                  </a:lnTo>
                  <a:lnTo>
                    <a:pt x="45090" y="34483"/>
                  </a:lnTo>
                  <a:lnTo>
                    <a:pt x="45103" y="34406"/>
                  </a:lnTo>
                  <a:lnTo>
                    <a:pt x="45282" y="34406"/>
                  </a:lnTo>
                  <a:lnTo>
                    <a:pt x="45947" y="34355"/>
                  </a:lnTo>
                  <a:lnTo>
                    <a:pt x="46675" y="34572"/>
                  </a:lnTo>
                  <a:lnTo>
                    <a:pt x="46969" y="34713"/>
                  </a:lnTo>
                  <a:lnTo>
                    <a:pt x="47046" y="34713"/>
                  </a:lnTo>
                  <a:lnTo>
                    <a:pt x="47302" y="34662"/>
                  </a:lnTo>
                  <a:lnTo>
                    <a:pt x="47455" y="34866"/>
                  </a:lnTo>
                  <a:lnTo>
                    <a:pt x="47468" y="34866"/>
                  </a:lnTo>
                  <a:lnTo>
                    <a:pt x="47608" y="35033"/>
                  </a:lnTo>
                  <a:lnTo>
                    <a:pt x="48017" y="35429"/>
                  </a:lnTo>
                  <a:lnTo>
                    <a:pt x="47979" y="35493"/>
                  </a:lnTo>
                  <a:lnTo>
                    <a:pt x="48043" y="35646"/>
                  </a:lnTo>
                  <a:lnTo>
                    <a:pt x="48196" y="35723"/>
                  </a:lnTo>
                  <a:lnTo>
                    <a:pt x="48056" y="35978"/>
                  </a:lnTo>
                  <a:lnTo>
                    <a:pt x="48004" y="36144"/>
                  </a:lnTo>
                  <a:lnTo>
                    <a:pt x="47570" y="36144"/>
                  </a:lnTo>
                  <a:lnTo>
                    <a:pt x="47506" y="36106"/>
                  </a:lnTo>
                  <a:lnTo>
                    <a:pt x="47353" y="36093"/>
                  </a:lnTo>
                  <a:lnTo>
                    <a:pt x="47250" y="35914"/>
                  </a:lnTo>
                  <a:lnTo>
                    <a:pt x="47186" y="35863"/>
                  </a:lnTo>
                  <a:lnTo>
                    <a:pt x="46893" y="35493"/>
                  </a:lnTo>
                  <a:lnTo>
                    <a:pt x="46778" y="35608"/>
                  </a:lnTo>
                  <a:lnTo>
                    <a:pt x="46880" y="35825"/>
                  </a:lnTo>
                  <a:lnTo>
                    <a:pt x="47008" y="36068"/>
                  </a:lnTo>
                  <a:lnTo>
                    <a:pt x="47020" y="36093"/>
                  </a:lnTo>
                  <a:lnTo>
                    <a:pt x="46841" y="36413"/>
                  </a:lnTo>
                  <a:lnTo>
                    <a:pt x="46726" y="37077"/>
                  </a:lnTo>
                  <a:lnTo>
                    <a:pt x="46701" y="37359"/>
                  </a:lnTo>
                  <a:lnTo>
                    <a:pt x="46075" y="37653"/>
                  </a:lnTo>
                  <a:lnTo>
                    <a:pt x="46023" y="37806"/>
                  </a:lnTo>
                  <a:lnTo>
                    <a:pt x="46049" y="38062"/>
                  </a:lnTo>
                  <a:lnTo>
                    <a:pt x="45921" y="38164"/>
                  </a:lnTo>
                  <a:lnTo>
                    <a:pt x="45896" y="38189"/>
                  </a:lnTo>
                  <a:lnTo>
                    <a:pt x="45717" y="38317"/>
                  </a:lnTo>
                  <a:lnTo>
                    <a:pt x="45729" y="38522"/>
                  </a:lnTo>
                  <a:lnTo>
                    <a:pt x="46138" y="38253"/>
                  </a:lnTo>
                  <a:lnTo>
                    <a:pt x="46650" y="37780"/>
                  </a:lnTo>
                  <a:lnTo>
                    <a:pt x="47250" y="37806"/>
                  </a:lnTo>
                  <a:lnTo>
                    <a:pt x="47800" y="37576"/>
                  </a:lnTo>
                  <a:lnTo>
                    <a:pt x="48797" y="37576"/>
                  </a:lnTo>
                  <a:lnTo>
                    <a:pt x="48362" y="37359"/>
                  </a:lnTo>
                  <a:lnTo>
                    <a:pt x="48222" y="37320"/>
                  </a:lnTo>
                  <a:lnTo>
                    <a:pt x="48234" y="37295"/>
                  </a:lnTo>
                  <a:lnTo>
                    <a:pt x="48043" y="37192"/>
                  </a:lnTo>
                  <a:lnTo>
                    <a:pt x="48222" y="36783"/>
                  </a:lnTo>
                  <a:lnTo>
                    <a:pt x="48912" y="36694"/>
                  </a:lnTo>
                  <a:lnTo>
                    <a:pt x="49436" y="36464"/>
                  </a:lnTo>
                  <a:lnTo>
                    <a:pt x="50088" y="36579"/>
                  </a:lnTo>
                  <a:lnTo>
                    <a:pt x="50688" y="36272"/>
                  </a:lnTo>
                  <a:lnTo>
                    <a:pt x="50727" y="36528"/>
                  </a:lnTo>
                  <a:lnTo>
                    <a:pt x="50982" y="36528"/>
                  </a:lnTo>
                  <a:lnTo>
                    <a:pt x="52120" y="35761"/>
                  </a:lnTo>
                  <a:lnTo>
                    <a:pt x="54638" y="35761"/>
                  </a:lnTo>
                  <a:lnTo>
                    <a:pt x="54880" y="35263"/>
                  </a:lnTo>
                  <a:lnTo>
                    <a:pt x="55174" y="35301"/>
                  </a:lnTo>
                  <a:lnTo>
                    <a:pt x="55494" y="34918"/>
                  </a:lnTo>
                  <a:lnTo>
                    <a:pt x="55673" y="34662"/>
                  </a:lnTo>
                  <a:lnTo>
                    <a:pt x="55673" y="34253"/>
                  </a:lnTo>
                  <a:lnTo>
                    <a:pt x="55813" y="33933"/>
                  </a:lnTo>
                  <a:lnTo>
                    <a:pt x="56465" y="33269"/>
                  </a:lnTo>
                  <a:lnTo>
                    <a:pt x="56772" y="33269"/>
                  </a:lnTo>
                  <a:lnTo>
                    <a:pt x="56772" y="33639"/>
                  </a:lnTo>
                  <a:lnTo>
                    <a:pt x="57334" y="33345"/>
                  </a:lnTo>
                  <a:lnTo>
                    <a:pt x="57667" y="33614"/>
                  </a:lnTo>
                  <a:lnTo>
                    <a:pt x="57667" y="34151"/>
                  </a:lnTo>
                  <a:lnTo>
                    <a:pt x="57526" y="34547"/>
                  </a:lnTo>
                  <a:lnTo>
                    <a:pt x="57539" y="34662"/>
                  </a:lnTo>
                  <a:lnTo>
                    <a:pt x="57552" y="34764"/>
                  </a:lnTo>
                  <a:lnTo>
                    <a:pt x="57654" y="35096"/>
                  </a:lnTo>
                  <a:lnTo>
                    <a:pt x="57973" y="35096"/>
                  </a:lnTo>
                  <a:lnTo>
                    <a:pt x="57973" y="35352"/>
                  </a:lnTo>
                  <a:lnTo>
                    <a:pt x="58382" y="35646"/>
                  </a:lnTo>
                  <a:lnTo>
                    <a:pt x="58587" y="35454"/>
                  </a:lnTo>
                  <a:lnTo>
                    <a:pt x="58779" y="35454"/>
                  </a:lnTo>
                  <a:lnTo>
                    <a:pt x="59149" y="35339"/>
                  </a:lnTo>
                  <a:lnTo>
                    <a:pt x="59545" y="34918"/>
                  </a:lnTo>
                  <a:lnTo>
                    <a:pt x="59967" y="34483"/>
                  </a:lnTo>
                  <a:lnTo>
                    <a:pt x="60108" y="34534"/>
                  </a:lnTo>
                  <a:lnTo>
                    <a:pt x="59890" y="34981"/>
                  </a:lnTo>
                  <a:lnTo>
                    <a:pt x="60990" y="35071"/>
                  </a:lnTo>
                  <a:lnTo>
                    <a:pt x="60491" y="35326"/>
                  </a:lnTo>
                  <a:lnTo>
                    <a:pt x="59929" y="35480"/>
                  </a:lnTo>
                  <a:lnTo>
                    <a:pt x="59507" y="35838"/>
                  </a:lnTo>
                  <a:lnTo>
                    <a:pt x="58791" y="36515"/>
                  </a:lnTo>
                  <a:lnTo>
                    <a:pt x="58830" y="37065"/>
                  </a:lnTo>
                  <a:lnTo>
                    <a:pt x="59162" y="37525"/>
                  </a:lnTo>
                  <a:lnTo>
                    <a:pt x="59763" y="37538"/>
                  </a:lnTo>
                  <a:lnTo>
                    <a:pt x="60274" y="36771"/>
                  </a:lnTo>
                  <a:lnTo>
                    <a:pt x="60619" y="36081"/>
                  </a:lnTo>
                  <a:lnTo>
                    <a:pt x="61271" y="36183"/>
                  </a:lnTo>
                  <a:lnTo>
                    <a:pt x="61578" y="35876"/>
                  </a:lnTo>
                  <a:lnTo>
                    <a:pt x="63137" y="34930"/>
                  </a:lnTo>
                  <a:lnTo>
                    <a:pt x="62881" y="34777"/>
                  </a:lnTo>
                  <a:lnTo>
                    <a:pt x="62677" y="34534"/>
                  </a:lnTo>
                  <a:lnTo>
                    <a:pt x="62983" y="34381"/>
                  </a:lnTo>
                  <a:lnTo>
                    <a:pt x="62958" y="34112"/>
                  </a:lnTo>
                  <a:lnTo>
                    <a:pt x="63060" y="33831"/>
                  </a:lnTo>
                  <a:lnTo>
                    <a:pt x="63443" y="33601"/>
                  </a:lnTo>
                  <a:lnTo>
                    <a:pt x="63443" y="33601"/>
                  </a:lnTo>
                  <a:lnTo>
                    <a:pt x="63316" y="34125"/>
                  </a:lnTo>
                  <a:lnTo>
                    <a:pt x="63328" y="34151"/>
                  </a:lnTo>
                  <a:lnTo>
                    <a:pt x="63341" y="34176"/>
                  </a:lnTo>
                  <a:lnTo>
                    <a:pt x="63431" y="34266"/>
                  </a:lnTo>
                  <a:lnTo>
                    <a:pt x="63546" y="34368"/>
                  </a:lnTo>
                  <a:lnTo>
                    <a:pt x="64121" y="33946"/>
                  </a:lnTo>
                  <a:lnTo>
                    <a:pt x="63993" y="33614"/>
                  </a:lnTo>
                  <a:lnTo>
                    <a:pt x="63559" y="33486"/>
                  </a:lnTo>
                  <a:lnTo>
                    <a:pt x="63584" y="33103"/>
                  </a:lnTo>
                  <a:lnTo>
                    <a:pt x="63252" y="32604"/>
                  </a:lnTo>
                  <a:lnTo>
                    <a:pt x="62856" y="33576"/>
                  </a:lnTo>
                  <a:lnTo>
                    <a:pt x="62689" y="34100"/>
                  </a:lnTo>
                  <a:lnTo>
                    <a:pt x="62715" y="34266"/>
                  </a:lnTo>
                  <a:lnTo>
                    <a:pt x="62715" y="34381"/>
                  </a:lnTo>
                  <a:lnTo>
                    <a:pt x="62715" y="34419"/>
                  </a:lnTo>
                  <a:lnTo>
                    <a:pt x="62702" y="34432"/>
                  </a:lnTo>
                  <a:lnTo>
                    <a:pt x="62434" y="34381"/>
                  </a:lnTo>
                  <a:lnTo>
                    <a:pt x="62217" y="34355"/>
                  </a:lnTo>
                  <a:lnTo>
                    <a:pt x="61846" y="34509"/>
                  </a:lnTo>
                  <a:lnTo>
                    <a:pt x="61450" y="34572"/>
                  </a:lnTo>
                  <a:lnTo>
                    <a:pt x="60645" y="34521"/>
                  </a:lnTo>
                  <a:lnTo>
                    <a:pt x="60299" y="34240"/>
                  </a:lnTo>
                  <a:lnTo>
                    <a:pt x="60568" y="34010"/>
                  </a:lnTo>
                  <a:lnTo>
                    <a:pt x="60926" y="33997"/>
                  </a:lnTo>
                  <a:lnTo>
                    <a:pt x="61578" y="34240"/>
                  </a:lnTo>
                  <a:lnTo>
                    <a:pt x="61603" y="34240"/>
                  </a:lnTo>
                  <a:lnTo>
                    <a:pt x="61616" y="34215"/>
                  </a:lnTo>
                  <a:lnTo>
                    <a:pt x="61629" y="34151"/>
                  </a:lnTo>
                  <a:lnTo>
                    <a:pt x="61654" y="34048"/>
                  </a:lnTo>
                  <a:lnTo>
                    <a:pt x="61769" y="33703"/>
                  </a:lnTo>
                  <a:lnTo>
                    <a:pt x="62153" y="33627"/>
                  </a:lnTo>
                  <a:lnTo>
                    <a:pt x="61974" y="33435"/>
                  </a:lnTo>
                  <a:lnTo>
                    <a:pt x="61181" y="33588"/>
                  </a:lnTo>
                  <a:lnTo>
                    <a:pt x="60453" y="33448"/>
                  </a:lnTo>
                  <a:lnTo>
                    <a:pt x="60184" y="33192"/>
                  </a:lnTo>
                  <a:lnTo>
                    <a:pt x="60005" y="33601"/>
                  </a:lnTo>
                  <a:lnTo>
                    <a:pt x="60363" y="34087"/>
                  </a:lnTo>
                  <a:lnTo>
                    <a:pt x="59903" y="34253"/>
                  </a:lnTo>
                  <a:lnTo>
                    <a:pt x="59354" y="33448"/>
                  </a:lnTo>
                  <a:lnTo>
                    <a:pt x="59852" y="33243"/>
                  </a:lnTo>
                  <a:lnTo>
                    <a:pt x="59916" y="32962"/>
                  </a:lnTo>
                  <a:lnTo>
                    <a:pt x="59456" y="32962"/>
                  </a:lnTo>
                  <a:lnTo>
                    <a:pt x="59060" y="32706"/>
                  </a:lnTo>
                  <a:lnTo>
                    <a:pt x="59405" y="32604"/>
                  </a:lnTo>
                  <a:lnTo>
                    <a:pt x="59673" y="32834"/>
                  </a:lnTo>
                  <a:lnTo>
                    <a:pt x="60031" y="32451"/>
                  </a:lnTo>
                  <a:lnTo>
                    <a:pt x="60440" y="32374"/>
                  </a:lnTo>
                  <a:lnTo>
                    <a:pt x="60619" y="31863"/>
                  </a:lnTo>
                  <a:lnTo>
                    <a:pt x="60236" y="31467"/>
                  </a:lnTo>
                  <a:lnTo>
                    <a:pt x="58561" y="31467"/>
                  </a:lnTo>
                  <a:lnTo>
                    <a:pt x="58267" y="31748"/>
                  </a:lnTo>
                  <a:lnTo>
                    <a:pt x="57270" y="31901"/>
                  </a:lnTo>
                  <a:lnTo>
                    <a:pt x="57079" y="32297"/>
                  </a:lnTo>
                  <a:lnTo>
                    <a:pt x="56798" y="32323"/>
                  </a:lnTo>
                  <a:lnTo>
                    <a:pt x="55622" y="33461"/>
                  </a:lnTo>
                  <a:lnTo>
                    <a:pt x="56874" y="31748"/>
                  </a:lnTo>
                  <a:lnTo>
                    <a:pt x="57309" y="31671"/>
                  </a:lnTo>
                  <a:lnTo>
                    <a:pt x="57488" y="31377"/>
                  </a:lnTo>
                  <a:lnTo>
                    <a:pt x="57999" y="31377"/>
                  </a:lnTo>
                  <a:lnTo>
                    <a:pt x="58344" y="30662"/>
                  </a:lnTo>
                  <a:lnTo>
                    <a:pt x="59494" y="30253"/>
                  </a:lnTo>
                  <a:lnTo>
                    <a:pt x="61718" y="30342"/>
                  </a:lnTo>
                  <a:lnTo>
                    <a:pt x="63699" y="30419"/>
                  </a:lnTo>
                  <a:lnTo>
                    <a:pt x="64849" y="29677"/>
                  </a:lnTo>
                  <a:lnTo>
                    <a:pt x="65514" y="29115"/>
                  </a:lnTo>
                  <a:lnTo>
                    <a:pt x="66945" y="28808"/>
                  </a:lnTo>
                  <a:lnTo>
                    <a:pt x="67137" y="28220"/>
                  </a:lnTo>
                  <a:lnTo>
                    <a:pt x="67137" y="27262"/>
                  </a:lnTo>
                  <a:lnTo>
                    <a:pt x="66869" y="26891"/>
                  </a:lnTo>
                  <a:lnTo>
                    <a:pt x="66179" y="26508"/>
                  </a:lnTo>
                  <a:lnTo>
                    <a:pt x="65808" y="26124"/>
                  </a:lnTo>
                  <a:lnTo>
                    <a:pt x="65233" y="26278"/>
                  </a:lnTo>
                  <a:lnTo>
                    <a:pt x="64325" y="26751"/>
                  </a:lnTo>
                  <a:lnTo>
                    <a:pt x="63891" y="26891"/>
                  </a:lnTo>
                  <a:lnTo>
                    <a:pt x="63891" y="26891"/>
                  </a:lnTo>
                  <a:lnTo>
                    <a:pt x="63904" y="26648"/>
                  </a:lnTo>
                  <a:lnTo>
                    <a:pt x="64530" y="26508"/>
                  </a:lnTo>
                  <a:lnTo>
                    <a:pt x="65424" y="25971"/>
                  </a:lnTo>
                  <a:lnTo>
                    <a:pt x="65974" y="25690"/>
                  </a:lnTo>
                  <a:lnTo>
                    <a:pt x="65540" y="25575"/>
                  </a:lnTo>
                  <a:lnTo>
                    <a:pt x="65297" y="25460"/>
                  </a:lnTo>
                  <a:lnTo>
                    <a:pt x="64964" y="25409"/>
                  </a:lnTo>
                  <a:lnTo>
                    <a:pt x="64926" y="25370"/>
                  </a:lnTo>
                  <a:lnTo>
                    <a:pt x="64824" y="25294"/>
                  </a:lnTo>
                  <a:lnTo>
                    <a:pt x="64709" y="25166"/>
                  </a:lnTo>
                  <a:lnTo>
                    <a:pt x="64658" y="25089"/>
                  </a:lnTo>
                  <a:lnTo>
                    <a:pt x="64632" y="25025"/>
                  </a:lnTo>
                  <a:lnTo>
                    <a:pt x="64594" y="24974"/>
                  </a:lnTo>
                  <a:lnTo>
                    <a:pt x="64568" y="24961"/>
                  </a:lnTo>
                  <a:lnTo>
                    <a:pt x="64543" y="24974"/>
                  </a:lnTo>
                  <a:lnTo>
                    <a:pt x="64517" y="25000"/>
                  </a:lnTo>
                  <a:lnTo>
                    <a:pt x="64491" y="25076"/>
                  </a:lnTo>
                  <a:lnTo>
                    <a:pt x="64479" y="25128"/>
                  </a:lnTo>
                  <a:lnTo>
                    <a:pt x="64249" y="25383"/>
                  </a:lnTo>
                  <a:lnTo>
                    <a:pt x="64121" y="25307"/>
                  </a:lnTo>
                  <a:lnTo>
                    <a:pt x="64031" y="25230"/>
                  </a:lnTo>
                  <a:lnTo>
                    <a:pt x="63993" y="25204"/>
                  </a:lnTo>
                  <a:lnTo>
                    <a:pt x="63980" y="25179"/>
                  </a:lnTo>
                  <a:lnTo>
                    <a:pt x="63967" y="25128"/>
                  </a:lnTo>
                  <a:lnTo>
                    <a:pt x="63967" y="25076"/>
                  </a:lnTo>
                  <a:lnTo>
                    <a:pt x="63980" y="25025"/>
                  </a:lnTo>
                  <a:lnTo>
                    <a:pt x="63303" y="25230"/>
                  </a:lnTo>
                  <a:lnTo>
                    <a:pt x="63303" y="25230"/>
                  </a:lnTo>
                  <a:lnTo>
                    <a:pt x="63495" y="25064"/>
                  </a:lnTo>
                  <a:lnTo>
                    <a:pt x="63622" y="24936"/>
                  </a:lnTo>
                  <a:lnTo>
                    <a:pt x="63699" y="24859"/>
                  </a:lnTo>
                  <a:lnTo>
                    <a:pt x="63725" y="24795"/>
                  </a:lnTo>
                  <a:lnTo>
                    <a:pt x="63725" y="24706"/>
                  </a:lnTo>
                  <a:lnTo>
                    <a:pt x="63725" y="24629"/>
                  </a:lnTo>
                  <a:lnTo>
                    <a:pt x="63712" y="24604"/>
                  </a:lnTo>
                  <a:lnTo>
                    <a:pt x="63699" y="24591"/>
                  </a:lnTo>
                  <a:lnTo>
                    <a:pt x="63686" y="24565"/>
                  </a:lnTo>
                  <a:lnTo>
                    <a:pt x="63661" y="24552"/>
                  </a:lnTo>
                  <a:lnTo>
                    <a:pt x="63635" y="24489"/>
                  </a:lnTo>
                  <a:lnTo>
                    <a:pt x="63622" y="24425"/>
                  </a:lnTo>
                  <a:lnTo>
                    <a:pt x="63150" y="24348"/>
                  </a:lnTo>
                  <a:lnTo>
                    <a:pt x="63047" y="24016"/>
                  </a:lnTo>
                  <a:lnTo>
                    <a:pt x="62932" y="24003"/>
                  </a:lnTo>
                  <a:lnTo>
                    <a:pt x="62728" y="24195"/>
                  </a:lnTo>
                  <a:lnTo>
                    <a:pt x="62638" y="23926"/>
                  </a:lnTo>
                  <a:lnTo>
                    <a:pt x="62728" y="23734"/>
                  </a:lnTo>
                  <a:lnTo>
                    <a:pt x="62574" y="23696"/>
                  </a:lnTo>
                  <a:lnTo>
                    <a:pt x="62728" y="23453"/>
                  </a:lnTo>
                  <a:lnTo>
                    <a:pt x="62664" y="23274"/>
                  </a:lnTo>
                  <a:lnTo>
                    <a:pt x="62626" y="23134"/>
                  </a:lnTo>
                  <a:lnTo>
                    <a:pt x="62587" y="23032"/>
                  </a:lnTo>
                  <a:lnTo>
                    <a:pt x="62574" y="22955"/>
                  </a:lnTo>
                  <a:lnTo>
                    <a:pt x="62587" y="22929"/>
                  </a:lnTo>
                  <a:lnTo>
                    <a:pt x="62626" y="22891"/>
                  </a:lnTo>
                  <a:lnTo>
                    <a:pt x="62664" y="22865"/>
                  </a:lnTo>
                  <a:lnTo>
                    <a:pt x="62664" y="22763"/>
                  </a:lnTo>
                  <a:lnTo>
                    <a:pt x="62434" y="22610"/>
                  </a:lnTo>
                  <a:lnTo>
                    <a:pt x="62574" y="22469"/>
                  </a:lnTo>
                  <a:lnTo>
                    <a:pt x="62664" y="22239"/>
                  </a:lnTo>
                  <a:lnTo>
                    <a:pt x="62447" y="22124"/>
                  </a:lnTo>
                  <a:lnTo>
                    <a:pt x="62306" y="22022"/>
                  </a:lnTo>
                  <a:lnTo>
                    <a:pt x="62255" y="21984"/>
                  </a:lnTo>
                  <a:lnTo>
                    <a:pt x="62229" y="21945"/>
                  </a:lnTo>
                  <a:lnTo>
                    <a:pt x="62229" y="21754"/>
                  </a:lnTo>
                  <a:lnTo>
                    <a:pt x="61897" y="21587"/>
                  </a:lnTo>
                  <a:lnTo>
                    <a:pt x="61897" y="21306"/>
                  </a:lnTo>
                  <a:lnTo>
                    <a:pt x="61641" y="21153"/>
                  </a:lnTo>
                  <a:lnTo>
                    <a:pt x="61641" y="20846"/>
                  </a:lnTo>
                  <a:lnTo>
                    <a:pt x="61373" y="20718"/>
                  </a:lnTo>
                  <a:lnTo>
                    <a:pt x="61373" y="20412"/>
                  </a:lnTo>
                  <a:lnTo>
                    <a:pt x="61117" y="20207"/>
                  </a:lnTo>
                  <a:lnTo>
                    <a:pt x="60823" y="19709"/>
                  </a:lnTo>
                  <a:lnTo>
                    <a:pt x="60440" y="19236"/>
                  </a:lnTo>
                  <a:lnTo>
                    <a:pt x="60184" y="18725"/>
                  </a:lnTo>
                  <a:lnTo>
                    <a:pt x="60031" y="18725"/>
                  </a:lnTo>
                  <a:lnTo>
                    <a:pt x="59878" y="18967"/>
                  </a:lnTo>
                  <a:lnTo>
                    <a:pt x="59750" y="19415"/>
                  </a:lnTo>
                  <a:lnTo>
                    <a:pt x="59584" y="19875"/>
                  </a:lnTo>
                  <a:lnTo>
                    <a:pt x="59290" y="19913"/>
                  </a:lnTo>
                  <a:lnTo>
                    <a:pt x="59290" y="20245"/>
                  </a:lnTo>
                  <a:lnTo>
                    <a:pt x="59188" y="20654"/>
                  </a:lnTo>
                  <a:lnTo>
                    <a:pt x="58906" y="21012"/>
                  </a:lnTo>
                  <a:lnTo>
                    <a:pt x="58689" y="20948"/>
                  </a:lnTo>
                  <a:lnTo>
                    <a:pt x="58548" y="21319"/>
                  </a:lnTo>
                  <a:lnTo>
                    <a:pt x="58012" y="21447"/>
                  </a:lnTo>
                  <a:lnTo>
                    <a:pt x="57526" y="21447"/>
                  </a:lnTo>
                  <a:lnTo>
                    <a:pt x="57411" y="21191"/>
                  </a:lnTo>
                  <a:lnTo>
                    <a:pt x="57104" y="20948"/>
                  </a:lnTo>
                  <a:lnTo>
                    <a:pt x="56759" y="20884"/>
                  </a:lnTo>
                  <a:lnTo>
                    <a:pt x="56452" y="20884"/>
                  </a:lnTo>
                  <a:lnTo>
                    <a:pt x="56644" y="20680"/>
                  </a:lnTo>
                  <a:lnTo>
                    <a:pt x="56529" y="20373"/>
                  </a:lnTo>
                  <a:lnTo>
                    <a:pt x="56210" y="20207"/>
                  </a:lnTo>
                  <a:lnTo>
                    <a:pt x="56529" y="19875"/>
                  </a:lnTo>
                  <a:lnTo>
                    <a:pt x="56210" y="19645"/>
                  </a:lnTo>
                  <a:lnTo>
                    <a:pt x="56095" y="19095"/>
                  </a:lnTo>
                  <a:lnTo>
                    <a:pt x="56120" y="19057"/>
                  </a:lnTo>
                  <a:lnTo>
                    <a:pt x="56197" y="18942"/>
                  </a:lnTo>
                  <a:lnTo>
                    <a:pt x="56286" y="18814"/>
                  </a:lnTo>
                  <a:lnTo>
                    <a:pt x="56350" y="18776"/>
                  </a:lnTo>
                  <a:lnTo>
                    <a:pt x="56401" y="18737"/>
                  </a:lnTo>
                  <a:lnTo>
                    <a:pt x="56452" y="18712"/>
                  </a:lnTo>
                  <a:lnTo>
                    <a:pt x="56491" y="18686"/>
                  </a:lnTo>
                  <a:lnTo>
                    <a:pt x="56504" y="18648"/>
                  </a:lnTo>
                  <a:lnTo>
                    <a:pt x="56529" y="18609"/>
                  </a:lnTo>
                  <a:lnTo>
                    <a:pt x="56529" y="18558"/>
                  </a:lnTo>
                  <a:lnTo>
                    <a:pt x="56529" y="18533"/>
                  </a:lnTo>
                  <a:lnTo>
                    <a:pt x="56312" y="18264"/>
                  </a:lnTo>
                  <a:lnTo>
                    <a:pt x="55865" y="18507"/>
                  </a:lnTo>
                  <a:lnTo>
                    <a:pt x="55852" y="18316"/>
                  </a:lnTo>
                  <a:lnTo>
                    <a:pt x="55149" y="18316"/>
                  </a:lnTo>
                  <a:lnTo>
                    <a:pt x="54561" y="18022"/>
                  </a:lnTo>
                  <a:lnTo>
                    <a:pt x="54638" y="17715"/>
                  </a:lnTo>
                  <a:lnTo>
                    <a:pt x="54804" y="17561"/>
                  </a:lnTo>
                  <a:lnTo>
                    <a:pt x="54139" y="17370"/>
                  </a:lnTo>
                  <a:lnTo>
                    <a:pt x="53538" y="16731"/>
                  </a:lnTo>
                  <a:lnTo>
                    <a:pt x="52810" y="16616"/>
                  </a:lnTo>
                  <a:lnTo>
                    <a:pt x="51788" y="17025"/>
                  </a:lnTo>
                  <a:lnTo>
                    <a:pt x="50778" y="16859"/>
                  </a:lnTo>
                  <a:lnTo>
                    <a:pt x="49998" y="16692"/>
                  </a:lnTo>
                  <a:lnTo>
                    <a:pt x="49538" y="17063"/>
                  </a:lnTo>
                  <a:lnTo>
                    <a:pt x="49679" y="17677"/>
                  </a:lnTo>
                  <a:lnTo>
                    <a:pt x="49845" y="18060"/>
                  </a:lnTo>
                  <a:lnTo>
                    <a:pt x="49679" y="18469"/>
                  </a:lnTo>
                  <a:lnTo>
                    <a:pt x="49487" y="18763"/>
                  </a:lnTo>
                  <a:lnTo>
                    <a:pt x="49027" y="18814"/>
                  </a:lnTo>
                  <a:lnTo>
                    <a:pt x="48950" y="18929"/>
                  </a:lnTo>
                  <a:lnTo>
                    <a:pt x="49845" y="18852"/>
                  </a:lnTo>
                  <a:lnTo>
                    <a:pt x="49845" y="19415"/>
                  </a:lnTo>
                  <a:lnTo>
                    <a:pt x="50088" y="19517"/>
                  </a:lnTo>
                  <a:lnTo>
                    <a:pt x="49960" y="19875"/>
                  </a:lnTo>
                  <a:lnTo>
                    <a:pt x="49883" y="20616"/>
                  </a:lnTo>
                  <a:lnTo>
                    <a:pt x="50778" y="20974"/>
                  </a:lnTo>
                  <a:lnTo>
                    <a:pt x="51161" y="22214"/>
                  </a:lnTo>
                  <a:lnTo>
                    <a:pt x="51085" y="23453"/>
                  </a:lnTo>
                  <a:lnTo>
                    <a:pt x="50624" y="24092"/>
                  </a:lnTo>
                  <a:lnTo>
                    <a:pt x="49640" y="24450"/>
                  </a:lnTo>
                  <a:lnTo>
                    <a:pt x="49308" y="24872"/>
                  </a:lnTo>
                  <a:lnTo>
                    <a:pt x="49551" y="25281"/>
                  </a:lnTo>
                  <a:lnTo>
                    <a:pt x="50305" y="25537"/>
                  </a:lnTo>
                  <a:lnTo>
                    <a:pt x="50343" y="25894"/>
                  </a:lnTo>
                  <a:lnTo>
                    <a:pt x="50356" y="26150"/>
                  </a:lnTo>
                  <a:lnTo>
                    <a:pt x="50791" y="26572"/>
                  </a:lnTo>
                  <a:lnTo>
                    <a:pt x="51276" y="26981"/>
                  </a:lnTo>
                  <a:lnTo>
                    <a:pt x="51506" y="27633"/>
                  </a:lnTo>
                  <a:lnTo>
                    <a:pt x="51749" y="27799"/>
                  </a:lnTo>
                  <a:lnTo>
                    <a:pt x="51685" y="28016"/>
                  </a:lnTo>
                  <a:lnTo>
                    <a:pt x="51481" y="28476"/>
                  </a:lnTo>
                  <a:lnTo>
                    <a:pt x="51851" y="28975"/>
                  </a:lnTo>
                  <a:lnTo>
                    <a:pt x="51851" y="28975"/>
                  </a:lnTo>
                  <a:lnTo>
                    <a:pt x="51379" y="28936"/>
                  </a:lnTo>
                  <a:lnTo>
                    <a:pt x="51021" y="28783"/>
                  </a:lnTo>
                  <a:lnTo>
                    <a:pt x="51212" y="29307"/>
                  </a:lnTo>
                  <a:lnTo>
                    <a:pt x="50842" y="29320"/>
                  </a:lnTo>
                  <a:lnTo>
                    <a:pt x="50049" y="29141"/>
                  </a:lnTo>
                  <a:lnTo>
                    <a:pt x="50049" y="28757"/>
                  </a:lnTo>
                  <a:lnTo>
                    <a:pt x="49730" y="28719"/>
                  </a:lnTo>
                  <a:lnTo>
                    <a:pt x="49487" y="28693"/>
                  </a:lnTo>
                  <a:lnTo>
                    <a:pt x="49308" y="28693"/>
                  </a:lnTo>
                  <a:lnTo>
                    <a:pt x="49257" y="28668"/>
                  </a:lnTo>
                  <a:lnTo>
                    <a:pt x="49116" y="28591"/>
                  </a:lnTo>
                  <a:lnTo>
                    <a:pt x="48950" y="28476"/>
                  </a:lnTo>
                  <a:lnTo>
                    <a:pt x="48324" y="27939"/>
                  </a:lnTo>
                  <a:lnTo>
                    <a:pt x="48413" y="27684"/>
                  </a:lnTo>
                  <a:lnTo>
                    <a:pt x="48925" y="27824"/>
                  </a:lnTo>
                  <a:lnTo>
                    <a:pt x="49474" y="27773"/>
                  </a:lnTo>
                  <a:lnTo>
                    <a:pt x="49231" y="27377"/>
                  </a:lnTo>
                  <a:lnTo>
                    <a:pt x="48656" y="27147"/>
                  </a:lnTo>
                  <a:lnTo>
                    <a:pt x="48286" y="27236"/>
                  </a:lnTo>
                  <a:lnTo>
                    <a:pt x="48286" y="27799"/>
                  </a:lnTo>
                  <a:lnTo>
                    <a:pt x="47710" y="27313"/>
                  </a:lnTo>
                  <a:lnTo>
                    <a:pt x="47710" y="26367"/>
                  </a:lnTo>
                  <a:lnTo>
                    <a:pt x="47353" y="26163"/>
                  </a:lnTo>
                  <a:lnTo>
                    <a:pt x="47353" y="25779"/>
                  </a:lnTo>
                  <a:lnTo>
                    <a:pt x="47212" y="25562"/>
                  </a:lnTo>
                  <a:lnTo>
                    <a:pt x="47020" y="25013"/>
                  </a:lnTo>
                  <a:lnTo>
                    <a:pt x="46893" y="24808"/>
                  </a:lnTo>
                  <a:lnTo>
                    <a:pt x="46547" y="24667"/>
                  </a:lnTo>
                  <a:lnTo>
                    <a:pt x="46266" y="24910"/>
                  </a:lnTo>
                  <a:lnTo>
                    <a:pt x="45921" y="23952"/>
                  </a:lnTo>
                  <a:lnTo>
                    <a:pt x="45768" y="24143"/>
                  </a:lnTo>
                  <a:lnTo>
                    <a:pt x="45282" y="24156"/>
                  </a:lnTo>
                  <a:lnTo>
                    <a:pt x="44630" y="23824"/>
                  </a:lnTo>
                  <a:lnTo>
                    <a:pt x="44375" y="23671"/>
                  </a:lnTo>
                  <a:lnTo>
                    <a:pt x="43237" y="23658"/>
                  </a:lnTo>
                  <a:lnTo>
                    <a:pt x="42202" y="22546"/>
                  </a:lnTo>
                  <a:lnTo>
                    <a:pt x="41333" y="22674"/>
                  </a:lnTo>
                  <a:lnTo>
                    <a:pt x="40898" y="22661"/>
                  </a:lnTo>
                  <a:lnTo>
                    <a:pt x="40668" y="22252"/>
                  </a:lnTo>
                  <a:lnTo>
                    <a:pt x="39876" y="22290"/>
                  </a:lnTo>
                  <a:lnTo>
                    <a:pt x="39224" y="22802"/>
                  </a:lnTo>
                  <a:lnTo>
                    <a:pt x="39032" y="22699"/>
                  </a:lnTo>
                  <a:lnTo>
                    <a:pt x="38662" y="21920"/>
                  </a:lnTo>
                  <a:lnTo>
                    <a:pt x="38202" y="20948"/>
                  </a:lnTo>
                  <a:lnTo>
                    <a:pt x="37831" y="20539"/>
                  </a:lnTo>
                  <a:lnTo>
                    <a:pt x="36885" y="20603"/>
                  </a:lnTo>
                  <a:lnTo>
                    <a:pt x="36783" y="19709"/>
                  </a:lnTo>
                  <a:lnTo>
                    <a:pt x="36617" y="19657"/>
                  </a:lnTo>
                  <a:lnTo>
                    <a:pt x="36476" y="18571"/>
                  </a:lnTo>
                  <a:lnTo>
                    <a:pt x="37166" y="17165"/>
                  </a:lnTo>
                  <a:lnTo>
                    <a:pt x="37294" y="16232"/>
                  </a:lnTo>
                  <a:lnTo>
                    <a:pt x="37435" y="15811"/>
                  </a:lnTo>
                  <a:lnTo>
                    <a:pt x="37933" y="15478"/>
                  </a:lnTo>
                  <a:lnTo>
                    <a:pt x="38112" y="15287"/>
                  </a:lnTo>
                  <a:lnTo>
                    <a:pt x="37984" y="15159"/>
                  </a:lnTo>
                  <a:lnTo>
                    <a:pt x="38099" y="14852"/>
                  </a:lnTo>
                  <a:lnTo>
                    <a:pt x="38636" y="14724"/>
                  </a:lnTo>
                  <a:lnTo>
                    <a:pt x="38751" y="14507"/>
                  </a:lnTo>
                  <a:lnTo>
                    <a:pt x="38700" y="14136"/>
                  </a:lnTo>
                  <a:lnTo>
                    <a:pt x="38087" y="13996"/>
                  </a:lnTo>
                  <a:lnTo>
                    <a:pt x="37256" y="13727"/>
                  </a:lnTo>
                  <a:lnTo>
                    <a:pt x="37997" y="13740"/>
                  </a:lnTo>
                  <a:lnTo>
                    <a:pt x="38393" y="13855"/>
                  </a:lnTo>
                  <a:lnTo>
                    <a:pt x="38841" y="13919"/>
                  </a:lnTo>
                  <a:lnTo>
                    <a:pt x="38981" y="13715"/>
                  </a:lnTo>
                  <a:lnTo>
                    <a:pt x="39084" y="13369"/>
                  </a:lnTo>
                  <a:lnTo>
                    <a:pt x="39352" y="13127"/>
                  </a:lnTo>
                  <a:lnTo>
                    <a:pt x="39838" y="13088"/>
                  </a:lnTo>
                  <a:lnTo>
                    <a:pt x="40042" y="12973"/>
                  </a:lnTo>
                  <a:lnTo>
                    <a:pt x="40285" y="12641"/>
                  </a:lnTo>
                  <a:lnTo>
                    <a:pt x="40438" y="12641"/>
                  </a:lnTo>
                  <a:lnTo>
                    <a:pt x="40604" y="12168"/>
                  </a:lnTo>
                  <a:lnTo>
                    <a:pt x="40579" y="11350"/>
                  </a:lnTo>
                  <a:lnTo>
                    <a:pt x="40387" y="11388"/>
                  </a:lnTo>
                  <a:lnTo>
                    <a:pt x="40144" y="11427"/>
                  </a:lnTo>
                  <a:lnTo>
                    <a:pt x="39889" y="11401"/>
                  </a:lnTo>
                  <a:lnTo>
                    <a:pt x="39684" y="11376"/>
                  </a:lnTo>
                  <a:lnTo>
                    <a:pt x="39020" y="11235"/>
                  </a:lnTo>
                  <a:lnTo>
                    <a:pt x="38521" y="10903"/>
                  </a:lnTo>
                  <a:lnTo>
                    <a:pt x="38713" y="10686"/>
                  </a:lnTo>
                  <a:lnTo>
                    <a:pt x="39071" y="10711"/>
                  </a:lnTo>
                  <a:lnTo>
                    <a:pt x="39429" y="10864"/>
                  </a:lnTo>
                  <a:lnTo>
                    <a:pt x="40170" y="11184"/>
                  </a:lnTo>
                  <a:lnTo>
                    <a:pt x="40426" y="11210"/>
                  </a:lnTo>
                  <a:lnTo>
                    <a:pt x="40604" y="10864"/>
                  </a:lnTo>
                  <a:lnTo>
                    <a:pt x="40732" y="10417"/>
                  </a:lnTo>
                  <a:lnTo>
                    <a:pt x="40873" y="9893"/>
                  </a:lnTo>
                  <a:lnTo>
                    <a:pt x="40323" y="9868"/>
                  </a:lnTo>
                  <a:lnTo>
                    <a:pt x="40515" y="9753"/>
                  </a:lnTo>
                  <a:lnTo>
                    <a:pt x="40758" y="9599"/>
                  </a:lnTo>
                  <a:lnTo>
                    <a:pt x="41154" y="9497"/>
                  </a:lnTo>
                  <a:lnTo>
                    <a:pt x="41397" y="9650"/>
                  </a:lnTo>
                  <a:lnTo>
                    <a:pt x="41780" y="9510"/>
                  </a:lnTo>
                  <a:lnTo>
                    <a:pt x="42253" y="9267"/>
                  </a:lnTo>
                  <a:lnTo>
                    <a:pt x="42394" y="8986"/>
                  </a:lnTo>
                  <a:lnTo>
                    <a:pt x="42892" y="8666"/>
                  </a:lnTo>
                  <a:lnTo>
                    <a:pt x="43148" y="8398"/>
                  </a:lnTo>
                  <a:lnTo>
                    <a:pt x="43148" y="7465"/>
                  </a:lnTo>
                  <a:lnTo>
                    <a:pt x="42752" y="7196"/>
                  </a:lnTo>
                  <a:lnTo>
                    <a:pt x="42176" y="6864"/>
                  </a:lnTo>
                  <a:lnTo>
                    <a:pt x="42125" y="6698"/>
                  </a:lnTo>
                  <a:lnTo>
                    <a:pt x="42138" y="6417"/>
                  </a:lnTo>
                  <a:lnTo>
                    <a:pt x="42381" y="6315"/>
                  </a:lnTo>
                  <a:lnTo>
                    <a:pt x="42534" y="6021"/>
                  </a:lnTo>
                  <a:lnTo>
                    <a:pt x="42394" y="5803"/>
                  </a:lnTo>
                  <a:lnTo>
                    <a:pt x="42279" y="5650"/>
                  </a:lnTo>
                  <a:lnTo>
                    <a:pt x="41946" y="5433"/>
                  </a:lnTo>
                  <a:lnTo>
                    <a:pt x="41589" y="5369"/>
                  </a:lnTo>
                  <a:lnTo>
                    <a:pt x="41359" y="5203"/>
                  </a:lnTo>
                  <a:lnTo>
                    <a:pt x="40221" y="5049"/>
                  </a:lnTo>
                  <a:lnTo>
                    <a:pt x="39812" y="5177"/>
                  </a:lnTo>
                  <a:lnTo>
                    <a:pt x="39774" y="5497"/>
                  </a:lnTo>
                  <a:lnTo>
                    <a:pt x="39965" y="5612"/>
                  </a:lnTo>
                  <a:lnTo>
                    <a:pt x="40093" y="5727"/>
                  </a:lnTo>
                  <a:lnTo>
                    <a:pt x="40247" y="5880"/>
                  </a:lnTo>
                  <a:lnTo>
                    <a:pt x="40285" y="5957"/>
                  </a:lnTo>
                  <a:lnTo>
                    <a:pt x="40323" y="6085"/>
                  </a:lnTo>
                  <a:lnTo>
                    <a:pt x="40362" y="6251"/>
                  </a:lnTo>
                  <a:lnTo>
                    <a:pt x="40362" y="6532"/>
                  </a:lnTo>
                  <a:lnTo>
                    <a:pt x="40144" y="6685"/>
                  </a:lnTo>
                  <a:lnTo>
                    <a:pt x="40144" y="7286"/>
                  </a:lnTo>
                  <a:lnTo>
                    <a:pt x="39838" y="7350"/>
                  </a:lnTo>
                  <a:lnTo>
                    <a:pt x="39902" y="7772"/>
                  </a:lnTo>
                  <a:lnTo>
                    <a:pt x="40144" y="7644"/>
                  </a:lnTo>
                  <a:lnTo>
                    <a:pt x="40157" y="8538"/>
                  </a:lnTo>
                  <a:lnTo>
                    <a:pt x="40004" y="8781"/>
                  </a:lnTo>
                  <a:lnTo>
                    <a:pt x="39723" y="8832"/>
                  </a:lnTo>
                  <a:lnTo>
                    <a:pt x="39723" y="8692"/>
                  </a:lnTo>
                  <a:lnTo>
                    <a:pt x="39071" y="8219"/>
                  </a:lnTo>
                  <a:lnTo>
                    <a:pt x="38981" y="7938"/>
                  </a:lnTo>
                  <a:lnTo>
                    <a:pt x="38790" y="7695"/>
                  </a:lnTo>
                  <a:lnTo>
                    <a:pt x="39071" y="7375"/>
                  </a:lnTo>
                  <a:lnTo>
                    <a:pt x="39071" y="6992"/>
                  </a:lnTo>
                  <a:lnTo>
                    <a:pt x="38790" y="6966"/>
                  </a:lnTo>
                  <a:lnTo>
                    <a:pt x="38777" y="6660"/>
                  </a:lnTo>
                  <a:lnTo>
                    <a:pt x="38483" y="6417"/>
                  </a:lnTo>
                  <a:lnTo>
                    <a:pt x="38266" y="6187"/>
                  </a:lnTo>
                  <a:lnTo>
                    <a:pt x="38087" y="6238"/>
                  </a:lnTo>
                  <a:lnTo>
                    <a:pt x="37908" y="6404"/>
                  </a:lnTo>
                  <a:lnTo>
                    <a:pt x="37703" y="6532"/>
                  </a:lnTo>
                  <a:lnTo>
                    <a:pt x="37921" y="7401"/>
                  </a:lnTo>
                  <a:lnTo>
                    <a:pt x="37690" y="7644"/>
                  </a:lnTo>
                  <a:lnTo>
                    <a:pt x="37473" y="7516"/>
                  </a:lnTo>
                  <a:lnTo>
                    <a:pt x="37460" y="6979"/>
                  </a:lnTo>
                  <a:lnTo>
                    <a:pt x="37179" y="6954"/>
                  </a:lnTo>
                  <a:lnTo>
                    <a:pt x="37179" y="6698"/>
                  </a:lnTo>
                  <a:lnTo>
                    <a:pt x="36975" y="6481"/>
                  </a:lnTo>
                  <a:lnTo>
                    <a:pt x="37179" y="6353"/>
                  </a:lnTo>
                  <a:lnTo>
                    <a:pt x="37179" y="6136"/>
                  </a:lnTo>
                  <a:lnTo>
                    <a:pt x="36975" y="6110"/>
                  </a:lnTo>
                  <a:lnTo>
                    <a:pt x="36579" y="6148"/>
                  </a:lnTo>
                  <a:lnTo>
                    <a:pt x="36144" y="6059"/>
                  </a:lnTo>
                  <a:lnTo>
                    <a:pt x="36080" y="5765"/>
                  </a:lnTo>
                  <a:lnTo>
                    <a:pt x="36080" y="5522"/>
                  </a:lnTo>
                  <a:lnTo>
                    <a:pt x="36348" y="5445"/>
                  </a:lnTo>
                  <a:lnTo>
                    <a:pt x="36451" y="5215"/>
                  </a:lnTo>
                  <a:lnTo>
                    <a:pt x="36182" y="4985"/>
                  </a:lnTo>
                  <a:lnTo>
                    <a:pt x="35812" y="4640"/>
                  </a:lnTo>
                  <a:lnTo>
                    <a:pt x="35543" y="4397"/>
                  </a:lnTo>
                  <a:lnTo>
                    <a:pt x="35518" y="3771"/>
                  </a:lnTo>
                  <a:lnTo>
                    <a:pt x="35326" y="3720"/>
                  </a:lnTo>
                  <a:lnTo>
                    <a:pt x="35275" y="3516"/>
                  </a:lnTo>
                  <a:lnTo>
                    <a:pt x="34776" y="3260"/>
                  </a:lnTo>
                  <a:lnTo>
                    <a:pt x="34444" y="3273"/>
                  </a:lnTo>
                  <a:lnTo>
                    <a:pt x="34419" y="3030"/>
                  </a:lnTo>
                  <a:lnTo>
                    <a:pt x="34483" y="2877"/>
                  </a:lnTo>
                  <a:lnTo>
                    <a:pt x="34853" y="2762"/>
                  </a:lnTo>
                  <a:lnTo>
                    <a:pt x="34853" y="2506"/>
                  </a:lnTo>
                  <a:lnTo>
                    <a:pt x="34815" y="2225"/>
                  </a:lnTo>
                  <a:lnTo>
                    <a:pt x="34508" y="2174"/>
                  </a:lnTo>
                  <a:lnTo>
                    <a:pt x="34419" y="1956"/>
                  </a:lnTo>
                  <a:lnTo>
                    <a:pt x="35415" y="1880"/>
                  </a:lnTo>
                  <a:lnTo>
                    <a:pt x="35543" y="1777"/>
                  </a:lnTo>
                  <a:lnTo>
                    <a:pt x="35582" y="1586"/>
                  </a:lnTo>
                  <a:lnTo>
                    <a:pt x="35709" y="1547"/>
                  </a:lnTo>
                  <a:lnTo>
                    <a:pt x="35671" y="1075"/>
                  </a:lnTo>
                  <a:lnTo>
                    <a:pt x="35671" y="832"/>
                  </a:lnTo>
                  <a:lnTo>
                    <a:pt x="35799" y="768"/>
                  </a:lnTo>
                  <a:lnTo>
                    <a:pt x="35799" y="589"/>
                  </a:lnTo>
                  <a:lnTo>
                    <a:pt x="36157" y="461"/>
                  </a:lnTo>
                  <a:lnTo>
                    <a:pt x="36157" y="244"/>
                  </a:lnTo>
                  <a:lnTo>
                    <a:pt x="35671" y="180"/>
                  </a:lnTo>
                  <a:lnTo>
                    <a:pt x="35326" y="180"/>
                  </a:lnTo>
                  <a:lnTo>
                    <a:pt x="35070" y="269"/>
                  </a:lnTo>
                  <a:lnTo>
                    <a:pt x="34994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0" name="Google Shape;990;p60"/>
            <p:cNvSpPr/>
            <p:nvPr/>
          </p:nvSpPr>
          <p:spPr>
            <a:xfrm>
              <a:off x="1970850" y="2398800"/>
              <a:ext cx="42850" cy="11225"/>
            </a:xfrm>
            <a:custGeom>
              <a:rect b="b" l="l" r="r" t="t"/>
              <a:pathLst>
                <a:path extrusionOk="0" h="449" w="1714">
                  <a:moveTo>
                    <a:pt x="1" y="1"/>
                  </a:moveTo>
                  <a:lnTo>
                    <a:pt x="77" y="116"/>
                  </a:lnTo>
                  <a:lnTo>
                    <a:pt x="410" y="78"/>
                  </a:lnTo>
                  <a:lnTo>
                    <a:pt x="729" y="154"/>
                  </a:lnTo>
                  <a:lnTo>
                    <a:pt x="1342" y="436"/>
                  </a:lnTo>
                  <a:lnTo>
                    <a:pt x="1675" y="448"/>
                  </a:lnTo>
                  <a:lnTo>
                    <a:pt x="1713" y="180"/>
                  </a:lnTo>
                  <a:lnTo>
                    <a:pt x="1611" y="142"/>
                  </a:lnTo>
                  <a:lnTo>
                    <a:pt x="882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1" name="Google Shape;991;p60"/>
            <p:cNvSpPr/>
            <p:nvPr/>
          </p:nvSpPr>
          <p:spPr>
            <a:xfrm>
              <a:off x="2359075" y="2299775"/>
              <a:ext cx="64225" cy="25900"/>
            </a:xfrm>
            <a:custGeom>
              <a:rect b="b" l="l" r="r" t="t"/>
              <a:pathLst>
                <a:path extrusionOk="0" h="1036" w="2569">
                  <a:moveTo>
                    <a:pt x="601" y="0"/>
                  </a:moveTo>
                  <a:lnTo>
                    <a:pt x="64" y="89"/>
                  </a:lnTo>
                  <a:lnTo>
                    <a:pt x="0" y="256"/>
                  </a:lnTo>
                  <a:lnTo>
                    <a:pt x="1802" y="1035"/>
                  </a:lnTo>
                  <a:lnTo>
                    <a:pt x="2173" y="920"/>
                  </a:lnTo>
                  <a:lnTo>
                    <a:pt x="2569" y="690"/>
                  </a:lnTo>
                  <a:lnTo>
                    <a:pt x="1189" y="89"/>
                  </a:lnTo>
                  <a:lnTo>
                    <a:pt x="601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2" name="Google Shape;992;p60"/>
            <p:cNvSpPr/>
            <p:nvPr/>
          </p:nvSpPr>
          <p:spPr>
            <a:xfrm>
              <a:off x="307125" y="1656250"/>
              <a:ext cx="757925" cy="527550"/>
            </a:xfrm>
            <a:custGeom>
              <a:rect b="b" l="l" r="r" t="t"/>
              <a:pathLst>
                <a:path extrusionOk="0" h="21102" w="30317">
                  <a:moveTo>
                    <a:pt x="9177" y="1"/>
                  </a:moveTo>
                  <a:lnTo>
                    <a:pt x="8806" y="333"/>
                  </a:lnTo>
                  <a:lnTo>
                    <a:pt x="8193" y="589"/>
                  </a:lnTo>
                  <a:lnTo>
                    <a:pt x="7631" y="755"/>
                  </a:lnTo>
                  <a:lnTo>
                    <a:pt x="6762" y="755"/>
                  </a:lnTo>
                  <a:lnTo>
                    <a:pt x="6404" y="1279"/>
                  </a:lnTo>
                  <a:lnTo>
                    <a:pt x="5714" y="1471"/>
                  </a:lnTo>
                  <a:lnTo>
                    <a:pt x="5228" y="1599"/>
                  </a:lnTo>
                  <a:lnTo>
                    <a:pt x="5228" y="1458"/>
                  </a:lnTo>
                  <a:lnTo>
                    <a:pt x="5011" y="1509"/>
                  </a:lnTo>
                  <a:lnTo>
                    <a:pt x="4499" y="1905"/>
                  </a:lnTo>
                  <a:lnTo>
                    <a:pt x="4333" y="2110"/>
                  </a:lnTo>
                  <a:lnTo>
                    <a:pt x="4103" y="2186"/>
                  </a:lnTo>
                  <a:lnTo>
                    <a:pt x="4103" y="2416"/>
                  </a:lnTo>
                  <a:lnTo>
                    <a:pt x="3988" y="2749"/>
                  </a:lnTo>
                  <a:lnTo>
                    <a:pt x="3784" y="2979"/>
                  </a:lnTo>
                  <a:lnTo>
                    <a:pt x="3336" y="3158"/>
                  </a:lnTo>
                  <a:lnTo>
                    <a:pt x="2710" y="3273"/>
                  </a:lnTo>
                  <a:lnTo>
                    <a:pt x="1624" y="3273"/>
                  </a:lnTo>
                  <a:lnTo>
                    <a:pt x="1406" y="3695"/>
                  </a:lnTo>
                  <a:lnTo>
                    <a:pt x="1215" y="3950"/>
                  </a:lnTo>
                  <a:lnTo>
                    <a:pt x="1010" y="4116"/>
                  </a:lnTo>
                  <a:lnTo>
                    <a:pt x="1138" y="4167"/>
                  </a:lnTo>
                  <a:lnTo>
                    <a:pt x="1304" y="4206"/>
                  </a:lnTo>
                  <a:lnTo>
                    <a:pt x="1496" y="4180"/>
                  </a:lnTo>
                  <a:lnTo>
                    <a:pt x="1624" y="4180"/>
                  </a:lnTo>
                  <a:lnTo>
                    <a:pt x="1675" y="4193"/>
                  </a:lnTo>
                  <a:lnTo>
                    <a:pt x="1726" y="4206"/>
                  </a:lnTo>
                  <a:lnTo>
                    <a:pt x="1918" y="4308"/>
                  </a:lnTo>
                  <a:lnTo>
                    <a:pt x="2276" y="4487"/>
                  </a:lnTo>
                  <a:lnTo>
                    <a:pt x="2761" y="4717"/>
                  </a:lnTo>
                  <a:lnTo>
                    <a:pt x="3362" y="5420"/>
                  </a:lnTo>
                  <a:lnTo>
                    <a:pt x="3605" y="5854"/>
                  </a:lnTo>
                  <a:lnTo>
                    <a:pt x="4103" y="5995"/>
                  </a:lnTo>
                  <a:lnTo>
                    <a:pt x="4512" y="5995"/>
                  </a:lnTo>
                  <a:lnTo>
                    <a:pt x="4499" y="6238"/>
                  </a:lnTo>
                  <a:lnTo>
                    <a:pt x="4653" y="6404"/>
                  </a:lnTo>
                  <a:lnTo>
                    <a:pt x="4972" y="6353"/>
                  </a:lnTo>
                  <a:lnTo>
                    <a:pt x="4921" y="6148"/>
                  </a:lnTo>
                  <a:lnTo>
                    <a:pt x="4857" y="6008"/>
                  </a:lnTo>
                  <a:lnTo>
                    <a:pt x="4602" y="5969"/>
                  </a:lnTo>
                  <a:lnTo>
                    <a:pt x="5138" y="5957"/>
                  </a:lnTo>
                  <a:lnTo>
                    <a:pt x="5113" y="6251"/>
                  </a:lnTo>
                  <a:lnTo>
                    <a:pt x="5126" y="6455"/>
                  </a:lnTo>
                  <a:lnTo>
                    <a:pt x="5445" y="6519"/>
                  </a:lnTo>
                  <a:lnTo>
                    <a:pt x="5637" y="6417"/>
                  </a:lnTo>
                  <a:lnTo>
                    <a:pt x="5880" y="6404"/>
                  </a:lnTo>
                  <a:lnTo>
                    <a:pt x="6174" y="6557"/>
                  </a:lnTo>
                  <a:lnTo>
                    <a:pt x="6340" y="6724"/>
                  </a:lnTo>
                  <a:lnTo>
                    <a:pt x="6123" y="6851"/>
                  </a:lnTo>
                  <a:lnTo>
                    <a:pt x="5726" y="6685"/>
                  </a:lnTo>
                  <a:lnTo>
                    <a:pt x="5586" y="6557"/>
                  </a:lnTo>
                  <a:lnTo>
                    <a:pt x="5343" y="6660"/>
                  </a:lnTo>
                  <a:lnTo>
                    <a:pt x="5036" y="6660"/>
                  </a:lnTo>
                  <a:lnTo>
                    <a:pt x="5075" y="6787"/>
                  </a:lnTo>
                  <a:lnTo>
                    <a:pt x="5535" y="6826"/>
                  </a:lnTo>
                  <a:lnTo>
                    <a:pt x="5688" y="6966"/>
                  </a:lnTo>
                  <a:lnTo>
                    <a:pt x="5688" y="6966"/>
                  </a:lnTo>
                  <a:lnTo>
                    <a:pt x="5381" y="6941"/>
                  </a:lnTo>
                  <a:lnTo>
                    <a:pt x="5202" y="7069"/>
                  </a:lnTo>
                  <a:lnTo>
                    <a:pt x="5113" y="7248"/>
                  </a:lnTo>
                  <a:lnTo>
                    <a:pt x="3745" y="7184"/>
                  </a:lnTo>
                  <a:lnTo>
                    <a:pt x="3669" y="7120"/>
                  </a:lnTo>
                  <a:lnTo>
                    <a:pt x="3490" y="7081"/>
                  </a:lnTo>
                  <a:lnTo>
                    <a:pt x="3630" y="6902"/>
                  </a:lnTo>
                  <a:lnTo>
                    <a:pt x="3758" y="6634"/>
                  </a:lnTo>
                  <a:lnTo>
                    <a:pt x="3592" y="6455"/>
                  </a:lnTo>
                  <a:lnTo>
                    <a:pt x="3234" y="6468"/>
                  </a:lnTo>
                  <a:lnTo>
                    <a:pt x="2812" y="6557"/>
                  </a:lnTo>
                  <a:lnTo>
                    <a:pt x="2787" y="6736"/>
                  </a:lnTo>
                  <a:lnTo>
                    <a:pt x="2122" y="6800"/>
                  </a:lnTo>
                  <a:lnTo>
                    <a:pt x="1918" y="6966"/>
                  </a:lnTo>
                  <a:lnTo>
                    <a:pt x="1956" y="7043"/>
                  </a:lnTo>
                  <a:lnTo>
                    <a:pt x="2058" y="7158"/>
                  </a:lnTo>
                  <a:lnTo>
                    <a:pt x="1879" y="7158"/>
                  </a:lnTo>
                  <a:lnTo>
                    <a:pt x="1739" y="6979"/>
                  </a:lnTo>
                  <a:lnTo>
                    <a:pt x="1419" y="7120"/>
                  </a:lnTo>
                  <a:lnTo>
                    <a:pt x="1202" y="7273"/>
                  </a:lnTo>
                  <a:lnTo>
                    <a:pt x="1100" y="7414"/>
                  </a:lnTo>
                  <a:lnTo>
                    <a:pt x="780" y="7541"/>
                  </a:lnTo>
                  <a:lnTo>
                    <a:pt x="525" y="7631"/>
                  </a:lnTo>
                  <a:lnTo>
                    <a:pt x="346" y="7708"/>
                  </a:lnTo>
                  <a:lnTo>
                    <a:pt x="1" y="7720"/>
                  </a:lnTo>
                  <a:lnTo>
                    <a:pt x="141" y="7899"/>
                  </a:lnTo>
                  <a:lnTo>
                    <a:pt x="755" y="7989"/>
                  </a:lnTo>
                  <a:lnTo>
                    <a:pt x="1138" y="8193"/>
                  </a:lnTo>
                  <a:lnTo>
                    <a:pt x="1445" y="8244"/>
                  </a:lnTo>
                  <a:lnTo>
                    <a:pt x="1624" y="8257"/>
                  </a:lnTo>
                  <a:lnTo>
                    <a:pt x="1419" y="8436"/>
                  </a:lnTo>
                  <a:lnTo>
                    <a:pt x="1087" y="8500"/>
                  </a:lnTo>
                  <a:lnTo>
                    <a:pt x="1176" y="8653"/>
                  </a:lnTo>
                  <a:lnTo>
                    <a:pt x="1573" y="8679"/>
                  </a:lnTo>
                  <a:lnTo>
                    <a:pt x="1534" y="8781"/>
                  </a:lnTo>
                  <a:lnTo>
                    <a:pt x="1509" y="8858"/>
                  </a:lnTo>
                  <a:lnTo>
                    <a:pt x="1509" y="8922"/>
                  </a:lnTo>
                  <a:lnTo>
                    <a:pt x="1547" y="8973"/>
                  </a:lnTo>
                  <a:lnTo>
                    <a:pt x="1637" y="9037"/>
                  </a:lnTo>
                  <a:lnTo>
                    <a:pt x="1752" y="9139"/>
                  </a:lnTo>
                  <a:lnTo>
                    <a:pt x="2109" y="9203"/>
                  </a:lnTo>
                  <a:lnTo>
                    <a:pt x="2314" y="9241"/>
                  </a:lnTo>
                  <a:lnTo>
                    <a:pt x="2391" y="9305"/>
                  </a:lnTo>
                  <a:lnTo>
                    <a:pt x="2774" y="9280"/>
                  </a:lnTo>
                  <a:lnTo>
                    <a:pt x="2889" y="9139"/>
                  </a:lnTo>
                  <a:lnTo>
                    <a:pt x="3707" y="9139"/>
                  </a:lnTo>
                  <a:lnTo>
                    <a:pt x="3899" y="9216"/>
                  </a:lnTo>
                  <a:lnTo>
                    <a:pt x="4065" y="9267"/>
                  </a:lnTo>
                  <a:lnTo>
                    <a:pt x="3988" y="9088"/>
                  </a:lnTo>
                  <a:lnTo>
                    <a:pt x="4078" y="9050"/>
                  </a:lnTo>
                  <a:lnTo>
                    <a:pt x="4308" y="9229"/>
                  </a:lnTo>
                  <a:lnTo>
                    <a:pt x="4423" y="9459"/>
                  </a:lnTo>
                  <a:lnTo>
                    <a:pt x="4499" y="9331"/>
                  </a:lnTo>
                  <a:lnTo>
                    <a:pt x="4487" y="9229"/>
                  </a:lnTo>
                  <a:lnTo>
                    <a:pt x="4883" y="9050"/>
                  </a:lnTo>
                  <a:lnTo>
                    <a:pt x="5164" y="8820"/>
                  </a:lnTo>
                  <a:lnTo>
                    <a:pt x="5292" y="8871"/>
                  </a:lnTo>
                  <a:lnTo>
                    <a:pt x="5458" y="8858"/>
                  </a:lnTo>
                  <a:lnTo>
                    <a:pt x="5522" y="8666"/>
                  </a:lnTo>
                  <a:lnTo>
                    <a:pt x="5752" y="8845"/>
                  </a:lnTo>
                  <a:lnTo>
                    <a:pt x="5982" y="8973"/>
                  </a:lnTo>
                  <a:lnTo>
                    <a:pt x="5803" y="9190"/>
                  </a:lnTo>
                  <a:lnTo>
                    <a:pt x="5369" y="9241"/>
                  </a:lnTo>
                  <a:lnTo>
                    <a:pt x="5394" y="9382"/>
                  </a:lnTo>
                  <a:lnTo>
                    <a:pt x="5777" y="9433"/>
                  </a:lnTo>
                  <a:lnTo>
                    <a:pt x="5880" y="9599"/>
                  </a:lnTo>
                  <a:lnTo>
                    <a:pt x="5880" y="9765"/>
                  </a:lnTo>
                  <a:lnTo>
                    <a:pt x="5854" y="9880"/>
                  </a:lnTo>
                  <a:lnTo>
                    <a:pt x="5829" y="9957"/>
                  </a:lnTo>
                  <a:lnTo>
                    <a:pt x="5944" y="10098"/>
                  </a:lnTo>
                  <a:lnTo>
                    <a:pt x="5918" y="10264"/>
                  </a:lnTo>
                  <a:lnTo>
                    <a:pt x="5675" y="10430"/>
                  </a:lnTo>
                  <a:lnTo>
                    <a:pt x="5394" y="10583"/>
                  </a:lnTo>
                  <a:lnTo>
                    <a:pt x="5113" y="10532"/>
                  </a:lnTo>
                  <a:lnTo>
                    <a:pt x="4883" y="10340"/>
                  </a:lnTo>
                  <a:lnTo>
                    <a:pt x="4704" y="10264"/>
                  </a:lnTo>
                  <a:lnTo>
                    <a:pt x="4474" y="10328"/>
                  </a:lnTo>
                  <a:lnTo>
                    <a:pt x="4448" y="10443"/>
                  </a:lnTo>
                  <a:lnTo>
                    <a:pt x="4717" y="10494"/>
                  </a:lnTo>
                  <a:lnTo>
                    <a:pt x="4755" y="10583"/>
                  </a:lnTo>
                  <a:lnTo>
                    <a:pt x="4487" y="10801"/>
                  </a:lnTo>
                  <a:lnTo>
                    <a:pt x="4269" y="10979"/>
                  </a:lnTo>
                  <a:lnTo>
                    <a:pt x="4205" y="11069"/>
                  </a:lnTo>
                  <a:lnTo>
                    <a:pt x="3886" y="11056"/>
                  </a:lnTo>
                  <a:lnTo>
                    <a:pt x="3809" y="10852"/>
                  </a:lnTo>
                  <a:lnTo>
                    <a:pt x="3784" y="10762"/>
                  </a:lnTo>
                  <a:lnTo>
                    <a:pt x="3758" y="10698"/>
                  </a:lnTo>
                  <a:lnTo>
                    <a:pt x="3745" y="10685"/>
                  </a:lnTo>
                  <a:lnTo>
                    <a:pt x="3733" y="10673"/>
                  </a:lnTo>
                  <a:lnTo>
                    <a:pt x="3554" y="10711"/>
                  </a:lnTo>
                  <a:lnTo>
                    <a:pt x="3387" y="10737"/>
                  </a:lnTo>
                  <a:lnTo>
                    <a:pt x="3004" y="10801"/>
                  </a:lnTo>
                  <a:lnTo>
                    <a:pt x="2979" y="11043"/>
                  </a:lnTo>
                  <a:lnTo>
                    <a:pt x="2672" y="11069"/>
                  </a:lnTo>
                  <a:lnTo>
                    <a:pt x="2761" y="11644"/>
                  </a:lnTo>
                  <a:lnTo>
                    <a:pt x="2480" y="11746"/>
                  </a:lnTo>
                  <a:lnTo>
                    <a:pt x="2263" y="11938"/>
                  </a:lnTo>
                  <a:lnTo>
                    <a:pt x="2288" y="12040"/>
                  </a:lnTo>
                  <a:lnTo>
                    <a:pt x="2046" y="12181"/>
                  </a:lnTo>
                  <a:lnTo>
                    <a:pt x="2084" y="12398"/>
                  </a:lnTo>
                  <a:lnTo>
                    <a:pt x="2135" y="12539"/>
                  </a:lnTo>
                  <a:lnTo>
                    <a:pt x="1803" y="12564"/>
                  </a:lnTo>
                  <a:lnTo>
                    <a:pt x="1726" y="12756"/>
                  </a:lnTo>
                  <a:lnTo>
                    <a:pt x="1611" y="12884"/>
                  </a:lnTo>
                  <a:lnTo>
                    <a:pt x="1611" y="12973"/>
                  </a:lnTo>
                  <a:lnTo>
                    <a:pt x="1931" y="12973"/>
                  </a:lnTo>
                  <a:lnTo>
                    <a:pt x="1982" y="13178"/>
                  </a:lnTo>
                  <a:lnTo>
                    <a:pt x="2058" y="13254"/>
                  </a:lnTo>
                  <a:lnTo>
                    <a:pt x="2122" y="13433"/>
                  </a:lnTo>
                  <a:lnTo>
                    <a:pt x="2301" y="13357"/>
                  </a:lnTo>
                  <a:lnTo>
                    <a:pt x="2429" y="13318"/>
                  </a:lnTo>
                  <a:lnTo>
                    <a:pt x="2506" y="13612"/>
                  </a:lnTo>
                  <a:lnTo>
                    <a:pt x="2646" y="13625"/>
                  </a:lnTo>
                  <a:lnTo>
                    <a:pt x="2863" y="13676"/>
                  </a:lnTo>
                  <a:lnTo>
                    <a:pt x="2633" y="13702"/>
                  </a:lnTo>
                  <a:lnTo>
                    <a:pt x="2608" y="13842"/>
                  </a:lnTo>
                  <a:lnTo>
                    <a:pt x="2570" y="13906"/>
                  </a:lnTo>
                  <a:lnTo>
                    <a:pt x="2416" y="13970"/>
                  </a:lnTo>
                  <a:lnTo>
                    <a:pt x="2429" y="14047"/>
                  </a:lnTo>
                  <a:lnTo>
                    <a:pt x="2429" y="14098"/>
                  </a:lnTo>
                  <a:lnTo>
                    <a:pt x="2442" y="14111"/>
                  </a:lnTo>
                  <a:lnTo>
                    <a:pt x="2455" y="14123"/>
                  </a:lnTo>
                  <a:lnTo>
                    <a:pt x="2710" y="14098"/>
                  </a:lnTo>
                  <a:lnTo>
                    <a:pt x="2774" y="14315"/>
                  </a:lnTo>
                  <a:lnTo>
                    <a:pt x="3030" y="14443"/>
                  </a:lnTo>
                  <a:lnTo>
                    <a:pt x="3247" y="14737"/>
                  </a:lnTo>
                  <a:lnTo>
                    <a:pt x="3298" y="14941"/>
                  </a:lnTo>
                  <a:lnTo>
                    <a:pt x="3988" y="14941"/>
                  </a:lnTo>
                  <a:lnTo>
                    <a:pt x="4448" y="14775"/>
                  </a:lnTo>
                  <a:lnTo>
                    <a:pt x="4614" y="14750"/>
                  </a:lnTo>
                  <a:lnTo>
                    <a:pt x="4627" y="14379"/>
                  </a:lnTo>
                  <a:lnTo>
                    <a:pt x="4806" y="14008"/>
                  </a:lnTo>
                  <a:lnTo>
                    <a:pt x="4806" y="14008"/>
                  </a:lnTo>
                  <a:lnTo>
                    <a:pt x="4729" y="14417"/>
                  </a:lnTo>
                  <a:lnTo>
                    <a:pt x="4742" y="14724"/>
                  </a:lnTo>
                  <a:lnTo>
                    <a:pt x="5023" y="14890"/>
                  </a:lnTo>
                  <a:lnTo>
                    <a:pt x="5075" y="15261"/>
                  </a:lnTo>
                  <a:lnTo>
                    <a:pt x="4870" y="15568"/>
                  </a:lnTo>
                  <a:lnTo>
                    <a:pt x="4908" y="15772"/>
                  </a:lnTo>
                  <a:lnTo>
                    <a:pt x="5100" y="15887"/>
                  </a:lnTo>
                  <a:lnTo>
                    <a:pt x="5049" y="16168"/>
                  </a:lnTo>
                  <a:lnTo>
                    <a:pt x="4883" y="16309"/>
                  </a:lnTo>
                  <a:lnTo>
                    <a:pt x="5381" y="16360"/>
                  </a:lnTo>
                  <a:lnTo>
                    <a:pt x="5688" y="16194"/>
                  </a:lnTo>
                  <a:lnTo>
                    <a:pt x="5956" y="16130"/>
                  </a:lnTo>
                  <a:lnTo>
                    <a:pt x="5867" y="16219"/>
                  </a:lnTo>
                  <a:lnTo>
                    <a:pt x="5701" y="16411"/>
                  </a:lnTo>
                  <a:lnTo>
                    <a:pt x="5867" y="16450"/>
                  </a:lnTo>
                  <a:lnTo>
                    <a:pt x="6020" y="16360"/>
                  </a:lnTo>
                  <a:lnTo>
                    <a:pt x="5918" y="16219"/>
                  </a:lnTo>
                  <a:lnTo>
                    <a:pt x="6059" y="15977"/>
                  </a:lnTo>
                  <a:lnTo>
                    <a:pt x="6212" y="15913"/>
                  </a:lnTo>
                  <a:lnTo>
                    <a:pt x="6353" y="15989"/>
                  </a:lnTo>
                  <a:lnTo>
                    <a:pt x="6519" y="16092"/>
                  </a:lnTo>
                  <a:lnTo>
                    <a:pt x="6608" y="16207"/>
                  </a:lnTo>
                  <a:lnTo>
                    <a:pt x="6774" y="16066"/>
                  </a:lnTo>
                  <a:lnTo>
                    <a:pt x="6992" y="16104"/>
                  </a:lnTo>
                  <a:lnTo>
                    <a:pt x="7324" y="16552"/>
                  </a:lnTo>
                  <a:lnTo>
                    <a:pt x="7541" y="16552"/>
                  </a:lnTo>
                  <a:lnTo>
                    <a:pt x="7490" y="16322"/>
                  </a:lnTo>
                  <a:lnTo>
                    <a:pt x="7503" y="16207"/>
                  </a:lnTo>
                  <a:lnTo>
                    <a:pt x="7516" y="16130"/>
                  </a:lnTo>
                  <a:lnTo>
                    <a:pt x="7528" y="16092"/>
                  </a:lnTo>
                  <a:lnTo>
                    <a:pt x="7695" y="16041"/>
                  </a:lnTo>
                  <a:lnTo>
                    <a:pt x="7797" y="16232"/>
                  </a:lnTo>
                  <a:lnTo>
                    <a:pt x="7835" y="16373"/>
                  </a:lnTo>
                  <a:lnTo>
                    <a:pt x="8155" y="16386"/>
                  </a:lnTo>
                  <a:lnTo>
                    <a:pt x="8436" y="16258"/>
                  </a:lnTo>
                  <a:lnTo>
                    <a:pt x="8870" y="16028"/>
                  </a:lnTo>
                  <a:lnTo>
                    <a:pt x="8960" y="15977"/>
                  </a:lnTo>
                  <a:lnTo>
                    <a:pt x="8628" y="16386"/>
                  </a:lnTo>
                  <a:lnTo>
                    <a:pt x="8449" y="16654"/>
                  </a:lnTo>
                  <a:lnTo>
                    <a:pt x="8538" y="16743"/>
                  </a:lnTo>
                  <a:lnTo>
                    <a:pt x="8410" y="16884"/>
                  </a:lnTo>
                  <a:lnTo>
                    <a:pt x="8436" y="17140"/>
                  </a:lnTo>
                  <a:lnTo>
                    <a:pt x="8423" y="17395"/>
                  </a:lnTo>
                  <a:lnTo>
                    <a:pt x="8282" y="17561"/>
                  </a:lnTo>
                  <a:lnTo>
                    <a:pt x="7720" y="17996"/>
                  </a:lnTo>
                  <a:lnTo>
                    <a:pt x="7643" y="18175"/>
                  </a:lnTo>
                  <a:lnTo>
                    <a:pt x="7618" y="18367"/>
                  </a:lnTo>
                  <a:lnTo>
                    <a:pt x="7490" y="18341"/>
                  </a:lnTo>
                  <a:lnTo>
                    <a:pt x="7094" y="18482"/>
                  </a:lnTo>
                  <a:lnTo>
                    <a:pt x="6992" y="18635"/>
                  </a:lnTo>
                  <a:lnTo>
                    <a:pt x="6608" y="18686"/>
                  </a:lnTo>
                  <a:lnTo>
                    <a:pt x="6289" y="19018"/>
                  </a:lnTo>
                  <a:lnTo>
                    <a:pt x="6174" y="19261"/>
                  </a:lnTo>
                  <a:lnTo>
                    <a:pt x="6289" y="19453"/>
                  </a:lnTo>
                  <a:lnTo>
                    <a:pt x="6161" y="19479"/>
                  </a:lnTo>
                  <a:lnTo>
                    <a:pt x="6148" y="19466"/>
                  </a:lnTo>
                  <a:lnTo>
                    <a:pt x="6123" y="19453"/>
                  </a:lnTo>
                  <a:lnTo>
                    <a:pt x="6110" y="19453"/>
                  </a:lnTo>
                  <a:lnTo>
                    <a:pt x="5969" y="19517"/>
                  </a:lnTo>
                  <a:lnTo>
                    <a:pt x="5854" y="19248"/>
                  </a:lnTo>
                  <a:lnTo>
                    <a:pt x="5177" y="19364"/>
                  </a:lnTo>
                  <a:lnTo>
                    <a:pt x="4806" y="19696"/>
                  </a:lnTo>
                  <a:lnTo>
                    <a:pt x="4576" y="19849"/>
                  </a:lnTo>
                  <a:lnTo>
                    <a:pt x="4499" y="20003"/>
                  </a:lnTo>
                  <a:lnTo>
                    <a:pt x="4154" y="20412"/>
                  </a:lnTo>
                  <a:lnTo>
                    <a:pt x="3860" y="20412"/>
                  </a:lnTo>
                  <a:lnTo>
                    <a:pt x="3400" y="20373"/>
                  </a:lnTo>
                  <a:lnTo>
                    <a:pt x="3298" y="20412"/>
                  </a:lnTo>
                  <a:lnTo>
                    <a:pt x="3234" y="20450"/>
                  </a:lnTo>
                  <a:lnTo>
                    <a:pt x="3196" y="20475"/>
                  </a:lnTo>
                  <a:lnTo>
                    <a:pt x="3157" y="20514"/>
                  </a:lnTo>
                  <a:lnTo>
                    <a:pt x="3068" y="20578"/>
                  </a:lnTo>
                  <a:lnTo>
                    <a:pt x="2915" y="20680"/>
                  </a:lnTo>
                  <a:lnTo>
                    <a:pt x="2863" y="20782"/>
                  </a:lnTo>
                  <a:lnTo>
                    <a:pt x="2825" y="20884"/>
                  </a:lnTo>
                  <a:lnTo>
                    <a:pt x="2723" y="20910"/>
                  </a:lnTo>
                  <a:lnTo>
                    <a:pt x="2748" y="20961"/>
                  </a:lnTo>
                  <a:lnTo>
                    <a:pt x="2761" y="20999"/>
                  </a:lnTo>
                  <a:lnTo>
                    <a:pt x="2774" y="21025"/>
                  </a:lnTo>
                  <a:lnTo>
                    <a:pt x="2838" y="21051"/>
                  </a:lnTo>
                  <a:lnTo>
                    <a:pt x="2953" y="21076"/>
                  </a:lnTo>
                  <a:lnTo>
                    <a:pt x="3055" y="21102"/>
                  </a:lnTo>
                  <a:lnTo>
                    <a:pt x="3119" y="21102"/>
                  </a:lnTo>
                  <a:lnTo>
                    <a:pt x="3477" y="20795"/>
                  </a:lnTo>
                  <a:lnTo>
                    <a:pt x="3694" y="20833"/>
                  </a:lnTo>
                  <a:lnTo>
                    <a:pt x="3848" y="20846"/>
                  </a:lnTo>
                  <a:lnTo>
                    <a:pt x="3937" y="20846"/>
                  </a:lnTo>
                  <a:lnTo>
                    <a:pt x="3975" y="20795"/>
                  </a:lnTo>
                  <a:lnTo>
                    <a:pt x="4039" y="20680"/>
                  </a:lnTo>
                  <a:lnTo>
                    <a:pt x="4129" y="20527"/>
                  </a:lnTo>
                  <a:lnTo>
                    <a:pt x="4436" y="20373"/>
                  </a:lnTo>
                  <a:lnTo>
                    <a:pt x="4563" y="20360"/>
                  </a:lnTo>
                  <a:lnTo>
                    <a:pt x="4678" y="20348"/>
                  </a:lnTo>
                  <a:lnTo>
                    <a:pt x="4781" y="20335"/>
                  </a:lnTo>
                  <a:lnTo>
                    <a:pt x="4870" y="20335"/>
                  </a:lnTo>
                  <a:lnTo>
                    <a:pt x="4972" y="20309"/>
                  </a:lnTo>
                  <a:lnTo>
                    <a:pt x="5100" y="20271"/>
                  </a:lnTo>
                  <a:lnTo>
                    <a:pt x="5330" y="19888"/>
                  </a:lnTo>
                  <a:lnTo>
                    <a:pt x="5496" y="19657"/>
                  </a:lnTo>
                  <a:lnTo>
                    <a:pt x="5752" y="19760"/>
                  </a:lnTo>
                  <a:lnTo>
                    <a:pt x="5905" y="20130"/>
                  </a:lnTo>
                  <a:lnTo>
                    <a:pt x="5829" y="20245"/>
                  </a:lnTo>
                  <a:lnTo>
                    <a:pt x="6148" y="20348"/>
                  </a:lnTo>
                  <a:lnTo>
                    <a:pt x="6225" y="20271"/>
                  </a:lnTo>
                  <a:lnTo>
                    <a:pt x="6276" y="20220"/>
                  </a:lnTo>
                  <a:lnTo>
                    <a:pt x="6301" y="20181"/>
                  </a:lnTo>
                  <a:lnTo>
                    <a:pt x="6276" y="20143"/>
                  </a:lnTo>
                  <a:lnTo>
                    <a:pt x="6225" y="20092"/>
                  </a:lnTo>
                  <a:lnTo>
                    <a:pt x="6148" y="20028"/>
                  </a:lnTo>
                  <a:lnTo>
                    <a:pt x="5995" y="20028"/>
                  </a:lnTo>
                  <a:lnTo>
                    <a:pt x="6186" y="19926"/>
                  </a:lnTo>
                  <a:lnTo>
                    <a:pt x="6340" y="19747"/>
                  </a:lnTo>
                  <a:lnTo>
                    <a:pt x="6608" y="19542"/>
                  </a:lnTo>
                  <a:lnTo>
                    <a:pt x="6953" y="19517"/>
                  </a:lnTo>
                  <a:lnTo>
                    <a:pt x="7196" y="19376"/>
                  </a:lnTo>
                  <a:lnTo>
                    <a:pt x="7682" y="19351"/>
                  </a:lnTo>
                  <a:lnTo>
                    <a:pt x="7886" y="19159"/>
                  </a:lnTo>
                  <a:lnTo>
                    <a:pt x="7810" y="19006"/>
                  </a:lnTo>
                  <a:lnTo>
                    <a:pt x="8180" y="18801"/>
                  </a:lnTo>
                  <a:lnTo>
                    <a:pt x="8487" y="18558"/>
                  </a:lnTo>
                  <a:lnTo>
                    <a:pt x="8819" y="18482"/>
                  </a:lnTo>
                  <a:lnTo>
                    <a:pt x="8998" y="18354"/>
                  </a:lnTo>
                  <a:lnTo>
                    <a:pt x="9177" y="18111"/>
                  </a:lnTo>
                  <a:lnTo>
                    <a:pt x="9407" y="18034"/>
                  </a:lnTo>
                  <a:lnTo>
                    <a:pt x="9497" y="17804"/>
                  </a:lnTo>
                  <a:lnTo>
                    <a:pt x="10059" y="17561"/>
                  </a:lnTo>
                  <a:lnTo>
                    <a:pt x="10340" y="17280"/>
                  </a:lnTo>
                  <a:lnTo>
                    <a:pt x="10711" y="16999"/>
                  </a:lnTo>
                  <a:lnTo>
                    <a:pt x="11350" y="16922"/>
                  </a:lnTo>
                  <a:lnTo>
                    <a:pt x="11299" y="16590"/>
                  </a:lnTo>
                  <a:lnTo>
                    <a:pt x="11861" y="16181"/>
                  </a:lnTo>
                  <a:lnTo>
                    <a:pt x="11618" y="15862"/>
                  </a:lnTo>
                  <a:lnTo>
                    <a:pt x="11427" y="15772"/>
                  </a:lnTo>
                  <a:lnTo>
                    <a:pt x="11708" y="15350"/>
                  </a:lnTo>
                  <a:lnTo>
                    <a:pt x="11810" y="15478"/>
                  </a:lnTo>
                  <a:lnTo>
                    <a:pt x="12181" y="14941"/>
                  </a:lnTo>
                  <a:lnTo>
                    <a:pt x="12462" y="14724"/>
                  </a:lnTo>
                  <a:lnTo>
                    <a:pt x="12487" y="14520"/>
                  </a:lnTo>
                  <a:lnTo>
                    <a:pt x="12602" y="14417"/>
                  </a:lnTo>
                  <a:lnTo>
                    <a:pt x="13037" y="13817"/>
                  </a:lnTo>
                  <a:lnTo>
                    <a:pt x="13586" y="13433"/>
                  </a:lnTo>
                  <a:lnTo>
                    <a:pt x="14225" y="13344"/>
                  </a:lnTo>
                  <a:lnTo>
                    <a:pt x="13842" y="13599"/>
                  </a:lnTo>
                  <a:lnTo>
                    <a:pt x="13356" y="13996"/>
                  </a:lnTo>
                  <a:lnTo>
                    <a:pt x="13446" y="14123"/>
                  </a:lnTo>
                  <a:lnTo>
                    <a:pt x="13293" y="14571"/>
                  </a:lnTo>
                  <a:lnTo>
                    <a:pt x="13050" y="14839"/>
                  </a:lnTo>
                  <a:lnTo>
                    <a:pt x="13101" y="15248"/>
                  </a:lnTo>
                  <a:lnTo>
                    <a:pt x="13203" y="15248"/>
                  </a:lnTo>
                  <a:lnTo>
                    <a:pt x="12960" y="15453"/>
                  </a:lnTo>
                  <a:lnTo>
                    <a:pt x="12896" y="15721"/>
                  </a:lnTo>
                  <a:lnTo>
                    <a:pt x="13382" y="15683"/>
                  </a:lnTo>
                  <a:lnTo>
                    <a:pt x="14008" y="15478"/>
                  </a:lnTo>
                  <a:lnTo>
                    <a:pt x="14110" y="15350"/>
                  </a:lnTo>
                  <a:lnTo>
                    <a:pt x="14123" y="15478"/>
                  </a:lnTo>
                  <a:lnTo>
                    <a:pt x="14379" y="15312"/>
                  </a:lnTo>
                  <a:lnTo>
                    <a:pt x="14698" y="14839"/>
                  </a:lnTo>
                  <a:lnTo>
                    <a:pt x="15120" y="14801"/>
                  </a:lnTo>
                  <a:lnTo>
                    <a:pt x="15286" y="14865"/>
                  </a:lnTo>
                  <a:lnTo>
                    <a:pt x="15772" y="14686"/>
                  </a:lnTo>
                  <a:lnTo>
                    <a:pt x="15900" y="14750"/>
                  </a:lnTo>
                  <a:lnTo>
                    <a:pt x="16079" y="14865"/>
                  </a:lnTo>
                  <a:lnTo>
                    <a:pt x="16155" y="15018"/>
                  </a:lnTo>
                  <a:lnTo>
                    <a:pt x="16322" y="15044"/>
                  </a:lnTo>
                  <a:lnTo>
                    <a:pt x="16846" y="14520"/>
                  </a:lnTo>
                  <a:lnTo>
                    <a:pt x="16846" y="14443"/>
                  </a:lnTo>
                  <a:lnTo>
                    <a:pt x="16833" y="14392"/>
                  </a:lnTo>
                  <a:lnTo>
                    <a:pt x="16820" y="14379"/>
                  </a:lnTo>
                  <a:lnTo>
                    <a:pt x="16807" y="14379"/>
                  </a:lnTo>
                  <a:lnTo>
                    <a:pt x="16731" y="14417"/>
                  </a:lnTo>
                  <a:lnTo>
                    <a:pt x="16564" y="14520"/>
                  </a:lnTo>
                  <a:lnTo>
                    <a:pt x="16347" y="14673"/>
                  </a:lnTo>
                  <a:lnTo>
                    <a:pt x="16232" y="14724"/>
                  </a:lnTo>
                  <a:lnTo>
                    <a:pt x="15823" y="14456"/>
                  </a:lnTo>
                  <a:lnTo>
                    <a:pt x="16181" y="14520"/>
                  </a:lnTo>
                  <a:lnTo>
                    <a:pt x="16296" y="14341"/>
                  </a:lnTo>
                  <a:lnTo>
                    <a:pt x="16015" y="14277"/>
                  </a:lnTo>
                  <a:lnTo>
                    <a:pt x="16104" y="14072"/>
                  </a:lnTo>
                  <a:lnTo>
                    <a:pt x="15708" y="14111"/>
                  </a:lnTo>
                  <a:lnTo>
                    <a:pt x="15874" y="13996"/>
                  </a:lnTo>
                  <a:lnTo>
                    <a:pt x="15644" y="13881"/>
                  </a:lnTo>
                  <a:lnTo>
                    <a:pt x="15810" y="13766"/>
                  </a:lnTo>
                  <a:lnTo>
                    <a:pt x="15989" y="13842"/>
                  </a:lnTo>
                  <a:lnTo>
                    <a:pt x="16181" y="13714"/>
                  </a:lnTo>
                  <a:lnTo>
                    <a:pt x="16642" y="13677"/>
                  </a:lnTo>
                  <a:lnTo>
                    <a:pt x="16642" y="13677"/>
                  </a:lnTo>
                  <a:lnTo>
                    <a:pt x="16654" y="13702"/>
                  </a:lnTo>
                  <a:lnTo>
                    <a:pt x="16679" y="13714"/>
                  </a:lnTo>
                  <a:lnTo>
                    <a:pt x="16756" y="13714"/>
                  </a:lnTo>
                  <a:lnTo>
                    <a:pt x="17216" y="13689"/>
                  </a:lnTo>
                  <a:lnTo>
                    <a:pt x="17178" y="13817"/>
                  </a:lnTo>
                  <a:lnTo>
                    <a:pt x="17561" y="13957"/>
                  </a:lnTo>
                  <a:lnTo>
                    <a:pt x="17536" y="14072"/>
                  </a:lnTo>
                  <a:lnTo>
                    <a:pt x="17152" y="14213"/>
                  </a:lnTo>
                  <a:lnTo>
                    <a:pt x="17255" y="14443"/>
                  </a:lnTo>
                  <a:lnTo>
                    <a:pt x="17651" y="14315"/>
                  </a:lnTo>
                  <a:lnTo>
                    <a:pt x="17842" y="14175"/>
                  </a:lnTo>
                  <a:lnTo>
                    <a:pt x="18098" y="14341"/>
                  </a:lnTo>
                  <a:lnTo>
                    <a:pt x="18136" y="14379"/>
                  </a:lnTo>
                  <a:lnTo>
                    <a:pt x="18175" y="14405"/>
                  </a:lnTo>
                  <a:lnTo>
                    <a:pt x="18200" y="14417"/>
                  </a:lnTo>
                  <a:lnTo>
                    <a:pt x="18251" y="14379"/>
                  </a:lnTo>
                  <a:lnTo>
                    <a:pt x="18341" y="14290"/>
                  </a:lnTo>
                  <a:lnTo>
                    <a:pt x="18469" y="14175"/>
                  </a:lnTo>
                  <a:lnTo>
                    <a:pt x="18469" y="14469"/>
                  </a:lnTo>
                  <a:lnTo>
                    <a:pt x="18967" y="14609"/>
                  </a:lnTo>
                  <a:lnTo>
                    <a:pt x="19159" y="14775"/>
                  </a:lnTo>
                  <a:lnTo>
                    <a:pt x="19389" y="14750"/>
                  </a:lnTo>
                  <a:lnTo>
                    <a:pt x="20501" y="14673"/>
                  </a:lnTo>
                  <a:lnTo>
                    <a:pt x="21012" y="14750"/>
                  </a:lnTo>
                  <a:lnTo>
                    <a:pt x="21357" y="14737"/>
                  </a:lnTo>
                  <a:lnTo>
                    <a:pt x="21344" y="14993"/>
                  </a:lnTo>
                  <a:lnTo>
                    <a:pt x="21804" y="15056"/>
                  </a:lnTo>
                  <a:lnTo>
                    <a:pt x="22009" y="15146"/>
                  </a:lnTo>
                  <a:lnTo>
                    <a:pt x="22533" y="14941"/>
                  </a:lnTo>
                  <a:lnTo>
                    <a:pt x="22392" y="15184"/>
                  </a:lnTo>
                  <a:lnTo>
                    <a:pt x="23645" y="15938"/>
                  </a:lnTo>
                  <a:lnTo>
                    <a:pt x="24348" y="16475"/>
                  </a:lnTo>
                  <a:lnTo>
                    <a:pt x="24795" y="16846"/>
                  </a:lnTo>
                  <a:lnTo>
                    <a:pt x="25038" y="16718"/>
                  </a:lnTo>
                  <a:lnTo>
                    <a:pt x="25063" y="16782"/>
                  </a:lnTo>
                  <a:lnTo>
                    <a:pt x="25089" y="16833"/>
                  </a:lnTo>
                  <a:lnTo>
                    <a:pt x="25089" y="16859"/>
                  </a:lnTo>
                  <a:lnTo>
                    <a:pt x="24974" y="16999"/>
                  </a:lnTo>
                  <a:lnTo>
                    <a:pt x="25102" y="17191"/>
                  </a:lnTo>
                  <a:lnTo>
                    <a:pt x="25792" y="17868"/>
                  </a:lnTo>
                  <a:lnTo>
                    <a:pt x="25639" y="18200"/>
                  </a:lnTo>
                  <a:lnTo>
                    <a:pt x="25830" y="18264"/>
                  </a:lnTo>
                  <a:lnTo>
                    <a:pt x="25894" y="18047"/>
                  </a:lnTo>
                  <a:lnTo>
                    <a:pt x="26163" y="18124"/>
                  </a:lnTo>
                  <a:lnTo>
                    <a:pt x="26137" y="18558"/>
                  </a:lnTo>
                  <a:lnTo>
                    <a:pt x="26763" y="19082"/>
                  </a:lnTo>
                  <a:lnTo>
                    <a:pt x="26469" y="17676"/>
                  </a:lnTo>
                  <a:lnTo>
                    <a:pt x="26175" y="16922"/>
                  </a:lnTo>
                  <a:lnTo>
                    <a:pt x="26354" y="17101"/>
                  </a:lnTo>
                  <a:lnTo>
                    <a:pt x="26214" y="16194"/>
                  </a:lnTo>
                  <a:lnTo>
                    <a:pt x="26290" y="16194"/>
                  </a:lnTo>
                  <a:lnTo>
                    <a:pt x="26418" y="16807"/>
                  </a:lnTo>
                  <a:lnTo>
                    <a:pt x="26469" y="17344"/>
                  </a:lnTo>
                  <a:lnTo>
                    <a:pt x="26648" y="18111"/>
                  </a:lnTo>
                  <a:lnTo>
                    <a:pt x="27147" y="17817"/>
                  </a:lnTo>
                  <a:lnTo>
                    <a:pt x="27185" y="17127"/>
                  </a:lnTo>
                  <a:lnTo>
                    <a:pt x="27287" y="17344"/>
                  </a:lnTo>
                  <a:lnTo>
                    <a:pt x="27415" y="17881"/>
                  </a:lnTo>
                  <a:lnTo>
                    <a:pt x="27926" y="18085"/>
                  </a:lnTo>
                  <a:lnTo>
                    <a:pt x="27492" y="18034"/>
                  </a:lnTo>
                  <a:lnTo>
                    <a:pt x="27121" y="18098"/>
                  </a:lnTo>
                  <a:lnTo>
                    <a:pt x="26827" y="18277"/>
                  </a:lnTo>
                  <a:lnTo>
                    <a:pt x="26789" y="18456"/>
                  </a:lnTo>
                  <a:lnTo>
                    <a:pt x="26866" y="18648"/>
                  </a:lnTo>
                  <a:lnTo>
                    <a:pt x="27275" y="18558"/>
                  </a:lnTo>
                  <a:lnTo>
                    <a:pt x="27415" y="18814"/>
                  </a:lnTo>
                  <a:lnTo>
                    <a:pt x="28003" y="18776"/>
                  </a:lnTo>
                  <a:lnTo>
                    <a:pt x="27952" y="18558"/>
                  </a:lnTo>
                  <a:lnTo>
                    <a:pt x="27901" y="18405"/>
                  </a:lnTo>
                  <a:lnTo>
                    <a:pt x="28041" y="18597"/>
                  </a:lnTo>
                  <a:lnTo>
                    <a:pt x="28041" y="18903"/>
                  </a:lnTo>
                  <a:lnTo>
                    <a:pt x="27888" y="18967"/>
                  </a:lnTo>
                  <a:lnTo>
                    <a:pt x="27428" y="18967"/>
                  </a:lnTo>
                  <a:lnTo>
                    <a:pt x="27351" y="19491"/>
                  </a:lnTo>
                  <a:lnTo>
                    <a:pt x="27709" y="19747"/>
                  </a:lnTo>
                  <a:lnTo>
                    <a:pt x="27799" y="20130"/>
                  </a:lnTo>
                  <a:lnTo>
                    <a:pt x="27530" y="19900"/>
                  </a:lnTo>
                  <a:lnTo>
                    <a:pt x="27351" y="19900"/>
                  </a:lnTo>
                  <a:lnTo>
                    <a:pt x="27466" y="20233"/>
                  </a:lnTo>
                  <a:lnTo>
                    <a:pt x="28105" y="20731"/>
                  </a:lnTo>
                  <a:lnTo>
                    <a:pt x="28259" y="20642"/>
                  </a:lnTo>
                  <a:lnTo>
                    <a:pt x="28118" y="20360"/>
                  </a:lnTo>
                  <a:lnTo>
                    <a:pt x="28527" y="20642"/>
                  </a:lnTo>
                  <a:lnTo>
                    <a:pt x="28757" y="20412"/>
                  </a:lnTo>
                  <a:lnTo>
                    <a:pt x="28565" y="20003"/>
                  </a:lnTo>
                  <a:lnTo>
                    <a:pt x="28220" y="19517"/>
                  </a:lnTo>
                  <a:lnTo>
                    <a:pt x="27837" y="19070"/>
                  </a:lnTo>
                  <a:lnTo>
                    <a:pt x="28156" y="19044"/>
                  </a:lnTo>
                  <a:lnTo>
                    <a:pt x="28233" y="19261"/>
                  </a:lnTo>
                  <a:lnTo>
                    <a:pt x="28374" y="19364"/>
                  </a:lnTo>
                  <a:lnTo>
                    <a:pt x="28642" y="19236"/>
                  </a:lnTo>
                  <a:lnTo>
                    <a:pt x="28501" y="19530"/>
                  </a:lnTo>
                  <a:lnTo>
                    <a:pt x="28680" y="19785"/>
                  </a:lnTo>
                  <a:lnTo>
                    <a:pt x="28821" y="19517"/>
                  </a:lnTo>
                  <a:lnTo>
                    <a:pt x="28821" y="19517"/>
                  </a:lnTo>
                  <a:lnTo>
                    <a:pt x="28795" y="20003"/>
                  </a:lnTo>
                  <a:lnTo>
                    <a:pt x="28987" y="20335"/>
                  </a:lnTo>
                  <a:lnTo>
                    <a:pt x="29217" y="19977"/>
                  </a:lnTo>
                  <a:lnTo>
                    <a:pt x="29217" y="19977"/>
                  </a:lnTo>
                  <a:lnTo>
                    <a:pt x="29115" y="20488"/>
                  </a:lnTo>
                  <a:lnTo>
                    <a:pt x="29268" y="20501"/>
                  </a:lnTo>
                  <a:lnTo>
                    <a:pt x="29473" y="19696"/>
                  </a:lnTo>
                  <a:lnTo>
                    <a:pt x="29422" y="20488"/>
                  </a:lnTo>
                  <a:lnTo>
                    <a:pt x="29511" y="20590"/>
                  </a:lnTo>
                  <a:lnTo>
                    <a:pt x="29818" y="20552"/>
                  </a:lnTo>
                  <a:lnTo>
                    <a:pt x="30316" y="19990"/>
                  </a:lnTo>
                  <a:lnTo>
                    <a:pt x="30048" y="19760"/>
                  </a:lnTo>
                  <a:lnTo>
                    <a:pt x="30150" y="19261"/>
                  </a:lnTo>
                  <a:lnTo>
                    <a:pt x="28847" y="18648"/>
                  </a:lnTo>
                  <a:lnTo>
                    <a:pt x="28847" y="18635"/>
                  </a:lnTo>
                  <a:lnTo>
                    <a:pt x="27364" y="16194"/>
                  </a:lnTo>
                  <a:lnTo>
                    <a:pt x="26290" y="15721"/>
                  </a:lnTo>
                  <a:lnTo>
                    <a:pt x="26393" y="15440"/>
                  </a:lnTo>
                  <a:lnTo>
                    <a:pt x="25971" y="15044"/>
                  </a:lnTo>
                  <a:lnTo>
                    <a:pt x="25268" y="15402"/>
                  </a:lnTo>
                  <a:lnTo>
                    <a:pt x="25268" y="15849"/>
                  </a:lnTo>
                  <a:lnTo>
                    <a:pt x="24833" y="15811"/>
                  </a:lnTo>
                  <a:lnTo>
                    <a:pt x="24284" y="16117"/>
                  </a:lnTo>
                  <a:lnTo>
                    <a:pt x="24143" y="15695"/>
                  </a:lnTo>
                  <a:lnTo>
                    <a:pt x="23837" y="15299"/>
                  </a:lnTo>
                  <a:lnTo>
                    <a:pt x="22916" y="14571"/>
                  </a:lnTo>
                  <a:lnTo>
                    <a:pt x="23070" y="14405"/>
                  </a:lnTo>
                  <a:lnTo>
                    <a:pt x="22942" y="14277"/>
                  </a:lnTo>
                  <a:lnTo>
                    <a:pt x="22328" y="14456"/>
                  </a:lnTo>
                  <a:lnTo>
                    <a:pt x="21523" y="14456"/>
                  </a:lnTo>
                  <a:lnTo>
                    <a:pt x="21523" y="2404"/>
                  </a:lnTo>
                  <a:lnTo>
                    <a:pt x="21178" y="2416"/>
                  </a:lnTo>
                  <a:lnTo>
                    <a:pt x="21076" y="2225"/>
                  </a:lnTo>
                  <a:lnTo>
                    <a:pt x="20693" y="2186"/>
                  </a:lnTo>
                  <a:lnTo>
                    <a:pt x="20220" y="1739"/>
                  </a:lnTo>
                  <a:lnTo>
                    <a:pt x="18724" y="1714"/>
                  </a:lnTo>
                  <a:lnTo>
                    <a:pt x="18558" y="1880"/>
                  </a:lnTo>
                  <a:lnTo>
                    <a:pt x="17791" y="1624"/>
                  </a:lnTo>
                  <a:lnTo>
                    <a:pt x="16961" y="1624"/>
                  </a:lnTo>
                  <a:lnTo>
                    <a:pt x="16424" y="1611"/>
                  </a:lnTo>
                  <a:lnTo>
                    <a:pt x="15900" y="1381"/>
                  </a:lnTo>
                  <a:lnTo>
                    <a:pt x="15465" y="1100"/>
                  </a:lnTo>
                  <a:lnTo>
                    <a:pt x="14903" y="1062"/>
                  </a:lnTo>
                  <a:lnTo>
                    <a:pt x="14507" y="1062"/>
                  </a:lnTo>
                  <a:lnTo>
                    <a:pt x="14392" y="1241"/>
                  </a:lnTo>
                  <a:lnTo>
                    <a:pt x="14021" y="1138"/>
                  </a:lnTo>
                  <a:lnTo>
                    <a:pt x="13561" y="1279"/>
                  </a:lnTo>
                  <a:lnTo>
                    <a:pt x="13280" y="1381"/>
                  </a:lnTo>
                  <a:lnTo>
                    <a:pt x="13075" y="1202"/>
                  </a:lnTo>
                  <a:lnTo>
                    <a:pt x="12820" y="1074"/>
                  </a:lnTo>
                  <a:lnTo>
                    <a:pt x="12692" y="1023"/>
                  </a:lnTo>
                  <a:lnTo>
                    <a:pt x="12858" y="768"/>
                  </a:lnTo>
                  <a:lnTo>
                    <a:pt x="12526" y="640"/>
                  </a:lnTo>
                  <a:lnTo>
                    <a:pt x="11797" y="614"/>
                  </a:lnTo>
                  <a:lnTo>
                    <a:pt x="11107" y="614"/>
                  </a:lnTo>
                  <a:lnTo>
                    <a:pt x="11005" y="729"/>
                  </a:lnTo>
                  <a:lnTo>
                    <a:pt x="10634" y="563"/>
                  </a:lnTo>
                  <a:lnTo>
                    <a:pt x="10634" y="257"/>
                  </a:lnTo>
                  <a:lnTo>
                    <a:pt x="10289" y="320"/>
                  </a:lnTo>
                  <a:lnTo>
                    <a:pt x="9982" y="576"/>
                  </a:lnTo>
                  <a:lnTo>
                    <a:pt x="9803" y="602"/>
                  </a:lnTo>
                  <a:lnTo>
                    <a:pt x="9957" y="257"/>
                  </a:lnTo>
                  <a:lnTo>
                    <a:pt x="9944" y="103"/>
                  </a:lnTo>
                  <a:lnTo>
                    <a:pt x="9407" y="65"/>
                  </a:lnTo>
                  <a:lnTo>
                    <a:pt x="9177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3" name="Google Shape;993;p60"/>
            <p:cNvSpPr/>
            <p:nvPr/>
          </p:nvSpPr>
          <p:spPr>
            <a:xfrm>
              <a:off x="575200" y="2066825"/>
              <a:ext cx="56575" cy="60750"/>
            </a:xfrm>
            <a:custGeom>
              <a:rect b="b" l="l" r="r" t="t"/>
              <a:pathLst>
                <a:path extrusionOk="0" h="2430" w="2263">
                  <a:moveTo>
                    <a:pt x="1764" y="1"/>
                  </a:moveTo>
                  <a:lnTo>
                    <a:pt x="1317" y="231"/>
                  </a:lnTo>
                  <a:lnTo>
                    <a:pt x="1049" y="602"/>
                  </a:lnTo>
                  <a:lnTo>
                    <a:pt x="908" y="755"/>
                  </a:lnTo>
                  <a:lnTo>
                    <a:pt x="1406" y="755"/>
                  </a:lnTo>
                  <a:lnTo>
                    <a:pt x="819" y="806"/>
                  </a:lnTo>
                  <a:lnTo>
                    <a:pt x="640" y="908"/>
                  </a:lnTo>
                  <a:lnTo>
                    <a:pt x="640" y="1266"/>
                  </a:lnTo>
                  <a:lnTo>
                    <a:pt x="525" y="1087"/>
                  </a:lnTo>
                  <a:lnTo>
                    <a:pt x="256" y="1151"/>
                  </a:lnTo>
                  <a:lnTo>
                    <a:pt x="1" y="1305"/>
                  </a:lnTo>
                  <a:lnTo>
                    <a:pt x="65" y="1752"/>
                  </a:lnTo>
                  <a:lnTo>
                    <a:pt x="320" y="1944"/>
                  </a:lnTo>
                  <a:lnTo>
                    <a:pt x="486" y="2186"/>
                  </a:lnTo>
                  <a:lnTo>
                    <a:pt x="103" y="2314"/>
                  </a:lnTo>
                  <a:lnTo>
                    <a:pt x="320" y="2429"/>
                  </a:lnTo>
                  <a:lnTo>
                    <a:pt x="704" y="2365"/>
                  </a:lnTo>
                  <a:lnTo>
                    <a:pt x="499" y="2263"/>
                  </a:lnTo>
                  <a:lnTo>
                    <a:pt x="665" y="2084"/>
                  </a:lnTo>
                  <a:lnTo>
                    <a:pt x="934" y="1854"/>
                  </a:lnTo>
                  <a:lnTo>
                    <a:pt x="959" y="1662"/>
                  </a:lnTo>
                  <a:lnTo>
                    <a:pt x="1202" y="1714"/>
                  </a:lnTo>
                  <a:lnTo>
                    <a:pt x="1598" y="1611"/>
                  </a:lnTo>
                  <a:lnTo>
                    <a:pt x="1637" y="1292"/>
                  </a:lnTo>
                  <a:lnTo>
                    <a:pt x="1969" y="1292"/>
                  </a:lnTo>
                  <a:lnTo>
                    <a:pt x="1969" y="1011"/>
                  </a:lnTo>
                  <a:lnTo>
                    <a:pt x="1509" y="781"/>
                  </a:lnTo>
                  <a:lnTo>
                    <a:pt x="1675" y="691"/>
                  </a:lnTo>
                  <a:lnTo>
                    <a:pt x="2263" y="384"/>
                  </a:lnTo>
                  <a:lnTo>
                    <a:pt x="2186" y="244"/>
                  </a:lnTo>
                  <a:lnTo>
                    <a:pt x="1752" y="244"/>
                  </a:lnTo>
                  <a:lnTo>
                    <a:pt x="1764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4" name="Google Shape;994;p60"/>
            <p:cNvSpPr/>
            <p:nvPr/>
          </p:nvSpPr>
          <p:spPr>
            <a:xfrm>
              <a:off x="2011100" y="2412225"/>
              <a:ext cx="9300" cy="12175"/>
            </a:xfrm>
            <a:custGeom>
              <a:rect b="b" l="l" r="r" t="t"/>
              <a:pathLst>
                <a:path extrusionOk="0" h="487" w="372">
                  <a:moveTo>
                    <a:pt x="180" y="1"/>
                  </a:moveTo>
                  <a:lnTo>
                    <a:pt x="1" y="65"/>
                  </a:lnTo>
                  <a:lnTo>
                    <a:pt x="78" y="320"/>
                  </a:lnTo>
                  <a:lnTo>
                    <a:pt x="129" y="486"/>
                  </a:lnTo>
                  <a:lnTo>
                    <a:pt x="129" y="423"/>
                  </a:lnTo>
                  <a:lnTo>
                    <a:pt x="167" y="410"/>
                  </a:lnTo>
                  <a:lnTo>
                    <a:pt x="333" y="231"/>
                  </a:lnTo>
                  <a:lnTo>
                    <a:pt x="372" y="192"/>
                  </a:lnTo>
                  <a:lnTo>
                    <a:pt x="180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5" name="Google Shape;995;p60"/>
            <p:cNvSpPr/>
            <p:nvPr/>
          </p:nvSpPr>
          <p:spPr>
            <a:xfrm>
              <a:off x="1509475" y="2965625"/>
              <a:ext cx="2900" cy="4500"/>
            </a:xfrm>
            <a:custGeom>
              <a:rect b="b" l="l" r="r" t="t"/>
              <a:pathLst>
                <a:path extrusionOk="0" h="180" w="116">
                  <a:moveTo>
                    <a:pt x="39" y="1"/>
                  </a:moveTo>
                  <a:lnTo>
                    <a:pt x="0" y="26"/>
                  </a:lnTo>
                  <a:lnTo>
                    <a:pt x="26" y="141"/>
                  </a:lnTo>
                  <a:lnTo>
                    <a:pt x="102" y="180"/>
                  </a:lnTo>
                  <a:lnTo>
                    <a:pt x="115" y="154"/>
                  </a:lnTo>
                  <a:lnTo>
                    <a:pt x="102" y="26"/>
                  </a:lnTo>
                  <a:lnTo>
                    <a:pt x="39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6" name="Google Shape;996;p60"/>
            <p:cNvSpPr/>
            <p:nvPr/>
          </p:nvSpPr>
          <p:spPr>
            <a:xfrm>
              <a:off x="1439825" y="2899800"/>
              <a:ext cx="2250" cy="3225"/>
            </a:xfrm>
            <a:custGeom>
              <a:rect b="b" l="l" r="r" t="t"/>
              <a:pathLst>
                <a:path extrusionOk="0" h="129" w="90">
                  <a:moveTo>
                    <a:pt x="0" y="1"/>
                  </a:moveTo>
                  <a:lnTo>
                    <a:pt x="38" y="129"/>
                  </a:lnTo>
                  <a:lnTo>
                    <a:pt x="90" y="65"/>
                  </a:lnTo>
                  <a:lnTo>
                    <a:pt x="26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7" name="Google Shape;997;p60"/>
            <p:cNvSpPr/>
            <p:nvPr/>
          </p:nvSpPr>
          <p:spPr>
            <a:xfrm>
              <a:off x="1448450" y="2904925"/>
              <a:ext cx="2900" cy="4825"/>
            </a:xfrm>
            <a:custGeom>
              <a:rect b="b" l="l" r="r" t="t"/>
              <a:pathLst>
                <a:path extrusionOk="0" h="193" w="116">
                  <a:moveTo>
                    <a:pt x="0" y="0"/>
                  </a:moveTo>
                  <a:lnTo>
                    <a:pt x="38" y="154"/>
                  </a:lnTo>
                  <a:lnTo>
                    <a:pt x="90" y="192"/>
                  </a:lnTo>
                  <a:lnTo>
                    <a:pt x="115" y="179"/>
                  </a:lnTo>
                  <a:lnTo>
                    <a:pt x="26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8" name="Google Shape;998;p60"/>
            <p:cNvSpPr/>
            <p:nvPr/>
          </p:nvSpPr>
          <p:spPr>
            <a:xfrm>
              <a:off x="1330550" y="2715450"/>
              <a:ext cx="571950" cy="395275"/>
            </a:xfrm>
            <a:custGeom>
              <a:rect b="b" l="l" r="r" t="t"/>
              <a:pathLst>
                <a:path extrusionOk="0" h="15811" w="22878">
                  <a:moveTo>
                    <a:pt x="13" y="1"/>
                  </a:moveTo>
                  <a:lnTo>
                    <a:pt x="0" y="39"/>
                  </a:lnTo>
                  <a:lnTo>
                    <a:pt x="26" y="116"/>
                  </a:lnTo>
                  <a:lnTo>
                    <a:pt x="51" y="205"/>
                  </a:lnTo>
                  <a:lnTo>
                    <a:pt x="141" y="282"/>
                  </a:lnTo>
                  <a:lnTo>
                    <a:pt x="153" y="486"/>
                  </a:lnTo>
                  <a:lnTo>
                    <a:pt x="230" y="512"/>
                  </a:lnTo>
                  <a:lnTo>
                    <a:pt x="230" y="563"/>
                  </a:lnTo>
                  <a:lnTo>
                    <a:pt x="332" y="627"/>
                  </a:lnTo>
                  <a:lnTo>
                    <a:pt x="345" y="703"/>
                  </a:lnTo>
                  <a:lnTo>
                    <a:pt x="268" y="755"/>
                  </a:lnTo>
                  <a:lnTo>
                    <a:pt x="256" y="908"/>
                  </a:lnTo>
                  <a:lnTo>
                    <a:pt x="371" y="997"/>
                  </a:lnTo>
                  <a:lnTo>
                    <a:pt x="371" y="1049"/>
                  </a:lnTo>
                  <a:lnTo>
                    <a:pt x="473" y="1253"/>
                  </a:lnTo>
                  <a:lnTo>
                    <a:pt x="447" y="1432"/>
                  </a:lnTo>
                  <a:lnTo>
                    <a:pt x="486" y="1432"/>
                  </a:lnTo>
                  <a:lnTo>
                    <a:pt x="524" y="1509"/>
                  </a:lnTo>
                  <a:lnTo>
                    <a:pt x="614" y="1573"/>
                  </a:lnTo>
                  <a:lnTo>
                    <a:pt x="626" y="1790"/>
                  </a:lnTo>
                  <a:lnTo>
                    <a:pt x="601" y="1867"/>
                  </a:lnTo>
                  <a:lnTo>
                    <a:pt x="601" y="1943"/>
                  </a:lnTo>
                  <a:lnTo>
                    <a:pt x="626" y="1943"/>
                  </a:lnTo>
                  <a:lnTo>
                    <a:pt x="614" y="1892"/>
                  </a:lnTo>
                  <a:lnTo>
                    <a:pt x="652" y="1867"/>
                  </a:lnTo>
                  <a:lnTo>
                    <a:pt x="690" y="1892"/>
                  </a:lnTo>
                  <a:lnTo>
                    <a:pt x="665" y="1930"/>
                  </a:lnTo>
                  <a:lnTo>
                    <a:pt x="741" y="1969"/>
                  </a:lnTo>
                  <a:lnTo>
                    <a:pt x="767" y="2263"/>
                  </a:lnTo>
                  <a:lnTo>
                    <a:pt x="716" y="2275"/>
                  </a:lnTo>
                  <a:lnTo>
                    <a:pt x="703" y="2327"/>
                  </a:lnTo>
                  <a:lnTo>
                    <a:pt x="780" y="2339"/>
                  </a:lnTo>
                  <a:lnTo>
                    <a:pt x="767" y="2506"/>
                  </a:lnTo>
                  <a:lnTo>
                    <a:pt x="882" y="2582"/>
                  </a:lnTo>
                  <a:lnTo>
                    <a:pt x="882" y="2633"/>
                  </a:lnTo>
                  <a:lnTo>
                    <a:pt x="933" y="2646"/>
                  </a:lnTo>
                  <a:lnTo>
                    <a:pt x="1112" y="2799"/>
                  </a:lnTo>
                  <a:lnTo>
                    <a:pt x="1150" y="2851"/>
                  </a:lnTo>
                  <a:lnTo>
                    <a:pt x="1278" y="2876"/>
                  </a:lnTo>
                  <a:lnTo>
                    <a:pt x="1444" y="3068"/>
                  </a:lnTo>
                  <a:lnTo>
                    <a:pt x="1444" y="3132"/>
                  </a:lnTo>
                  <a:lnTo>
                    <a:pt x="1508" y="3157"/>
                  </a:lnTo>
                  <a:lnTo>
                    <a:pt x="1521" y="3208"/>
                  </a:lnTo>
                  <a:lnTo>
                    <a:pt x="1559" y="3311"/>
                  </a:lnTo>
                  <a:lnTo>
                    <a:pt x="1623" y="3311"/>
                  </a:lnTo>
                  <a:lnTo>
                    <a:pt x="1662" y="3413"/>
                  </a:lnTo>
                  <a:lnTo>
                    <a:pt x="1738" y="3515"/>
                  </a:lnTo>
                  <a:lnTo>
                    <a:pt x="1751" y="3554"/>
                  </a:lnTo>
                  <a:lnTo>
                    <a:pt x="1828" y="3566"/>
                  </a:lnTo>
                  <a:lnTo>
                    <a:pt x="1840" y="3643"/>
                  </a:lnTo>
                  <a:lnTo>
                    <a:pt x="1879" y="3681"/>
                  </a:lnTo>
                  <a:lnTo>
                    <a:pt x="1892" y="3745"/>
                  </a:lnTo>
                  <a:lnTo>
                    <a:pt x="1777" y="3911"/>
                  </a:lnTo>
                  <a:lnTo>
                    <a:pt x="1789" y="3950"/>
                  </a:lnTo>
                  <a:lnTo>
                    <a:pt x="1815" y="4001"/>
                  </a:lnTo>
                  <a:lnTo>
                    <a:pt x="1777" y="4116"/>
                  </a:lnTo>
                  <a:lnTo>
                    <a:pt x="1674" y="4193"/>
                  </a:lnTo>
                  <a:lnTo>
                    <a:pt x="1662" y="4218"/>
                  </a:lnTo>
                  <a:lnTo>
                    <a:pt x="1649" y="4256"/>
                  </a:lnTo>
                  <a:lnTo>
                    <a:pt x="1674" y="4282"/>
                  </a:lnTo>
                  <a:lnTo>
                    <a:pt x="1636" y="4308"/>
                  </a:lnTo>
                  <a:lnTo>
                    <a:pt x="1636" y="4359"/>
                  </a:lnTo>
                  <a:lnTo>
                    <a:pt x="1623" y="4269"/>
                  </a:lnTo>
                  <a:lnTo>
                    <a:pt x="1610" y="4244"/>
                  </a:lnTo>
                  <a:lnTo>
                    <a:pt x="1508" y="4333"/>
                  </a:lnTo>
                  <a:lnTo>
                    <a:pt x="1393" y="4320"/>
                  </a:lnTo>
                  <a:lnTo>
                    <a:pt x="1329" y="4269"/>
                  </a:lnTo>
                  <a:lnTo>
                    <a:pt x="1291" y="4269"/>
                  </a:lnTo>
                  <a:lnTo>
                    <a:pt x="1214" y="4244"/>
                  </a:lnTo>
                  <a:lnTo>
                    <a:pt x="1125" y="4244"/>
                  </a:lnTo>
                  <a:lnTo>
                    <a:pt x="1099" y="4218"/>
                  </a:lnTo>
                  <a:lnTo>
                    <a:pt x="1074" y="4218"/>
                  </a:lnTo>
                  <a:lnTo>
                    <a:pt x="1099" y="4320"/>
                  </a:lnTo>
                  <a:lnTo>
                    <a:pt x="1138" y="4333"/>
                  </a:lnTo>
                  <a:lnTo>
                    <a:pt x="1176" y="4397"/>
                  </a:lnTo>
                  <a:lnTo>
                    <a:pt x="1201" y="4371"/>
                  </a:lnTo>
                  <a:lnTo>
                    <a:pt x="1227" y="4397"/>
                  </a:lnTo>
                  <a:lnTo>
                    <a:pt x="1214" y="4423"/>
                  </a:lnTo>
                  <a:lnTo>
                    <a:pt x="1265" y="4448"/>
                  </a:lnTo>
                  <a:lnTo>
                    <a:pt x="1304" y="4538"/>
                  </a:lnTo>
                  <a:lnTo>
                    <a:pt x="1368" y="4550"/>
                  </a:lnTo>
                  <a:lnTo>
                    <a:pt x="1470" y="4653"/>
                  </a:lnTo>
                  <a:lnTo>
                    <a:pt x="1470" y="4793"/>
                  </a:lnTo>
                  <a:lnTo>
                    <a:pt x="1495" y="4806"/>
                  </a:lnTo>
                  <a:lnTo>
                    <a:pt x="1508" y="4844"/>
                  </a:lnTo>
                  <a:lnTo>
                    <a:pt x="1610" y="4883"/>
                  </a:lnTo>
                  <a:lnTo>
                    <a:pt x="1662" y="4870"/>
                  </a:lnTo>
                  <a:lnTo>
                    <a:pt x="1764" y="4959"/>
                  </a:lnTo>
                  <a:lnTo>
                    <a:pt x="1764" y="4998"/>
                  </a:lnTo>
                  <a:lnTo>
                    <a:pt x="1815" y="5062"/>
                  </a:lnTo>
                  <a:lnTo>
                    <a:pt x="1879" y="5049"/>
                  </a:lnTo>
                  <a:lnTo>
                    <a:pt x="1981" y="5126"/>
                  </a:lnTo>
                  <a:lnTo>
                    <a:pt x="1994" y="5189"/>
                  </a:lnTo>
                  <a:lnTo>
                    <a:pt x="2096" y="5279"/>
                  </a:lnTo>
                  <a:lnTo>
                    <a:pt x="2134" y="5279"/>
                  </a:lnTo>
                  <a:lnTo>
                    <a:pt x="2237" y="5202"/>
                  </a:lnTo>
                  <a:lnTo>
                    <a:pt x="2339" y="5304"/>
                  </a:lnTo>
                  <a:lnTo>
                    <a:pt x="2339" y="5279"/>
                  </a:lnTo>
                  <a:lnTo>
                    <a:pt x="2428" y="5202"/>
                  </a:lnTo>
                  <a:lnTo>
                    <a:pt x="2428" y="5126"/>
                  </a:lnTo>
                  <a:lnTo>
                    <a:pt x="2441" y="5126"/>
                  </a:lnTo>
                  <a:lnTo>
                    <a:pt x="2441" y="5215"/>
                  </a:lnTo>
                  <a:lnTo>
                    <a:pt x="2377" y="5292"/>
                  </a:lnTo>
                  <a:lnTo>
                    <a:pt x="2365" y="5330"/>
                  </a:lnTo>
                  <a:lnTo>
                    <a:pt x="2543" y="5496"/>
                  </a:lnTo>
                  <a:lnTo>
                    <a:pt x="2595" y="5522"/>
                  </a:lnTo>
                  <a:lnTo>
                    <a:pt x="2761" y="5701"/>
                  </a:lnTo>
                  <a:lnTo>
                    <a:pt x="2850" y="5701"/>
                  </a:lnTo>
                  <a:lnTo>
                    <a:pt x="2876" y="5752"/>
                  </a:lnTo>
                  <a:lnTo>
                    <a:pt x="2901" y="5765"/>
                  </a:lnTo>
                  <a:lnTo>
                    <a:pt x="2927" y="5752"/>
                  </a:lnTo>
                  <a:lnTo>
                    <a:pt x="2978" y="5790"/>
                  </a:lnTo>
                  <a:lnTo>
                    <a:pt x="2978" y="5931"/>
                  </a:lnTo>
                  <a:lnTo>
                    <a:pt x="2991" y="5944"/>
                  </a:lnTo>
                  <a:lnTo>
                    <a:pt x="3055" y="5995"/>
                  </a:lnTo>
                  <a:lnTo>
                    <a:pt x="3144" y="6212"/>
                  </a:lnTo>
                  <a:lnTo>
                    <a:pt x="3144" y="6327"/>
                  </a:lnTo>
                  <a:lnTo>
                    <a:pt x="3119" y="6442"/>
                  </a:lnTo>
                  <a:lnTo>
                    <a:pt x="3106" y="6608"/>
                  </a:lnTo>
                  <a:lnTo>
                    <a:pt x="3119" y="6608"/>
                  </a:lnTo>
                  <a:lnTo>
                    <a:pt x="3131" y="6493"/>
                  </a:lnTo>
                  <a:lnTo>
                    <a:pt x="3157" y="6429"/>
                  </a:lnTo>
                  <a:lnTo>
                    <a:pt x="3144" y="6506"/>
                  </a:lnTo>
                  <a:lnTo>
                    <a:pt x="3131" y="6685"/>
                  </a:lnTo>
                  <a:lnTo>
                    <a:pt x="3093" y="6723"/>
                  </a:lnTo>
                  <a:lnTo>
                    <a:pt x="3080" y="6838"/>
                  </a:lnTo>
                  <a:lnTo>
                    <a:pt x="3055" y="6838"/>
                  </a:lnTo>
                  <a:lnTo>
                    <a:pt x="3080" y="6736"/>
                  </a:lnTo>
                  <a:lnTo>
                    <a:pt x="3093" y="6698"/>
                  </a:lnTo>
                  <a:lnTo>
                    <a:pt x="3080" y="6672"/>
                  </a:lnTo>
                  <a:lnTo>
                    <a:pt x="3029" y="6825"/>
                  </a:lnTo>
                  <a:lnTo>
                    <a:pt x="3016" y="6889"/>
                  </a:lnTo>
                  <a:lnTo>
                    <a:pt x="2952" y="7004"/>
                  </a:lnTo>
                  <a:lnTo>
                    <a:pt x="2940" y="7055"/>
                  </a:lnTo>
                  <a:lnTo>
                    <a:pt x="3004" y="7055"/>
                  </a:lnTo>
                  <a:lnTo>
                    <a:pt x="3042" y="7107"/>
                  </a:lnTo>
                  <a:lnTo>
                    <a:pt x="3016" y="7158"/>
                  </a:lnTo>
                  <a:lnTo>
                    <a:pt x="3016" y="7196"/>
                  </a:lnTo>
                  <a:lnTo>
                    <a:pt x="3042" y="7209"/>
                  </a:lnTo>
                  <a:lnTo>
                    <a:pt x="3080" y="7247"/>
                  </a:lnTo>
                  <a:lnTo>
                    <a:pt x="3067" y="7311"/>
                  </a:lnTo>
                  <a:lnTo>
                    <a:pt x="3106" y="7311"/>
                  </a:lnTo>
                  <a:lnTo>
                    <a:pt x="3106" y="7260"/>
                  </a:lnTo>
                  <a:lnTo>
                    <a:pt x="3042" y="7170"/>
                  </a:lnTo>
                  <a:lnTo>
                    <a:pt x="3055" y="7119"/>
                  </a:lnTo>
                  <a:lnTo>
                    <a:pt x="3016" y="7043"/>
                  </a:lnTo>
                  <a:lnTo>
                    <a:pt x="3029" y="6979"/>
                  </a:lnTo>
                  <a:lnTo>
                    <a:pt x="3055" y="6992"/>
                  </a:lnTo>
                  <a:lnTo>
                    <a:pt x="3080" y="6902"/>
                  </a:lnTo>
                  <a:lnTo>
                    <a:pt x="3093" y="6966"/>
                  </a:lnTo>
                  <a:lnTo>
                    <a:pt x="3080" y="7004"/>
                  </a:lnTo>
                  <a:lnTo>
                    <a:pt x="3080" y="7043"/>
                  </a:lnTo>
                  <a:lnTo>
                    <a:pt x="3093" y="7081"/>
                  </a:lnTo>
                  <a:lnTo>
                    <a:pt x="3093" y="7119"/>
                  </a:lnTo>
                  <a:lnTo>
                    <a:pt x="3119" y="7094"/>
                  </a:lnTo>
                  <a:lnTo>
                    <a:pt x="3157" y="7094"/>
                  </a:lnTo>
                  <a:lnTo>
                    <a:pt x="3182" y="7068"/>
                  </a:lnTo>
                  <a:lnTo>
                    <a:pt x="3208" y="7132"/>
                  </a:lnTo>
                  <a:lnTo>
                    <a:pt x="3272" y="7209"/>
                  </a:lnTo>
                  <a:lnTo>
                    <a:pt x="3285" y="7298"/>
                  </a:lnTo>
                  <a:lnTo>
                    <a:pt x="3272" y="7311"/>
                  </a:lnTo>
                  <a:lnTo>
                    <a:pt x="3170" y="7298"/>
                  </a:lnTo>
                  <a:lnTo>
                    <a:pt x="3119" y="7311"/>
                  </a:lnTo>
                  <a:lnTo>
                    <a:pt x="3259" y="7400"/>
                  </a:lnTo>
                  <a:lnTo>
                    <a:pt x="3361" y="7503"/>
                  </a:lnTo>
                  <a:lnTo>
                    <a:pt x="3349" y="7439"/>
                  </a:lnTo>
                  <a:lnTo>
                    <a:pt x="3272" y="7349"/>
                  </a:lnTo>
                  <a:lnTo>
                    <a:pt x="3310" y="7311"/>
                  </a:lnTo>
                  <a:lnTo>
                    <a:pt x="3349" y="7311"/>
                  </a:lnTo>
                  <a:lnTo>
                    <a:pt x="3400" y="7273"/>
                  </a:lnTo>
                  <a:lnTo>
                    <a:pt x="3451" y="7413"/>
                  </a:lnTo>
                  <a:lnTo>
                    <a:pt x="3515" y="7464"/>
                  </a:lnTo>
                  <a:lnTo>
                    <a:pt x="3579" y="7528"/>
                  </a:lnTo>
                  <a:lnTo>
                    <a:pt x="3681" y="7618"/>
                  </a:lnTo>
                  <a:lnTo>
                    <a:pt x="3924" y="7822"/>
                  </a:lnTo>
                  <a:lnTo>
                    <a:pt x="3937" y="7873"/>
                  </a:lnTo>
                  <a:lnTo>
                    <a:pt x="4013" y="7912"/>
                  </a:lnTo>
                  <a:lnTo>
                    <a:pt x="4167" y="8142"/>
                  </a:lnTo>
                  <a:lnTo>
                    <a:pt x="4307" y="8180"/>
                  </a:lnTo>
                  <a:lnTo>
                    <a:pt x="4397" y="8295"/>
                  </a:lnTo>
                  <a:lnTo>
                    <a:pt x="4422" y="8385"/>
                  </a:lnTo>
                  <a:lnTo>
                    <a:pt x="4499" y="8551"/>
                  </a:lnTo>
                  <a:lnTo>
                    <a:pt x="4524" y="8781"/>
                  </a:lnTo>
                  <a:lnTo>
                    <a:pt x="4601" y="8857"/>
                  </a:lnTo>
                  <a:lnTo>
                    <a:pt x="4678" y="8857"/>
                  </a:lnTo>
                  <a:lnTo>
                    <a:pt x="4831" y="8768"/>
                  </a:lnTo>
                  <a:lnTo>
                    <a:pt x="4844" y="8742"/>
                  </a:lnTo>
                  <a:lnTo>
                    <a:pt x="4895" y="8679"/>
                  </a:lnTo>
                  <a:lnTo>
                    <a:pt x="4946" y="8679"/>
                  </a:lnTo>
                  <a:lnTo>
                    <a:pt x="5048" y="8602"/>
                  </a:lnTo>
                  <a:lnTo>
                    <a:pt x="5048" y="8461"/>
                  </a:lnTo>
                  <a:lnTo>
                    <a:pt x="5074" y="8448"/>
                  </a:lnTo>
                  <a:lnTo>
                    <a:pt x="5087" y="8372"/>
                  </a:lnTo>
                  <a:lnTo>
                    <a:pt x="5048" y="8333"/>
                  </a:lnTo>
                  <a:lnTo>
                    <a:pt x="5023" y="8270"/>
                  </a:lnTo>
                  <a:lnTo>
                    <a:pt x="4870" y="8206"/>
                  </a:lnTo>
                  <a:lnTo>
                    <a:pt x="4844" y="8142"/>
                  </a:lnTo>
                  <a:lnTo>
                    <a:pt x="4882" y="8065"/>
                  </a:lnTo>
                  <a:lnTo>
                    <a:pt x="4806" y="8001"/>
                  </a:lnTo>
                  <a:lnTo>
                    <a:pt x="4780" y="7963"/>
                  </a:lnTo>
                  <a:lnTo>
                    <a:pt x="4818" y="7899"/>
                  </a:lnTo>
                  <a:lnTo>
                    <a:pt x="4780" y="7848"/>
                  </a:lnTo>
                  <a:lnTo>
                    <a:pt x="4716" y="7861"/>
                  </a:lnTo>
                  <a:lnTo>
                    <a:pt x="4678" y="7835"/>
                  </a:lnTo>
                  <a:lnTo>
                    <a:pt x="4665" y="7733"/>
                  </a:lnTo>
                  <a:lnTo>
                    <a:pt x="4652" y="7733"/>
                  </a:lnTo>
                  <a:lnTo>
                    <a:pt x="4576" y="7669"/>
                  </a:lnTo>
                  <a:lnTo>
                    <a:pt x="4524" y="7592"/>
                  </a:lnTo>
                  <a:lnTo>
                    <a:pt x="4512" y="7579"/>
                  </a:lnTo>
                  <a:lnTo>
                    <a:pt x="4473" y="7554"/>
                  </a:lnTo>
                  <a:lnTo>
                    <a:pt x="4448" y="7579"/>
                  </a:lnTo>
                  <a:lnTo>
                    <a:pt x="4422" y="7605"/>
                  </a:lnTo>
                  <a:lnTo>
                    <a:pt x="4461" y="7643"/>
                  </a:lnTo>
                  <a:lnTo>
                    <a:pt x="4435" y="7707"/>
                  </a:lnTo>
                  <a:lnTo>
                    <a:pt x="4320" y="7682"/>
                  </a:lnTo>
                  <a:lnTo>
                    <a:pt x="4218" y="7618"/>
                  </a:lnTo>
                  <a:lnTo>
                    <a:pt x="4141" y="7528"/>
                  </a:lnTo>
                  <a:lnTo>
                    <a:pt x="4141" y="7413"/>
                  </a:lnTo>
                  <a:lnTo>
                    <a:pt x="4141" y="7388"/>
                  </a:lnTo>
                  <a:lnTo>
                    <a:pt x="4115" y="7273"/>
                  </a:lnTo>
                  <a:lnTo>
                    <a:pt x="4192" y="7196"/>
                  </a:lnTo>
                  <a:lnTo>
                    <a:pt x="4179" y="7068"/>
                  </a:lnTo>
                  <a:lnTo>
                    <a:pt x="4128" y="6953"/>
                  </a:lnTo>
                  <a:lnTo>
                    <a:pt x="4026" y="6864"/>
                  </a:lnTo>
                  <a:lnTo>
                    <a:pt x="4039" y="6800"/>
                  </a:lnTo>
                  <a:lnTo>
                    <a:pt x="4000" y="6761"/>
                  </a:lnTo>
                  <a:lnTo>
                    <a:pt x="3975" y="6634"/>
                  </a:lnTo>
                  <a:lnTo>
                    <a:pt x="3937" y="6570"/>
                  </a:lnTo>
                  <a:lnTo>
                    <a:pt x="3962" y="6544"/>
                  </a:lnTo>
                  <a:lnTo>
                    <a:pt x="3962" y="6506"/>
                  </a:lnTo>
                  <a:lnTo>
                    <a:pt x="3885" y="6493"/>
                  </a:lnTo>
                  <a:lnTo>
                    <a:pt x="3821" y="6442"/>
                  </a:lnTo>
                  <a:lnTo>
                    <a:pt x="3809" y="6340"/>
                  </a:lnTo>
                  <a:lnTo>
                    <a:pt x="3770" y="6289"/>
                  </a:lnTo>
                  <a:lnTo>
                    <a:pt x="3770" y="6225"/>
                  </a:lnTo>
                  <a:lnTo>
                    <a:pt x="3745" y="6225"/>
                  </a:lnTo>
                  <a:lnTo>
                    <a:pt x="3732" y="6097"/>
                  </a:lnTo>
                  <a:lnTo>
                    <a:pt x="3758" y="6007"/>
                  </a:lnTo>
                  <a:lnTo>
                    <a:pt x="3770" y="5982"/>
                  </a:lnTo>
                  <a:lnTo>
                    <a:pt x="3745" y="5956"/>
                  </a:lnTo>
                  <a:lnTo>
                    <a:pt x="3706" y="5816"/>
                  </a:lnTo>
                  <a:lnTo>
                    <a:pt x="3719" y="5816"/>
                  </a:lnTo>
                  <a:lnTo>
                    <a:pt x="3719" y="5777"/>
                  </a:lnTo>
                  <a:lnTo>
                    <a:pt x="3655" y="5675"/>
                  </a:lnTo>
                  <a:lnTo>
                    <a:pt x="3706" y="5637"/>
                  </a:lnTo>
                  <a:lnTo>
                    <a:pt x="3681" y="5598"/>
                  </a:lnTo>
                  <a:lnTo>
                    <a:pt x="3617" y="5560"/>
                  </a:lnTo>
                  <a:lnTo>
                    <a:pt x="3617" y="5407"/>
                  </a:lnTo>
                  <a:lnTo>
                    <a:pt x="3591" y="5407"/>
                  </a:lnTo>
                  <a:lnTo>
                    <a:pt x="3528" y="5343"/>
                  </a:lnTo>
                  <a:lnTo>
                    <a:pt x="3425" y="5253"/>
                  </a:lnTo>
                  <a:lnTo>
                    <a:pt x="3387" y="5266"/>
                  </a:lnTo>
                  <a:lnTo>
                    <a:pt x="3425" y="5420"/>
                  </a:lnTo>
                  <a:lnTo>
                    <a:pt x="3515" y="5522"/>
                  </a:lnTo>
                  <a:lnTo>
                    <a:pt x="3476" y="5573"/>
                  </a:lnTo>
                  <a:lnTo>
                    <a:pt x="3400" y="5432"/>
                  </a:lnTo>
                  <a:lnTo>
                    <a:pt x="3361" y="5432"/>
                  </a:lnTo>
                  <a:lnTo>
                    <a:pt x="3349" y="5394"/>
                  </a:lnTo>
                  <a:lnTo>
                    <a:pt x="3374" y="5356"/>
                  </a:lnTo>
                  <a:lnTo>
                    <a:pt x="3349" y="5253"/>
                  </a:lnTo>
                  <a:lnTo>
                    <a:pt x="3297" y="5164"/>
                  </a:lnTo>
                  <a:lnTo>
                    <a:pt x="3297" y="5126"/>
                  </a:lnTo>
                  <a:lnTo>
                    <a:pt x="3361" y="5113"/>
                  </a:lnTo>
                  <a:lnTo>
                    <a:pt x="3361" y="5087"/>
                  </a:lnTo>
                  <a:lnTo>
                    <a:pt x="3157" y="4972"/>
                  </a:lnTo>
                  <a:lnTo>
                    <a:pt x="3157" y="4959"/>
                  </a:lnTo>
                  <a:lnTo>
                    <a:pt x="3182" y="4959"/>
                  </a:lnTo>
                  <a:lnTo>
                    <a:pt x="3144" y="4883"/>
                  </a:lnTo>
                  <a:lnTo>
                    <a:pt x="3106" y="4832"/>
                  </a:lnTo>
                  <a:lnTo>
                    <a:pt x="3106" y="4678"/>
                  </a:lnTo>
                  <a:lnTo>
                    <a:pt x="3055" y="4653"/>
                  </a:lnTo>
                  <a:lnTo>
                    <a:pt x="2978" y="4589"/>
                  </a:lnTo>
                  <a:lnTo>
                    <a:pt x="2927" y="4576"/>
                  </a:lnTo>
                  <a:lnTo>
                    <a:pt x="2901" y="4525"/>
                  </a:lnTo>
                  <a:lnTo>
                    <a:pt x="2850" y="4499"/>
                  </a:lnTo>
                  <a:lnTo>
                    <a:pt x="2850" y="4435"/>
                  </a:lnTo>
                  <a:lnTo>
                    <a:pt x="2812" y="4384"/>
                  </a:lnTo>
                  <a:lnTo>
                    <a:pt x="2837" y="4244"/>
                  </a:lnTo>
                  <a:lnTo>
                    <a:pt x="2812" y="4205"/>
                  </a:lnTo>
                  <a:lnTo>
                    <a:pt x="2812" y="4078"/>
                  </a:lnTo>
                  <a:lnTo>
                    <a:pt x="2773" y="4039"/>
                  </a:lnTo>
                  <a:lnTo>
                    <a:pt x="2748" y="4001"/>
                  </a:lnTo>
                  <a:lnTo>
                    <a:pt x="2773" y="3886"/>
                  </a:lnTo>
                  <a:lnTo>
                    <a:pt x="2735" y="3847"/>
                  </a:lnTo>
                  <a:lnTo>
                    <a:pt x="2646" y="3847"/>
                  </a:lnTo>
                  <a:lnTo>
                    <a:pt x="2607" y="3809"/>
                  </a:lnTo>
                  <a:lnTo>
                    <a:pt x="2569" y="3541"/>
                  </a:lnTo>
                  <a:lnTo>
                    <a:pt x="2556" y="3490"/>
                  </a:lnTo>
                  <a:lnTo>
                    <a:pt x="2467" y="3528"/>
                  </a:lnTo>
                  <a:lnTo>
                    <a:pt x="2441" y="3528"/>
                  </a:lnTo>
                  <a:lnTo>
                    <a:pt x="2454" y="3426"/>
                  </a:lnTo>
                  <a:lnTo>
                    <a:pt x="2390" y="3375"/>
                  </a:lnTo>
                  <a:lnTo>
                    <a:pt x="2365" y="3387"/>
                  </a:lnTo>
                  <a:lnTo>
                    <a:pt x="2365" y="3426"/>
                  </a:lnTo>
                  <a:lnTo>
                    <a:pt x="2339" y="3439"/>
                  </a:lnTo>
                  <a:lnTo>
                    <a:pt x="2301" y="3323"/>
                  </a:lnTo>
                  <a:lnTo>
                    <a:pt x="2313" y="3298"/>
                  </a:lnTo>
                  <a:lnTo>
                    <a:pt x="2326" y="3247"/>
                  </a:lnTo>
                  <a:lnTo>
                    <a:pt x="2237" y="3145"/>
                  </a:lnTo>
                  <a:lnTo>
                    <a:pt x="2249" y="3106"/>
                  </a:lnTo>
                  <a:lnTo>
                    <a:pt x="2198" y="3004"/>
                  </a:lnTo>
                  <a:lnTo>
                    <a:pt x="1981" y="2787"/>
                  </a:lnTo>
                  <a:lnTo>
                    <a:pt x="1840" y="2608"/>
                  </a:lnTo>
                  <a:lnTo>
                    <a:pt x="1828" y="2621"/>
                  </a:lnTo>
                  <a:lnTo>
                    <a:pt x="1751" y="2569"/>
                  </a:lnTo>
                  <a:lnTo>
                    <a:pt x="1751" y="2480"/>
                  </a:lnTo>
                  <a:lnTo>
                    <a:pt x="1713" y="2467"/>
                  </a:lnTo>
                  <a:lnTo>
                    <a:pt x="1700" y="2416"/>
                  </a:lnTo>
                  <a:lnTo>
                    <a:pt x="1649" y="2391"/>
                  </a:lnTo>
                  <a:lnTo>
                    <a:pt x="1610" y="2275"/>
                  </a:lnTo>
                  <a:lnTo>
                    <a:pt x="1585" y="2199"/>
                  </a:lnTo>
                  <a:lnTo>
                    <a:pt x="1598" y="2148"/>
                  </a:lnTo>
                  <a:lnTo>
                    <a:pt x="1636" y="1905"/>
                  </a:lnTo>
                  <a:lnTo>
                    <a:pt x="1598" y="1854"/>
                  </a:lnTo>
                  <a:lnTo>
                    <a:pt x="1610" y="1560"/>
                  </a:lnTo>
                  <a:lnTo>
                    <a:pt x="1534" y="1509"/>
                  </a:lnTo>
                  <a:lnTo>
                    <a:pt x="1534" y="1483"/>
                  </a:lnTo>
                  <a:lnTo>
                    <a:pt x="1547" y="1458"/>
                  </a:lnTo>
                  <a:lnTo>
                    <a:pt x="1508" y="1406"/>
                  </a:lnTo>
                  <a:lnTo>
                    <a:pt x="1547" y="1023"/>
                  </a:lnTo>
                  <a:lnTo>
                    <a:pt x="1623" y="959"/>
                  </a:lnTo>
                  <a:lnTo>
                    <a:pt x="1585" y="895"/>
                  </a:lnTo>
                  <a:lnTo>
                    <a:pt x="1585" y="818"/>
                  </a:lnTo>
                  <a:lnTo>
                    <a:pt x="1534" y="767"/>
                  </a:lnTo>
                  <a:lnTo>
                    <a:pt x="1534" y="729"/>
                  </a:lnTo>
                  <a:lnTo>
                    <a:pt x="1547" y="729"/>
                  </a:lnTo>
                  <a:lnTo>
                    <a:pt x="1687" y="857"/>
                  </a:lnTo>
                  <a:lnTo>
                    <a:pt x="1777" y="882"/>
                  </a:lnTo>
                  <a:lnTo>
                    <a:pt x="2045" y="1112"/>
                  </a:lnTo>
                  <a:lnTo>
                    <a:pt x="2147" y="1125"/>
                  </a:lnTo>
                  <a:lnTo>
                    <a:pt x="2211" y="1061"/>
                  </a:lnTo>
                  <a:lnTo>
                    <a:pt x="2211" y="1023"/>
                  </a:lnTo>
                  <a:lnTo>
                    <a:pt x="2237" y="1049"/>
                  </a:lnTo>
                  <a:lnTo>
                    <a:pt x="2275" y="1049"/>
                  </a:lnTo>
                  <a:lnTo>
                    <a:pt x="2428" y="1151"/>
                  </a:lnTo>
                  <a:lnTo>
                    <a:pt x="2416" y="1304"/>
                  </a:lnTo>
                  <a:lnTo>
                    <a:pt x="2710" y="1406"/>
                  </a:lnTo>
                  <a:lnTo>
                    <a:pt x="2773" y="1445"/>
                  </a:lnTo>
                  <a:lnTo>
                    <a:pt x="2799" y="1445"/>
                  </a:lnTo>
                  <a:lnTo>
                    <a:pt x="2812" y="1419"/>
                  </a:lnTo>
                  <a:lnTo>
                    <a:pt x="2837" y="1470"/>
                  </a:lnTo>
                  <a:lnTo>
                    <a:pt x="2825" y="1585"/>
                  </a:lnTo>
                  <a:lnTo>
                    <a:pt x="2799" y="1598"/>
                  </a:lnTo>
                  <a:lnTo>
                    <a:pt x="2799" y="1649"/>
                  </a:lnTo>
                  <a:lnTo>
                    <a:pt x="2761" y="1777"/>
                  </a:lnTo>
                  <a:lnTo>
                    <a:pt x="2773" y="1879"/>
                  </a:lnTo>
                  <a:lnTo>
                    <a:pt x="2914" y="2135"/>
                  </a:lnTo>
                  <a:lnTo>
                    <a:pt x="2927" y="2263"/>
                  </a:lnTo>
                  <a:lnTo>
                    <a:pt x="2965" y="2301"/>
                  </a:lnTo>
                  <a:lnTo>
                    <a:pt x="2978" y="2454"/>
                  </a:lnTo>
                  <a:lnTo>
                    <a:pt x="2978" y="2493"/>
                  </a:lnTo>
                  <a:lnTo>
                    <a:pt x="2952" y="2582"/>
                  </a:lnTo>
                  <a:lnTo>
                    <a:pt x="3016" y="2595"/>
                  </a:lnTo>
                  <a:lnTo>
                    <a:pt x="3080" y="2761"/>
                  </a:lnTo>
                  <a:lnTo>
                    <a:pt x="3182" y="2927"/>
                  </a:lnTo>
                  <a:lnTo>
                    <a:pt x="3182" y="2953"/>
                  </a:lnTo>
                  <a:lnTo>
                    <a:pt x="3221" y="2978"/>
                  </a:lnTo>
                  <a:lnTo>
                    <a:pt x="3144" y="3081"/>
                  </a:lnTo>
                  <a:lnTo>
                    <a:pt x="3182" y="3119"/>
                  </a:lnTo>
                  <a:lnTo>
                    <a:pt x="3234" y="3119"/>
                  </a:lnTo>
                  <a:lnTo>
                    <a:pt x="3259" y="3106"/>
                  </a:lnTo>
                  <a:lnTo>
                    <a:pt x="3336" y="3157"/>
                  </a:lnTo>
                  <a:lnTo>
                    <a:pt x="3310" y="3234"/>
                  </a:lnTo>
                  <a:lnTo>
                    <a:pt x="3336" y="3362"/>
                  </a:lnTo>
                  <a:lnTo>
                    <a:pt x="3336" y="3426"/>
                  </a:lnTo>
                  <a:lnTo>
                    <a:pt x="3323" y="3451"/>
                  </a:lnTo>
                  <a:lnTo>
                    <a:pt x="3349" y="3451"/>
                  </a:lnTo>
                  <a:lnTo>
                    <a:pt x="3413" y="3490"/>
                  </a:lnTo>
                  <a:lnTo>
                    <a:pt x="3438" y="3528"/>
                  </a:lnTo>
                  <a:lnTo>
                    <a:pt x="3515" y="3617"/>
                  </a:lnTo>
                  <a:lnTo>
                    <a:pt x="3464" y="3643"/>
                  </a:lnTo>
                  <a:lnTo>
                    <a:pt x="3566" y="3771"/>
                  </a:lnTo>
                  <a:lnTo>
                    <a:pt x="3643" y="3911"/>
                  </a:lnTo>
                  <a:lnTo>
                    <a:pt x="3809" y="4001"/>
                  </a:lnTo>
                  <a:lnTo>
                    <a:pt x="3796" y="4014"/>
                  </a:lnTo>
                  <a:lnTo>
                    <a:pt x="3847" y="4090"/>
                  </a:lnTo>
                  <a:lnTo>
                    <a:pt x="3847" y="4141"/>
                  </a:lnTo>
                  <a:lnTo>
                    <a:pt x="3898" y="4167"/>
                  </a:lnTo>
                  <a:lnTo>
                    <a:pt x="3962" y="4308"/>
                  </a:lnTo>
                  <a:lnTo>
                    <a:pt x="4064" y="4410"/>
                  </a:lnTo>
                  <a:lnTo>
                    <a:pt x="4128" y="4384"/>
                  </a:lnTo>
                  <a:lnTo>
                    <a:pt x="4154" y="4410"/>
                  </a:lnTo>
                  <a:lnTo>
                    <a:pt x="4141" y="4435"/>
                  </a:lnTo>
                  <a:lnTo>
                    <a:pt x="4218" y="4487"/>
                  </a:lnTo>
                  <a:lnTo>
                    <a:pt x="4205" y="4423"/>
                  </a:lnTo>
                  <a:lnTo>
                    <a:pt x="4243" y="4410"/>
                  </a:lnTo>
                  <a:lnTo>
                    <a:pt x="4243" y="4435"/>
                  </a:lnTo>
                  <a:lnTo>
                    <a:pt x="4397" y="4487"/>
                  </a:lnTo>
                  <a:lnTo>
                    <a:pt x="4435" y="4474"/>
                  </a:lnTo>
                  <a:lnTo>
                    <a:pt x="4473" y="4512"/>
                  </a:lnTo>
                  <a:lnTo>
                    <a:pt x="4422" y="4525"/>
                  </a:lnTo>
                  <a:lnTo>
                    <a:pt x="4409" y="4589"/>
                  </a:lnTo>
                  <a:lnTo>
                    <a:pt x="4448" y="4602"/>
                  </a:lnTo>
                  <a:lnTo>
                    <a:pt x="4409" y="4627"/>
                  </a:lnTo>
                  <a:lnTo>
                    <a:pt x="4397" y="4653"/>
                  </a:lnTo>
                  <a:lnTo>
                    <a:pt x="4371" y="4665"/>
                  </a:lnTo>
                  <a:lnTo>
                    <a:pt x="4409" y="4780"/>
                  </a:lnTo>
                  <a:lnTo>
                    <a:pt x="4409" y="4819"/>
                  </a:lnTo>
                  <a:lnTo>
                    <a:pt x="4435" y="4870"/>
                  </a:lnTo>
                  <a:lnTo>
                    <a:pt x="4435" y="4908"/>
                  </a:lnTo>
                  <a:lnTo>
                    <a:pt x="4461" y="4908"/>
                  </a:lnTo>
                  <a:lnTo>
                    <a:pt x="4486" y="4972"/>
                  </a:lnTo>
                  <a:lnTo>
                    <a:pt x="4461" y="4972"/>
                  </a:lnTo>
                  <a:lnTo>
                    <a:pt x="4461" y="4985"/>
                  </a:lnTo>
                  <a:lnTo>
                    <a:pt x="4524" y="5023"/>
                  </a:lnTo>
                  <a:lnTo>
                    <a:pt x="4588" y="5113"/>
                  </a:lnTo>
                  <a:lnTo>
                    <a:pt x="4614" y="5113"/>
                  </a:lnTo>
                  <a:lnTo>
                    <a:pt x="4754" y="5177"/>
                  </a:lnTo>
                  <a:lnTo>
                    <a:pt x="4818" y="5202"/>
                  </a:lnTo>
                  <a:lnTo>
                    <a:pt x="4818" y="5189"/>
                  </a:lnTo>
                  <a:lnTo>
                    <a:pt x="4882" y="5228"/>
                  </a:lnTo>
                  <a:lnTo>
                    <a:pt x="4870" y="5279"/>
                  </a:lnTo>
                  <a:lnTo>
                    <a:pt x="4857" y="5292"/>
                  </a:lnTo>
                  <a:lnTo>
                    <a:pt x="4882" y="5317"/>
                  </a:lnTo>
                  <a:lnTo>
                    <a:pt x="4946" y="5496"/>
                  </a:lnTo>
                  <a:lnTo>
                    <a:pt x="5036" y="5573"/>
                  </a:lnTo>
                  <a:lnTo>
                    <a:pt x="5087" y="5547"/>
                  </a:lnTo>
                  <a:lnTo>
                    <a:pt x="5176" y="5560"/>
                  </a:lnTo>
                  <a:lnTo>
                    <a:pt x="5176" y="5560"/>
                  </a:lnTo>
                  <a:lnTo>
                    <a:pt x="5163" y="5547"/>
                  </a:lnTo>
                  <a:lnTo>
                    <a:pt x="5189" y="5522"/>
                  </a:lnTo>
                  <a:lnTo>
                    <a:pt x="5215" y="5547"/>
                  </a:lnTo>
                  <a:lnTo>
                    <a:pt x="5202" y="5573"/>
                  </a:lnTo>
                  <a:lnTo>
                    <a:pt x="5240" y="5573"/>
                  </a:lnTo>
                  <a:lnTo>
                    <a:pt x="5368" y="5752"/>
                  </a:lnTo>
                  <a:lnTo>
                    <a:pt x="5355" y="5880"/>
                  </a:lnTo>
                  <a:lnTo>
                    <a:pt x="5406" y="5867"/>
                  </a:lnTo>
                  <a:lnTo>
                    <a:pt x="5394" y="5880"/>
                  </a:lnTo>
                  <a:lnTo>
                    <a:pt x="5368" y="5905"/>
                  </a:lnTo>
                  <a:lnTo>
                    <a:pt x="5330" y="6046"/>
                  </a:lnTo>
                  <a:lnTo>
                    <a:pt x="5317" y="6007"/>
                  </a:lnTo>
                  <a:lnTo>
                    <a:pt x="5330" y="5944"/>
                  </a:lnTo>
                  <a:lnTo>
                    <a:pt x="5291" y="6007"/>
                  </a:lnTo>
                  <a:lnTo>
                    <a:pt x="5202" y="6174"/>
                  </a:lnTo>
                  <a:lnTo>
                    <a:pt x="5176" y="6237"/>
                  </a:lnTo>
                  <a:lnTo>
                    <a:pt x="5202" y="6301"/>
                  </a:lnTo>
                  <a:lnTo>
                    <a:pt x="5176" y="6352"/>
                  </a:lnTo>
                  <a:lnTo>
                    <a:pt x="5202" y="6365"/>
                  </a:lnTo>
                  <a:lnTo>
                    <a:pt x="5215" y="6442"/>
                  </a:lnTo>
                  <a:lnTo>
                    <a:pt x="5202" y="6468"/>
                  </a:lnTo>
                  <a:lnTo>
                    <a:pt x="5304" y="6480"/>
                  </a:lnTo>
                  <a:lnTo>
                    <a:pt x="5368" y="6557"/>
                  </a:lnTo>
                  <a:lnTo>
                    <a:pt x="5406" y="6544"/>
                  </a:lnTo>
                  <a:lnTo>
                    <a:pt x="5483" y="6531"/>
                  </a:lnTo>
                  <a:lnTo>
                    <a:pt x="5509" y="6493"/>
                  </a:lnTo>
                  <a:lnTo>
                    <a:pt x="5547" y="6480"/>
                  </a:lnTo>
                  <a:lnTo>
                    <a:pt x="5624" y="6404"/>
                  </a:lnTo>
                  <a:lnTo>
                    <a:pt x="5624" y="6404"/>
                  </a:lnTo>
                  <a:lnTo>
                    <a:pt x="5572" y="6506"/>
                  </a:lnTo>
                  <a:lnTo>
                    <a:pt x="5509" y="6583"/>
                  </a:lnTo>
                  <a:lnTo>
                    <a:pt x="5496" y="6557"/>
                  </a:lnTo>
                  <a:lnTo>
                    <a:pt x="5419" y="6570"/>
                  </a:lnTo>
                  <a:lnTo>
                    <a:pt x="5445" y="6621"/>
                  </a:lnTo>
                  <a:lnTo>
                    <a:pt x="5483" y="6646"/>
                  </a:lnTo>
                  <a:lnTo>
                    <a:pt x="5483" y="6621"/>
                  </a:lnTo>
                  <a:lnTo>
                    <a:pt x="5534" y="6634"/>
                  </a:lnTo>
                  <a:lnTo>
                    <a:pt x="5572" y="6646"/>
                  </a:lnTo>
                  <a:lnTo>
                    <a:pt x="5585" y="6608"/>
                  </a:lnTo>
                  <a:lnTo>
                    <a:pt x="5611" y="6570"/>
                  </a:lnTo>
                  <a:lnTo>
                    <a:pt x="5675" y="6608"/>
                  </a:lnTo>
                  <a:lnTo>
                    <a:pt x="5687" y="6685"/>
                  </a:lnTo>
                  <a:lnTo>
                    <a:pt x="5726" y="6723"/>
                  </a:lnTo>
                  <a:lnTo>
                    <a:pt x="5751" y="6749"/>
                  </a:lnTo>
                  <a:lnTo>
                    <a:pt x="5700" y="6761"/>
                  </a:lnTo>
                  <a:lnTo>
                    <a:pt x="5751" y="6774"/>
                  </a:lnTo>
                  <a:lnTo>
                    <a:pt x="5828" y="6800"/>
                  </a:lnTo>
                  <a:lnTo>
                    <a:pt x="5943" y="6889"/>
                  </a:lnTo>
                  <a:lnTo>
                    <a:pt x="5943" y="6953"/>
                  </a:lnTo>
                  <a:lnTo>
                    <a:pt x="5956" y="6979"/>
                  </a:lnTo>
                  <a:lnTo>
                    <a:pt x="5981" y="6928"/>
                  </a:lnTo>
                  <a:lnTo>
                    <a:pt x="6020" y="6953"/>
                  </a:lnTo>
                  <a:lnTo>
                    <a:pt x="6084" y="6953"/>
                  </a:lnTo>
                  <a:lnTo>
                    <a:pt x="6122" y="7004"/>
                  </a:lnTo>
                  <a:lnTo>
                    <a:pt x="6148" y="7004"/>
                  </a:lnTo>
                  <a:lnTo>
                    <a:pt x="6237" y="7055"/>
                  </a:lnTo>
                  <a:lnTo>
                    <a:pt x="6224" y="7081"/>
                  </a:lnTo>
                  <a:lnTo>
                    <a:pt x="6173" y="7081"/>
                  </a:lnTo>
                  <a:lnTo>
                    <a:pt x="6173" y="7043"/>
                  </a:lnTo>
                  <a:lnTo>
                    <a:pt x="6122" y="7043"/>
                  </a:lnTo>
                  <a:lnTo>
                    <a:pt x="6135" y="7081"/>
                  </a:lnTo>
                  <a:lnTo>
                    <a:pt x="6109" y="7107"/>
                  </a:lnTo>
                  <a:lnTo>
                    <a:pt x="6033" y="7004"/>
                  </a:lnTo>
                  <a:lnTo>
                    <a:pt x="6007" y="7004"/>
                  </a:lnTo>
                  <a:lnTo>
                    <a:pt x="6084" y="7081"/>
                  </a:lnTo>
                  <a:lnTo>
                    <a:pt x="6096" y="7170"/>
                  </a:lnTo>
                  <a:lnTo>
                    <a:pt x="6135" y="7247"/>
                  </a:lnTo>
                  <a:lnTo>
                    <a:pt x="6186" y="7260"/>
                  </a:lnTo>
                  <a:lnTo>
                    <a:pt x="6211" y="7183"/>
                  </a:lnTo>
                  <a:lnTo>
                    <a:pt x="6211" y="7119"/>
                  </a:lnTo>
                  <a:lnTo>
                    <a:pt x="6250" y="7132"/>
                  </a:lnTo>
                  <a:lnTo>
                    <a:pt x="6224" y="7183"/>
                  </a:lnTo>
                  <a:lnTo>
                    <a:pt x="6224" y="7247"/>
                  </a:lnTo>
                  <a:lnTo>
                    <a:pt x="6186" y="7298"/>
                  </a:lnTo>
                  <a:lnTo>
                    <a:pt x="6211" y="7337"/>
                  </a:lnTo>
                  <a:lnTo>
                    <a:pt x="6224" y="7400"/>
                  </a:lnTo>
                  <a:lnTo>
                    <a:pt x="6352" y="7516"/>
                  </a:lnTo>
                  <a:lnTo>
                    <a:pt x="6365" y="7516"/>
                  </a:lnTo>
                  <a:lnTo>
                    <a:pt x="6275" y="7426"/>
                  </a:lnTo>
                  <a:lnTo>
                    <a:pt x="6288" y="7413"/>
                  </a:lnTo>
                  <a:lnTo>
                    <a:pt x="6416" y="7516"/>
                  </a:lnTo>
                  <a:lnTo>
                    <a:pt x="6429" y="7541"/>
                  </a:lnTo>
                  <a:lnTo>
                    <a:pt x="6467" y="7554"/>
                  </a:lnTo>
                  <a:lnTo>
                    <a:pt x="6518" y="7592"/>
                  </a:lnTo>
                  <a:lnTo>
                    <a:pt x="6557" y="7567"/>
                  </a:lnTo>
                  <a:lnTo>
                    <a:pt x="6557" y="7528"/>
                  </a:lnTo>
                  <a:lnTo>
                    <a:pt x="6582" y="7528"/>
                  </a:lnTo>
                  <a:lnTo>
                    <a:pt x="6608" y="7656"/>
                  </a:lnTo>
                  <a:lnTo>
                    <a:pt x="6582" y="7669"/>
                  </a:lnTo>
                  <a:lnTo>
                    <a:pt x="6390" y="7528"/>
                  </a:lnTo>
                  <a:lnTo>
                    <a:pt x="6390" y="7554"/>
                  </a:lnTo>
                  <a:lnTo>
                    <a:pt x="6582" y="7694"/>
                  </a:lnTo>
                  <a:lnTo>
                    <a:pt x="6684" y="7809"/>
                  </a:lnTo>
                  <a:lnTo>
                    <a:pt x="7029" y="8129"/>
                  </a:lnTo>
                  <a:lnTo>
                    <a:pt x="7132" y="8346"/>
                  </a:lnTo>
                  <a:lnTo>
                    <a:pt x="7183" y="8385"/>
                  </a:lnTo>
                  <a:lnTo>
                    <a:pt x="7234" y="8461"/>
                  </a:lnTo>
                  <a:lnTo>
                    <a:pt x="7285" y="8512"/>
                  </a:lnTo>
                  <a:lnTo>
                    <a:pt x="7336" y="8576"/>
                  </a:lnTo>
                  <a:lnTo>
                    <a:pt x="7375" y="8691"/>
                  </a:lnTo>
                  <a:lnTo>
                    <a:pt x="7477" y="8819"/>
                  </a:lnTo>
                  <a:lnTo>
                    <a:pt x="7541" y="8857"/>
                  </a:lnTo>
                  <a:lnTo>
                    <a:pt x="7668" y="9049"/>
                  </a:lnTo>
                  <a:lnTo>
                    <a:pt x="7707" y="9062"/>
                  </a:lnTo>
                  <a:lnTo>
                    <a:pt x="7860" y="9215"/>
                  </a:lnTo>
                  <a:lnTo>
                    <a:pt x="7911" y="9343"/>
                  </a:lnTo>
                  <a:lnTo>
                    <a:pt x="7924" y="9369"/>
                  </a:lnTo>
                  <a:lnTo>
                    <a:pt x="7962" y="9381"/>
                  </a:lnTo>
                  <a:lnTo>
                    <a:pt x="7924" y="9407"/>
                  </a:lnTo>
                  <a:lnTo>
                    <a:pt x="7962" y="9471"/>
                  </a:lnTo>
                  <a:lnTo>
                    <a:pt x="7962" y="9688"/>
                  </a:lnTo>
                  <a:lnTo>
                    <a:pt x="7962" y="9816"/>
                  </a:lnTo>
                  <a:lnTo>
                    <a:pt x="8103" y="10046"/>
                  </a:lnTo>
                  <a:lnTo>
                    <a:pt x="8116" y="10123"/>
                  </a:lnTo>
                  <a:lnTo>
                    <a:pt x="8244" y="10212"/>
                  </a:lnTo>
                  <a:lnTo>
                    <a:pt x="8295" y="10212"/>
                  </a:lnTo>
                  <a:lnTo>
                    <a:pt x="8308" y="10289"/>
                  </a:lnTo>
                  <a:lnTo>
                    <a:pt x="8269" y="10314"/>
                  </a:lnTo>
                  <a:lnTo>
                    <a:pt x="8269" y="10391"/>
                  </a:lnTo>
                  <a:lnTo>
                    <a:pt x="8269" y="10545"/>
                  </a:lnTo>
                  <a:lnTo>
                    <a:pt x="8256" y="10608"/>
                  </a:lnTo>
                  <a:lnTo>
                    <a:pt x="8218" y="10634"/>
                  </a:lnTo>
                  <a:lnTo>
                    <a:pt x="8192" y="10647"/>
                  </a:lnTo>
                  <a:lnTo>
                    <a:pt x="8167" y="10685"/>
                  </a:lnTo>
                  <a:lnTo>
                    <a:pt x="8090" y="10775"/>
                  </a:lnTo>
                  <a:lnTo>
                    <a:pt x="8065" y="10826"/>
                  </a:lnTo>
                  <a:lnTo>
                    <a:pt x="8039" y="10826"/>
                  </a:lnTo>
                  <a:lnTo>
                    <a:pt x="8001" y="10851"/>
                  </a:lnTo>
                  <a:lnTo>
                    <a:pt x="8039" y="10851"/>
                  </a:lnTo>
                  <a:lnTo>
                    <a:pt x="8103" y="10877"/>
                  </a:lnTo>
                  <a:lnTo>
                    <a:pt x="8116" y="10864"/>
                  </a:lnTo>
                  <a:lnTo>
                    <a:pt x="8180" y="10851"/>
                  </a:lnTo>
                  <a:lnTo>
                    <a:pt x="8231" y="10941"/>
                  </a:lnTo>
                  <a:lnTo>
                    <a:pt x="8244" y="11030"/>
                  </a:lnTo>
                  <a:lnTo>
                    <a:pt x="8180" y="11094"/>
                  </a:lnTo>
                  <a:lnTo>
                    <a:pt x="7988" y="11107"/>
                  </a:lnTo>
                  <a:lnTo>
                    <a:pt x="7899" y="11145"/>
                  </a:lnTo>
                  <a:lnTo>
                    <a:pt x="7873" y="11184"/>
                  </a:lnTo>
                  <a:lnTo>
                    <a:pt x="7988" y="11350"/>
                  </a:lnTo>
                  <a:lnTo>
                    <a:pt x="7988" y="11477"/>
                  </a:lnTo>
                  <a:lnTo>
                    <a:pt x="8039" y="11567"/>
                  </a:lnTo>
                  <a:lnTo>
                    <a:pt x="8141" y="11708"/>
                  </a:lnTo>
                  <a:lnTo>
                    <a:pt x="8231" y="11874"/>
                  </a:lnTo>
                  <a:lnTo>
                    <a:pt x="8308" y="11912"/>
                  </a:lnTo>
                  <a:lnTo>
                    <a:pt x="8359" y="11989"/>
                  </a:lnTo>
                  <a:lnTo>
                    <a:pt x="8359" y="12027"/>
                  </a:lnTo>
                  <a:lnTo>
                    <a:pt x="8384" y="12053"/>
                  </a:lnTo>
                  <a:lnTo>
                    <a:pt x="8371" y="12078"/>
                  </a:lnTo>
                  <a:lnTo>
                    <a:pt x="8461" y="12155"/>
                  </a:lnTo>
                  <a:lnTo>
                    <a:pt x="8512" y="12168"/>
                  </a:lnTo>
                  <a:lnTo>
                    <a:pt x="8538" y="12155"/>
                  </a:lnTo>
                  <a:lnTo>
                    <a:pt x="8576" y="12180"/>
                  </a:lnTo>
                  <a:lnTo>
                    <a:pt x="8550" y="12206"/>
                  </a:lnTo>
                  <a:lnTo>
                    <a:pt x="8550" y="12232"/>
                  </a:lnTo>
                  <a:lnTo>
                    <a:pt x="8640" y="12219"/>
                  </a:lnTo>
                  <a:lnTo>
                    <a:pt x="8640" y="12244"/>
                  </a:lnTo>
                  <a:lnTo>
                    <a:pt x="8755" y="12308"/>
                  </a:lnTo>
                  <a:lnTo>
                    <a:pt x="8857" y="12334"/>
                  </a:lnTo>
                  <a:lnTo>
                    <a:pt x="8934" y="12334"/>
                  </a:lnTo>
                  <a:lnTo>
                    <a:pt x="8959" y="12372"/>
                  </a:lnTo>
                  <a:lnTo>
                    <a:pt x="8947" y="12423"/>
                  </a:lnTo>
                  <a:lnTo>
                    <a:pt x="9189" y="12513"/>
                  </a:lnTo>
                  <a:lnTo>
                    <a:pt x="9445" y="12730"/>
                  </a:lnTo>
                  <a:lnTo>
                    <a:pt x="9471" y="12807"/>
                  </a:lnTo>
                  <a:lnTo>
                    <a:pt x="9662" y="13024"/>
                  </a:lnTo>
                  <a:lnTo>
                    <a:pt x="10084" y="13190"/>
                  </a:lnTo>
                  <a:lnTo>
                    <a:pt x="10161" y="13216"/>
                  </a:lnTo>
                  <a:lnTo>
                    <a:pt x="10237" y="13267"/>
                  </a:lnTo>
                  <a:lnTo>
                    <a:pt x="10327" y="13280"/>
                  </a:lnTo>
                  <a:lnTo>
                    <a:pt x="10595" y="13356"/>
                  </a:lnTo>
                  <a:lnTo>
                    <a:pt x="10659" y="13395"/>
                  </a:lnTo>
                  <a:lnTo>
                    <a:pt x="10736" y="13331"/>
                  </a:lnTo>
                  <a:lnTo>
                    <a:pt x="10813" y="13331"/>
                  </a:lnTo>
                  <a:lnTo>
                    <a:pt x="10991" y="13446"/>
                  </a:lnTo>
                  <a:lnTo>
                    <a:pt x="11017" y="13484"/>
                  </a:lnTo>
                  <a:lnTo>
                    <a:pt x="11119" y="13612"/>
                  </a:lnTo>
                  <a:lnTo>
                    <a:pt x="11132" y="13637"/>
                  </a:lnTo>
                  <a:lnTo>
                    <a:pt x="11132" y="13663"/>
                  </a:lnTo>
                  <a:lnTo>
                    <a:pt x="11183" y="13650"/>
                  </a:lnTo>
                  <a:lnTo>
                    <a:pt x="11247" y="13663"/>
                  </a:lnTo>
                  <a:lnTo>
                    <a:pt x="11273" y="13740"/>
                  </a:lnTo>
                  <a:lnTo>
                    <a:pt x="11579" y="13919"/>
                  </a:lnTo>
                  <a:lnTo>
                    <a:pt x="11592" y="13957"/>
                  </a:lnTo>
                  <a:lnTo>
                    <a:pt x="12270" y="14225"/>
                  </a:lnTo>
                  <a:lnTo>
                    <a:pt x="12461" y="14264"/>
                  </a:lnTo>
                  <a:lnTo>
                    <a:pt x="12525" y="14328"/>
                  </a:lnTo>
                  <a:lnTo>
                    <a:pt x="12538" y="14302"/>
                  </a:lnTo>
                  <a:lnTo>
                    <a:pt x="12551" y="14302"/>
                  </a:lnTo>
                  <a:lnTo>
                    <a:pt x="12563" y="14366"/>
                  </a:lnTo>
                  <a:lnTo>
                    <a:pt x="12589" y="14366"/>
                  </a:lnTo>
                  <a:lnTo>
                    <a:pt x="12742" y="14443"/>
                  </a:lnTo>
                  <a:lnTo>
                    <a:pt x="12972" y="14455"/>
                  </a:lnTo>
                  <a:lnTo>
                    <a:pt x="13087" y="14494"/>
                  </a:lnTo>
                  <a:lnTo>
                    <a:pt x="13279" y="14545"/>
                  </a:lnTo>
                  <a:lnTo>
                    <a:pt x="13381" y="14583"/>
                  </a:lnTo>
                  <a:lnTo>
                    <a:pt x="13381" y="14558"/>
                  </a:lnTo>
                  <a:lnTo>
                    <a:pt x="13458" y="14545"/>
                  </a:lnTo>
                  <a:lnTo>
                    <a:pt x="13637" y="14762"/>
                  </a:lnTo>
                  <a:lnTo>
                    <a:pt x="13701" y="14800"/>
                  </a:lnTo>
                  <a:lnTo>
                    <a:pt x="13829" y="14813"/>
                  </a:lnTo>
                  <a:lnTo>
                    <a:pt x="13944" y="14826"/>
                  </a:lnTo>
                  <a:lnTo>
                    <a:pt x="13969" y="14864"/>
                  </a:lnTo>
                  <a:lnTo>
                    <a:pt x="14046" y="14890"/>
                  </a:lnTo>
                  <a:lnTo>
                    <a:pt x="14187" y="14979"/>
                  </a:lnTo>
                  <a:lnTo>
                    <a:pt x="14302" y="15056"/>
                  </a:lnTo>
                  <a:lnTo>
                    <a:pt x="14378" y="15056"/>
                  </a:lnTo>
                  <a:lnTo>
                    <a:pt x="14391" y="15043"/>
                  </a:lnTo>
                  <a:lnTo>
                    <a:pt x="14404" y="15030"/>
                  </a:lnTo>
                  <a:lnTo>
                    <a:pt x="14417" y="15056"/>
                  </a:lnTo>
                  <a:lnTo>
                    <a:pt x="14519" y="15056"/>
                  </a:lnTo>
                  <a:lnTo>
                    <a:pt x="14800" y="15069"/>
                  </a:lnTo>
                  <a:lnTo>
                    <a:pt x="14902" y="15146"/>
                  </a:lnTo>
                  <a:lnTo>
                    <a:pt x="15056" y="15235"/>
                  </a:lnTo>
                  <a:lnTo>
                    <a:pt x="15171" y="15248"/>
                  </a:lnTo>
                  <a:lnTo>
                    <a:pt x="15362" y="15286"/>
                  </a:lnTo>
                  <a:lnTo>
                    <a:pt x="15388" y="15261"/>
                  </a:lnTo>
                  <a:lnTo>
                    <a:pt x="15605" y="15248"/>
                  </a:lnTo>
                  <a:lnTo>
                    <a:pt x="15823" y="15120"/>
                  </a:lnTo>
                  <a:lnTo>
                    <a:pt x="15938" y="15082"/>
                  </a:lnTo>
                  <a:lnTo>
                    <a:pt x="16001" y="15030"/>
                  </a:lnTo>
                  <a:lnTo>
                    <a:pt x="16270" y="14941"/>
                  </a:lnTo>
                  <a:lnTo>
                    <a:pt x="16270" y="14890"/>
                  </a:lnTo>
                  <a:lnTo>
                    <a:pt x="16398" y="14839"/>
                  </a:lnTo>
                  <a:lnTo>
                    <a:pt x="16423" y="14788"/>
                  </a:lnTo>
                  <a:lnTo>
                    <a:pt x="16551" y="14762"/>
                  </a:lnTo>
                  <a:lnTo>
                    <a:pt x="16615" y="14737"/>
                  </a:lnTo>
                  <a:lnTo>
                    <a:pt x="16756" y="14762"/>
                  </a:lnTo>
                  <a:lnTo>
                    <a:pt x="16768" y="14737"/>
                  </a:lnTo>
                  <a:lnTo>
                    <a:pt x="16679" y="14724"/>
                  </a:lnTo>
                  <a:lnTo>
                    <a:pt x="16730" y="14685"/>
                  </a:lnTo>
                  <a:lnTo>
                    <a:pt x="16756" y="14660"/>
                  </a:lnTo>
                  <a:lnTo>
                    <a:pt x="16845" y="14609"/>
                  </a:lnTo>
                  <a:lnTo>
                    <a:pt x="16896" y="14647"/>
                  </a:lnTo>
                  <a:lnTo>
                    <a:pt x="16845" y="14698"/>
                  </a:lnTo>
                  <a:lnTo>
                    <a:pt x="16781" y="14737"/>
                  </a:lnTo>
                  <a:lnTo>
                    <a:pt x="16794" y="14762"/>
                  </a:lnTo>
                  <a:lnTo>
                    <a:pt x="16998" y="14749"/>
                  </a:lnTo>
                  <a:lnTo>
                    <a:pt x="17101" y="14775"/>
                  </a:lnTo>
                  <a:lnTo>
                    <a:pt x="17267" y="14826"/>
                  </a:lnTo>
                  <a:lnTo>
                    <a:pt x="17407" y="14890"/>
                  </a:lnTo>
                  <a:lnTo>
                    <a:pt x="17420" y="14877"/>
                  </a:lnTo>
                  <a:lnTo>
                    <a:pt x="17369" y="14852"/>
                  </a:lnTo>
                  <a:lnTo>
                    <a:pt x="17331" y="14813"/>
                  </a:lnTo>
                  <a:lnTo>
                    <a:pt x="17254" y="14800"/>
                  </a:lnTo>
                  <a:lnTo>
                    <a:pt x="17177" y="14749"/>
                  </a:lnTo>
                  <a:lnTo>
                    <a:pt x="17088" y="14749"/>
                  </a:lnTo>
                  <a:lnTo>
                    <a:pt x="17011" y="14724"/>
                  </a:lnTo>
                  <a:lnTo>
                    <a:pt x="17037" y="14660"/>
                  </a:lnTo>
                  <a:lnTo>
                    <a:pt x="17088" y="14647"/>
                  </a:lnTo>
                  <a:lnTo>
                    <a:pt x="17126" y="14711"/>
                  </a:lnTo>
                  <a:lnTo>
                    <a:pt x="17203" y="14724"/>
                  </a:lnTo>
                  <a:lnTo>
                    <a:pt x="17280" y="14698"/>
                  </a:lnTo>
                  <a:lnTo>
                    <a:pt x="17305" y="14762"/>
                  </a:lnTo>
                  <a:lnTo>
                    <a:pt x="17356" y="14800"/>
                  </a:lnTo>
                  <a:lnTo>
                    <a:pt x="17471" y="14826"/>
                  </a:lnTo>
                  <a:lnTo>
                    <a:pt x="17510" y="14890"/>
                  </a:lnTo>
                  <a:lnTo>
                    <a:pt x="17446" y="14877"/>
                  </a:lnTo>
                  <a:lnTo>
                    <a:pt x="17458" y="14903"/>
                  </a:lnTo>
                  <a:lnTo>
                    <a:pt x="17752" y="15069"/>
                  </a:lnTo>
                  <a:lnTo>
                    <a:pt x="18034" y="15286"/>
                  </a:lnTo>
                  <a:lnTo>
                    <a:pt x="18059" y="15286"/>
                  </a:lnTo>
                  <a:lnTo>
                    <a:pt x="18340" y="15529"/>
                  </a:lnTo>
                  <a:lnTo>
                    <a:pt x="18379" y="15542"/>
                  </a:lnTo>
                  <a:lnTo>
                    <a:pt x="18430" y="15542"/>
                  </a:lnTo>
                  <a:lnTo>
                    <a:pt x="18443" y="15593"/>
                  </a:lnTo>
                  <a:lnTo>
                    <a:pt x="18417" y="15567"/>
                  </a:lnTo>
                  <a:lnTo>
                    <a:pt x="18391" y="15567"/>
                  </a:lnTo>
                  <a:lnTo>
                    <a:pt x="18634" y="15810"/>
                  </a:lnTo>
                  <a:lnTo>
                    <a:pt x="19030" y="15171"/>
                  </a:lnTo>
                  <a:lnTo>
                    <a:pt x="19989" y="14647"/>
                  </a:lnTo>
                  <a:lnTo>
                    <a:pt x="20309" y="14391"/>
                  </a:lnTo>
                  <a:lnTo>
                    <a:pt x="19976" y="14072"/>
                  </a:lnTo>
                  <a:lnTo>
                    <a:pt x="19785" y="13663"/>
                  </a:lnTo>
                  <a:lnTo>
                    <a:pt x="20040" y="13433"/>
                  </a:lnTo>
                  <a:lnTo>
                    <a:pt x="19925" y="13190"/>
                  </a:lnTo>
                  <a:lnTo>
                    <a:pt x="20168" y="12986"/>
                  </a:lnTo>
                  <a:lnTo>
                    <a:pt x="21446" y="13203"/>
                  </a:lnTo>
                  <a:lnTo>
                    <a:pt x="21689" y="13203"/>
                  </a:lnTo>
                  <a:lnTo>
                    <a:pt x="21970" y="12526"/>
                  </a:lnTo>
                  <a:lnTo>
                    <a:pt x="22187" y="12538"/>
                  </a:lnTo>
                  <a:lnTo>
                    <a:pt x="22187" y="12449"/>
                  </a:lnTo>
                  <a:lnTo>
                    <a:pt x="22226" y="12500"/>
                  </a:lnTo>
                  <a:lnTo>
                    <a:pt x="22226" y="12538"/>
                  </a:lnTo>
                  <a:lnTo>
                    <a:pt x="22264" y="12538"/>
                  </a:lnTo>
                  <a:lnTo>
                    <a:pt x="22264" y="12513"/>
                  </a:lnTo>
                  <a:lnTo>
                    <a:pt x="22315" y="12436"/>
                  </a:lnTo>
                  <a:lnTo>
                    <a:pt x="22341" y="12193"/>
                  </a:lnTo>
                  <a:lnTo>
                    <a:pt x="22379" y="12129"/>
                  </a:lnTo>
                  <a:lnTo>
                    <a:pt x="22405" y="11861"/>
                  </a:lnTo>
                  <a:lnTo>
                    <a:pt x="22430" y="11797"/>
                  </a:lnTo>
                  <a:lnTo>
                    <a:pt x="22430" y="11682"/>
                  </a:lnTo>
                  <a:lnTo>
                    <a:pt x="22468" y="11618"/>
                  </a:lnTo>
                  <a:lnTo>
                    <a:pt x="22468" y="11618"/>
                  </a:lnTo>
                  <a:lnTo>
                    <a:pt x="22392" y="11631"/>
                  </a:lnTo>
                  <a:lnTo>
                    <a:pt x="22341" y="11733"/>
                  </a:lnTo>
                  <a:lnTo>
                    <a:pt x="22315" y="11682"/>
                  </a:lnTo>
                  <a:lnTo>
                    <a:pt x="22328" y="11580"/>
                  </a:lnTo>
                  <a:lnTo>
                    <a:pt x="22392" y="11541"/>
                  </a:lnTo>
                  <a:lnTo>
                    <a:pt x="22405" y="11567"/>
                  </a:lnTo>
                  <a:lnTo>
                    <a:pt x="22468" y="11503"/>
                  </a:lnTo>
                  <a:lnTo>
                    <a:pt x="22507" y="11401"/>
                  </a:lnTo>
                  <a:lnTo>
                    <a:pt x="22456" y="11401"/>
                  </a:lnTo>
                  <a:lnTo>
                    <a:pt x="22417" y="11388"/>
                  </a:lnTo>
                  <a:lnTo>
                    <a:pt x="22430" y="11414"/>
                  </a:lnTo>
                  <a:lnTo>
                    <a:pt x="22430" y="11439"/>
                  </a:lnTo>
                  <a:lnTo>
                    <a:pt x="22366" y="11426"/>
                  </a:lnTo>
                  <a:lnTo>
                    <a:pt x="22277" y="11452"/>
                  </a:lnTo>
                  <a:lnTo>
                    <a:pt x="22226" y="11388"/>
                  </a:lnTo>
                  <a:lnTo>
                    <a:pt x="22238" y="11337"/>
                  </a:lnTo>
                  <a:lnTo>
                    <a:pt x="22277" y="11337"/>
                  </a:lnTo>
                  <a:lnTo>
                    <a:pt x="22290" y="11375"/>
                  </a:lnTo>
                  <a:lnTo>
                    <a:pt x="22341" y="11222"/>
                  </a:lnTo>
                  <a:lnTo>
                    <a:pt x="22379" y="11209"/>
                  </a:lnTo>
                  <a:lnTo>
                    <a:pt x="22443" y="11171"/>
                  </a:lnTo>
                  <a:lnTo>
                    <a:pt x="22456" y="11120"/>
                  </a:lnTo>
                  <a:lnTo>
                    <a:pt x="22417" y="11081"/>
                  </a:lnTo>
                  <a:lnTo>
                    <a:pt x="22417" y="10928"/>
                  </a:lnTo>
                  <a:lnTo>
                    <a:pt x="22417" y="10838"/>
                  </a:lnTo>
                  <a:lnTo>
                    <a:pt x="22456" y="10826"/>
                  </a:lnTo>
                  <a:lnTo>
                    <a:pt x="22468" y="10775"/>
                  </a:lnTo>
                  <a:lnTo>
                    <a:pt x="22558" y="10583"/>
                  </a:lnTo>
                  <a:lnTo>
                    <a:pt x="22635" y="10519"/>
                  </a:lnTo>
                  <a:lnTo>
                    <a:pt x="22814" y="10289"/>
                  </a:lnTo>
                  <a:lnTo>
                    <a:pt x="22839" y="10110"/>
                  </a:lnTo>
                  <a:lnTo>
                    <a:pt x="22865" y="10097"/>
                  </a:lnTo>
                  <a:lnTo>
                    <a:pt x="22877" y="9982"/>
                  </a:lnTo>
                  <a:lnTo>
                    <a:pt x="22814" y="9982"/>
                  </a:lnTo>
                  <a:lnTo>
                    <a:pt x="22788" y="9867"/>
                  </a:lnTo>
                  <a:lnTo>
                    <a:pt x="22814" y="9854"/>
                  </a:lnTo>
                  <a:lnTo>
                    <a:pt x="22801" y="9752"/>
                  </a:lnTo>
                  <a:lnTo>
                    <a:pt x="22750" y="9739"/>
                  </a:lnTo>
                  <a:lnTo>
                    <a:pt x="22711" y="9739"/>
                  </a:lnTo>
                  <a:lnTo>
                    <a:pt x="22660" y="9637"/>
                  </a:lnTo>
                  <a:lnTo>
                    <a:pt x="22558" y="9599"/>
                  </a:lnTo>
                  <a:lnTo>
                    <a:pt x="22443" y="9663"/>
                  </a:lnTo>
                  <a:lnTo>
                    <a:pt x="22366" y="9663"/>
                  </a:lnTo>
                  <a:lnTo>
                    <a:pt x="22315" y="9714"/>
                  </a:lnTo>
                  <a:lnTo>
                    <a:pt x="22353" y="9727"/>
                  </a:lnTo>
                  <a:lnTo>
                    <a:pt x="22366" y="9701"/>
                  </a:lnTo>
                  <a:lnTo>
                    <a:pt x="22443" y="9701"/>
                  </a:lnTo>
                  <a:lnTo>
                    <a:pt x="22494" y="9663"/>
                  </a:lnTo>
                  <a:lnTo>
                    <a:pt x="22545" y="9663"/>
                  </a:lnTo>
                  <a:lnTo>
                    <a:pt x="22545" y="9714"/>
                  </a:lnTo>
                  <a:lnTo>
                    <a:pt x="22481" y="9765"/>
                  </a:lnTo>
                  <a:lnTo>
                    <a:pt x="22290" y="9752"/>
                  </a:lnTo>
                  <a:lnTo>
                    <a:pt x="22251" y="9752"/>
                  </a:lnTo>
                  <a:lnTo>
                    <a:pt x="22264" y="9727"/>
                  </a:lnTo>
                  <a:lnTo>
                    <a:pt x="22238" y="9727"/>
                  </a:lnTo>
                  <a:lnTo>
                    <a:pt x="22175" y="9739"/>
                  </a:lnTo>
                  <a:lnTo>
                    <a:pt x="22175" y="9727"/>
                  </a:lnTo>
                  <a:lnTo>
                    <a:pt x="22085" y="9714"/>
                  </a:lnTo>
                  <a:lnTo>
                    <a:pt x="22098" y="9727"/>
                  </a:lnTo>
                  <a:lnTo>
                    <a:pt x="21996" y="9714"/>
                  </a:lnTo>
                  <a:lnTo>
                    <a:pt x="21893" y="9688"/>
                  </a:lnTo>
                  <a:lnTo>
                    <a:pt x="21740" y="9688"/>
                  </a:lnTo>
                  <a:lnTo>
                    <a:pt x="21663" y="9739"/>
                  </a:lnTo>
                  <a:lnTo>
                    <a:pt x="21510" y="9739"/>
                  </a:lnTo>
                  <a:lnTo>
                    <a:pt x="21472" y="9778"/>
                  </a:lnTo>
                  <a:lnTo>
                    <a:pt x="21357" y="9816"/>
                  </a:lnTo>
                  <a:lnTo>
                    <a:pt x="21293" y="9893"/>
                  </a:lnTo>
                  <a:lnTo>
                    <a:pt x="21037" y="9969"/>
                  </a:lnTo>
                  <a:lnTo>
                    <a:pt x="20999" y="9982"/>
                  </a:lnTo>
                  <a:lnTo>
                    <a:pt x="20871" y="10021"/>
                  </a:lnTo>
                  <a:lnTo>
                    <a:pt x="20781" y="10021"/>
                  </a:lnTo>
                  <a:lnTo>
                    <a:pt x="20679" y="10072"/>
                  </a:lnTo>
                  <a:lnTo>
                    <a:pt x="20424" y="10110"/>
                  </a:lnTo>
                  <a:lnTo>
                    <a:pt x="20296" y="10199"/>
                  </a:lnTo>
                  <a:lnTo>
                    <a:pt x="20078" y="10314"/>
                  </a:lnTo>
                  <a:lnTo>
                    <a:pt x="20040" y="10506"/>
                  </a:lnTo>
                  <a:lnTo>
                    <a:pt x="20002" y="10570"/>
                  </a:lnTo>
                  <a:lnTo>
                    <a:pt x="19989" y="10826"/>
                  </a:lnTo>
                  <a:lnTo>
                    <a:pt x="20015" y="10902"/>
                  </a:lnTo>
                  <a:lnTo>
                    <a:pt x="19989" y="10992"/>
                  </a:lnTo>
                  <a:lnTo>
                    <a:pt x="19976" y="11171"/>
                  </a:lnTo>
                  <a:lnTo>
                    <a:pt x="20027" y="11273"/>
                  </a:lnTo>
                  <a:lnTo>
                    <a:pt x="20002" y="11350"/>
                  </a:lnTo>
                  <a:lnTo>
                    <a:pt x="19887" y="11452"/>
                  </a:lnTo>
                  <a:lnTo>
                    <a:pt x="19848" y="11541"/>
                  </a:lnTo>
                  <a:lnTo>
                    <a:pt x="19874" y="11605"/>
                  </a:lnTo>
                  <a:lnTo>
                    <a:pt x="19823" y="11874"/>
                  </a:lnTo>
                  <a:lnTo>
                    <a:pt x="19772" y="11925"/>
                  </a:lnTo>
                  <a:lnTo>
                    <a:pt x="19657" y="12053"/>
                  </a:lnTo>
                  <a:lnTo>
                    <a:pt x="19593" y="12065"/>
                  </a:lnTo>
                  <a:lnTo>
                    <a:pt x="19516" y="12142"/>
                  </a:lnTo>
                  <a:lnTo>
                    <a:pt x="19324" y="12257"/>
                  </a:lnTo>
                  <a:lnTo>
                    <a:pt x="19261" y="12347"/>
                  </a:lnTo>
                  <a:lnTo>
                    <a:pt x="19299" y="12347"/>
                  </a:lnTo>
                  <a:lnTo>
                    <a:pt x="19337" y="12321"/>
                  </a:lnTo>
                  <a:lnTo>
                    <a:pt x="19388" y="12372"/>
                  </a:lnTo>
                  <a:lnTo>
                    <a:pt x="19427" y="12359"/>
                  </a:lnTo>
                  <a:lnTo>
                    <a:pt x="19465" y="12423"/>
                  </a:lnTo>
                  <a:lnTo>
                    <a:pt x="19439" y="12500"/>
                  </a:lnTo>
                  <a:lnTo>
                    <a:pt x="19414" y="12564"/>
                  </a:lnTo>
                  <a:lnTo>
                    <a:pt x="19324" y="12564"/>
                  </a:lnTo>
                  <a:lnTo>
                    <a:pt x="19261" y="12628"/>
                  </a:lnTo>
                  <a:lnTo>
                    <a:pt x="19248" y="12666"/>
                  </a:lnTo>
                  <a:lnTo>
                    <a:pt x="19069" y="12641"/>
                  </a:lnTo>
                  <a:lnTo>
                    <a:pt x="19043" y="12692"/>
                  </a:lnTo>
                  <a:lnTo>
                    <a:pt x="19005" y="12679"/>
                  </a:lnTo>
                  <a:lnTo>
                    <a:pt x="19018" y="12641"/>
                  </a:lnTo>
                  <a:lnTo>
                    <a:pt x="18967" y="12628"/>
                  </a:lnTo>
                  <a:lnTo>
                    <a:pt x="18967" y="12564"/>
                  </a:lnTo>
                  <a:lnTo>
                    <a:pt x="18992" y="12538"/>
                  </a:lnTo>
                  <a:lnTo>
                    <a:pt x="18967" y="12487"/>
                  </a:lnTo>
                  <a:lnTo>
                    <a:pt x="18992" y="12474"/>
                  </a:lnTo>
                  <a:lnTo>
                    <a:pt x="19018" y="12487"/>
                  </a:lnTo>
                  <a:lnTo>
                    <a:pt x="19248" y="12359"/>
                  </a:lnTo>
                  <a:lnTo>
                    <a:pt x="19248" y="12347"/>
                  </a:lnTo>
                  <a:lnTo>
                    <a:pt x="19018" y="12474"/>
                  </a:lnTo>
                  <a:lnTo>
                    <a:pt x="19005" y="12462"/>
                  </a:lnTo>
                  <a:lnTo>
                    <a:pt x="18954" y="12462"/>
                  </a:lnTo>
                  <a:lnTo>
                    <a:pt x="18890" y="12436"/>
                  </a:lnTo>
                  <a:lnTo>
                    <a:pt x="18711" y="12487"/>
                  </a:lnTo>
                  <a:lnTo>
                    <a:pt x="18570" y="12487"/>
                  </a:lnTo>
                  <a:lnTo>
                    <a:pt x="18391" y="12564"/>
                  </a:lnTo>
                  <a:lnTo>
                    <a:pt x="18328" y="12564"/>
                  </a:lnTo>
                  <a:lnTo>
                    <a:pt x="18353" y="12628"/>
                  </a:lnTo>
                  <a:lnTo>
                    <a:pt x="18328" y="12653"/>
                  </a:lnTo>
                  <a:lnTo>
                    <a:pt x="18302" y="12602"/>
                  </a:lnTo>
                  <a:lnTo>
                    <a:pt x="18149" y="12730"/>
                  </a:lnTo>
                  <a:lnTo>
                    <a:pt x="17982" y="12756"/>
                  </a:lnTo>
                  <a:lnTo>
                    <a:pt x="17765" y="12768"/>
                  </a:lnTo>
                  <a:lnTo>
                    <a:pt x="17650" y="12768"/>
                  </a:lnTo>
                  <a:lnTo>
                    <a:pt x="17241" y="12960"/>
                  </a:lnTo>
                  <a:lnTo>
                    <a:pt x="17049" y="13050"/>
                  </a:lnTo>
                  <a:lnTo>
                    <a:pt x="16998" y="13037"/>
                  </a:lnTo>
                  <a:lnTo>
                    <a:pt x="16947" y="13062"/>
                  </a:lnTo>
                  <a:lnTo>
                    <a:pt x="16845" y="13037"/>
                  </a:lnTo>
                  <a:lnTo>
                    <a:pt x="16807" y="12973"/>
                  </a:lnTo>
                  <a:lnTo>
                    <a:pt x="16692" y="12858"/>
                  </a:lnTo>
                  <a:lnTo>
                    <a:pt x="16666" y="12807"/>
                  </a:lnTo>
                  <a:lnTo>
                    <a:pt x="16653" y="12743"/>
                  </a:lnTo>
                  <a:lnTo>
                    <a:pt x="16436" y="12717"/>
                  </a:lnTo>
                  <a:lnTo>
                    <a:pt x="16410" y="12666"/>
                  </a:lnTo>
                  <a:lnTo>
                    <a:pt x="16321" y="12615"/>
                  </a:lnTo>
                  <a:lnTo>
                    <a:pt x="16001" y="12602"/>
                  </a:lnTo>
                  <a:lnTo>
                    <a:pt x="15925" y="12577"/>
                  </a:lnTo>
                  <a:lnTo>
                    <a:pt x="15810" y="12526"/>
                  </a:lnTo>
                  <a:lnTo>
                    <a:pt x="15720" y="12487"/>
                  </a:lnTo>
                  <a:lnTo>
                    <a:pt x="15656" y="12347"/>
                  </a:lnTo>
                  <a:lnTo>
                    <a:pt x="15656" y="12334"/>
                  </a:lnTo>
                  <a:lnTo>
                    <a:pt x="15605" y="12334"/>
                  </a:lnTo>
                  <a:lnTo>
                    <a:pt x="15554" y="12283"/>
                  </a:lnTo>
                  <a:lnTo>
                    <a:pt x="15554" y="12232"/>
                  </a:lnTo>
                  <a:lnTo>
                    <a:pt x="15541" y="12193"/>
                  </a:lnTo>
                  <a:lnTo>
                    <a:pt x="15490" y="12168"/>
                  </a:lnTo>
                  <a:lnTo>
                    <a:pt x="15388" y="12053"/>
                  </a:lnTo>
                  <a:lnTo>
                    <a:pt x="15375" y="12001"/>
                  </a:lnTo>
                  <a:lnTo>
                    <a:pt x="15388" y="11963"/>
                  </a:lnTo>
                  <a:lnTo>
                    <a:pt x="15362" y="11938"/>
                  </a:lnTo>
                  <a:lnTo>
                    <a:pt x="15311" y="11835"/>
                  </a:lnTo>
                  <a:lnTo>
                    <a:pt x="15260" y="11631"/>
                  </a:lnTo>
                  <a:lnTo>
                    <a:pt x="15184" y="11567"/>
                  </a:lnTo>
                  <a:lnTo>
                    <a:pt x="15171" y="11529"/>
                  </a:lnTo>
                  <a:lnTo>
                    <a:pt x="15017" y="11337"/>
                  </a:lnTo>
                  <a:lnTo>
                    <a:pt x="14838" y="11145"/>
                  </a:lnTo>
                  <a:lnTo>
                    <a:pt x="14787" y="11107"/>
                  </a:lnTo>
                  <a:lnTo>
                    <a:pt x="14775" y="11069"/>
                  </a:lnTo>
                  <a:lnTo>
                    <a:pt x="14672" y="10953"/>
                  </a:lnTo>
                  <a:lnTo>
                    <a:pt x="14634" y="10902"/>
                  </a:lnTo>
                  <a:lnTo>
                    <a:pt x="14659" y="10877"/>
                  </a:lnTo>
                  <a:lnTo>
                    <a:pt x="14557" y="10698"/>
                  </a:lnTo>
                  <a:lnTo>
                    <a:pt x="14455" y="10481"/>
                  </a:lnTo>
                  <a:lnTo>
                    <a:pt x="14455" y="10417"/>
                  </a:lnTo>
                  <a:lnTo>
                    <a:pt x="14506" y="10289"/>
                  </a:lnTo>
                  <a:lnTo>
                    <a:pt x="14519" y="10199"/>
                  </a:lnTo>
                  <a:lnTo>
                    <a:pt x="14481" y="10136"/>
                  </a:lnTo>
                  <a:lnTo>
                    <a:pt x="14366" y="10059"/>
                  </a:lnTo>
                  <a:lnTo>
                    <a:pt x="14263" y="9905"/>
                  </a:lnTo>
                  <a:lnTo>
                    <a:pt x="14251" y="9905"/>
                  </a:lnTo>
                  <a:lnTo>
                    <a:pt x="14263" y="9944"/>
                  </a:lnTo>
                  <a:lnTo>
                    <a:pt x="14263" y="9982"/>
                  </a:lnTo>
                  <a:lnTo>
                    <a:pt x="14404" y="10136"/>
                  </a:lnTo>
                  <a:lnTo>
                    <a:pt x="14481" y="10199"/>
                  </a:lnTo>
                  <a:lnTo>
                    <a:pt x="14468" y="10251"/>
                  </a:lnTo>
                  <a:lnTo>
                    <a:pt x="14404" y="10276"/>
                  </a:lnTo>
                  <a:lnTo>
                    <a:pt x="14442" y="10366"/>
                  </a:lnTo>
                  <a:lnTo>
                    <a:pt x="14404" y="10366"/>
                  </a:lnTo>
                  <a:lnTo>
                    <a:pt x="14391" y="10276"/>
                  </a:lnTo>
                  <a:lnTo>
                    <a:pt x="14340" y="10263"/>
                  </a:lnTo>
                  <a:lnTo>
                    <a:pt x="14314" y="10238"/>
                  </a:lnTo>
                  <a:lnTo>
                    <a:pt x="14238" y="10084"/>
                  </a:lnTo>
                  <a:lnTo>
                    <a:pt x="14212" y="9880"/>
                  </a:lnTo>
                  <a:lnTo>
                    <a:pt x="14161" y="9778"/>
                  </a:lnTo>
                  <a:lnTo>
                    <a:pt x="14161" y="9778"/>
                  </a:lnTo>
                  <a:lnTo>
                    <a:pt x="14212" y="9854"/>
                  </a:lnTo>
                  <a:lnTo>
                    <a:pt x="14238" y="9880"/>
                  </a:lnTo>
                  <a:lnTo>
                    <a:pt x="14199" y="9803"/>
                  </a:lnTo>
                  <a:lnTo>
                    <a:pt x="14161" y="9739"/>
                  </a:lnTo>
                  <a:lnTo>
                    <a:pt x="14148" y="9650"/>
                  </a:lnTo>
                  <a:lnTo>
                    <a:pt x="14135" y="9586"/>
                  </a:lnTo>
                  <a:lnTo>
                    <a:pt x="14097" y="9394"/>
                  </a:lnTo>
                  <a:lnTo>
                    <a:pt x="14097" y="9266"/>
                  </a:lnTo>
                  <a:lnTo>
                    <a:pt x="14110" y="9190"/>
                  </a:lnTo>
                  <a:lnTo>
                    <a:pt x="14135" y="9164"/>
                  </a:lnTo>
                  <a:lnTo>
                    <a:pt x="14123" y="9151"/>
                  </a:lnTo>
                  <a:lnTo>
                    <a:pt x="14084" y="9177"/>
                  </a:lnTo>
                  <a:lnTo>
                    <a:pt x="14084" y="9177"/>
                  </a:lnTo>
                  <a:lnTo>
                    <a:pt x="14097" y="9139"/>
                  </a:lnTo>
                  <a:lnTo>
                    <a:pt x="14123" y="9113"/>
                  </a:lnTo>
                  <a:lnTo>
                    <a:pt x="14135" y="9088"/>
                  </a:lnTo>
                  <a:lnTo>
                    <a:pt x="14123" y="9049"/>
                  </a:lnTo>
                  <a:lnTo>
                    <a:pt x="14135" y="9024"/>
                  </a:lnTo>
                  <a:lnTo>
                    <a:pt x="14148" y="9049"/>
                  </a:lnTo>
                  <a:lnTo>
                    <a:pt x="14148" y="8934"/>
                  </a:lnTo>
                  <a:lnTo>
                    <a:pt x="14123" y="8755"/>
                  </a:lnTo>
                  <a:lnTo>
                    <a:pt x="14148" y="8257"/>
                  </a:lnTo>
                  <a:lnTo>
                    <a:pt x="14174" y="7784"/>
                  </a:lnTo>
                  <a:lnTo>
                    <a:pt x="14238" y="7400"/>
                  </a:lnTo>
                  <a:lnTo>
                    <a:pt x="14340" y="7030"/>
                  </a:lnTo>
                  <a:lnTo>
                    <a:pt x="14468" y="6774"/>
                  </a:lnTo>
                  <a:lnTo>
                    <a:pt x="14532" y="6595"/>
                  </a:lnTo>
                  <a:lnTo>
                    <a:pt x="14544" y="6429"/>
                  </a:lnTo>
                  <a:lnTo>
                    <a:pt x="14544" y="6352"/>
                  </a:lnTo>
                  <a:lnTo>
                    <a:pt x="14481" y="6352"/>
                  </a:lnTo>
                  <a:lnTo>
                    <a:pt x="14468" y="6340"/>
                  </a:lnTo>
                  <a:lnTo>
                    <a:pt x="14417" y="6378"/>
                  </a:lnTo>
                  <a:lnTo>
                    <a:pt x="14378" y="6378"/>
                  </a:lnTo>
                  <a:lnTo>
                    <a:pt x="14378" y="6442"/>
                  </a:lnTo>
                  <a:lnTo>
                    <a:pt x="14353" y="6468"/>
                  </a:lnTo>
                  <a:lnTo>
                    <a:pt x="14276" y="6416"/>
                  </a:lnTo>
                  <a:lnTo>
                    <a:pt x="14199" y="6352"/>
                  </a:lnTo>
                  <a:lnTo>
                    <a:pt x="14161" y="6301"/>
                  </a:lnTo>
                  <a:lnTo>
                    <a:pt x="14059" y="6289"/>
                  </a:lnTo>
                  <a:lnTo>
                    <a:pt x="13880" y="6276"/>
                  </a:lnTo>
                  <a:lnTo>
                    <a:pt x="13854" y="6289"/>
                  </a:lnTo>
                  <a:lnTo>
                    <a:pt x="13803" y="6289"/>
                  </a:lnTo>
                  <a:lnTo>
                    <a:pt x="13675" y="6237"/>
                  </a:lnTo>
                  <a:lnTo>
                    <a:pt x="13637" y="6199"/>
                  </a:lnTo>
                  <a:lnTo>
                    <a:pt x="13611" y="6199"/>
                  </a:lnTo>
                  <a:lnTo>
                    <a:pt x="13560" y="6135"/>
                  </a:lnTo>
                  <a:lnTo>
                    <a:pt x="13420" y="6110"/>
                  </a:lnTo>
                  <a:lnTo>
                    <a:pt x="13394" y="6135"/>
                  </a:lnTo>
                  <a:lnTo>
                    <a:pt x="13369" y="6097"/>
                  </a:lnTo>
                  <a:lnTo>
                    <a:pt x="13343" y="6084"/>
                  </a:lnTo>
                  <a:lnTo>
                    <a:pt x="13292" y="6020"/>
                  </a:lnTo>
                  <a:lnTo>
                    <a:pt x="13215" y="6020"/>
                  </a:lnTo>
                  <a:lnTo>
                    <a:pt x="13177" y="6007"/>
                  </a:lnTo>
                  <a:lnTo>
                    <a:pt x="13139" y="6007"/>
                  </a:lnTo>
                  <a:lnTo>
                    <a:pt x="13126" y="5982"/>
                  </a:lnTo>
                  <a:lnTo>
                    <a:pt x="13075" y="6007"/>
                  </a:lnTo>
                  <a:lnTo>
                    <a:pt x="13036" y="5969"/>
                  </a:lnTo>
                  <a:lnTo>
                    <a:pt x="13062" y="5944"/>
                  </a:lnTo>
                  <a:lnTo>
                    <a:pt x="13062" y="5905"/>
                  </a:lnTo>
                  <a:lnTo>
                    <a:pt x="13024" y="5880"/>
                  </a:lnTo>
                  <a:lnTo>
                    <a:pt x="12998" y="5854"/>
                  </a:lnTo>
                  <a:lnTo>
                    <a:pt x="12960" y="5854"/>
                  </a:lnTo>
                  <a:lnTo>
                    <a:pt x="12909" y="5790"/>
                  </a:lnTo>
                  <a:lnTo>
                    <a:pt x="12934" y="5790"/>
                  </a:lnTo>
                  <a:lnTo>
                    <a:pt x="12960" y="5777"/>
                  </a:lnTo>
                  <a:lnTo>
                    <a:pt x="12921" y="5637"/>
                  </a:lnTo>
                  <a:lnTo>
                    <a:pt x="12896" y="5624"/>
                  </a:lnTo>
                  <a:lnTo>
                    <a:pt x="12857" y="5688"/>
                  </a:lnTo>
                  <a:lnTo>
                    <a:pt x="12845" y="5675"/>
                  </a:lnTo>
                  <a:lnTo>
                    <a:pt x="12870" y="5598"/>
                  </a:lnTo>
                  <a:lnTo>
                    <a:pt x="12870" y="5535"/>
                  </a:lnTo>
                  <a:lnTo>
                    <a:pt x="12806" y="5471"/>
                  </a:lnTo>
                  <a:lnTo>
                    <a:pt x="12781" y="5445"/>
                  </a:lnTo>
                  <a:lnTo>
                    <a:pt x="12806" y="5407"/>
                  </a:lnTo>
                  <a:lnTo>
                    <a:pt x="12806" y="5304"/>
                  </a:lnTo>
                  <a:lnTo>
                    <a:pt x="12755" y="5253"/>
                  </a:lnTo>
                  <a:lnTo>
                    <a:pt x="12742" y="5202"/>
                  </a:lnTo>
                  <a:lnTo>
                    <a:pt x="12717" y="5189"/>
                  </a:lnTo>
                  <a:lnTo>
                    <a:pt x="12742" y="5164"/>
                  </a:lnTo>
                  <a:lnTo>
                    <a:pt x="12742" y="5087"/>
                  </a:lnTo>
                  <a:lnTo>
                    <a:pt x="12717" y="4947"/>
                  </a:lnTo>
                  <a:lnTo>
                    <a:pt x="12678" y="4947"/>
                  </a:lnTo>
                  <a:lnTo>
                    <a:pt x="12653" y="4921"/>
                  </a:lnTo>
                  <a:lnTo>
                    <a:pt x="12615" y="4921"/>
                  </a:lnTo>
                  <a:lnTo>
                    <a:pt x="12615" y="4908"/>
                  </a:lnTo>
                  <a:lnTo>
                    <a:pt x="12576" y="4908"/>
                  </a:lnTo>
                  <a:lnTo>
                    <a:pt x="12500" y="4819"/>
                  </a:lnTo>
                  <a:lnTo>
                    <a:pt x="12474" y="4806"/>
                  </a:lnTo>
                  <a:lnTo>
                    <a:pt x="12436" y="4691"/>
                  </a:lnTo>
                  <a:lnTo>
                    <a:pt x="12410" y="4653"/>
                  </a:lnTo>
                  <a:lnTo>
                    <a:pt x="12410" y="4627"/>
                  </a:lnTo>
                  <a:lnTo>
                    <a:pt x="12372" y="4627"/>
                  </a:lnTo>
                  <a:lnTo>
                    <a:pt x="12308" y="4474"/>
                  </a:lnTo>
                  <a:lnTo>
                    <a:pt x="12231" y="4461"/>
                  </a:lnTo>
                  <a:lnTo>
                    <a:pt x="12193" y="4410"/>
                  </a:lnTo>
                  <a:lnTo>
                    <a:pt x="12142" y="4384"/>
                  </a:lnTo>
                  <a:lnTo>
                    <a:pt x="12142" y="4320"/>
                  </a:lnTo>
                  <a:lnTo>
                    <a:pt x="12103" y="4269"/>
                  </a:lnTo>
                  <a:lnTo>
                    <a:pt x="12103" y="4218"/>
                  </a:lnTo>
                  <a:lnTo>
                    <a:pt x="12091" y="4193"/>
                  </a:lnTo>
                  <a:lnTo>
                    <a:pt x="12103" y="4167"/>
                  </a:lnTo>
                  <a:lnTo>
                    <a:pt x="12065" y="4154"/>
                  </a:lnTo>
                  <a:lnTo>
                    <a:pt x="12065" y="4116"/>
                  </a:lnTo>
                  <a:lnTo>
                    <a:pt x="12027" y="4052"/>
                  </a:lnTo>
                  <a:lnTo>
                    <a:pt x="11988" y="4001"/>
                  </a:lnTo>
                  <a:lnTo>
                    <a:pt x="11963" y="3988"/>
                  </a:lnTo>
                  <a:lnTo>
                    <a:pt x="11988" y="3975"/>
                  </a:lnTo>
                  <a:lnTo>
                    <a:pt x="11886" y="3809"/>
                  </a:lnTo>
                  <a:lnTo>
                    <a:pt x="11848" y="3643"/>
                  </a:lnTo>
                  <a:lnTo>
                    <a:pt x="11784" y="3592"/>
                  </a:lnTo>
                  <a:lnTo>
                    <a:pt x="11771" y="3515"/>
                  </a:lnTo>
                  <a:lnTo>
                    <a:pt x="11733" y="3515"/>
                  </a:lnTo>
                  <a:lnTo>
                    <a:pt x="11592" y="3413"/>
                  </a:lnTo>
                  <a:lnTo>
                    <a:pt x="11579" y="3349"/>
                  </a:lnTo>
                  <a:lnTo>
                    <a:pt x="11541" y="3362"/>
                  </a:lnTo>
                  <a:lnTo>
                    <a:pt x="11452" y="3336"/>
                  </a:lnTo>
                  <a:lnTo>
                    <a:pt x="11452" y="3323"/>
                  </a:lnTo>
                  <a:lnTo>
                    <a:pt x="11490" y="3298"/>
                  </a:lnTo>
                  <a:lnTo>
                    <a:pt x="11452" y="3298"/>
                  </a:lnTo>
                  <a:lnTo>
                    <a:pt x="11413" y="3323"/>
                  </a:lnTo>
                  <a:lnTo>
                    <a:pt x="11388" y="3311"/>
                  </a:lnTo>
                  <a:lnTo>
                    <a:pt x="11426" y="3260"/>
                  </a:lnTo>
                  <a:lnTo>
                    <a:pt x="11426" y="3234"/>
                  </a:lnTo>
                  <a:lnTo>
                    <a:pt x="11388" y="3260"/>
                  </a:lnTo>
                  <a:lnTo>
                    <a:pt x="11362" y="3221"/>
                  </a:lnTo>
                  <a:lnTo>
                    <a:pt x="11400" y="3208"/>
                  </a:lnTo>
                  <a:lnTo>
                    <a:pt x="11400" y="3170"/>
                  </a:lnTo>
                  <a:lnTo>
                    <a:pt x="11337" y="3170"/>
                  </a:lnTo>
                  <a:lnTo>
                    <a:pt x="11337" y="3145"/>
                  </a:lnTo>
                  <a:lnTo>
                    <a:pt x="11311" y="3093"/>
                  </a:lnTo>
                  <a:lnTo>
                    <a:pt x="11298" y="3081"/>
                  </a:lnTo>
                  <a:lnTo>
                    <a:pt x="11260" y="3055"/>
                  </a:lnTo>
                  <a:lnTo>
                    <a:pt x="11221" y="3068"/>
                  </a:lnTo>
                  <a:lnTo>
                    <a:pt x="11209" y="3030"/>
                  </a:lnTo>
                  <a:lnTo>
                    <a:pt x="11196" y="3030"/>
                  </a:lnTo>
                  <a:lnTo>
                    <a:pt x="11196" y="3055"/>
                  </a:lnTo>
                  <a:lnTo>
                    <a:pt x="11158" y="3068"/>
                  </a:lnTo>
                  <a:lnTo>
                    <a:pt x="11030" y="3055"/>
                  </a:lnTo>
                  <a:lnTo>
                    <a:pt x="11017" y="3030"/>
                  </a:lnTo>
                  <a:lnTo>
                    <a:pt x="10928" y="3055"/>
                  </a:lnTo>
                  <a:lnTo>
                    <a:pt x="10902" y="3030"/>
                  </a:lnTo>
                  <a:lnTo>
                    <a:pt x="10838" y="3042"/>
                  </a:lnTo>
                  <a:lnTo>
                    <a:pt x="10787" y="3042"/>
                  </a:lnTo>
                  <a:lnTo>
                    <a:pt x="10723" y="2991"/>
                  </a:lnTo>
                  <a:lnTo>
                    <a:pt x="10646" y="2966"/>
                  </a:lnTo>
                  <a:lnTo>
                    <a:pt x="10621" y="2978"/>
                  </a:lnTo>
                  <a:lnTo>
                    <a:pt x="10582" y="3081"/>
                  </a:lnTo>
                  <a:lnTo>
                    <a:pt x="10506" y="3055"/>
                  </a:lnTo>
                  <a:lnTo>
                    <a:pt x="10416" y="3093"/>
                  </a:lnTo>
                  <a:lnTo>
                    <a:pt x="10378" y="3081"/>
                  </a:lnTo>
                  <a:lnTo>
                    <a:pt x="10365" y="3093"/>
                  </a:lnTo>
                  <a:lnTo>
                    <a:pt x="10352" y="3157"/>
                  </a:lnTo>
                  <a:lnTo>
                    <a:pt x="10263" y="3349"/>
                  </a:lnTo>
                  <a:lnTo>
                    <a:pt x="10263" y="3400"/>
                  </a:lnTo>
                  <a:lnTo>
                    <a:pt x="10225" y="3426"/>
                  </a:lnTo>
                  <a:lnTo>
                    <a:pt x="10212" y="3502"/>
                  </a:lnTo>
                  <a:lnTo>
                    <a:pt x="10237" y="3554"/>
                  </a:lnTo>
                  <a:lnTo>
                    <a:pt x="10148" y="3566"/>
                  </a:lnTo>
                  <a:lnTo>
                    <a:pt x="10110" y="3643"/>
                  </a:lnTo>
                  <a:lnTo>
                    <a:pt x="10058" y="3681"/>
                  </a:lnTo>
                  <a:lnTo>
                    <a:pt x="10020" y="3732"/>
                  </a:lnTo>
                  <a:lnTo>
                    <a:pt x="9931" y="3732"/>
                  </a:lnTo>
                  <a:lnTo>
                    <a:pt x="9880" y="3707"/>
                  </a:lnTo>
                  <a:lnTo>
                    <a:pt x="9880" y="3720"/>
                  </a:lnTo>
                  <a:lnTo>
                    <a:pt x="9790" y="3669"/>
                  </a:lnTo>
                  <a:lnTo>
                    <a:pt x="9739" y="3592"/>
                  </a:lnTo>
                  <a:lnTo>
                    <a:pt x="9688" y="3592"/>
                  </a:lnTo>
                  <a:lnTo>
                    <a:pt x="9598" y="3566"/>
                  </a:lnTo>
                  <a:lnTo>
                    <a:pt x="9547" y="3464"/>
                  </a:lnTo>
                  <a:lnTo>
                    <a:pt x="9432" y="3464"/>
                  </a:lnTo>
                  <a:lnTo>
                    <a:pt x="9279" y="3375"/>
                  </a:lnTo>
                  <a:lnTo>
                    <a:pt x="9253" y="3298"/>
                  </a:lnTo>
                  <a:lnTo>
                    <a:pt x="9189" y="3260"/>
                  </a:lnTo>
                  <a:lnTo>
                    <a:pt x="9164" y="3260"/>
                  </a:lnTo>
                  <a:lnTo>
                    <a:pt x="8998" y="3132"/>
                  </a:lnTo>
                  <a:lnTo>
                    <a:pt x="8985" y="3030"/>
                  </a:lnTo>
                  <a:lnTo>
                    <a:pt x="8908" y="2902"/>
                  </a:lnTo>
                  <a:lnTo>
                    <a:pt x="8883" y="2799"/>
                  </a:lnTo>
                  <a:lnTo>
                    <a:pt x="8895" y="2774"/>
                  </a:lnTo>
                  <a:lnTo>
                    <a:pt x="8895" y="2646"/>
                  </a:lnTo>
                  <a:lnTo>
                    <a:pt x="8844" y="2582"/>
                  </a:lnTo>
                  <a:lnTo>
                    <a:pt x="8819" y="2506"/>
                  </a:lnTo>
                  <a:lnTo>
                    <a:pt x="8780" y="2506"/>
                  </a:lnTo>
                  <a:lnTo>
                    <a:pt x="8742" y="2327"/>
                  </a:lnTo>
                  <a:lnTo>
                    <a:pt x="8691" y="2301"/>
                  </a:lnTo>
                  <a:lnTo>
                    <a:pt x="8665" y="2237"/>
                  </a:lnTo>
                  <a:lnTo>
                    <a:pt x="8653" y="2237"/>
                  </a:lnTo>
                  <a:lnTo>
                    <a:pt x="8550" y="2135"/>
                  </a:lnTo>
                  <a:lnTo>
                    <a:pt x="8512" y="2135"/>
                  </a:lnTo>
                  <a:lnTo>
                    <a:pt x="8499" y="2109"/>
                  </a:lnTo>
                  <a:lnTo>
                    <a:pt x="8397" y="2071"/>
                  </a:lnTo>
                  <a:lnTo>
                    <a:pt x="8397" y="2033"/>
                  </a:lnTo>
                  <a:lnTo>
                    <a:pt x="8295" y="1943"/>
                  </a:lnTo>
                  <a:lnTo>
                    <a:pt x="8269" y="1879"/>
                  </a:lnTo>
                  <a:lnTo>
                    <a:pt x="8180" y="1803"/>
                  </a:lnTo>
                  <a:lnTo>
                    <a:pt x="8116" y="1777"/>
                  </a:lnTo>
                  <a:lnTo>
                    <a:pt x="8014" y="1662"/>
                  </a:lnTo>
                  <a:lnTo>
                    <a:pt x="8014" y="1624"/>
                  </a:lnTo>
                  <a:lnTo>
                    <a:pt x="7988" y="1585"/>
                  </a:lnTo>
                  <a:lnTo>
                    <a:pt x="7924" y="1585"/>
                  </a:lnTo>
                  <a:lnTo>
                    <a:pt x="7835" y="1509"/>
                  </a:lnTo>
                  <a:lnTo>
                    <a:pt x="7809" y="1458"/>
                  </a:lnTo>
                  <a:lnTo>
                    <a:pt x="7771" y="1432"/>
                  </a:lnTo>
                  <a:lnTo>
                    <a:pt x="7732" y="1304"/>
                  </a:lnTo>
                  <a:lnTo>
                    <a:pt x="7656" y="1266"/>
                  </a:lnTo>
                  <a:lnTo>
                    <a:pt x="7643" y="1279"/>
                  </a:lnTo>
                  <a:lnTo>
                    <a:pt x="7617" y="1279"/>
                  </a:lnTo>
                  <a:lnTo>
                    <a:pt x="7605" y="1227"/>
                  </a:lnTo>
                  <a:lnTo>
                    <a:pt x="6378" y="1176"/>
                  </a:lnTo>
                  <a:lnTo>
                    <a:pt x="6378" y="1573"/>
                  </a:lnTo>
                  <a:lnTo>
                    <a:pt x="4294" y="1458"/>
                  </a:lnTo>
                  <a:lnTo>
                    <a:pt x="1674" y="205"/>
                  </a:lnTo>
                  <a:lnTo>
                    <a:pt x="1687" y="141"/>
                  </a:lnTo>
                  <a:lnTo>
                    <a:pt x="1700" y="90"/>
                  </a:lnTo>
                  <a:lnTo>
                    <a:pt x="1764" y="52"/>
                  </a:lnTo>
                  <a:lnTo>
                    <a:pt x="1764" y="13"/>
                  </a:lnTo>
                  <a:lnTo>
                    <a:pt x="13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9" name="Google Shape;999;p60"/>
            <p:cNvSpPr/>
            <p:nvPr/>
          </p:nvSpPr>
          <p:spPr>
            <a:xfrm>
              <a:off x="1426075" y="2865950"/>
              <a:ext cx="3225" cy="5775"/>
            </a:xfrm>
            <a:custGeom>
              <a:rect b="b" l="l" r="r" t="t"/>
              <a:pathLst>
                <a:path extrusionOk="0" h="231" w="129">
                  <a:moveTo>
                    <a:pt x="90" y="0"/>
                  </a:moveTo>
                  <a:lnTo>
                    <a:pt x="26" y="26"/>
                  </a:lnTo>
                  <a:lnTo>
                    <a:pt x="0" y="230"/>
                  </a:lnTo>
                  <a:lnTo>
                    <a:pt x="26" y="205"/>
                  </a:lnTo>
                  <a:lnTo>
                    <a:pt x="64" y="64"/>
                  </a:lnTo>
                  <a:lnTo>
                    <a:pt x="128" y="90"/>
                  </a:lnTo>
                  <a:lnTo>
                    <a:pt x="128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0" name="Google Shape;1000;p60"/>
            <p:cNvSpPr/>
            <p:nvPr/>
          </p:nvSpPr>
          <p:spPr>
            <a:xfrm>
              <a:off x="1434700" y="2887675"/>
              <a:ext cx="3550" cy="5125"/>
            </a:xfrm>
            <a:custGeom>
              <a:rect b="b" l="l" r="r" t="t"/>
              <a:pathLst>
                <a:path extrusionOk="0" h="205" w="142">
                  <a:moveTo>
                    <a:pt x="1" y="0"/>
                  </a:moveTo>
                  <a:lnTo>
                    <a:pt x="13" y="64"/>
                  </a:lnTo>
                  <a:lnTo>
                    <a:pt x="39" y="154"/>
                  </a:lnTo>
                  <a:lnTo>
                    <a:pt x="90" y="154"/>
                  </a:lnTo>
                  <a:lnTo>
                    <a:pt x="103" y="205"/>
                  </a:lnTo>
                  <a:lnTo>
                    <a:pt x="141" y="179"/>
                  </a:lnTo>
                  <a:lnTo>
                    <a:pt x="103" y="51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1" name="Google Shape;1001;p60"/>
            <p:cNvSpPr/>
            <p:nvPr/>
          </p:nvSpPr>
          <p:spPr>
            <a:xfrm>
              <a:off x="1516500" y="2974250"/>
              <a:ext cx="1625" cy="1950"/>
            </a:xfrm>
            <a:custGeom>
              <a:rect b="b" l="l" r="r" t="t"/>
              <a:pathLst>
                <a:path extrusionOk="0" h="78" w="65">
                  <a:moveTo>
                    <a:pt x="26" y="1"/>
                  </a:moveTo>
                  <a:lnTo>
                    <a:pt x="0" y="26"/>
                  </a:lnTo>
                  <a:lnTo>
                    <a:pt x="64" y="77"/>
                  </a:lnTo>
                  <a:lnTo>
                    <a:pt x="64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2" name="Google Shape;1002;p60"/>
            <p:cNvSpPr/>
            <p:nvPr/>
          </p:nvSpPr>
          <p:spPr>
            <a:xfrm>
              <a:off x="1167275" y="2328200"/>
              <a:ext cx="1136525" cy="549900"/>
            </a:xfrm>
            <a:custGeom>
              <a:rect b="b" l="l" r="r" t="t"/>
              <a:pathLst>
                <a:path extrusionOk="0" h="21996" w="45461">
                  <a:moveTo>
                    <a:pt x="9253" y="6966"/>
                  </a:moveTo>
                  <a:lnTo>
                    <a:pt x="9432" y="7119"/>
                  </a:lnTo>
                  <a:lnTo>
                    <a:pt x="9662" y="7119"/>
                  </a:lnTo>
                  <a:lnTo>
                    <a:pt x="9828" y="7247"/>
                  </a:lnTo>
                  <a:lnTo>
                    <a:pt x="9701" y="7375"/>
                  </a:lnTo>
                  <a:lnTo>
                    <a:pt x="9765" y="7439"/>
                  </a:lnTo>
                  <a:lnTo>
                    <a:pt x="9803" y="7503"/>
                  </a:lnTo>
                  <a:lnTo>
                    <a:pt x="9828" y="7541"/>
                  </a:lnTo>
                  <a:lnTo>
                    <a:pt x="9803" y="7579"/>
                  </a:lnTo>
                  <a:lnTo>
                    <a:pt x="9777" y="7618"/>
                  </a:lnTo>
                  <a:lnTo>
                    <a:pt x="9713" y="7669"/>
                  </a:lnTo>
                  <a:lnTo>
                    <a:pt x="9637" y="7771"/>
                  </a:lnTo>
                  <a:lnTo>
                    <a:pt x="9547" y="7912"/>
                  </a:lnTo>
                  <a:lnTo>
                    <a:pt x="9522" y="7937"/>
                  </a:lnTo>
                  <a:lnTo>
                    <a:pt x="9471" y="7950"/>
                  </a:lnTo>
                  <a:lnTo>
                    <a:pt x="9381" y="7976"/>
                  </a:lnTo>
                  <a:lnTo>
                    <a:pt x="9381" y="7630"/>
                  </a:lnTo>
                  <a:lnTo>
                    <a:pt x="9036" y="7170"/>
                  </a:lnTo>
                  <a:lnTo>
                    <a:pt x="9074" y="6966"/>
                  </a:lnTo>
                  <a:close/>
                  <a:moveTo>
                    <a:pt x="1432" y="0"/>
                  </a:moveTo>
                  <a:lnTo>
                    <a:pt x="1802" y="665"/>
                  </a:lnTo>
                  <a:lnTo>
                    <a:pt x="1649" y="895"/>
                  </a:lnTo>
                  <a:lnTo>
                    <a:pt x="1202" y="691"/>
                  </a:lnTo>
                  <a:lnTo>
                    <a:pt x="844" y="703"/>
                  </a:lnTo>
                  <a:lnTo>
                    <a:pt x="563" y="652"/>
                  </a:lnTo>
                  <a:lnTo>
                    <a:pt x="409" y="563"/>
                  </a:lnTo>
                  <a:lnTo>
                    <a:pt x="77" y="524"/>
                  </a:lnTo>
                  <a:lnTo>
                    <a:pt x="0" y="972"/>
                  </a:lnTo>
                  <a:lnTo>
                    <a:pt x="307" y="1279"/>
                  </a:lnTo>
                  <a:lnTo>
                    <a:pt x="639" y="2927"/>
                  </a:lnTo>
                  <a:lnTo>
                    <a:pt x="473" y="4768"/>
                  </a:lnTo>
                  <a:lnTo>
                    <a:pt x="115" y="5969"/>
                  </a:lnTo>
                  <a:lnTo>
                    <a:pt x="281" y="6225"/>
                  </a:lnTo>
                  <a:lnTo>
                    <a:pt x="205" y="6634"/>
                  </a:lnTo>
                  <a:lnTo>
                    <a:pt x="447" y="7043"/>
                  </a:lnTo>
                  <a:lnTo>
                    <a:pt x="435" y="7784"/>
                  </a:lnTo>
                  <a:lnTo>
                    <a:pt x="230" y="8154"/>
                  </a:lnTo>
                  <a:lnTo>
                    <a:pt x="281" y="8563"/>
                  </a:lnTo>
                  <a:lnTo>
                    <a:pt x="639" y="8742"/>
                  </a:lnTo>
                  <a:lnTo>
                    <a:pt x="703" y="9266"/>
                  </a:lnTo>
                  <a:lnTo>
                    <a:pt x="831" y="9752"/>
                  </a:lnTo>
                  <a:lnTo>
                    <a:pt x="1291" y="10072"/>
                  </a:lnTo>
                  <a:lnTo>
                    <a:pt x="1380" y="10506"/>
                  </a:lnTo>
                  <a:lnTo>
                    <a:pt x="1764" y="10468"/>
                  </a:lnTo>
                  <a:lnTo>
                    <a:pt x="1866" y="10570"/>
                  </a:lnTo>
                  <a:lnTo>
                    <a:pt x="1841" y="10340"/>
                  </a:lnTo>
                  <a:lnTo>
                    <a:pt x="1917" y="10481"/>
                  </a:lnTo>
                  <a:lnTo>
                    <a:pt x="2416" y="10787"/>
                  </a:lnTo>
                  <a:lnTo>
                    <a:pt x="2173" y="10787"/>
                  </a:lnTo>
                  <a:lnTo>
                    <a:pt x="2096" y="10864"/>
                  </a:lnTo>
                  <a:lnTo>
                    <a:pt x="2135" y="10941"/>
                  </a:lnTo>
                  <a:lnTo>
                    <a:pt x="1892" y="10749"/>
                  </a:lnTo>
                  <a:lnTo>
                    <a:pt x="1777" y="10749"/>
                  </a:lnTo>
                  <a:lnTo>
                    <a:pt x="1726" y="10813"/>
                  </a:lnTo>
                  <a:lnTo>
                    <a:pt x="1841" y="11235"/>
                  </a:lnTo>
                  <a:lnTo>
                    <a:pt x="2020" y="11541"/>
                  </a:lnTo>
                  <a:lnTo>
                    <a:pt x="2275" y="11439"/>
                  </a:lnTo>
                  <a:lnTo>
                    <a:pt x="2288" y="11618"/>
                  </a:lnTo>
                  <a:lnTo>
                    <a:pt x="2109" y="11720"/>
                  </a:lnTo>
                  <a:lnTo>
                    <a:pt x="2147" y="11938"/>
                  </a:lnTo>
                  <a:lnTo>
                    <a:pt x="2595" y="12295"/>
                  </a:lnTo>
                  <a:lnTo>
                    <a:pt x="3131" y="12973"/>
                  </a:lnTo>
                  <a:lnTo>
                    <a:pt x="3208" y="13676"/>
                  </a:lnTo>
                  <a:lnTo>
                    <a:pt x="3707" y="13676"/>
                  </a:lnTo>
                  <a:lnTo>
                    <a:pt x="4205" y="13816"/>
                  </a:lnTo>
                  <a:lnTo>
                    <a:pt x="4422" y="13957"/>
                  </a:lnTo>
                  <a:lnTo>
                    <a:pt x="4780" y="14034"/>
                  </a:lnTo>
                  <a:lnTo>
                    <a:pt x="5138" y="14276"/>
                  </a:lnTo>
                  <a:lnTo>
                    <a:pt x="5521" y="14455"/>
                  </a:lnTo>
                  <a:lnTo>
                    <a:pt x="6058" y="14762"/>
                  </a:lnTo>
                  <a:lnTo>
                    <a:pt x="6557" y="15350"/>
                  </a:lnTo>
                  <a:lnTo>
                    <a:pt x="6557" y="15401"/>
                  </a:lnTo>
                  <a:lnTo>
                    <a:pt x="8333" y="15401"/>
                  </a:lnTo>
                  <a:lnTo>
                    <a:pt x="8371" y="15478"/>
                  </a:lnTo>
                  <a:lnTo>
                    <a:pt x="8308" y="15567"/>
                  </a:lnTo>
                  <a:lnTo>
                    <a:pt x="8295" y="15644"/>
                  </a:lnTo>
                  <a:lnTo>
                    <a:pt x="10877" y="16871"/>
                  </a:lnTo>
                  <a:lnTo>
                    <a:pt x="12870" y="16986"/>
                  </a:lnTo>
                  <a:lnTo>
                    <a:pt x="12883" y="16577"/>
                  </a:lnTo>
                  <a:lnTo>
                    <a:pt x="14174" y="16628"/>
                  </a:lnTo>
                  <a:lnTo>
                    <a:pt x="14315" y="16730"/>
                  </a:lnTo>
                  <a:lnTo>
                    <a:pt x="14353" y="16832"/>
                  </a:lnTo>
                  <a:lnTo>
                    <a:pt x="14391" y="16871"/>
                  </a:lnTo>
                  <a:lnTo>
                    <a:pt x="14404" y="16935"/>
                  </a:lnTo>
                  <a:lnTo>
                    <a:pt x="14506" y="17011"/>
                  </a:lnTo>
                  <a:lnTo>
                    <a:pt x="14570" y="17011"/>
                  </a:lnTo>
                  <a:lnTo>
                    <a:pt x="14596" y="17088"/>
                  </a:lnTo>
                  <a:lnTo>
                    <a:pt x="14685" y="17203"/>
                  </a:lnTo>
                  <a:lnTo>
                    <a:pt x="14749" y="17216"/>
                  </a:lnTo>
                  <a:lnTo>
                    <a:pt x="14851" y="17305"/>
                  </a:lnTo>
                  <a:lnTo>
                    <a:pt x="14877" y="17369"/>
                  </a:lnTo>
                  <a:lnTo>
                    <a:pt x="14979" y="17459"/>
                  </a:lnTo>
                  <a:lnTo>
                    <a:pt x="14992" y="17510"/>
                  </a:lnTo>
                  <a:lnTo>
                    <a:pt x="15132" y="17548"/>
                  </a:lnTo>
                  <a:lnTo>
                    <a:pt x="15209" y="17638"/>
                  </a:lnTo>
                  <a:lnTo>
                    <a:pt x="15247" y="17638"/>
                  </a:lnTo>
                  <a:lnTo>
                    <a:pt x="15286" y="17727"/>
                  </a:lnTo>
                  <a:lnTo>
                    <a:pt x="15337" y="17727"/>
                  </a:lnTo>
                  <a:lnTo>
                    <a:pt x="15375" y="17919"/>
                  </a:lnTo>
                  <a:lnTo>
                    <a:pt x="15414" y="17932"/>
                  </a:lnTo>
                  <a:lnTo>
                    <a:pt x="15478" y="18072"/>
                  </a:lnTo>
                  <a:lnTo>
                    <a:pt x="15478" y="18226"/>
                  </a:lnTo>
                  <a:lnTo>
                    <a:pt x="15465" y="18289"/>
                  </a:lnTo>
                  <a:lnTo>
                    <a:pt x="15554" y="18443"/>
                  </a:lnTo>
                  <a:lnTo>
                    <a:pt x="15580" y="18571"/>
                  </a:lnTo>
                  <a:lnTo>
                    <a:pt x="15797" y="18698"/>
                  </a:lnTo>
                  <a:lnTo>
                    <a:pt x="15835" y="18724"/>
                  </a:lnTo>
                  <a:lnTo>
                    <a:pt x="15848" y="18813"/>
                  </a:lnTo>
                  <a:lnTo>
                    <a:pt x="15989" y="18890"/>
                  </a:lnTo>
                  <a:lnTo>
                    <a:pt x="16117" y="18890"/>
                  </a:lnTo>
                  <a:lnTo>
                    <a:pt x="16168" y="18992"/>
                  </a:lnTo>
                  <a:lnTo>
                    <a:pt x="16257" y="18992"/>
                  </a:lnTo>
                  <a:lnTo>
                    <a:pt x="16321" y="18967"/>
                  </a:lnTo>
                  <a:lnTo>
                    <a:pt x="16359" y="19082"/>
                  </a:lnTo>
                  <a:lnTo>
                    <a:pt x="16436" y="19107"/>
                  </a:lnTo>
                  <a:lnTo>
                    <a:pt x="16513" y="19146"/>
                  </a:lnTo>
                  <a:lnTo>
                    <a:pt x="16551" y="19133"/>
                  </a:lnTo>
                  <a:lnTo>
                    <a:pt x="16679" y="19005"/>
                  </a:lnTo>
                  <a:lnTo>
                    <a:pt x="16717" y="18980"/>
                  </a:lnTo>
                  <a:lnTo>
                    <a:pt x="16704" y="18929"/>
                  </a:lnTo>
                  <a:lnTo>
                    <a:pt x="16743" y="18877"/>
                  </a:lnTo>
                  <a:lnTo>
                    <a:pt x="16781" y="18813"/>
                  </a:lnTo>
                  <a:lnTo>
                    <a:pt x="16781" y="18750"/>
                  </a:lnTo>
                  <a:lnTo>
                    <a:pt x="16858" y="18596"/>
                  </a:lnTo>
                  <a:lnTo>
                    <a:pt x="16871" y="18520"/>
                  </a:lnTo>
                  <a:lnTo>
                    <a:pt x="17075" y="18430"/>
                  </a:lnTo>
                  <a:lnTo>
                    <a:pt x="17101" y="18456"/>
                  </a:lnTo>
                  <a:lnTo>
                    <a:pt x="17177" y="18366"/>
                  </a:lnTo>
                  <a:lnTo>
                    <a:pt x="17331" y="18405"/>
                  </a:lnTo>
                  <a:lnTo>
                    <a:pt x="17484" y="18456"/>
                  </a:lnTo>
                  <a:lnTo>
                    <a:pt x="17586" y="18430"/>
                  </a:lnTo>
                  <a:lnTo>
                    <a:pt x="17625" y="18468"/>
                  </a:lnTo>
                  <a:lnTo>
                    <a:pt x="17701" y="18456"/>
                  </a:lnTo>
                  <a:lnTo>
                    <a:pt x="17765" y="18417"/>
                  </a:lnTo>
                  <a:lnTo>
                    <a:pt x="17791" y="18443"/>
                  </a:lnTo>
                  <a:lnTo>
                    <a:pt x="17906" y="18520"/>
                  </a:lnTo>
                  <a:lnTo>
                    <a:pt x="17931" y="18571"/>
                  </a:lnTo>
                  <a:lnTo>
                    <a:pt x="18008" y="18596"/>
                  </a:lnTo>
                  <a:lnTo>
                    <a:pt x="17995" y="18647"/>
                  </a:lnTo>
                  <a:lnTo>
                    <a:pt x="18021" y="18660"/>
                  </a:lnTo>
                  <a:lnTo>
                    <a:pt x="18008" y="18686"/>
                  </a:lnTo>
                  <a:lnTo>
                    <a:pt x="18046" y="18698"/>
                  </a:lnTo>
                  <a:lnTo>
                    <a:pt x="18072" y="18762"/>
                  </a:lnTo>
                  <a:lnTo>
                    <a:pt x="18161" y="18750"/>
                  </a:lnTo>
                  <a:lnTo>
                    <a:pt x="18174" y="18801"/>
                  </a:lnTo>
                  <a:lnTo>
                    <a:pt x="18277" y="18903"/>
                  </a:lnTo>
                  <a:lnTo>
                    <a:pt x="18353" y="18929"/>
                  </a:lnTo>
                  <a:lnTo>
                    <a:pt x="18379" y="18992"/>
                  </a:lnTo>
                  <a:lnTo>
                    <a:pt x="18404" y="19044"/>
                  </a:lnTo>
                  <a:lnTo>
                    <a:pt x="18468" y="19184"/>
                  </a:lnTo>
                  <a:lnTo>
                    <a:pt x="18468" y="19235"/>
                  </a:lnTo>
                  <a:lnTo>
                    <a:pt x="18570" y="19389"/>
                  </a:lnTo>
                  <a:lnTo>
                    <a:pt x="18660" y="19580"/>
                  </a:lnTo>
                  <a:lnTo>
                    <a:pt x="18698" y="19606"/>
                  </a:lnTo>
                  <a:lnTo>
                    <a:pt x="18685" y="19644"/>
                  </a:lnTo>
                  <a:lnTo>
                    <a:pt x="18698" y="19721"/>
                  </a:lnTo>
                  <a:lnTo>
                    <a:pt x="18737" y="19746"/>
                  </a:lnTo>
                  <a:lnTo>
                    <a:pt x="18737" y="19810"/>
                  </a:lnTo>
                  <a:lnTo>
                    <a:pt x="18826" y="19874"/>
                  </a:lnTo>
                  <a:lnTo>
                    <a:pt x="18890" y="19900"/>
                  </a:lnTo>
                  <a:lnTo>
                    <a:pt x="18941" y="20040"/>
                  </a:lnTo>
                  <a:lnTo>
                    <a:pt x="19005" y="20053"/>
                  </a:lnTo>
                  <a:lnTo>
                    <a:pt x="19018" y="20104"/>
                  </a:lnTo>
                  <a:lnTo>
                    <a:pt x="19056" y="20232"/>
                  </a:lnTo>
                  <a:lnTo>
                    <a:pt x="19158" y="20309"/>
                  </a:lnTo>
                  <a:lnTo>
                    <a:pt x="19299" y="20360"/>
                  </a:lnTo>
                  <a:lnTo>
                    <a:pt x="19350" y="20526"/>
                  </a:lnTo>
                  <a:lnTo>
                    <a:pt x="19337" y="20679"/>
                  </a:lnTo>
                  <a:lnTo>
                    <a:pt x="19401" y="20756"/>
                  </a:lnTo>
                  <a:lnTo>
                    <a:pt x="19388" y="20910"/>
                  </a:lnTo>
                  <a:lnTo>
                    <a:pt x="19478" y="20973"/>
                  </a:lnTo>
                  <a:lnTo>
                    <a:pt x="19465" y="21037"/>
                  </a:lnTo>
                  <a:lnTo>
                    <a:pt x="19542" y="21088"/>
                  </a:lnTo>
                  <a:lnTo>
                    <a:pt x="19555" y="21216"/>
                  </a:lnTo>
                  <a:lnTo>
                    <a:pt x="19567" y="21255"/>
                  </a:lnTo>
                  <a:lnTo>
                    <a:pt x="19631" y="21306"/>
                  </a:lnTo>
                  <a:lnTo>
                    <a:pt x="19657" y="21382"/>
                  </a:lnTo>
                  <a:lnTo>
                    <a:pt x="19708" y="21408"/>
                  </a:lnTo>
                  <a:lnTo>
                    <a:pt x="19861" y="21421"/>
                  </a:lnTo>
                  <a:lnTo>
                    <a:pt x="19951" y="21536"/>
                  </a:lnTo>
                  <a:lnTo>
                    <a:pt x="19989" y="21510"/>
                  </a:lnTo>
                  <a:lnTo>
                    <a:pt x="20142" y="21561"/>
                  </a:lnTo>
                  <a:lnTo>
                    <a:pt x="20219" y="21625"/>
                  </a:lnTo>
                  <a:lnTo>
                    <a:pt x="20258" y="21625"/>
                  </a:lnTo>
                  <a:lnTo>
                    <a:pt x="20270" y="21676"/>
                  </a:lnTo>
                  <a:lnTo>
                    <a:pt x="20360" y="21702"/>
                  </a:lnTo>
                  <a:lnTo>
                    <a:pt x="20436" y="21676"/>
                  </a:lnTo>
                  <a:lnTo>
                    <a:pt x="20718" y="21702"/>
                  </a:lnTo>
                  <a:lnTo>
                    <a:pt x="20871" y="21842"/>
                  </a:lnTo>
                  <a:lnTo>
                    <a:pt x="20897" y="21804"/>
                  </a:lnTo>
                  <a:lnTo>
                    <a:pt x="20884" y="21753"/>
                  </a:lnTo>
                  <a:lnTo>
                    <a:pt x="20948" y="21779"/>
                  </a:lnTo>
                  <a:lnTo>
                    <a:pt x="20999" y="21740"/>
                  </a:lnTo>
                  <a:lnTo>
                    <a:pt x="21088" y="21753"/>
                  </a:lnTo>
                  <a:lnTo>
                    <a:pt x="21127" y="21382"/>
                  </a:lnTo>
                  <a:lnTo>
                    <a:pt x="20999" y="21012"/>
                  </a:lnTo>
                  <a:lnTo>
                    <a:pt x="21050" y="20743"/>
                  </a:lnTo>
                  <a:lnTo>
                    <a:pt x="21165" y="20347"/>
                  </a:lnTo>
                  <a:lnTo>
                    <a:pt x="21318" y="20155"/>
                  </a:lnTo>
                  <a:lnTo>
                    <a:pt x="21267" y="20028"/>
                  </a:lnTo>
                  <a:lnTo>
                    <a:pt x="21382" y="19925"/>
                  </a:lnTo>
                  <a:lnTo>
                    <a:pt x="21382" y="19785"/>
                  </a:lnTo>
                  <a:lnTo>
                    <a:pt x="21497" y="19708"/>
                  </a:lnTo>
                  <a:lnTo>
                    <a:pt x="21497" y="19606"/>
                  </a:lnTo>
                  <a:lnTo>
                    <a:pt x="21702" y="19504"/>
                  </a:lnTo>
                  <a:lnTo>
                    <a:pt x="22417" y="18941"/>
                  </a:lnTo>
                  <a:lnTo>
                    <a:pt x="22788" y="18839"/>
                  </a:lnTo>
                  <a:lnTo>
                    <a:pt x="22903" y="18635"/>
                  </a:lnTo>
                  <a:lnTo>
                    <a:pt x="22967" y="18353"/>
                  </a:lnTo>
                  <a:lnTo>
                    <a:pt x="22852" y="18187"/>
                  </a:lnTo>
                  <a:lnTo>
                    <a:pt x="23044" y="18264"/>
                  </a:lnTo>
                  <a:lnTo>
                    <a:pt x="23159" y="18213"/>
                  </a:lnTo>
                  <a:lnTo>
                    <a:pt x="23453" y="18098"/>
                  </a:lnTo>
                  <a:lnTo>
                    <a:pt x="23811" y="18034"/>
                  </a:lnTo>
                  <a:lnTo>
                    <a:pt x="24015" y="17842"/>
                  </a:lnTo>
                  <a:lnTo>
                    <a:pt x="24015" y="17842"/>
                  </a:lnTo>
                  <a:lnTo>
                    <a:pt x="23989" y="17983"/>
                  </a:lnTo>
                  <a:lnTo>
                    <a:pt x="24322" y="17983"/>
                  </a:lnTo>
                  <a:lnTo>
                    <a:pt x="24411" y="17868"/>
                  </a:lnTo>
                  <a:lnTo>
                    <a:pt x="24999" y="18059"/>
                  </a:lnTo>
                  <a:lnTo>
                    <a:pt x="25204" y="18008"/>
                  </a:lnTo>
                  <a:lnTo>
                    <a:pt x="25357" y="17983"/>
                  </a:lnTo>
                  <a:lnTo>
                    <a:pt x="25446" y="18059"/>
                  </a:lnTo>
                  <a:lnTo>
                    <a:pt x="25855" y="18047"/>
                  </a:lnTo>
                  <a:lnTo>
                    <a:pt x="25932" y="17983"/>
                  </a:lnTo>
                  <a:lnTo>
                    <a:pt x="26213" y="18123"/>
                  </a:lnTo>
                  <a:lnTo>
                    <a:pt x="26456" y="18353"/>
                  </a:lnTo>
                  <a:lnTo>
                    <a:pt x="26852" y="18226"/>
                  </a:lnTo>
                  <a:lnTo>
                    <a:pt x="27108" y="18302"/>
                  </a:lnTo>
                  <a:lnTo>
                    <a:pt x="27261" y="18353"/>
                  </a:lnTo>
                  <a:lnTo>
                    <a:pt x="27351" y="18136"/>
                  </a:lnTo>
                  <a:lnTo>
                    <a:pt x="27594" y="17983"/>
                  </a:lnTo>
                  <a:lnTo>
                    <a:pt x="27594" y="18136"/>
                  </a:lnTo>
                  <a:lnTo>
                    <a:pt x="27964" y="18392"/>
                  </a:lnTo>
                  <a:lnTo>
                    <a:pt x="28220" y="18264"/>
                  </a:lnTo>
                  <a:lnTo>
                    <a:pt x="28118" y="18162"/>
                  </a:lnTo>
                  <a:lnTo>
                    <a:pt x="27619" y="17855"/>
                  </a:lnTo>
                  <a:lnTo>
                    <a:pt x="27900" y="17817"/>
                  </a:lnTo>
                  <a:lnTo>
                    <a:pt x="27811" y="17612"/>
                  </a:lnTo>
                  <a:lnTo>
                    <a:pt x="27542" y="17535"/>
                  </a:lnTo>
                  <a:lnTo>
                    <a:pt x="27555" y="17433"/>
                  </a:lnTo>
                  <a:lnTo>
                    <a:pt x="27900" y="17382"/>
                  </a:lnTo>
                  <a:lnTo>
                    <a:pt x="28066" y="17216"/>
                  </a:lnTo>
                  <a:lnTo>
                    <a:pt x="28437" y="17254"/>
                  </a:lnTo>
                  <a:lnTo>
                    <a:pt x="28603" y="17331"/>
                  </a:lnTo>
                  <a:lnTo>
                    <a:pt x="28948" y="17165"/>
                  </a:lnTo>
                  <a:lnTo>
                    <a:pt x="29025" y="17152"/>
                  </a:lnTo>
                  <a:lnTo>
                    <a:pt x="29115" y="17216"/>
                  </a:lnTo>
                  <a:lnTo>
                    <a:pt x="30380" y="17216"/>
                  </a:lnTo>
                  <a:lnTo>
                    <a:pt x="30955" y="17535"/>
                  </a:lnTo>
                  <a:lnTo>
                    <a:pt x="31134" y="17868"/>
                  </a:lnTo>
                  <a:lnTo>
                    <a:pt x="31504" y="17842"/>
                  </a:lnTo>
                  <a:lnTo>
                    <a:pt x="32003" y="17446"/>
                  </a:lnTo>
                  <a:lnTo>
                    <a:pt x="32501" y="17689"/>
                  </a:lnTo>
                  <a:lnTo>
                    <a:pt x="32616" y="17944"/>
                  </a:lnTo>
                  <a:lnTo>
                    <a:pt x="32706" y="18136"/>
                  </a:lnTo>
                  <a:lnTo>
                    <a:pt x="33140" y="18353"/>
                  </a:lnTo>
                  <a:lnTo>
                    <a:pt x="33179" y="18609"/>
                  </a:lnTo>
                  <a:lnTo>
                    <a:pt x="33204" y="18916"/>
                  </a:lnTo>
                  <a:lnTo>
                    <a:pt x="33102" y="18980"/>
                  </a:lnTo>
                  <a:lnTo>
                    <a:pt x="33038" y="19350"/>
                  </a:lnTo>
                  <a:lnTo>
                    <a:pt x="33102" y="19580"/>
                  </a:lnTo>
                  <a:lnTo>
                    <a:pt x="33255" y="19465"/>
                  </a:lnTo>
                  <a:lnTo>
                    <a:pt x="33140" y="19606"/>
                  </a:lnTo>
                  <a:lnTo>
                    <a:pt x="33268" y="19925"/>
                  </a:lnTo>
                  <a:lnTo>
                    <a:pt x="33511" y="20181"/>
                  </a:lnTo>
                  <a:lnTo>
                    <a:pt x="33703" y="20245"/>
                  </a:lnTo>
                  <a:lnTo>
                    <a:pt x="33703" y="20577"/>
                  </a:lnTo>
                  <a:lnTo>
                    <a:pt x="33818" y="20679"/>
                  </a:lnTo>
                  <a:lnTo>
                    <a:pt x="33920" y="20961"/>
                  </a:lnTo>
                  <a:lnTo>
                    <a:pt x="34176" y="21165"/>
                  </a:lnTo>
                  <a:lnTo>
                    <a:pt x="34393" y="21344"/>
                  </a:lnTo>
                  <a:lnTo>
                    <a:pt x="34444" y="21727"/>
                  </a:lnTo>
                  <a:lnTo>
                    <a:pt x="34406" y="21945"/>
                  </a:lnTo>
                  <a:lnTo>
                    <a:pt x="34521" y="21996"/>
                  </a:lnTo>
                  <a:lnTo>
                    <a:pt x="34712" y="21894"/>
                  </a:lnTo>
                  <a:lnTo>
                    <a:pt x="34853" y="21817"/>
                  </a:lnTo>
                  <a:lnTo>
                    <a:pt x="34917" y="21766"/>
                  </a:lnTo>
                  <a:lnTo>
                    <a:pt x="35032" y="21165"/>
                  </a:lnTo>
                  <a:lnTo>
                    <a:pt x="35275" y="20922"/>
                  </a:lnTo>
                  <a:lnTo>
                    <a:pt x="35288" y="20130"/>
                  </a:lnTo>
                  <a:lnTo>
                    <a:pt x="34955" y="19312"/>
                  </a:lnTo>
                  <a:lnTo>
                    <a:pt x="34700" y="18545"/>
                  </a:lnTo>
                  <a:lnTo>
                    <a:pt x="34470" y="18111"/>
                  </a:lnTo>
                  <a:lnTo>
                    <a:pt x="34316" y="17804"/>
                  </a:lnTo>
                  <a:lnTo>
                    <a:pt x="34252" y="17650"/>
                  </a:lnTo>
                  <a:lnTo>
                    <a:pt x="34176" y="17280"/>
                  </a:lnTo>
                  <a:lnTo>
                    <a:pt x="34112" y="16948"/>
                  </a:lnTo>
                  <a:lnTo>
                    <a:pt x="34201" y="16283"/>
                  </a:lnTo>
                  <a:lnTo>
                    <a:pt x="34661" y="15695"/>
                  </a:lnTo>
                  <a:lnTo>
                    <a:pt x="34687" y="15631"/>
                  </a:lnTo>
                  <a:lnTo>
                    <a:pt x="34853" y="15491"/>
                  </a:lnTo>
                  <a:lnTo>
                    <a:pt x="35185" y="15350"/>
                  </a:lnTo>
                  <a:lnTo>
                    <a:pt x="35466" y="15094"/>
                  </a:lnTo>
                  <a:lnTo>
                    <a:pt x="35658" y="15018"/>
                  </a:lnTo>
                  <a:lnTo>
                    <a:pt x="35888" y="14762"/>
                  </a:lnTo>
                  <a:lnTo>
                    <a:pt x="36093" y="14404"/>
                  </a:lnTo>
                  <a:lnTo>
                    <a:pt x="36297" y="14123"/>
                  </a:lnTo>
                  <a:lnTo>
                    <a:pt x="36425" y="14200"/>
                  </a:lnTo>
                  <a:lnTo>
                    <a:pt x="36808" y="14136"/>
                  </a:lnTo>
                  <a:lnTo>
                    <a:pt x="36962" y="14046"/>
                  </a:lnTo>
                  <a:lnTo>
                    <a:pt x="36987" y="13804"/>
                  </a:lnTo>
                  <a:lnTo>
                    <a:pt x="37537" y="13471"/>
                  </a:lnTo>
                  <a:lnTo>
                    <a:pt x="37882" y="13446"/>
                  </a:lnTo>
                  <a:lnTo>
                    <a:pt x="38150" y="13318"/>
                  </a:lnTo>
                  <a:lnTo>
                    <a:pt x="38087" y="13203"/>
                  </a:lnTo>
                  <a:lnTo>
                    <a:pt x="37959" y="13088"/>
                  </a:lnTo>
                  <a:lnTo>
                    <a:pt x="38023" y="12896"/>
                  </a:lnTo>
                  <a:lnTo>
                    <a:pt x="37997" y="12730"/>
                  </a:lnTo>
                  <a:lnTo>
                    <a:pt x="38393" y="12679"/>
                  </a:lnTo>
                  <a:lnTo>
                    <a:pt x="38662" y="12474"/>
                  </a:lnTo>
                  <a:lnTo>
                    <a:pt x="38572" y="12372"/>
                  </a:lnTo>
                  <a:lnTo>
                    <a:pt x="38214" y="12385"/>
                  </a:lnTo>
                  <a:lnTo>
                    <a:pt x="38508" y="12231"/>
                  </a:lnTo>
                  <a:lnTo>
                    <a:pt x="38623" y="11899"/>
                  </a:lnTo>
                  <a:lnTo>
                    <a:pt x="38649" y="11477"/>
                  </a:lnTo>
                  <a:lnTo>
                    <a:pt x="38355" y="11171"/>
                  </a:lnTo>
                  <a:lnTo>
                    <a:pt x="38380" y="10557"/>
                  </a:lnTo>
                  <a:lnTo>
                    <a:pt x="38214" y="10276"/>
                  </a:lnTo>
                  <a:lnTo>
                    <a:pt x="38074" y="9752"/>
                  </a:lnTo>
                  <a:lnTo>
                    <a:pt x="38214" y="9599"/>
                  </a:lnTo>
                  <a:lnTo>
                    <a:pt x="38278" y="10110"/>
                  </a:lnTo>
                  <a:lnTo>
                    <a:pt x="38432" y="10327"/>
                  </a:lnTo>
                  <a:lnTo>
                    <a:pt x="38636" y="10557"/>
                  </a:lnTo>
                  <a:lnTo>
                    <a:pt x="38623" y="11017"/>
                  </a:lnTo>
                  <a:lnTo>
                    <a:pt x="39032" y="10314"/>
                  </a:lnTo>
                  <a:lnTo>
                    <a:pt x="39173" y="9829"/>
                  </a:lnTo>
                  <a:lnTo>
                    <a:pt x="38917" y="9484"/>
                  </a:lnTo>
                  <a:lnTo>
                    <a:pt x="38917" y="9343"/>
                  </a:lnTo>
                  <a:lnTo>
                    <a:pt x="39186" y="9266"/>
                  </a:lnTo>
                  <a:lnTo>
                    <a:pt x="39326" y="9560"/>
                  </a:lnTo>
                  <a:lnTo>
                    <a:pt x="39531" y="9266"/>
                  </a:lnTo>
                  <a:lnTo>
                    <a:pt x="39582" y="9126"/>
                  </a:lnTo>
                  <a:lnTo>
                    <a:pt x="39889" y="8960"/>
                  </a:lnTo>
                  <a:lnTo>
                    <a:pt x="40004" y="8615"/>
                  </a:lnTo>
                  <a:lnTo>
                    <a:pt x="40068" y="8282"/>
                  </a:lnTo>
                  <a:lnTo>
                    <a:pt x="39927" y="8167"/>
                  </a:lnTo>
                  <a:lnTo>
                    <a:pt x="40029" y="7784"/>
                  </a:lnTo>
                  <a:lnTo>
                    <a:pt x="40016" y="8154"/>
                  </a:lnTo>
                  <a:lnTo>
                    <a:pt x="40068" y="8078"/>
                  </a:lnTo>
                  <a:lnTo>
                    <a:pt x="40106" y="8154"/>
                  </a:lnTo>
                  <a:lnTo>
                    <a:pt x="40310" y="7937"/>
                  </a:lnTo>
                  <a:lnTo>
                    <a:pt x="40310" y="7937"/>
                  </a:lnTo>
                  <a:lnTo>
                    <a:pt x="40285" y="8154"/>
                  </a:lnTo>
                  <a:lnTo>
                    <a:pt x="40285" y="8154"/>
                  </a:lnTo>
                  <a:lnTo>
                    <a:pt x="40425" y="8001"/>
                  </a:lnTo>
                  <a:lnTo>
                    <a:pt x="40732" y="7963"/>
                  </a:lnTo>
                  <a:lnTo>
                    <a:pt x="41064" y="7886"/>
                  </a:lnTo>
                  <a:lnTo>
                    <a:pt x="41614" y="7886"/>
                  </a:lnTo>
                  <a:lnTo>
                    <a:pt x="41806" y="7694"/>
                  </a:lnTo>
                  <a:lnTo>
                    <a:pt x="41576" y="7694"/>
                  </a:lnTo>
                  <a:lnTo>
                    <a:pt x="41435" y="7541"/>
                  </a:lnTo>
                  <a:lnTo>
                    <a:pt x="40975" y="7694"/>
                  </a:lnTo>
                  <a:lnTo>
                    <a:pt x="40579" y="7694"/>
                  </a:lnTo>
                  <a:lnTo>
                    <a:pt x="40630" y="7464"/>
                  </a:lnTo>
                  <a:lnTo>
                    <a:pt x="41537" y="7222"/>
                  </a:lnTo>
                  <a:lnTo>
                    <a:pt x="41729" y="7388"/>
                  </a:lnTo>
                  <a:lnTo>
                    <a:pt x="41921" y="7515"/>
                  </a:lnTo>
                  <a:lnTo>
                    <a:pt x="42164" y="7298"/>
                  </a:lnTo>
                  <a:lnTo>
                    <a:pt x="42458" y="7119"/>
                  </a:lnTo>
                  <a:lnTo>
                    <a:pt x="42624" y="7043"/>
                  </a:lnTo>
                  <a:lnTo>
                    <a:pt x="42649" y="7375"/>
                  </a:lnTo>
                  <a:lnTo>
                    <a:pt x="42943" y="7119"/>
                  </a:lnTo>
                  <a:lnTo>
                    <a:pt x="43122" y="6889"/>
                  </a:lnTo>
                  <a:lnTo>
                    <a:pt x="42854" y="6774"/>
                  </a:lnTo>
                  <a:lnTo>
                    <a:pt x="43122" y="6634"/>
                  </a:lnTo>
                  <a:lnTo>
                    <a:pt x="42879" y="6225"/>
                  </a:lnTo>
                  <a:lnTo>
                    <a:pt x="42892" y="5854"/>
                  </a:lnTo>
                  <a:lnTo>
                    <a:pt x="43314" y="5317"/>
                  </a:lnTo>
                  <a:lnTo>
                    <a:pt x="43646" y="5113"/>
                  </a:lnTo>
                  <a:lnTo>
                    <a:pt x="43978" y="5074"/>
                  </a:lnTo>
                  <a:lnTo>
                    <a:pt x="43978" y="4768"/>
                  </a:lnTo>
                  <a:lnTo>
                    <a:pt x="44311" y="4614"/>
                  </a:lnTo>
                  <a:lnTo>
                    <a:pt x="44848" y="4525"/>
                  </a:lnTo>
                  <a:lnTo>
                    <a:pt x="45078" y="4308"/>
                  </a:lnTo>
                  <a:lnTo>
                    <a:pt x="45129" y="4052"/>
                  </a:lnTo>
                  <a:lnTo>
                    <a:pt x="45346" y="3899"/>
                  </a:lnTo>
                  <a:lnTo>
                    <a:pt x="45461" y="3899"/>
                  </a:lnTo>
                  <a:lnTo>
                    <a:pt x="45090" y="3643"/>
                  </a:lnTo>
                  <a:lnTo>
                    <a:pt x="45090" y="3438"/>
                  </a:lnTo>
                  <a:lnTo>
                    <a:pt x="44809" y="3438"/>
                  </a:lnTo>
                  <a:lnTo>
                    <a:pt x="44796" y="3387"/>
                  </a:lnTo>
                  <a:lnTo>
                    <a:pt x="44681" y="3017"/>
                  </a:lnTo>
                  <a:lnTo>
                    <a:pt x="44656" y="2876"/>
                  </a:lnTo>
                  <a:lnTo>
                    <a:pt x="44643" y="2774"/>
                  </a:lnTo>
                  <a:lnTo>
                    <a:pt x="44630" y="2761"/>
                  </a:lnTo>
                  <a:lnTo>
                    <a:pt x="44784" y="2352"/>
                  </a:lnTo>
                  <a:lnTo>
                    <a:pt x="44784" y="1892"/>
                  </a:lnTo>
                  <a:lnTo>
                    <a:pt x="44554" y="1700"/>
                  </a:lnTo>
                  <a:lnTo>
                    <a:pt x="43902" y="2058"/>
                  </a:lnTo>
                  <a:lnTo>
                    <a:pt x="43902" y="1611"/>
                  </a:lnTo>
                  <a:lnTo>
                    <a:pt x="43748" y="1611"/>
                  </a:lnTo>
                  <a:lnTo>
                    <a:pt x="43148" y="2224"/>
                  </a:lnTo>
                  <a:lnTo>
                    <a:pt x="43020" y="2505"/>
                  </a:lnTo>
                  <a:lnTo>
                    <a:pt x="43020" y="2927"/>
                  </a:lnTo>
                  <a:lnTo>
                    <a:pt x="42815" y="3221"/>
                  </a:lnTo>
                  <a:lnTo>
                    <a:pt x="42458" y="3656"/>
                  </a:lnTo>
                  <a:lnTo>
                    <a:pt x="42176" y="3617"/>
                  </a:lnTo>
                  <a:lnTo>
                    <a:pt x="41934" y="4103"/>
                  </a:lnTo>
                  <a:lnTo>
                    <a:pt x="39390" y="4103"/>
                  </a:lnTo>
                  <a:lnTo>
                    <a:pt x="38253" y="4870"/>
                  </a:lnTo>
                  <a:lnTo>
                    <a:pt x="37972" y="4870"/>
                  </a:lnTo>
                  <a:lnTo>
                    <a:pt x="38023" y="5177"/>
                  </a:lnTo>
                  <a:lnTo>
                    <a:pt x="37831" y="5266"/>
                  </a:lnTo>
                  <a:lnTo>
                    <a:pt x="37332" y="5343"/>
                  </a:lnTo>
                  <a:lnTo>
                    <a:pt x="36885" y="5432"/>
                  </a:lnTo>
                  <a:lnTo>
                    <a:pt x="36668" y="5343"/>
                  </a:lnTo>
                  <a:lnTo>
                    <a:pt x="35901" y="5356"/>
                  </a:lnTo>
                  <a:lnTo>
                    <a:pt x="35760" y="5432"/>
                  </a:lnTo>
                  <a:lnTo>
                    <a:pt x="36144" y="5573"/>
                  </a:lnTo>
                  <a:lnTo>
                    <a:pt x="36144" y="5598"/>
                  </a:lnTo>
                  <a:lnTo>
                    <a:pt x="36144" y="5982"/>
                  </a:lnTo>
                  <a:lnTo>
                    <a:pt x="36093" y="5982"/>
                  </a:lnTo>
                  <a:lnTo>
                    <a:pt x="36093" y="6033"/>
                  </a:lnTo>
                  <a:lnTo>
                    <a:pt x="35658" y="5995"/>
                  </a:lnTo>
                  <a:lnTo>
                    <a:pt x="35594" y="6097"/>
                  </a:lnTo>
                  <a:lnTo>
                    <a:pt x="35543" y="6173"/>
                  </a:lnTo>
                  <a:lnTo>
                    <a:pt x="35492" y="6212"/>
                  </a:lnTo>
                  <a:lnTo>
                    <a:pt x="34418" y="6698"/>
                  </a:lnTo>
                  <a:lnTo>
                    <a:pt x="33562" y="7030"/>
                  </a:lnTo>
                  <a:lnTo>
                    <a:pt x="32846" y="7119"/>
                  </a:lnTo>
                  <a:lnTo>
                    <a:pt x="32501" y="6813"/>
                  </a:lnTo>
                  <a:lnTo>
                    <a:pt x="32412" y="6595"/>
                  </a:lnTo>
                  <a:lnTo>
                    <a:pt x="32527" y="6404"/>
                  </a:lnTo>
                  <a:lnTo>
                    <a:pt x="32616" y="6263"/>
                  </a:lnTo>
                  <a:lnTo>
                    <a:pt x="32655" y="6225"/>
                  </a:lnTo>
                  <a:lnTo>
                    <a:pt x="32680" y="6199"/>
                  </a:lnTo>
                  <a:lnTo>
                    <a:pt x="32731" y="6173"/>
                  </a:lnTo>
                  <a:lnTo>
                    <a:pt x="32795" y="6122"/>
                  </a:lnTo>
                  <a:lnTo>
                    <a:pt x="32885" y="6033"/>
                  </a:lnTo>
                  <a:lnTo>
                    <a:pt x="32885" y="5803"/>
                  </a:lnTo>
                  <a:lnTo>
                    <a:pt x="33128" y="6058"/>
                  </a:lnTo>
                  <a:lnTo>
                    <a:pt x="33153" y="6084"/>
                  </a:lnTo>
                  <a:lnTo>
                    <a:pt x="33140" y="6020"/>
                  </a:lnTo>
                  <a:lnTo>
                    <a:pt x="33217" y="5790"/>
                  </a:lnTo>
                  <a:lnTo>
                    <a:pt x="33831" y="5509"/>
                  </a:lnTo>
                  <a:lnTo>
                    <a:pt x="33843" y="5292"/>
                  </a:lnTo>
                  <a:lnTo>
                    <a:pt x="33958" y="4601"/>
                  </a:lnTo>
                  <a:lnTo>
                    <a:pt x="34125" y="4308"/>
                  </a:lnTo>
                  <a:lnTo>
                    <a:pt x="33907" y="3873"/>
                  </a:lnTo>
                  <a:lnTo>
                    <a:pt x="33894" y="3873"/>
                  </a:lnTo>
                  <a:lnTo>
                    <a:pt x="33984" y="4180"/>
                  </a:lnTo>
                  <a:lnTo>
                    <a:pt x="33728" y="4448"/>
                  </a:lnTo>
                  <a:lnTo>
                    <a:pt x="33562" y="5330"/>
                  </a:lnTo>
                  <a:lnTo>
                    <a:pt x="33128" y="5586"/>
                  </a:lnTo>
                  <a:lnTo>
                    <a:pt x="32846" y="4678"/>
                  </a:lnTo>
                  <a:lnTo>
                    <a:pt x="32565" y="4704"/>
                  </a:lnTo>
                  <a:lnTo>
                    <a:pt x="32028" y="5125"/>
                  </a:lnTo>
                  <a:lnTo>
                    <a:pt x="31901" y="4998"/>
                  </a:lnTo>
                  <a:lnTo>
                    <a:pt x="32310" y="4499"/>
                  </a:lnTo>
                  <a:lnTo>
                    <a:pt x="32412" y="4244"/>
                  </a:lnTo>
                  <a:lnTo>
                    <a:pt x="32220" y="3349"/>
                  </a:lnTo>
                  <a:lnTo>
                    <a:pt x="31939" y="3375"/>
                  </a:lnTo>
                  <a:lnTo>
                    <a:pt x="31683" y="3145"/>
                  </a:lnTo>
                  <a:lnTo>
                    <a:pt x="31172" y="3093"/>
                  </a:lnTo>
                  <a:lnTo>
                    <a:pt x="30814" y="3541"/>
                  </a:lnTo>
                  <a:lnTo>
                    <a:pt x="30814" y="3669"/>
                  </a:lnTo>
                  <a:lnTo>
                    <a:pt x="30814" y="3758"/>
                  </a:lnTo>
                  <a:lnTo>
                    <a:pt x="30802" y="3822"/>
                  </a:lnTo>
                  <a:lnTo>
                    <a:pt x="30763" y="3860"/>
                  </a:lnTo>
                  <a:lnTo>
                    <a:pt x="30712" y="3899"/>
                  </a:lnTo>
                  <a:lnTo>
                    <a:pt x="30648" y="3937"/>
                  </a:lnTo>
                  <a:lnTo>
                    <a:pt x="30533" y="3681"/>
                  </a:lnTo>
                  <a:lnTo>
                    <a:pt x="30329" y="3822"/>
                  </a:lnTo>
                  <a:lnTo>
                    <a:pt x="30035" y="4423"/>
                  </a:lnTo>
                  <a:lnTo>
                    <a:pt x="29958" y="4780"/>
                  </a:lnTo>
                  <a:lnTo>
                    <a:pt x="29894" y="5100"/>
                  </a:lnTo>
                  <a:lnTo>
                    <a:pt x="30060" y="5458"/>
                  </a:lnTo>
                  <a:lnTo>
                    <a:pt x="30073" y="6340"/>
                  </a:lnTo>
                  <a:lnTo>
                    <a:pt x="29715" y="6672"/>
                  </a:lnTo>
                  <a:lnTo>
                    <a:pt x="29639" y="6710"/>
                  </a:lnTo>
                  <a:lnTo>
                    <a:pt x="29511" y="6774"/>
                  </a:lnTo>
                  <a:lnTo>
                    <a:pt x="29434" y="6813"/>
                  </a:lnTo>
                  <a:lnTo>
                    <a:pt x="29370" y="6825"/>
                  </a:lnTo>
                  <a:lnTo>
                    <a:pt x="29319" y="6825"/>
                  </a:lnTo>
                  <a:lnTo>
                    <a:pt x="29268" y="6813"/>
                  </a:lnTo>
                  <a:lnTo>
                    <a:pt x="29204" y="6736"/>
                  </a:lnTo>
                  <a:lnTo>
                    <a:pt x="29140" y="6634"/>
                  </a:lnTo>
                  <a:lnTo>
                    <a:pt x="29063" y="6519"/>
                  </a:lnTo>
                  <a:lnTo>
                    <a:pt x="28897" y="6097"/>
                  </a:lnTo>
                  <a:lnTo>
                    <a:pt x="29089" y="5880"/>
                  </a:lnTo>
                  <a:lnTo>
                    <a:pt x="28897" y="5803"/>
                  </a:lnTo>
                  <a:lnTo>
                    <a:pt x="28897" y="5228"/>
                  </a:lnTo>
                  <a:lnTo>
                    <a:pt x="29012" y="4563"/>
                  </a:lnTo>
                  <a:lnTo>
                    <a:pt x="29306" y="3988"/>
                  </a:lnTo>
                  <a:lnTo>
                    <a:pt x="29498" y="3720"/>
                  </a:lnTo>
                  <a:lnTo>
                    <a:pt x="29396" y="3592"/>
                  </a:lnTo>
                  <a:lnTo>
                    <a:pt x="29191" y="3784"/>
                  </a:lnTo>
                  <a:lnTo>
                    <a:pt x="29051" y="3911"/>
                  </a:lnTo>
                  <a:lnTo>
                    <a:pt x="28961" y="3988"/>
                  </a:lnTo>
                  <a:lnTo>
                    <a:pt x="28897" y="3988"/>
                  </a:lnTo>
                  <a:lnTo>
                    <a:pt x="29498" y="3132"/>
                  </a:lnTo>
                  <a:lnTo>
                    <a:pt x="29639" y="3132"/>
                  </a:lnTo>
                  <a:lnTo>
                    <a:pt x="29856" y="2940"/>
                  </a:lnTo>
                  <a:lnTo>
                    <a:pt x="30009" y="3183"/>
                  </a:lnTo>
                  <a:lnTo>
                    <a:pt x="30009" y="3081"/>
                  </a:lnTo>
                  <a:lnTo>
                    <a:pt x="30175" y="3004"/>
                  </a:lnTo>
                  <a:lnTo>
                    <a:pt x="30584" y="2902"/>
                  </a:lnTo>
                  <a:lnTo>
                    <a:pt x="30776" y="2799"/>
                  </a:lnTo>
                  <a:lnTo>
                    <a:pt x="31006" y="2748"/>
                  </a:lnTo>
                  <a:lnTo>
                    <a:pt x="31172" y="2902"/>
                  </a:lnTo>
                  <a:lnTo>
                    <a:pt x="31338" y="2902"/>
                  </a:lnTo>
                  <a:lnTo>
                    <a:pt x="31568" y="2697"/>
                  </a:lnTo>
                  <a:lnTo>
                    <a:pt x="31671" y="2799"/>
                  </a:lnTo>
                  <a:lnTo>
                    <a:pt x="31888" y="2799"/>
                  </a:lnTo>
                  <a:lnTo>
                    <a:pt x="31875" y="2697"/>
                  </a:lnTo>
                  <a:lnTo>
                    <a:pt x="31888" y="2582"/>
                  </a:lnTo>
                  <a:lnTo>
                    <a:pt x="31773" y="2442"/>
                  </a:lnTo>
                  <a:lnTo>
                    <a:pt x="31747" y="2416"/>
                  </a:lnTo>
                  <a:lnTo>
                    <a:pt x="31747" y="2403"/>
                  </a:lnTo>
                  <a:lnTo>
                    <a:pt x="31747" y="2365"/>
                  </a:lnTo>
                  <a:lnTo>
                    <a:pt x="31517" y="2365"/>
                  </a:lnTo>
                  <a:lnTo>
                    <a:pt x="31134" y="2301"/>
                  </a:lnTo>
                  <a:lnTo>
                    <a:pt x="30980" y="2020"/>
                  </a:lnTo>
                  <a:lnTo>
                    <a:pt x="30405" y="2071"/>
                  </a:lnTo>
                  <a:lnTo>
                    <a:pt x="29984" y="2327"/>
                  </a:lnTo>
                  <a:lnTo>
                    <a:pt x="29766" y="2403"/>
                  </a:lnTo>
                  <a:lnTo>
                    <a:pt x="29089" y="2212"/>
                  </a:lnTo>
                  <a:lnTo>
                    <a:pt x="28757" y="1892"/>
                  </a:lnTo>
                  <a:lnTo>
                    <a:pt x="28463" y="1918"/>
                  </a:lnTo>
                  <a:lnTo>
                    <a:pt x="28654" y="1649"/>
                  </a:lnTo>
                  <a:lnTo>
                    <a:pt x="28936" y="1457"/>
                  </a:lnTo>
                  <a:lnTo>
                    <a:pt x="28795" y="1342"/>
                  </a:lnTo>
                  <a:lnTo>
                    <a:pt x="28514" y="1342"/>
                  </a:lnTo>
                  <a:lnTo>
                    <a:pt x="28207" y="1585"/>
                  </a:lnTo>
                  <a:lnTo>
                    <a:pt x="27875" y="1828"/>
                  </a:lnTo>
                  <a:lnTo>
                    <a:pt x="26776" y="2263"/>
                  </a:lnTo>
                  <a:lnTo>
                    <a:pt x="26507" y="2122"/>
                  </a:lnTo>
                  <a:lnTo>
                    <a:pt x="26507" y="1918"/>
                  </a:lnTo>
                  <a:lnTo>
                    <a:pt x="26111" y="2020"/>
                  </a:lnTo>
                  <a:lnTo>
                    <a:pt x="25779" y="2020"/>
                  </a:lnTo>
                  <a:lnTo>
                    <a:pt x="25715" y="1918"/>
                  </a:lnTo>
                  <a:lnTo>
                    <a:pt x="26712" y="1202"/>
                  </a:lnTo>
                  <a:lnTo>
                    <a:pt x="27440" y="1036"/>
                  </a:lnTo>
                  <a:lnTo>
                    <a:pt x="27479" y="985"/>
                  </a:lnTo>
                  <a:lnTo>
                    <a:pt x="27287" y="985"/>
                  </a:lnTo>
                  <a:lnTo>
                    <a:pt x="27031" y="895"/>
                  </a:lnTo>
                  <a:lnTo>
                    <a:pt x="26737" y="818"/>
                  </a:lnTo>
                  <a:lnTo>
                    <a:pt x="25907" y="997"/>
                  </a:lnTo>
                  <a:lnTo>
                    <a:pt x="25753" y="691"/>
                  </a:lnTo>
                  <a:lnTo>
                    <a:pt x="25421" y="691"/>
                  </a:lnTo>
                  <a:lnTo>
                    <a:pt x="25216" y="422"/>
                  </a:lnTo>
                  <a:lnTo>
                    <a:pt x="25037" y="422"/>
                  </a:lnTo>
                  <a:lnTo>
                    <a:pt x="24795" y="320"/>
                  </a:lnTo>
                  <a:lnTo>
                    <a:pt x="24603" y="422"/>
                  </a:lnTo>
                  <a:lnTo>
                    <a:pt x="24207" y="320"/>
                  </a:lnTo>
                  <a:lnTo>
                    <a:pt x="23772" y="320"/>
                  </a:lnTo>
                  <a:lnTo>
                    <a:pt x="23504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3" name="Google Shape;1003;p60"/>
            <p:cNvSpPr/>
            <p:nvPr/>
          </p:nvSpPr>
          <p:spPr>
            <a:xfrm>
              <a:off x="1864125" y="2340650"/>
              <a:ext cx="6100" cy="5475"/>
            </a:xfrm>
            <a:custGeom>
              <a:rect b="b" l="l" r="r" t="t"/>
              <a:pathLst>
                <a:path extrusionOk="0" h="219" w="244">
                  <a:moveTo>
                    <a:pt x="1" y="1"/>
                  </a:moveTo>
                  <a:lnTo>
                    <a:pt x="90" y="218"/>
                  </a:lnTo>
                  <a:lnTo>
                    <a:pt x="167" y="116"/>
                  </a:lnTo>
                  <a:lnTo>
                    <a:pt x="244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4" name="Google Shape;1004;p60"/>
            <p:cNvSpPr/>
            <p:nvPr/>
          </p:nvSpPr>
          <p:spPr>
            <a:xfrm>
              <a:off x="1298600" y="2784775"/>
              <a:ext cx="2575" cy="6750"/>
            </a:xfrm>
            <a:custGeom>
              <a:rect b="b" l="l" r="r" t="t"/>
              <a:pathLst>
                <a:path extrusionOk="0" h="270" w="103">
                  <a:moveTo>
                    <a:pt x="38" y="1"/>
                  </a:moveTo>
                  <a:lnTo>
                    <a:pt x="0" y="90"/>
                  </a:lnTo>
                  <a:lnTo>
                    <a:pt x="38" y="142"/>
                  </a:lnTo>
                  <a:lnTo>
                    <a:pt x="51" y="269"/>
                  </a:lnTo>
                  <a:lnTo>
                    <a:pt x="89" y="269"/>
                  </a:lnTo>
                  <a:lnTo>
                    <a:pt x="102" y="116"/>
                  </a:lnTo>
                  <a:lnTo>
                    <a:pt x="77" y="52"/>
                  </a:lnTo>
                  <a:lnTo>
                    <a:pt x="102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5" name="Google Shape;1005;p60"/>
            <p:cNvSpPr/>
            <p:nvPr/>
          </p:nvSpPr>
          <p:spPr>
            <a:xfrm>
              <a:off x="1353550" y="2809075"/>
              <a:ext cx="3525" cy="7675"/>
            </a:xfrm>
            <a:custGeom>
              <a:rect b="b" l="l" r="r" t="t"/>
              <a:pathLst>
                <a:path extrusionOk="0" h="307" w="141">
                  <a:moveTo>
                    <a:pt x="103" y="0"/>
                  </a:moveTo>
                  <a:lnTo>
                    <a:pt x="51" y="26"/>
                  </a:lnTo>
                  <a:lnTo>
                    <a:pt x="51" y="128"/>
                  </a:lnTo>
                  <a:lnTo>
                    <a:pt x="0" y="218"/>
                  </a:lnTo>
                  <a:lnTo>
                    <a:pt x="77" y="307"/>
                  </a:lnTo>
                  <a:lnTo>
                    <a:pt x="141" y="192"/>
                  </a:lnTo>
                  <a:lnTo>
                    <a:pt x="103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6" name="Google Shape;1006;p60"/>
            <p:cNvSpPr/>
            <p:nvPr/>
          </p:nvSpPr>
          <p:spPr>
            <a:xfrm>
              <a:off x="1512350" y="2970100"/>
              <a:ext cx="3525" cy="1950"/>
            </a:xfrm>
            <a:custGeom>
              <a:rect b="b" l="l" r="r" t="t"/>
              <a:pathLst>
                <a:path extrusionOk="0" h="78" w="141">
                  <a:moveTo>
                    <a:pt x="26" y="1"/>
                  </a:moveTo>
                  <a:lnTo>
                    <a:pt x="0" y="39"/>
                  </a:lnTo>
                  <a:lnTo>
                    <a:pt x="13" y="77"/>
                  </a:lnTo>
                  <a:lnTo>
                    <a:pt x="90" y="77"/>
                  </a:lnTo>
                  <a:lnTo>
                    <a:pt x="141" y="26"/>
                  </a:lnTo>
                  <a:lnTo>
                    <a:pt x="128" y="13"/>
                  </a:lnTo>
                  <a:lnTo>
                    <a:pt x="26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7" name="Google Shape;1007;p60"/>
            <p:cNvSpPr/>
            <p:nvPr/>
          </p:nvSpPr>
          <p:spPr>
            <a:xfrm>
              <a:off x="1364725" y="1551775"/>
              <a:ext cx="272250" cy="170650"/>
            </a:xfrm>
            <a:custGeom>
              <a:rect b="b" l="l" r="r" t="t"/>
              <a:pathLst>
                <a:path extrusionOk="0" h="6826" w="10890">
                  <a:moveTo>
                    <a:pt x="8346" y="1"/>
                  </a:moveTo>
                  <a:lnTo>
                    <a:pt x="7375" y="13"/>
                  </a:lnTo>
                  <a:lnTo>
                    <a:pt x="7426" y="486"/>
                  </a:lnTo>
                  <a:lnTo>
                    <a:pt x="7771" y="895"/>
                  </a:lnTo>
                  <a:lnTo>
                    <a:pt x="7375" y="1010"/>
                  </a:lnTo>
                  <a:lnTo>
                    <a:pt x="6762" y="870"/>
                  </a:lnTo>
                  <a:lnTo>
                    <a:pt x="6442" y="1113"/>
                  </a:lnTo>
                  <a:lnTo>
                    <a:pt x="6787" y="2212"/>
                  </a:lnTo>
                  <a:lnTo>
                    <a:pt x="7017" y="2595"/>
                  </a:lnTo>
                  <a:lnTo>
                    <a:pt x="6327" y="2800"/>
                  </a:lnTo>
                  <a:lnTo>
                    <a:pt x="6238" y="1956"/>
                  </a:lnTo>
                  <a:lnTo>
                    <a:pt x="5790" y="1087"/>
                  </a:lnTo>
                  <a:lnTo>
                    <a:pt x="5432" y="1087"/>
                  </a:lnTo>
                  <a:lnTo>
                    <a:pt x="5432" y="1343"/>
                  </a:lnTo>
                  <a:lnTo>
                    <a:pt x="5190" y="1841"/>
                  </a:lnTo>
                  <a:lnTo>
                    <a:pt x="4640" y="1841"/>
                  </a:lnTo>
                  <a:lnTo>
                    <a:pt x="4602" y="1816"/>
                  </a:lnTo>
                  <a:lnTo>
                    <a:pt x="4563" y="1777"/>
                  </a:lnTo>
                  <a:lnTo>
                    <a:pt x="4538" y="1726"/>
                  </a:lnTo>
                  <a:lnTo>
                    <a:pt x="4512" y="1637"/>
                  </a:lnTo>
                  <a:lnTo>
                    <a:pt x="4499" y="1598"/>
                  </a:lnTo>
                  <a:lnTo>
                    <a:pt x="4691" y="1445"/>
                  </a:lnTo>
                  <a:lnTo>
                    <a:pt x="4729" y="1074"/>
                  </a:lnTo>
                  <a:lnTo>
                    <a:pt x="3899" y="895"/>
                  </a:lnTo>
                  <a:lnTo>
                    <a:pt x="3490" y="972"/>
                  </a:lnTo>
                  <a:lnTo>
                    <a:pt x="2927" y="1343"/>
                  </a:lnTo>
                  <a:lnTo>
                    <a:pt x="2557" y="1010"/>
                  </a:lnTo>
                  <a:lnTo>
                    <a:pt x="3272" y="589"/>
                  </a:lnTo>
                  <a:lnTo>
                    <a:pt x="3209" y="333"/>
                  </a:lnTo>
                  <a:lnTo>
                    <a:pt x="1930" y="576"/>
                  </a:lnTo>
                  <a:lnTo>
                    <a:pt x="716" y="921"/>
                  </a:lnTo>
                  <a:lnTo>
                    <a:pt x="716" y="1483"/>
                  </a:lnTo>
                  <a:lnTo>
                    <a:pt x="1" y="1688"/>
                  </a:lnTo>
                  <a:lnTo>
                    <a:pt x="13" y="2212"/>
                  </a:lnTo>
                  <a:lnTo>
                    <a:pt x="1023" y="2582"/>
                  </a:lnTo>
                  <a:lnTo>
                    <a:pt x="1509" y="2378"/>
                  </a:lnTo>
                  <a:lnTo>
                    <a:pt x="1355" y="2787"/>
                  </a:lnTo>
                  <a:lnTo>
                    <a:pt x="154" y="2991"/>
                  </a:lnTo>
                  <a:lnTo>
                    <a:pt x="13" y="3477"/>
                  </a:lnTo>
                  <a:lnTo>
                    <a:pt x="691" y="3873"/>
                  </a:lnTo>
                  <a:lnTo>
                    <a:pt x="2787" y="3758"/>
                  </a:lnTo>
                  <a:lnTo>
                    <a:pt x="3848" y="4499"/>
                  </a:lnTo>
                  <a:lnTo>
                    <a:pt x="3004" y="4640"/>
                  </a:lnTo>
                  <a:lnTo>
                    <a:pt x="2506" y="4461"/>
                  </a:lnTo>
                  <a:lnTo>
                    <a:pt x="2135" y="4333"/>
                  </a:lnTo>
                  <a:lnTo>
                    <a:pt x="2007" y="4295"/>
                  </a:lnTo>
                  <a:lnTo>
                    <a:pt x="1930" y="4282"/>
                  </a:lnTo>
                  <a:lnTo>
                    <a:pt x="946" y="4384"/>
                  </a:lnTo>
                  <a:lnTo>
                    <a:pt x="26" y="4474"/>
                  </a:lnTo>
                  <a:lnTo>
                    <a:pt x="192" y="5177"/>
                  </a:lnTo>
                  <a:lnTo>
                    <a:pt x="1202" y="5624"/>
                  </a:lnTo>
                  <a:lnTo>
                    <a:pt x="2109" y="5714"/>
                  </a:lnTo>
                  <a:lnTo>
                    <a:pt x="1943" y="6302"/>
                  </a:lnTo>
                  <a:lnTo>
                    <a:pt x="2186" y="6698"/>
                  </a:lnTo>
                  <a:lnTo>
                    <a:pt x="4308" y="6685"/>
                  </a:lnTo>
                  <a:lnTo>
                    <a:pt x="4793" y="6826"/>
                  </a:lnTo>
                  <a:lnTo>
                    <a:pt x="5777" y="6544"/>
                  </a:lnTo>
                  <a:lnTo>
                    <a:pt x="6928" y="5778"/>
                  </a:lnTo>
                  <a:lnTo>
                    <a:pt x="7362" y="6314"/>
                  </a:lnTo>
                  <a:lnTo>
                    <a:pt x="8564" y="6583"/>
                  </a:lnTo>
                  <a:lnTo>
                    <a:pt x="9049" y="6800"/>
                  </a:lnTo>
                  <a:lnTo>
                    <a:pt x="10302" y="6365"/>
                  </a:lnTo>
                  <a:lnTo>
                    <a:pt x="9970" y="5790"/>
                  </a:lnTo>
                  <a:lnTo>
                    <a:pt x="9394" y="6097"/>
                  </a:lnTo>
                  <a:lnTo>
                    <a:pt x="9369" y="5560"/>
                  </a:lnTo>
                  <a:lnTo>
                    <a:pt x="10289" y="5484"/>
                  </a:lnTo>
                  <a:lnTo>
                    <a:pt x="10890" y="5445"/>
                  </a:lnTo>
                  <a:lnTo>
                    <a:pt x="10890" y="4998"/>
                  </a:lnTo>
                  <a:lnTo>
                    <a:pt x="9957" y="4602"/>
                  </a:lnTo>
                  <a:lnTo>
                    <a:pt x="8922" y="4295"/>
                  </a:lnTo>
                  <a:lnTo>
                    <a:pt x="8372" y="3656"/>
                  </a:lnTo>
                  <a:lnTo>
                    <a:pt x="8410" y="2825"/>
                  </a:lnTo>
                  <a:lnTo>
                    <a:pt x="8129" y="1777"/>
                  </a:lnTo>
                  <a:lnTo>
                    <a:pt x="7733" y="1074"/>
                  </a:lnTo>
                  <a:lnTo>
                    <a:pt x="8346" y="1087"/>
                  </a:lnTo>
                  <a:lnTo>
                    <a:pt x="8461" y="307"/>
                  </a:lnTo>
                  <a:lnTo>
                    <a:pt x="8346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8" name="Google Shape;1008;p60"/>
            <p:cNvSpPr/>
            <p:nvPr/>
          </p:nvSpPr>
          <p:spPr>
            <a:xfrm>
              <a:off x="1529600" y="1386275"/>
              <a:ext cx="31025" cy="16950"/>
            </a:xfrm>
            <a:custGeom>
              <a:rect b="b" l="l" r="r" t="t"/>
              <a:pathLst>
                <a:path extrusionOk="0" h="678" w="1241">
                  <a:moveTo>
                    <a:pt x="831" y="0"/>
                  </a:moveTo>
                  <a:lnTo>
                    <a:pt x="0" y="333"/>
                  </a:lnTo>
                  <a:lnTo>
                    <a:pt x="115" y="614"/>
                  </a:lnTo>
                  <a:lnTo>
                    <a:pt x="1240" y="678"/>
                  </a:lnTo>
                  <a:lnTo>
                    <a:pt x="1240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9" name="Google Shape;1009;p60"/>
            <p:cNvSpPr/>
            <p:nvPr/>
          </p:nvSpPr>
          <p:spPr>
            <a:xfrm>
              <a:off x="1511700" y="1405750"/>
              <a:ext cx="41875" cy="26875"/>
            </a:xfrm>
            <a:custGeom>
              <a:rect b="b" l="l" r="r" t="t"/>
              <a:pathLst>
                <a:path extrusionOk="0" h="1075" w="1675">
                  <a:moveTo>
                    <a:pt x="231" y="1"/>
                  </a:moveTo>
                  <a:lnTo>
                    <a:pt x="1" y="129"/>
                  </a:lnTo>
                  <a:lnTo>
                    <a:pt x="1" y="538"/>
                  </a:lnTo>
                  <a:lnTo>
                    <a:pt x="461" y="423"/>
                  </a:lnTo>
                  <a:lnTo>
                    <a:pt x="614" y="1075"/>
                  </a:lnTo>
                  <a:lnTo>
                    <a:pt x="1240" y="1011"/>
                  </a:lnTo>
                  <a:lnTo>
                    <a:pt x="1419" y="947"/>
                  </a:lnTo>
                  <a:lnTo>
                    <a:pt x="1547" y="883"/>
                  </a:lnTo>
                  <a:lnTo>
                    <a:pt x="1598" y="857"/>
                  </a:lnTo>
                  <a:lnTo>
                    <a:pt x="1611" y="844"/>
                  </a:lnTo>
                  <a:lnTo>
                    <a:pt x="1586" y="768"/>
                  </a:lnTo>
                  <a:lnTo>
                    <a:pt x="1522" y="614"/>
                  </a:lnTo>
                  <a:lnTo>
                    <a:pt x="1432" y="410"/>
                  </a:lnTo>
                  <a:lnTo>
                    <a:pt x="1675" y="231"/>
                  </a:lnTo>
                  <a:lnTo>
                    <a:pt x="1228" y="154"/>
                  </a:lnTo>
                  <a:lnTo>
                    <a:pt x="793" y="282"/>
                  </a:lnTo>
                  <a:lnTo>
                    <a:pt x="576" y="423"/>
                  </a:lnTo>
                  <a:lnTo>
                    <a:pt x="231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0" name="Google Shape;1010;p60"/>
            <p:cNvSpPr/>
            <p:nvPr/>
          </p:nvSpPr>
          <p:spPr>
            <a:xfrm>
              <a:off x="1572725" y="1425900"/>
              <a:ext cx="98775" cy="75750"/>
            </a:xfrm>
            <a:custGeom>
              <a:rect b="b" l="l" r="r" t="t"/>
              <a:pathLst>
                <a:path extrusionOk="0" h="3030" w="3951">
                  <a:moveTo>
                    <a:pt x="39" y="0"/>
                  </a:moveTo>
                  <a:lnTo>
                    <a:pt x="1" y="294"/>
                  </a:lnTo>
                  <a:lnTo>
                    <a:pt x="154" y="396"/>
                  </a:lnTo>
                  <a:lnTo>
                    <a:pt x="256" y="473"/>
                  </a:lnTo>
                  <a:lnTo>
                    <a:pt x="308" y="511"/>
                  </a:lnTo>
                  <a:lnTo>
                    <a:pt x="295" y="562"/>
                  </a:lnTo>
                  <a:lnTo>
                    <a:pt x="231" y="626"/>
                  </a:lnTo>
                  <a:lnTo>
                    <a:pt x="154" y="729"/>
                  </a:lnTo>
                  <a:lnTo>
                    <a:pt x="461" y="1163"/>
                  </a:lnTo>
                  <a:lnTo>
                    <a:pt x="1573" y="767"/>
                  </a:lnTo>
                  <a:lnTo>
                    <a:pt x="2174" y="639"/>
                  </a:lnTo>
                  <a:lnTo>
                    <a:pt x="2378" y="908"/>
                  </a:lnTo>
                  <a:lnTo>
                    <a:pt x="2250" y="1329"/>
                  </a:lnTo>
                  <a:lnTo>
                    <a:pt x="1790" y="1457"/>
                  </a:lnTo>
                  <a:lnTo>
                    <a:pt x="1611" y="1329"/>
                  </a:lnTo>
                  <a:lnTo>
                    <a:pt x="1228" y="1572"/>
                  </a:lnTo>
                  <a:lnTo>
                    <a:pt x="1292" y="1751"/>
                  </a:lnTo>
                  <a:lnTo>
                    <a:pt x="1343" y="1866"/>
                  </a:lnTo>
                  <a:lnTo>
                    <a:pt x="1356" y="1892"/>
                  </a:lnTo>
                  <a:lnTo>
                    <a:pt x="1368" y="1904"/>
                  </a:lnTo>
                  <a:lnTo>
                    <a:pt x="1381" y="1892"/>
                  </a:lnTo>
                  <a:lnTo>
                    <a:pt x="1522" y="1777"/>
                  </a:lnTo>
                  <a:lnTo>
                    <a:pt x="1598" y="1713"/>
                  </a:lnTo>
                  <a:lnTo>
                    <a:pt x="1650" y="1662"/>
                  </a:lnTo>
                  <a:lnTo>
                    <a:pt x="1675" y="1662"/>
                  </a:lnTo>
                  <a:lnTo>
                    <a:pt x="1726" y="1674"/>
                  </a:lnTo>
                  <a:lnTo>
                    <a:pt x="1880" y="1751"/>
                  </a:lnTo>
                  <a:lnTo>
                    <a:pt x="2084" y="1866"/>
                  </a:lnTo>
                  <a:lnTo>
                    <a:pt x="2289" y="2250"/>
                  </a:lnTo>
                  <a:lnTo>
                    <a:pt x="2020" y="2582"/>
                  </a:lnTo>
                  <a:lnTo>
                    <a:pt x="2225" y="2850"/>
                  </a:lnTo>
                  <a:lnTo>
                    <a:pt x="3349" y="3029"/>
                  </a:lnTo>
                  <a:lnTo>
                    <a:pt x="3567" y="2889"/>
                  </a:lnTo>
                  <a:lnTo>
                    <a:pt x="3554" y="2556"/>
                  </a:lnTo>
                  <a:lnTo>
                    <a:pt x="3541" y="2326"/>
                  </a:lnTo>
                  <a:lnTo>
                    <a:pt x="3720" y="2211"/>
                  </a:lnTo>
                  <a:lnTo>
                    <a:pt x="3950" y="1956"/>
                  </a:lnTo>
                  <a:lnTo>
                    <a:pt x="3720" y="1777"/>
                  </a:lnTo>
                  <a:lnTo>
                    <a:pt x="3669" y="1099"/>
                  </a:lnTo>
                  <a:lnTo>
                    <a:pt x="3567" y="614"/>
                  </a:lnTo>
                  <a:lnTo>
                    <a:pt x="3324" y="422"/>
                  </a:lnTo>
                  <a:lnTo>
                    <a:pt x="2276" y="320"/>
                  </a:lnTo>
                  <a:lnTo>
                    <a:pt x="2199" y="550"/>
                  </a:lnTo>
                  <a:lnTo>
                    <a:pt x="998" y="780"/>
                  </a:lnTo>
                  <a:lnTo>
                    <a:pt x="678" y="831"/>
                  </a:lnTo>
                  <a:lnTo>
                    <a:pt x="589" y="358"/>
                  </a:lnTo>
                  <a:lnTo>
                    <a:pt x="448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1" name="Google Shape;1011;p60"/>
            <p:cNvSpPr/>
            <p:nvPr/>
          </p:nvSpPr>
          <p:spPr>
            <a:xfrm>
              <a:off x="1578800" y="1322375"/>
              <a:ext cx="67775" cy="66800"/>
            </a:xfrm>
            <a:custGeom>
              <a:rect b="b" l="l" r="r" t="t"/>
              <a:pathLst>
                <a:path extrusionOk="0" h="2672" w="2711">
                  <a:moveTo>
                    <a:pt x="180" y="0"/>
                  </a:moveTo>
                  <a:lnTo>
                    <a:pt x="1" y="550"/>
                  </a:lnTo>
                  <a:lnTo>
                    <a:pt x="640" y="831"/>
                  </a:lnTo>
                  <a:lnTo>
                    <a:pt x="704" y="1202"/>
                  </a:lnTo>
                  <a:lnTo>
                    <a:pt x="39" y="1508"/>
                  </a:lnTo>
                  <a:lnTo>
                    <a:pt x="141" y="1815"/>
                  </a:lnTo>
                  <a:lnTo>
                    <a:pt x="985" y="1713"/>
                  </a:lnTo>
                  <a:lnTo>
                    <a:pt x="1828" y="2058"/>
                  </a:lnTo>
                  <a:lnTo>
                    <a:pt x="1803" y="2301"/>
                  </a:lnTo>
                  <a:lnTo>
                    <a:pt x="1534" y="2492"/>
                  </a:lnTo>
                  <a:lnTo>
                    <a:pt x="1982" y="2531"/>
                  </a:lnTo>
                  <a:lnTo>
                    <a:pt x="2186" y="2671"/>
                  </a:lnTo>
                  <a:lnTo>
                    <a:pt x="2633" y="2595"/>
                  </a:lnTo>
                  <a:lnTo>
                    <a:pt x="2710" y="1751"/>
                  </a:lnTo>
                  <a:lnTo>
                    <a:pt x="1841" y="997"/>
                  </a:lnTo>
                  <a:lnTo>
                    <a:pt x="998" y="333"/>
                  </a:lnTo>
                  <a:lnTo>
                    <a:pt x="1010" y="115"/>
                  </a:lnTo>
                  <a:lnTo>
                    <a:pt x="180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2" name="Google Shape;1012;p60"/>
            <p:cNvSpPr/>
            <p:nvPr/>
          </p:nvSpPr>
          <p:spPr>
            <a:xfrm>
              <a:off x="1656125" y="1348250"/>
              <a:ext cx="39000" cy="40925"/>
            </a:xfrm>
            <a:custGeom>
              <a:rect b="b" l="l" r="r" t="t"/>
              <a:pathLst>
                <a:path extrusionOk="0" h="1637" w="1560">
                  <a:moveTo>
                    <a:pt x="167" y="0"/>
                  </a:moveTo>
                  <a:lnTo>
                    <a:pt x="1" y="103"/>
                  </a:lnTo>
                  <a:lnTo>
                    <a:pt x="52" y="806"/>
                  </a:lnTo>
                  <a:lnTo>
                    <a:pt x="448" y="1023"/>
                  </a:lnTo>
                  <a:lnTo>
                    <a:pt x="422" y="1291"/>
                  </a:lnTo>
                  <a:lnTo>
                    <a:pt x="154" y="1342"/>
                  </a:lnTo>
                  <a:lnTo>
                    <a:pt x="307" y="1636"/>
                  </a:lnTo>
                  <a:lnTo>
                    <a:pt x="1560" y="1355"/>
                  </a:lnTo>
                  <a:lnTo>
                    <a:pt x="1496" y="742"/>
                  </a:lnTo>
                  <a:lnTo>
                    <a:pt x="167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3" name="Google Shape;1013;p60"/>
            <p:cNvSpPr/>
            <p:nvPr/>
          </p:nvSpPr>
          <p:spPr>
            <a:xfrm>
              <a:off x="1675300" y="1274750"/>
              <a:ext cx="126225" cy="110275"/>
            </a:xfrm>
            <a:custGeom>
              <a:rect b="b" l="l" r="r" t="t"/>
              <a:pathLst>
                <a:path extrusionOk="0" h="4411" w="5049">
                  <a:moveTo>
                    <a:pt x="1675" y="1"/>
                  </a:moveTo>
                  <a:lnTo>
                    <a:pt x="895" y="218"/>
                  </a:lnTo>
                  <a:lnTo>
                    <a:pt x="461" y="666"/>
                  </a:lnTo>
                  <a:lnTo>
                    <a:pt x="806" y="1036"/>
                  </a:lnTo>
                  <a:lnTo>
                    <a:pt x="806" y="1036"/>
                  </a:lnTo>
                  <a:lnTo>
                    <a:pt x="307" y="1023"/>
                  </a:lnTo>
                  <a:lnTo>
                    <a:pt x="52" y="1317"/>
                  </a:lnTo>
                  <a:lnTo>
                    <a:pt x="754" y="1739"/>
                  </a:lnTo>
                  <a:lnTo>
                    <a:pt x="0" y="1982"/>
                  </a:lnTo>
                  <a:lnTo>
                    <a:pt x="358" y="2608"/>
                  </a:lnTo>
                  <a:lnTo>
                    <a:pt x="793" y="2774"/>
                  </a:lnTo>
                  <a:lnTo>
                    <a:pt x="1419" y="2685"/>
                  </a:lnTo>
                  <a:lnTo>
                    <a:pt x="1815" y="3107"/>
                  </a:lnTo>
                  <a:lnTo>
                    <a:pt x="1163" y="3017"/>
                  </a:lnTo>
                  <a:lnTo>
                    <a:pt x="1125" y="3413"/>
                  </a:lnTo>
                  <a:lnTo>
                    <a:pt x="2007" y="4308"/>
                  </a:lnTo>
                  <a:lnTo>
                    <a:pt x="2544" y="4282"/>
                  </a:lnTo>
                  <a:lnTo>
                    <a:pt x="3093" y="4231"/>
                  </a:lnTo>
                  <a:lnTo>
                    <a:pt x="3464" y="4410"/>
                  </a:lnTo>
                  <a:lnTo>
                    <a:pt x="3758" y="3848"/>
                  </a:lnTo>
                  <a:lnTo>
                    <a:pt x="4333" y="3528"/>
                  </a:lnTo>
                  <a:lnTo>
                    <a:pt x="4908" y="3298"/>
                  </a:lnTo>
                  <a:lnTo>
                    <a:pt x="5049" y="3068"/>
                  </a:lnTo>
                  <a:lnTo>
                    <a:pt x="4512" y="2889"/>
                  </a:lnTo>
                  <a:lnTo>
                    <a:pt x="4154" y="2531"/>
                  </a:lnTo>
                  <a:lnTo>
                    <a:pt x="3605" y="1611"/>
                  </a:lnTo>
                  <a:lnTo>
                    <a:pt x="2799" y="1228"/>
                  </a:lnTo>
                  <a:lnTo>
                    <a:pt x="2237" y="819"/>
                  </a:lnTo>
                  <a:lnTo>
                    <a:pt x="2531" y="359"/>
                  </a:lnTo>
                  <a:lnTo>
                    <a:pt x="1726" y="26"/>
                  </a:lnTo>
                  <a:lnTo>
                    <a:pt x="1675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4" name="Google Shape;1014;p60"/>
            <p:cNvSpPr/>
            <p:nvPr/>
          </p:nvSpPr>
          <p:spPr>
            <a:xfrm>
              <a:off x="1416500" y="1463925"/>
              <a:ext cx="159775" cy="77650"/>
            </a:xfrm>
            <a:custGeom>
              <a:rect b="b" l="l" r="r" t="t"/>
              <a:pathLst>
                <a:path extrusionOk="0" h="3106" w="6391">
                  <a:moveTo>
                    <a:pt x="4972" y="0"/>
                  </a:moveTo>
                  <a:lnTo>
                    <a:pt x="4397" y="13"/>
                  </a:lnTo>
                  <a:lnTo>
                    <a:pt x="4026" y="716"/>
                  </a:lnTo>
                  <a:lnTo>
                    <a:pt x="4320" y="895"/>
                  </a:lnTo>
                  <a:lnTo>
                    <a:pt x="4141" y="1201"/>
                  </a:lnTo>
                  <a:lnTo>
                    <a:pt x="4639" y="1342"/>
                  </a:lnTo>
                  <a:lnTo>
                    <a:pt x="4793" y="1904"/>
                  </a:lnTo>
                  <a:lnTo>
                    <a:pt x="4512" y="1866"/>
                  </a:lnTo>
                  <a:lnTo>
                    <a:pt x="4294" y="1840"/>
                  </a:lnTo>
                  <a:lnTo>
                    <a:pt x="4128" y="1828"/>
                  </a:lnTo>
                  <a:lnTo>
                    <a:pt x="4090" y="1815"/>
                  </a:lnTo>
                  <a:lnTo>
                    <a:pt x="4039" y="1802"/>
                  </a:lnTo>
                  <a:lnTo>
                    <a:pt x="3898" y="1725"/>
                  </a:lnTo>
                  <a:lnTo>
                    <a:pt x="3553" y="1521"/>
                  </a:lnTo>
                  <a:lnTo>
                    <a:pt x="3093" y="1214"/>
                  </a:lnTo>
                  <a:lnTo>
                    <a:pt x="2991" y="729"/>
                  </a:lnTo>
                  <a:lnTo>
                    <a:pt x="2237" y="217"/>
                  </a:lnTo>
                  <a:lnTo>
                    <a:pt x="1623" y="230"/>
                  </a:lnTo>
                  <a:lnTo>
                    <a:pt x="1240" y="703"/>
                  </a:lnTo>
                  <a:lnTo>
                    <a:pt x="920" y="844"/>
                  </a:lnTo>
                  <a:lnTo>
                    <a:pt x="358" y="1431"/>
                  </a:lnTo>
                  <a:lnTo>
                    <a:pt x="0" y="1444"/>
                  </a:lnTo>
                  <a:lnTo>
                    <a:pt x="0" y="1738"/>
                  </a:lnTo>
                  <a:lnTo>
                    <a:pt x="537" y="1738"/>
                  </a:lnTo>
                  <a:lnTo>
                    <a:pt x="1253" y="2045"/>
                  </a:lnTo>
                  <a:lnTo>
                    <a:pt x="1636" y="1764"/>
                  </a:lnTo>
                  <a:lnTo>
                    <a:pt x="2109" y="2032"/>
                  </a:lnTo>
                  <a:lnTo>
                    <a:pt x="2237" y="2275"/>
                  </a:lnTo>
                  <a:lnTo>
                    <a:pt x="3259" y="2173"/>
                  </a:lnTo>
                  <a:lnTo>
                    <a:pt x="3016" y="2403"/>
                  </a:lnTo>
                  <a:lnTo>
                    <a:pt x="1636" y="2364"/>
                  </a:lnTo>
                  <a:lnTo>
                    <a:pt x="1495" y="2710"/>
                  </a:lnTo>
                  <a:lnTo>
                    <a:pt x="2224" y="3106"/>
                  </a:lnTo>
                  <a:lnTo>
                    <a:pt x="2850" y="3106"/>
                  </a:lnTo>
                  <a:lnTo>
                    <a:pt x="3259" y="2825"/>
                  </a:lnTo>
                  <a:lnTo>
                    <a:pt x="3719" y="2671"/>
                  </a:lnTo>
                  <a:lnTo>
                    <a:pt x="4039" y="2582"/>
                  </a:lnTo>
                  <a:lnTo>
                    <a:pt x="4141" y="2556"/>
                  </a:lnTo>
                  <a:lnTo>
                    <a:pt x="4179" y="2543"/>
                  </a:lnTo>
                  <a:lnTo>
                    <a:pt x="4205" y="2569"/>
                  </a:lnTo>
                  <a:lnTo>
                    <a:pt x="4269" y="2594"/>
                  </a:lnTo>
                  <a:lnTo>
                    <a:pt x="4473" y="2671"/>
                  </a:lnTo>
                  <a:lnTo>
                    <a:pt x="4780" y="2773"/>
                  </a:lnTo>
                  <a:lnTo>
                    <a:pt x="5713" y="2684"/>
                  </a:lnTo>
                  <a:lnTo>
                    <a:pt x="6390" y="1955"/>
                  </a:lnTo>
                  <a:lnTo>
                    <a:pt x="5841" y="1099"/>
                  </a:lnTo>
                  <a:lnTo>
                    <a:pt x="5534" y="1368"/>
                  </a:lnTo>
                  <a:lnTo>
                    <a:pt x="5240" y="1342"/>
                  </a:lnTo>
                  <a:lnTo>
                    <a:pt x="4946" y="780"/>
                  </a:lnTo>
                  <a:lnTo>
                    <a:pt x="5253" y="435"/>
                  </a:lnTo>
                  <a:lnTo>
                    <a:pt x="4972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5" name="Google Shape;1015;p60"/>
            <p:cNvSpPr/>
            <p:nvPr/>
          </p:nvSpPr>
          <p:spPr>
            <a:xfrm>
              <a:off x="1225750" y="1506400"/>
              <a:ext cx="172225" cy="107700"/>
            </a:xfrm>
            <a:custGeom>
              <a:rect b="b" l="l" r="r" t="t"/>
              <a:pathLst>
                <a:path extrusionOk="0" h="4308" w="6889">
                  <a:moveTo>
                    <a:pt x="3170" y="1"/>
                  </a:moveTo>
                  <a:lnTo>
                    <a:pt x="2173" y="90"/>
                  </a:lnTo>
                  <a:lnTo>
                    <a:pt x="1546" y="1445"/>
                  </a:lnTo>
                  <a:lnTo>
                    <a:pt x="0" y="2531"/>
                  </a:lnTo>
                  <a:lnTo>
                    <a:pt x="0" y="2953"/>
                  </a:lnTo>
                  <a:lnTo>
                    <a:pt x="729" y="3682"/>
                  </a:lnTo>
                  <a:lnTo>
                    <a:pt x="703" y="4308"/>
                  </a:lnTo>
                  <a:lnTo>
                    <a:pt x="1764" y="3835"/>
                  </a:lnTo>
                  <a:lnTo>
                    <a:pt x="2441" y="4027"/>
                  </a:lnTo>
                  <a:lnTo>
                    <a:pt x="3106" y="3222"/>
                  </a:lnTo>
                  <a:lnTo>
                    <a:pt x="4333" y="3107"/>
                  </a:lnTo>
                  <a:lnTo>
                    <a:pt x="4333" y="2646"/>
                  </a:lnTo>
                  <a:lnTo>
                    <a:pt x="5854" y="2250"/>
                  </a:lnTo>
                  <a:lnTo>
                    <a:pt x="6889" y="1892"/>
                  </a:lnTo>
                  <a:lnTo>
                    <a:pt x="6889" y="1241"/>
                  </a:lnTo>
                  <a:lnTo>
                    <a:pt x="6032" y="627"/>
                  </a:lnTo>
                  <a:lnTo>
                    <a:pt x="5342" y="1049"/>
                  </a:lnTo>
                  <a:lnTo>
                    <a:pt x="4320" y="78"/>
                  </a:lnTo>
                  <a:lnTo>
                    <a:pt x="3425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6" name="Google Shape;1016;p60"/>
            <p:cNvSpPr/>
            <p:nvPr/>
          </p:nvSpPr>
          <p:spPr>
            <a:xfrm>
              <a:off x="1364725" y="1434200"/>
              <a:ext cx="105475" cy="65850"/>
            </a:xfrm>
            <a:custGeom>
              <a:rect b="b" l="l" r="r" t="t"/>
              <a:pathLst>
                <a:path extrusionOk="0" h="2634" w="4219">
                  <a:moveTo>
                    <a:pt x="3950" y="0"/>
                  </a:moveTo>
                  <a:lnTo>
                    <a:pt x="3298" y="307"/>
                  </a:lnTo>
                  <a:lnTo>
                    <a:pt x="3221" y="141"/>
                  </a:lnTo>
                  <a:lnTo>
                    <a:pt x="2352" y="141"/>
                  </a:lnTo>
                  <a:lnTo>
                    <a:pt x="1279" y="870"/>
                  </a:lnTo>
                  <a:lnTo>
                    <a:pt x="1" y="1048"/>
                  </a:lnTo>
                  <a:lnTo>
                    <a:pt x="320" y="1547"/>
                  </a:lnTo>
                  <a:lnTo>
                    <a:pt x="1010" y="1547"/>
                  </a:lnTo>
                  <a:lnTo>
                    <a:pt x="1279" y="1956"/>
                  </a:lnTo>
                  <a:lnTo>
                    <a:pt x="2058" y="1585"/>
                  </a:lnTo>
                  <a:lnTo>
                    <a:pt x="2276" y="1061"/>
                  </a:lnTo>
                  <a:lnTo>
                    <a:pt x="2659" y="895"/>
                  </a:lnTo>
                  <a:lnTo>
                    <a:pt x="2659" y="895"/>
                  </a:lnTo>
                  <a:lnTo>
                    <a:pt x="2608" y="1534"/>
                  </a:lnTo>
                  <a:lnTo>
                    <a:pt x="2442" y="1918"/>
                  </a:lnTo>
                  <a:lnTo>
                    <a:pt x="1918" y="1994"/>
                  </a:lnTo>
                  <a:lnTo>
                    <a:pt x="1279" y="2429"/>
                  </a:lnTo>
                  <a:lnTo>
                    <a:pt x="1547" y="2633"/>
                  </a:lnTo>
                  <a:lnTo>
                    <a:pt x="2506" y="2007"/>
                  </a:lnTo>
                  <a:lnTo>
                    <a:pt x="2787" y="1675"/>
                  </a:lnTo>
                  <a:lnTo>
                    <a:pt x="3055" y="1419"/>
                  </a:lnTo>
                  <a:lnTo>
                    <a:pt x="3822" y="972"/>
                  </a:lnTo>
                  <a:lnTo>
                    <a:pt x="3694" y="652"/>
                  </a:lnTo>
                  <a:lnTo>
                    <a:pt x="4218" y="128"/>
                  </a:lnTo>
                  <a:lnTo>
                    <a:pt x="3950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7" name="Google Shape;1017;p60"/>
            <p:cNvSpPr/>
            <p:nvPr/>
          </p:nvSpPr>
          <p:spPr>
            <a:xfrm>
              <a:off x="1522250" y="1715700"/>
              <a:ext cx="46675" cy="23975"/>
            </a:xfrm>
            <a:custGeom>
              <a:rect b="b" l="l" r="r" t="t"/>
              <a:pathLst>
                <a:path extrusionOk="0" h="959" w="1867">
                  <a:moveTo>
                    <a:pt x="1611" y="0"/>
                  </a:moveTo>
                  <a:lnTo>
                    <a:pt x="985" y="77"/>
                  </a:lnTo>
                  <a:lnTo>
                    <a:pt x="0" y="575"/>
                  </a:lnTo>
                  <a:lnTo>
                    <a:pt x="0" y="831"/>
                  </a:lnTo>
                  <a:lnTo>
                    <a:pt x="154" y="959"/>
                  </a:lnTo>
                  <a:lnTo>
                    <a:pt x="346" y="869"/>
                  </a:lnTo>
                  <a:lnTo>
                    <a:pt x="499" y="805"/>
                  </a:lnTo>
                  <a:lnTo>
                    <a:pt x="588" y="754"/>
                  </a:lnTo>
                  <a:lnTo>
                    <a:pt x="640" y="741"/>
                  </a:lnTo>
                  <a:lnTo>
                    <a:pt x="729" y="716"/>
                  </a:lnTo>
                  <a:lnTo>
                    <a:pt x="1010" y="677"/>
                  </a:lnTo>
                  <a:lnTo>
                    <a:pt x="1381" y="626"/>
                  </a:lnTo>
                  <a:lnTo>
                    <a:pt x="1866" y="243"/>
                  </a:lnTo>
                  <a:lnTo>
                    <a:pt x="1611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8" name="Google Shape;1018;p60"/>
            <p:cNvSpPr/>
            <p:nvPr/>
          </p:nvSpPr>
          <p:spPr>
            <a:xfrm>
              <a:off x="5822625" y="1536750"/>
              <a:ext cx="38375" cy="18250"/>
            </a:xfrm>
            <a:custGeom>
              <a:rect b="b" l="l" r="r" t="t"/>
              <a:pathLst>
                <a:path extrusionOk="0" h="730" w="1535">
                  <a:moveTo>
                    <a:pt x="537" y="1"/>
                  </a:moveTo>
                  <a:lnTo>
                    <a:pt x="256" y="218"/>
                  </a:lnTo>
                  <a:lnTo>
                    <a:pt x="0" y="308"/>
                  </a:lnTo>
                  <a:lnTo>
                    <a:pt x="0" y="563"/>
                  </a:lnTo>
                  <a:lnTo>
                    <a:pt x="384" y="538"/>
                  </a:lnTo>
                  <a:lnTo>
                    <a:pt x="499" y="576"/>
                  </a:lnTo>
                  <a:lnTo>
                    <a:pt x="563" y="602"/>
                  </a:lnTo>
                  <a:lnTo>
                    <a:pt x="601" y="627"/>
                  </a:lnTo>
                  <a:lnTo>
                    <a:pt x="614" y="653"/>
                  </a:lnTo>
                  <a:lnTo>
                    <a:pt x="652" y="691"/>
                  </a:lnTo>
                  <a:lnTo>
                    <a:pt x="691" y="729"/>
                  </a:lnTo>
                  <a:lnTo>
                    <a:pt x="742" y="729"/>
                  </a:lnTo>
                  <a:lnTo>
                    <a:pt x="844" y="704"/>
                  </a:lnTo>
                  <a:lnTo>
                    <a:pt x="1023" y="666"/>
                  </a:lnTo>
                  <a:lnTo>
                    <a:pt x="1253" y="627"/>
                  </a:lnTo>
                  <a:lnTo>
                    <a:pt x="1534" y="154"/>
                  </a:lnTo>
                  <a:lnTo>
                    <a:pt x="1419" y="39"/>
                  </a:lnTo>
                  <a:lnTo>
                    <a:pt x="946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9" name="Google Shape;1019;p60"/>
            <p:cNvSpPr/>
            <p:nvPr/>
          </p:nvSpPr>
          <p:spPr>
            <a:xfrm>
              <a:off x="6316600" y="2163325"/>
              <a:ext cx="12475" cy="8325"/>
            </a:xfrm>
            <a:custGeom>
              <a:rect b="b" l="l" r="r" t="t"/>
              <a:pathLst>
                <a:path extrusionOk="0" h="333" w="499">
                  <a:moveTo>
                    <a:pt x="499" y="1"/>
                  </a:moveTo>
                  <a:lnTo>
                    <a:pt x="0" y="256"/>
                  </a:lnTo>
                  <a:lnTo>
                    <a:pt x="294" y="333"/>
                  </a:lnTo>
                  <a:lnTo>
                    <a:pt x="460" y="205"/>
                  </a:lnTo>
                  <a:lnTo>
                    <a:pt x="499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0" name="Google Shape;1020;p60"/>
            <p:cNvSpPr/>
            <p:nvPr/>
          </p:nvSpPr>
          <p:spPr>
            <a:xfrm>
              <a:off x="296575" y="2193375"/>
              <a:ext cx="53725" cy="30050"/>
            </a:xfrm>
            <a:custGeom>
              <a:rect b="b" l="l" r="r" t="t"/>
              <a:pathLst>
                <a:path extrusionOk="0" h="1202" w="2149">
                  <a:moveTo>
                    <a:pt x="1522" y="0"/>
                  </a:moveTo>
                  <a:lnTo>
                    <a:pt x="1317" y="307"/>
                  </a:lnTo>
                  <a:lnTo>
                    <a:pt x="1420" y="307"/>
                  </a:lnTo>
                  <a:lnTo>
                    <a:pt x="985" y="703"/>
                  </a:lnTo>
                  <a:lnTo>
                    <a:pt x="704" y="550"/>
                  </a:lnTo>
                  <a:lnTo>
                    <a:pt x="397" y="550"/>
                  </a:lnTo>
                  <a:lnTo>
                    <a:pt x="1" y="1201"/>
                  </a:lnTo>
                  <a:lnTo>
                    <a:pt x="205" y="1201"/>
                  </a:lnTo>
                  <a:lnTo>
                    <a:pt x="755" y="767"/>
                  </a:lnTo>
                  <a:lnTo>
                    <a:pt x="1062" y="933"/>
                  </a:lnTo>
                  <a:lnTo>
                    <a:pt x="1765" y="550"/>
                  </a:lnTo>
                  <a:lnTo>
                    <a:pt x="2148" y="307"/>
                  </a:lnTo>
                  <a:lnTo>
                    <a:pt x="1828" y="115"/>
                  </a:lnTo>
                  <a:lnTo>
                    <a:pt x="1522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1" name="Google Shape;1021;p60"/>
            <p:cNvSpPr/>
            <p:nvPr/>
          </p:nvSpPr>
          <p:spPr>
            <a:xfrm>
              <a:off x="240025" y="1913150"/>
              <a:ext cx="58500" cy="26550"/>
            </a:xfrm>
            <a:custGeom>
              <a:rect b="b" l="l" r="r" t="t"/>
              <a:pathLst>
                <a:path extrusionOk="0" h="1062" w="2340">
                  <a:moveTo>
                    <a:pt x="1" y="1"/>
                  </a:moveTo>
                  <a:lnTo>
                    <a:pt x="128" y="473"/>
                  </a:lnTo>
                  <a:lnTo>
                    <a:pt x="589" y="473"/>
                  </a:lnTo>
                  <a:lnTo>
                    <a:pt x="1240" y="665"/>
                  </a:lnTo>
                  <a:lnTo>
                    <a:pt x="1598" y="908"/>
                  </a:lnTo>
                  <a:lnTo>
                    <a:pt x="1598" y="1061"/>
                  </a:lnTo>
                  <a:lnTo>
                    <a:pt x="1828" y="691"/>
                  </a:lnTo>
                  <a:lnTo>
                    <a:pt x="2109" y="703"/>
                  </a:lnTo>
                  <a:lnTo>
                    <a:pt x="2148" y="703"/>
                  </a:lnTo>
                  <a:lnTo>
                    <a:pt x="2173" y="678"/>
                  </a:lnTo>
                  <a:lnTo>
                    <a:pt x="2250" y="614"/>
                  </a:lnTo>
                  <a:lnTo>
                    <a:pt x="2340" y="537"/>
                  </a:lnTo>
                  <a:lnTo>
                    <a:pt x="1879" y="358"/>
                  </a:lnTo>
                  <a:lnTo>
                    <a:pt x="1164" y="1"/>
                  </a:lnTo>
                  <a:lnTo>
                    <a:pt x="665" y="128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2" name="Google Shape;1022;p60"/>
            <p:cNvSpPr/>
            <p:nvPr/>
          </p:nvSpPr>
          <p:spPr>
            <a:xfrm>
              <a:off x="350275" y="2188250"/>
              <a:ext cx="12475" cy="5150"/>
            </a:xfrm>
            <a:custGeom>
              <a:rect b="b" l="l" r="r" t="t"/>
              <a:pathLst>
                <a:path extrusionOk="0" h="206" w="499">
                  <a:moveTo>
                    <a:pt x="166" y="1"/>
                  </a:moveTo>
                  <a:lnTo>
                    <a:pt x="0" y="205"/>
                  </a:lnTo>
                  <a:lnTo>
                    <a:pt x="345" y="205"/>
                  </a:lnTo>
                  <a:lnTo>
                    <a:pt x="498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3" name="Google Shape;1023;p60"/>
            <p:cNvSpPr/>
            <p:nvPr/>
          </p:nvSpPr>
          <p:spPr>
            <a:xfrm>
              <a:off x="1727050" y="1164200"/>
              <a:ext cx="423075" cy="282800"/>
            </a:xfrm>
            <a:custGeom>
              <a:rect b="b" l="l" r="r" t="t"/>
              <a:pathLst>
                <a:path extrusionOk="0" h="11312" w="16923">
                  <a:moveTo>
                    <a:pt x="15644" y="1"/>
                  </a:moveTo>
                  <a:lnTo>
                    <a:pt x="12283" y="1100"/>
                  </a:lnTo>
                  <a:lnTo>
                    <a:pt x="12436" y="525"/>
                  </a:lnTo>
                  <a:lnTo>
                    <a:pt x="11337" y="269"/>
                  </a:lnTo>
                  <a:lnTo>
                    <a:pt x="9331" y="256"/>
                  </a:lnTo>
                  <a:lnTo>
                    <a:pt x="8411" y="1292"/>
                  </a:lnTo>
                  <a:lnTo>
                    <a:pt x="7746" y="934"/>
                  </a:lnTo>
                  <a:lnTo>
                    <a:pt x="7094" y="972"/>
                  </a:lnTo>
                  <a:lnTo>
                    <a:pt x="7132" y="1113"/>
                  </a:lnTo>
                  <a:lnTo>
                    <a:pt x="7209" y="1432"/>
                  </a:lnTo>
                  <a:lnTo>
                    <a:pt x="7235" y="1598"/>
                  </a:lnTo>
                  <a:lnTo>
                    <a:pt x="7248" y="1726"/>
                  </a:lnTo>
                  <a:lnTo>
                    <a:pt x="7235" y="1765"/>
                  </a:lnTo>
                  <a:lnTo>
                    <a:pt x="7222" y="1790"/>
                  </a:lnTo>
                  <a:lnTo>
                    <a:pt x="7196" y="1790"/>
                  </a:lnTo>
                  <a:lnTo>
                    <a:pt x="7171" y="1777"/>
                  </a:lnTo>
                  <a:lnTo>
                    <a:pt x="6966" y="1637"/>
                  </a:lnTo>
                  <a:lnTo>
                    <a:pt x="6736" y="1509"/>
                  </a:lnTo>
                  <a:lnTo>
                    <a:pt x="6468" y="1356"/>
                  </a:lnTo>
                  <a:lnTo>
                    <a:pt x="5445" y="1356"/>
                  </a:lnTo>
                  <a:lnTo>
                    <a:pt x="5203" y="2161"/>
                  </a:lnTo>
                  <a:lnTo>
                    <a:pt x="4768" y="2276"/>
                  </a:lnTo>
                  <a:lnTo>
                    <a:pt x="4346" y="3094"/>
                  </a:lnTo>
                  <a:lnTo>
                    <a:pt x="3017" y="2928"/>
                  </a:lnTo>
                  <a:lnTo>
                    <a:pt x="2314" y="3426"/>
                  </a:lnTo>
                  <a:lnTo>
                    <a:pt x="167" y="3528"/>
                  </a:lnTo>
                  <a:lnTo>
                    <a:pt x="1" y="4014"/>
                  </a:lnTo>
                  <a:lnTo>
                    <a:pt x="1138" y="4295"/>
                  </a:lnTo>
                  <a:lnTo>
                    <a:pt x="947" y="4755"/>
                  </a:lnTo>
                  <a:lnTo>
                    <a:pt x="1509" y="4934"/>
                  </a:lnTo>
                  <a:lnTo>
                    <a:pt x="1841" y="5496"/>
                  </a:lnTo>
                  <a:lnTo>
                    <a:pt x="2595" y="4960"/>
                  </a:lnTo>
                  <a:lnTo>
                    <a:pt x="2685" y="5790"/>
                  </a:lnTo>
                  <a:lnTo>
                    <a:pt x="3541" y="5944"/>
                  </a:lnTo>
                  <a:lnTo>
                    <a:pt x="3822" y="5266"/>
                  </a:lnTo>
                  <a:lnTo>
                    <a:pt x="3899" y="5330"/>
                  </a:lnTo>
                  <a:lnTo>
                    <a:pt x="4065" y="5471"/>
                  </a:lnTo>
                  <a:lnTo>
                    <a:pt x="4167" y="5548"/>
                  </a:lnTo>
                  <a:lnTo>
                    <a:pt x="4270" y="5612"/>
                  </a:lnTo>
                  <a:lnTo>
                    <a:pt x="4359" y="5650"/>
                  </a:lnTo>
                  <a:lnTo>
                    <a:pt x="4410" y="5663"/>
                  </a:lnTo>
                  <a:lnTo>
                    <a:pt x="4525" y="5663"/>
                  </a:lnTo>
                  <a:lnTo>
                    <a:pt x="4640" y="5675"/>
                  </a:lnTo>
                  <a:lnTo>
                    <a:pt x="4921" y="5714"/>
                  </a:lnTo>
                  <a:lnTo>
                    <a:pt x="5279" y="5790"/>
                  </a:lnTo>
                  <a:lnTo>
                    <a:pt x="6161" y="4806"/>
                  </a:lnTo>
                  <a:lnTo>
                    <a:pt x="7120" y="4794"/>
                  </a:lnTo>
                  <a:lnTo>
                    <a:pt x="7120" y="4794"/>
                  </a:lnTo>
                  <a:lnTo>
                    <a:pt x="6647" y="5854"/>
                  </a:lnTo>
                  <a:lnTo>
                    <a:pt x="5778" y="6110"/>
                  </a:lnTo>
                  <a:lnTo>
                    <a:pt x="4385" y="6429"/>
                  </a:lnTo>
                  <a:lnTo>
                    <a:pt x="5228" y="6890"/>
                  </a:lnTo>
                  <a:lnTo>
                    <a:pt x="5854" y="7439"/>
                  </a:lnTo>
                  <a:lnTo>
                    <a:pt x="5100" y="7631"/>
                  </a:lnTo>
                  <a:lnTo>
                    <a:pt x="3733" y="6340"/>
                  </a:lnTo>
                  <a:lnTo>
                    <a:pt x="2915" y="6187"/>
                  </a:lnTo>
                  <a:lnTo>
                    <a:pt x="2646" y="6698"/>
                  </a:lnTo>
                  <a:lnTo>
                    <a:pt x="3349" y="7465"/>
                  </a:lnTo>
                  <a:lnTo>
                    <a:pt x="4180" y="7848"/>
                  </a:lnTo>
                  <a:lnTo>
                    <a:pt x="4870" y="7950"/>
                  </a:lnTo>
                  <a:lnTo>
                    <a:pt x="4819" y="8615"/>
                  </a:lnTo>
                  <a:lnTo>
                    <a:pt x="4487" y="8487"/>
                  </a:lnTo>
                  <a:lnTo>
                    <a:pt x="3643" y="8295"/>
                  </a:lnTo>
                  <a:lnTo>
                    <a:pt x="2519" y="8474"/>
                  </a:lnTo>
                  <a:lnTo>
                    <a:pt x="2071" y="8947"/>
                  </a:lnTo>
                  <a:lnTo>
                    <a:pt x="2646" y="9075"/>
                  </a:lnTo>
                  <a:lnTo>
                    <a:pt x="2800" y="8973"/>
                  </a:lnTo>
                  <a:lnTo>
                    <a:pt x="2902" y="8896"/>
                  </a:lnTo>
                  <a:lnTo>
                    <a:pt x="2966" y="8845"/>
                  </a:lnTo>
                  <a:lnTo>
                    <a:pt x="3004" y="8832"/>
                  </a:lnTo>
                  <a:lnTo>
                    <a:pt x="3081" y="8819"/>
                  </a:lnTo>
                  <a:lnTo>
                    <a:pt x="3298" y="8819"/>
                  </a:lnTo>
                  <a:lnTo>
                    <a:pt x="3605" y="8845"/>
                  </a:lnTo>
                  <a:lnTo>
                    <a:pt x="3694" y="9113"/>
                  </a:lnTo>
                  <a:lnTo>
                    <a:pt x="3247" y="9446"/>
                  </a:lnTo>
                  <a:lnTo>
                    <a:pt x="3503" y="9855"/>
                  </a:lnTo>
                  <a:lnTo>
                    <a:pt x="3976" y="9714"/>
                  </a:lnTo>
                  <a:lnTo>
                    <a:pt x="4321" y="9599"/>
                  </a:lnTo>
                  <a:lnTo>
                    <a:pt x="4461" y="9548"/>
                  </a:lnTo>
                  <a:lnTo>
                    <a:pt x="4538" y="9510"/>
                  </a:lnTo>
                  <a:lnTo>
                    <a:pt x="4551" y="9497"/>
                  </a:lnTo>
                  <a:lnTo>
                    <a:pt x="4551" y="9497"/>
                  </a:lnTo>
                  <a:lnTo>
                    <a:pt x="4512" y="9561"/>
                  </a:lnTo>
                  <a:lnTo>
                    <a:pt x="4359" y="9752"/>
                  </a:lnTo>
                  <a:lnTo>
                    <a:pt x="4091" y="10085"/>
                  </a:lnTo>
                  <a:lnTo>
                    <a:pt x="3324" y="10110"/>
                  </a:lnTo>
                  <a:lnTo>
                    <a:pt x="2634" y="9714"/>
                  </a:lnTo>
                  <a:lnTo>
                    <a:pt x="1777" y="9318"/>
                  </a:lnTo>
                  <a:lnTo>
                    <a:pt x="1880" y="10059"/>
                  </a:lnTo>
                  <a:lnTo>
                    <a:pt x="704" y="10315"/>
                  </a:lnTo>
                  <a:lnTo>
                    <a:pt x="1023" y="10494"/>
                  </a:lnTo>
                  <a:lnTo>
                    <a:pt x="3081" y="11005"/>
                  </a:lnTo>
                  <a:lnTo>
                    <a:pt x="3682" y="10941"/>
                  </a:lnTo>
                  <a:lnTo>
                    <a:pt x="4193" y="11171"/>
                  </a:lnTo>
                  <a:lnTo>
                    <a:pt x="4474" y="11146"/>
                  </a:lnTo>
                  <a:lnTo>
                    <a:pt x="4679" y="11120"/>
                  </a:lnTo>
                  <a:lnTo>
                    <a:pt x="4768" y="11094"/>
                  </a:lnTo>
                  <a:lnTo>
                    <a:pt x="4832" y="11056"/>
                  </a:lnTo>
                  <a:lnTo>
                    <a:pt x="4896" y="11030"/>
                  </a:lnTo>
                  <a:lnTo>
                    <a:pt x="4973" y="11018"/>
                  </a:lnTo>
                  <a:lnTo>
                    <a:pt x="5062" y="11030"/>
                  </a:lnTo>
                  <a:lnTo>
                    <a:pt x="5151" y="11030"/>
                  </a:lnTo>
                  <a:lnTo>
                    <a:pt x="5305" y="11069"/>
                  </a:lnTo>
                  <a:lnTo>
                    <a:pt x="5369" y="11082"/>
                  </a:lnTo>
                  <a:lnTo>
                    <a:pt x="5867" y="11312"/>
                  </a:lnTo>
                  <a:lnTo>
                    <a:pt x="6762" y="11248"/>
                  </a:lnTo>
                  <a:lnTo>
                    <a:pt x="7158" y="10864"/>
                  </a:lnTo>
                  <a:lnTo>
                    <a:pt x="7081" y="10634"/>
                  </a:lnTo>
                  <a:lnTo>
                    <a:pt x="6596" y="10570"/>
                  </a:lnTo>
                  <a:lnTo>
                    <a:pt x="6225" y="10545"/>
                  </a:lnTo>
                  <a:lnTo>
                    <a:pt x="6072" y="10532"/>
                  </a:lnTo>
                  <a:lnTo>
                    <a:pt x="5969" y="10545"/>
                  </a:lnTo>
                  <a:lnTo>
                    <a:pt x="5880" y="10558"/>
                  </a:lnTo>
                  <a:lnTo>
                    <a:pt x="5765" y="10545"/>
                  </a:lnTo>
                  <a:lnTo>
                    <a:pt x="5637" y="10506"/>
                  </a:lnTo>
                  <a:lnTo>
                    <a:pt x="5509" y="10468"/>
                  </a:lnTo>
                  <a:lnTo>
                    <a:pt x="5305" y="10404"/>
                  </a:lnTo>
                  <a:lnTo>
                    <a:pt x="5203" y="10366"/>
                  </a:lnTo>
                  <a:lnTo>
                    <a:pt x="5445" y="10097"/>
                  </a:lnTo>
                  <a:lnTo>
                    <a:pt x="5471" y="10085"/>
                  </a:lnTo>
                  <a:lnTo>
                    <a:pt x="5535" y="10097"/>
                  </a:lnTo>
                  <a:lnTo>
                    <a:pt x="5752" y="10123"/>
                  </a:lnTo>
                  <a:lnTo>
                    <a:pt x="6391" y="10213"/>
                  </a:lnTo>
                  <a:lnTo>
                    <a:pt x="7299" y="10379"/>
                  </a:lnTo>
                  <a:lnTo>
                    <a:pt x="7401" y="10187"/>
                  </a:lnTo>
                  <a:lnTo>
                    <a:pt x="7478" y="10046"/>
                  </a:lnTo>
                  <a:lnTo>
                    <a:pt x="7516" y="9957"/>
                  </a:lnTo>
                  <a:lnTo>
                    <a:pt x="7516" y="9855"/>
                  </a:lnTo>
                  <a:lnTo>
                    <a:pt x="7490" y="9727"/>
                  </a:lnTo>
                  <a:lnTo>
                    <a:pt x="7452" y="9548"/>
                  </a:lnTo>
                  <a:lnTo>
                    <a:pt x="8577" y="9510"/>
                  </a:lnTo>
                  <a:lnTo>
                    <a:pt x="8794" y="9305"/>
                  </a:lnTo>
                  <a:lnTo>
                    <a:pt x="8692" y="9062"/>
                  </a:lnTo>
                  <a:lnTo>
                    <a:pt x="9407" y="8717"/>
                  </a:lnTo>
                  <a:lnTo>
                    <a:pt x="9280" y="8436"/>
                  </a:lnTo>
                  <a:lnTo>
                    <a:pt x="7439" y="8436"/>
                  </a:lnTo>
                  <a:lnTo>
                    <a:pt x="7490" y="8347"/>
                  </a:lnTo>
                  <a:lnTo>
                    <a:pt x="7554" y="8283"/>
                  </a:lnTo>
                  <a:lnTo>
                    <a:pt x="7618" y="8219"/>
                  </a:lnTo>
                  <a:lnTo>
                    <a:pt x="7682" y="8206"/>
                  </a:lnTo>
                  <a:lnTo>
                    <a:pt x="7759" y="8180"/>
                  </a:lnTo>
                  <a:lnTo>
                    <a:pt x="7963" y="8155"/>
                  </a:lnTo>
                  <a:lnTo>
                    <a:pt x="8232" y="8117"/>
                  </a:lnTo>
                  <a:lnTo>
                    <a:pt x="8487" y="7912"/>
                  </a:lnTo>
                  <a:lnTo>
                    <a:pt x="8206" y="7580"/>
                  </a:lnTo>
                  <a:lnTo>
                    <a:pt x="9305" y="7426"/>
                  </a:lnTo>
                  <a:lnTo>
                    <a:pt x="9113" y="7056"/>
                  </a:lnTo>
                  <a:lnTo>
                    <a:pt x="9113" y="7056"/>
                  </a:lnTo>
                  <a:lnTo>
                    <a:pt x="11005" y="7196"/>
                  </a:lnTo>
                  <a:lnTo>
                    <a:pt x="11337" y="6890"/>
                  </a:lnTo>
                  <a:lnTo>
                    <a:pt x="10647" y="6506"/>
                  </a:lnTo>
                  <a:lnTo>
                    <a:pt x="11964" y="6289"/>
                  </a:lnTo>
                  <a:lnTo>
                    <a:pt x="14047" y="4308"/>
                  </a:lnTo>
                  <a:lnTo>
                    <a:pt x="14162" y="3669"/>
                  </a:lnTo>
                  <a:lnTo>
                    <a:pt x="12590" y="4091"/>
                  </a:lnTo>
                  <a:lnTo>
                    <a:pt x="13229" y="3119"/>
                  </a:lnTo>
                  <a:lnTo>
                    <a:pt x="15465" y="2557"/>
                  </a:lnTo>
                  <a:lnTo>
                    <a:pt x="16922" y="1560"/>
                  </a:lnTo>
                  <a:lnTo>
                    <a:pt x="15644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4" name="Google Shape;1024;p60"/>
            <p:cNvSpPr/>
            <p:nvPr/>
          </p:nvSpPr>
          <p:spPr>
            <a:xfrm>
              <a:off x="326625" y="2015400"/>
              <a:ext cx="36125" cy="20475"/>
            </a:xfrm>
            <a:custGeom>
              <a:rect b="b" l="l" r="r" t="t"/>
              <a:pathLst>
                <a:path extrusionOk="0" h="819" w="1445">
                  <a:moveTo>
                    <a:pt x="703" y="0"/>
                  </a:moveTo>
                  <a:lnTo>
                    <a:pt x="486" y="192"/>
                  </a:lnTo>
                  <a:lnTo>
                    <a:pt x="115" y="192"/>
                  </a:lnTo>
                  <a:lnTo>
                    <a:pt x="0" y="371"/>
                  </a:lnTo>
                  <a:lnTo>
                    <a:pt x="818" y="818"/>
                  </a:lnTo>
                  <a:lnTo>
                    <a:pt x="1189" y="550"/>
                  </a:lnTo>
                  <a:lnTo>
                    <a:pt x="1444" y="409"/>
                  </a:lnTo>
                  <a:lnTo>
                    <a:pt x="1189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5" name="Google Shape;1025;p60"/>
            <p:cNvSpPr/>
            <p:nvPr/>
          </p:nvSpPr>
          <p:spPr>
            <a:xfrm>
              <a:off x="4192450" y="3458000"/>
              <a:ext cx="32625" cy="42525"/>
            </a:xfrm>
            <a:custGeom>
              <a:rect b="b" l="l" r="r" t="t"/>
              <a:pathLst>
                <a:path extrusionOk="0" h="1701" w="1305">
                  <a:moveTo>
                    <a:pt x="665" y="1"/>
                  </a:moveTo>
                  <a:lnTo>
                    <a:pt x="614" y="410"/>
                  </a:lnTo>
                  <a:lnTo>
                    <a:pt x="601" y="448"/>
                  </a:lnTo>
                  <a:lnTo>
                    <a:pt x="563" y="461"/>
                  </a:lnTo>
                  <a:lnTo>
                    <a:pt x="371" y="461"/>
                  </a:lnTo>
                  <a:lnTo>
                    <a:pt x="346" y="448"/>
                  </a:lnTo>
                  <a:lnTo>
                    <a:pt x="0" y="333"/>
                  </a:lnTo>
                  <a:lnTo>
                    <a:pt x="128" y="627"/>
                  </a:lnTo>
                  <a:lnTo>
                    <a:pt x="141" y="652"/>
                  </a:lnTo>
                  <a:lnTo>
                    <a:pt x="154" y="1151"/>
                  </a:lnTo>
                  <a:lnTo>
                    <a:pt x="167" y="1189"/>
                  </a:lnTo>
                  <a:lnTo>
                    <a:pt x="192" y="1202"/>
                  </a:lnTo>
                  <a:lnTo>
                    <a:pt x="218" y="1394"/>
                  </a:lnTo>
                  <a:lnTo>
                    <a:pt x="282" y="1700"/>
                  </a:lnTo>
                  <a:lnTo>
                    <a:pt x="524" y="1624"/>
                  </a:lnTo>
                  <a:lnTo>
                    <a:pt x="946" y="1291"/>
                  </a:lnTo>
                  <a:lnTo>
                    <a:pt x="946" y="1100"/>
                  </a:lnTo>
                  <a:lnTo>
                    <a:pt x="959" y="1074"/>
                  </a:lnTo>
                  <a:lnTo>
                    <a:pt x="1304" y="550"/>
                  </a:lnTo>
                  <a:lnTo>
                    <a:pt x="1151" y="371"/>
                  </a:lnTo>
                  <a:lnTo>
                    <a:pt x="1138" y="346"/>
                  </a:lnTo>
                  <a:lnTo>
                    <a:pt x="1151" y="13"/>
                  </a:lnTo>
                  <a:lnTo>
                    <a:pt x="665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6" name="Google Shape;1026;p60"/>
            <p:cNvSpPr/>
            <p:nvPr/>
          </p:nvSpPr>
          <p:spPr>
            <a:xfrm>
              <a:off x="4188300" y="3430200"/>
              <a:ext cx="38675" cy="36450"/>
            </a:xfrm>
            <a:custGeom>
              <a:rect b="b" l="l" r="r" t="t"/>
              <a:pathLst>
                <a:path extrusionOk="0" h="1458" w="1547">
                  <a:moveTo>
                    <a:pt x="1278" y="1"/>
                  </a:moveTo>
                  <a:lnTo>
                    <a:pt x="1048" y="192"/>
                  </a:lnTo>
                  <a:lnTo>
                    <a:pt x="1010" y="205"/>
                  </a:lnTo>
                  <a:lnTo>
                    <a:pt x="652" y="192"/>
                  </a:lnTo>
                  <a:lnTo>
                    <a:pt x="652" y="218"/>
                  </a:lnTo>
                  <a:lnTo>
                    <a:pt x="627" y="244"/>
                  </a:lnTo>
                  <a:lnTo>
                    <a:pt x="473" y="359"/>
                  </a:lnTo>
                  <a:lnTo>
                    <a:pt x="0" y="1100"/>
                  </a:lnTo>
                  <a:lnTo>
                    <a:pt x="103" y="1317"/>
                  </a:lnTo>
                  <a:lnTo>
                    <a:pt x="537" y="1458"/>
                  </a:lnTo>
                  <a:lnTo>
                    <a:pt x="678" y="1458"/>
                  </a:lnTo>
                  <a:lnTo>
                    <a:pt x="729" y="1061"/>
                  </a:lnTo>
                  <a:lnTo>
                    <a:pt x="742" y="1023"/>
                  </a:lnTo>
                  <a:lnTo>
                    <a:pt x="780" y="1010"/>
                  </a:lnTo>
                  <a:lnTo>
                    <a:pt x="1534" y="1023"/>
                  </a:lnTo>
                  <a:lnTo>
                    <a:pt x="1547" y="499"/>
                  </a:lnTo>
                  <a:lnTo>
                    <a:pt x="1278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7" name="Google Shape;1027;p60"/>
            <p:cNvSpPr/>
            <p:nvPr/>
          </p:nvSpPr>
          <p:spPr>
            <a:xfrm>
              <a:off x="4437525" y="3143275"/>
              <a:ext cx="206750" cy="298450"/>
            </a:xfrm>
            <a:custGeom>
              <a:rect b="b" l="l" r="r" t="t"/>
              <a:pathLst>
                <a:path extrusionOk="0" h="11938" w="8270">
                  <a:moveTo>
                    <a:pt x="7771" y="1"/>
                  </a:moveTo>
                  <a:lnTo>
                    <a:pt x="7592" y="256"/>
                  </a:lnTo>
                  <a:lnTo>
                    <a:pt x="7362" y="410"/>
                  </a:lnTo>
                  <a:lnTo>
                    <a:pt x="7196" y="499"/>
                  </a:lnTo>
                  <a:lnTo>
                    <a:pt x="7017" y="499"/>
                  </a:lnTo>
                  <a:lnTo>
                    <a:pt x="6838" y="512"/>
                  </a:lnTo>
                  <a:lnTo>
                    <a:pt x="6800" y="653"/>
                  </a:lnTo>
                  <a:lnTo>
                    <a:pt x="6506" y="793"/>
                  </a:lnTo>
                  <a:lnTo>
                    <a:pt x="6263" y="742"/>
                  </a:lnTo>
                  <a:lnTo>
                    <a:pt x="5956" y="755"/>
                  </a:lnTo>
                  <a:lnTo>
                    <a:pt x="5752" y="857"/>
                  </a:lnTo>
                  <a:lnTo>
                    <a:pt x="5266" y="883"/>
                  </a:lnTo>
                  <a:lnTo>
                    <a:pt x="5176" y="844"/>
                  </a:lnTo>
                  <a:lnTo>
                    <a:pt x="4946" y="844"/>
                  </a:lnTo>
                  <a:lnTo>
                    <a:pt x="4601" y="1189"/>
                  </a:lnTo>
                  <a:lnTo>
                    <a:pt x="4422" y="1189"/>
                  </a:lnTo>
                  <a:lnTo>
                    <a:pt x="4192" y="1228"/>
                  </a:lnTo>
                  <a:lnTo>
                    <a:pt x="3860" y="1164"/>
                  </a:lnTo>
                  <a:lnTo>
                    <a:pt x="3221" y="1509"/>
                  </a:lnTo>
                  <a:lnTo>
                    <a:pt x="2620" y="1509"/>
                  </a:lnTo>
                  <a:lnTo>
                    <a:pt x="2211" y="1113"/>
                  </a:lnTo>
                  <a:lnTo>
                    <a:pt x="1815" y="742"/>
                  </a:lnTo>
                  <a:lnTo>
                    <a:pt x="1457" y="1189"/>
                  </a:lnTo>
                  <a:lnTo>
                    <a:pt x="1355" y="1470"/>
                  </a:lnTo>
                  <a:lnTo>
                    <a:pt x="1393" y="1649"/>
                  </a:lnTo>
                  <a:lnTo>
                    <a:pt x="1828" y="2186"/>
                  </a:lnTo>
                  <a:lnTo>
                    <a:pt x="1841" y="2225"/>
                  </a:lnTo>
                  <a:lnTo>
                    <a:pt x="1841" y="2493"/>
                  </a:lnTo>
                  <a:lnTo>
                    <a:pt x="4972" y="3592"/>
                  </a:lnTo>
                  <a:lnTo>
                    <a:pt x="5713" y="3592"/>
                  </a:lnTo>
                  <a:lnTo>
                    <a:pt x="5739" y="3605"/>
                  </a:lnTo>
                  <a:lnTo>
                    <a:pt x="5752" y="3630"/>
                  </a:lnTo>
                  <a:lnTo>
                    <a:pt x="5764" y="3656"/>
                  </a:lnTo>
                  <a:lnTo>
                    <a:pt x="5752" y="3682"/>
                  </a:lnTo>
                  <a:lnTo>
                    <a:pt x="3234" y="6442"/>
                  </a:lnTo>
                  <a:lnTo>
                    <a:pt x="3208" y="6455"/>
                  </a:lnTo>
                  <a:lnTo>
                    <a:pt x="3183" y="6455"/>
                  </a:lnTo>
                  <a:lnTo>
                    <a:pt x="2237" y="6442"/>
                  </a:lnTo>
                  <a:lnTo>
                    <a:pt x="1623" y="6966"/>
                  </a:lnTo>
                  <a:lnTo>
                    <a:pt x="1598" y="6979"/>
                  </a:lnTo>
                  <a:lnTo>
                    <a:pt x="1074" y="7030"/>
                  </a:lnTo>
                  <a:lnTo>
                    <a:pt x="39" y="8219"/>
                  </a:lnTo>
                  <a:lnTo>
                    <a:pt x="0" y="11312"/>
                  </a:lnTo>
                  <a:lnTo>
                    <a:pt x="499" y="11938"/>
                  </a:lnTo>
                  <a:lnTo>
                    <a:pt x="499" y="11925"/>
                  </a:lnTo>
                  <a:lnTo>
                    <a:pt x="2262" y="10008"/>
                  </a:lnTo>
                  <a:lnTo>
                    <a:pt x="2582" y="9663"/>
                  </a:lnTo>
                  <a:lnTo>
                    <a:pt x="2723" y="9612"/>
                  </a:lnTo>
                  <a:lnTo>
                    <a:pt x="2850" y="9407"/>
                  </a:lnTo>
                  <a:lnTo>
                    <a:pt x="2991" y="9228"/>
                  </a:lnTo>
                  <a:lnTo>
                    <a:pt x="3310" y="9101"/>
                  </a:lnTo>
                  <a:lnTo>
                    <a:pt x="3425" y="8985"/>
                  </a:lnTo>
                  <a:lnTo>
                    <a:pt x="3579" y="8947"/>
                  </a:lnTo>
                  <a:lnTo>
                    <a:pt x="3771" y="8870"/>
                  </a:lnTo>
                  <a:lnTo>
                    <a:pt x="3886" y="8640"/>
                  </a:lnTo>
                  <a:lnTo>
                    <a:pt x="4141" y="8513"/>
                  </a:lnTo>
                  <a:lnTo>
                    <a:pt x="4371" y="8244"/>
                  </a:lnTo>
                  <a:lnTo>
                    <a:pt x="4576" y="7950"/>
                  </a:lnTo>
                  <a:lnTo>
                    <a:pt x="4588" y="7733"/>
                  </a:lnTo>
                  <a:lnTo>
                    <a:pt x="5291" y="7273"/>
                  </a:lnTo>
                  <a:lnTo>
                    <a:pt x="5470" y="7120"/>
                  </a:lnTo>
                  <a:lnTo>
                    <a:pt x="5509" y="6941"/>
                  </a:lnTo>
                  <a:lnTo>
                    <a:pt x="5777" y="6723"/>
                  </a:lnTo>
                  <a:lnTo>
                    <a:pt x="5879" y="6647"/>
                  </a:lnTo>
                  <a:lnTo>
                    <a:pt x="5930" y="6148"/>
                  </a:lnTo>
                  <a:lnTo>
                    <a:pt x="6173" y="5982"/>
                  </a:lnTo>
                  <a:lnTo>
                    <a:pt x="6339" y="5778"/>
                  </a:lnTo>
                  <a:lnTo>
                    <a:pt x="6480" y="5484"/>
                  </a:lnTo>
                  <a:lnTo>
                    <a:pt x="6685" y="5317"/>
                  </a:lnTo>
                  <a:lnTo>
                    <a:pt x="6659" y="4704"/>
                  </a:lnTo>
                  <a:lnTo>
                    <a:pt x="6825" y="4423"/>
                  </a:lnTo>
                  <a:lnTo>
                    <a:pt x="6953" y="4103"/>
                  </a:lnTo>
                  <a:lnTo>
                    <a:pt x="7183" y="3758"/>
                  </a:lnTo>
                  <a:lnTo>
                    <a:pt x="7196" y="3554"/>
                  </a:lnTo>
                  <a:lnTo>
                    <a:pt x="7490" y="3183"/>
                  </a:lnTo>
                  <a:lnTo>
                    <a:pt x="7502" y="3055"/>
                  </a:lnTo>
                  <a:lnTo>
                    <a:pt x="7566" y="2940"/>
                  </a:lnTo>
                  <a:lnTo>
                    <a:pt x="7707" y="2723"/>
                  </a:lnTo>
                  <a:lnTo>
                    <a:pt x="7720" y="2531"/>
                  </a:lnTo>
                  <a:lnTo>
                    <a:pt x="7796" y="2455"/>
                  </a:lnTo>
                  <a:lnTo>
                    <a:pt x="7822" y="2340"/>
                  </a:lnTo>
                  <a:lnTo>
                    <a:pt x="7911" y="2173"/>
                  </a:lnTo>
                  <a:lnTo>
                    <a:pt x="7899" y="1905"/>
                  </a:lnTo>
                  <a:lnTo>
                    <a:pt x="7899" y="1649"/>
                  </a:lnTo>
                  <a:lnTo>
                    <a:pt x="8026" y="1483"/>
                  </a:lnTo>
                  <a:lnTo>
                    <a:pt x="8257" y="1470"/>
                  </a:lnTo>
                  <a:lnTo>
                    <a:pt x="8269" y="1355"/>
                  </a:lnTo>
                  <a:lnTo>
                    <a:pt x="8065" y="1317"/>
                  </a:lnTo>
                  <a:lnTo>
                    <a:pt x="8065" y="1228"/>
                  </a:lnTo>
                  <a:lnTo>
                    <a:pt x="8154" y="1113"/>
                  </a:lnTo>
                  <a:lnTo>
                    <a:pt x="8205" y="768"/>
                  </a:lnTo>
                  <a:lnTo>
                    <a:pt x="8129" y="691"/>
                  </a:lnTo>
                  <a:lnTo>
                    <a:pt x="8052" y="550"/>
                  </a:lnTo>
                  <a:lnTo>
                    <a:pt x="8065" y="103"/>
                  </a:lnTo>
                  <a:lnTo>
                    <a:pt x="7899" y="103"/>
                  </a:lnTo>
                  <a:lnTo>
                    <a:pt x="7899" y="14"/>
                  </a:lnTo>
                  <a:lnTo>
                    <a:pt x="7771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8" name="Google Shape;1028;p60"/>
            <p:cNvSpPr/>
            <p:nvPr/>
          </p:nvSpPr>
          <p:spPr>
            <a:xfrm>
              <a:off x="4096925" y="3147750"/>
              <a:ext cx="233250" cy="183100"/>
            </a:xfrm>
            <a:custGeom>
              <a:rect b="b" l="l" r="r" t="t"/>
              <a:pathLst>
                <a:path extrusionOk="0" h="7324" w="9330">
                  <a:moveTo>
                    <a:pt x="7081" y="1"/>
                  </a:moveTo>
                  <a:lnTo>
                    <a:pt x="6889" y="39"/>
                  </a:lnTo>
                  <a:lnTo>
                    <a:pt x="6787" y="205"/>
                  </a:lnTo>
                  <a:lnTo>
                    <a:pt x="6774" y="218"/>
                  </a:lnTo>
                  <a:lnTo>
                    <a:pt x="6748" y="218"/>
                  </a:lnTo>
                  <a:lnTo>
                    <a:pt x="6493" y="205"/>
                  </a:lnTo>
                  <a:lnTo>
                    <a:pt x="6620" y="384"/>
                  </a:lnTo>
                  <a:lnTo>
                    <a:pt x="6633" y="422"/>
                  </a:lnTo>
                  <a:lnTo>
                    <a:pt x="6620" y="921"/>
                  </a:lnTo>
                  <a:lnTo>
                    <a:pt x="6620" y="946"/>
                  </a:lnTo>
                  <a:lnTo>
                    <a:pt x="6608" y="959"/>
                  </a:lnTo>
                  <a:lnTo>
                    <a:pt x="6186" y="1291"/>
                  </a:lnTo>
                  <a:lnTo>
                    <a:pt x="5841" y="1918"/>
                  </a:lnTo>
                  <a:lnTo>
                    <a:pt x="5815" y="1943"/>
                  </a:lnTo>
                  <a:lnTo>
                    <a:pt x="5790" y="1956"/>
                  </a:lnTo>
                  <a:lnTo>
                    <a:pt x="5253" y="1931"/>
                  </a:lnTo>
                  <a:lnTo>
                    <a:pt x="5240" y="1918"/>
                  </a:lnTo>
                  <a:lnTo>
                    <a:pt x="4576" y="1675"/>
                  </a:lnTo>
                  <a:lnTo>
                    <a:pt x="4269" y="1790"/>
                  </a:lnTo>
                  <a:lnTo>
                    <a:pt x="4269" y="1982"/>
                  </a:lnTo>
                  <a:lnTo>
                    <a:pt x="4256" y="2020"/>
                  </a:lnTo>
                  <a:lnTo>
                    <a:pt x="4218" y="2033"/>
                  </a:lnTo>
                  <a:lnTo>
                    <a:pt x="3809" y="2122"/>
                  </a:lnTo>
                  <a:lnTo>
                    <a:pt x="3681" y="2365"/>
                  </a:lnTo>
                  <a:lnTo>
                    <a:pt x="3668" y="2378"/>
                  </a:lnTo>
                  <a:lnTo>
                    <a:pt x="3630" y="2391"/>
                  </a:lnTo>
                  <a:lnTo>
                    <a:pt x="3119" y="2365"/>
                  </a:lnTo>
                  <a:lnTo>
                    <a:pt x="3093" y="2352"/>
                  </a:lnTo>
                  <a:lnTo>
                    <a:pt x="3067" y="2327"/>
                  </a:lnTo>
                  <a:lnTo>
                    <a:pt x="2991" y="2084"/>
                  </a:lnTo>
                  <a:lnTo>
                    <a:pt x="2646" y="2007"/>
                  </a:lnTo>
                  <a:lnTo>
                    <a:pt x="2492" y="2109"/>
                  </a:lnTo>
                  <a:lnTo>
                    <a:pt x="2467" y="2122"/>
                  </a:lnTo>
                  <a:lnTo>
                    <a:pt x="1393" y="2122"/>
                  </a:lnTo>
                  <a:lnTo>
                    <a:pt x="1368" y="2109"/>
                  </a:lnTo>
                  <a:lnTo>
                    <a:pt x="1010" y="1585"/>
                  </a:lnTo>
                  <a:lnTo>
                    <a:pt x="780" y="1585"/>
                  </a:lnTo>
                  <a:lnTo>
                    <a:pt x="703" y="1815"/>
                  </a:lnTo>
                  <a:lnTo>
                    <a:pt x="473" y="2506"/>
                  </a:lnTo>
                  <a:lnTo>
                    <a:pt x="460" y="2531"/>
                  </a:lnTo>
                  <a:lnTo>
                    <a:pt x="115" y="2889"/>
                  </a:lnTo>
                  <a:lnTo>
                    <a:pt x="26" y="3119"/>
                  </a:lnTo>
                  <a:lnTo>
                    <a:pt x="13" y="3132"/>
                  </a:lnTo>
                  <a:lnTo>
                    <a:pt x="0" y="3426"/>
                  </a:lnTo>
                  <a:lnTo>
                    <a:pt x="192" y="3605"/>
                  </a:lnTo>
                  <a:lnTo>
                    <a:pt x="626" y="3605"/>
                  </a:lnTo>
                  <a:lnTo>
                    <a:pt x="652" y="3618"/>
                  </a:lnTo>
                  <a:lnTo>
                    <a:pt x="665" y="3630"/>
                  </a:lnTo>
                  <a:lnTo>
                    <a:pt x="1112" y="4205"/>
                  </a:lnTo>
                  <a:lnTo>
                    <a:pt x="1585" y="4538"/>
                  </a:lnTo>
                  <a:lnTo>
                    <a:pt x="1598" y="4563"/>
                  </a:lnTo>
                  <a:lnTo>
                    <a:pt x="1610" y="4589"/>
                  </a:lnTo>
                  <a:lnTo>
                    <a:pt x="1598" y="4908"/>
                  </a:lnTo>
                  <a:lnTo>
                    <a:pt x="1853" y="5151"/>
                  </a:lnTo>
                  <a:lnTo>
                    <a:pt x="2147" y="5151"/>
                  </a:lnTo>
                  <a:lnTo>
                    <a:pt x="2173" y="5164"/>
                  </a:lnTo>
                  <a:lnTo>
                    <a:pt x="2186" y="5190"/>
                  </a:lnTo>
                  <a:lnTo>
                    <a:pt x="2186" y="5202"/>
                  </a:lnTo>
                  <a:lnTo>
                    <a:pt x="2186" y="5381"/>
                  </a:lnTo>
                  <a:lnTo>
                    <a:pt x="2582" y="5701"/>
                  </a:lnTo>
                  <a:lnTo>
                    <a:pt x="2595" y="5726"/>
                  </a:lnTo>
                  <a:lnTo>
                    <a:pt x="2595" y="5752"/>
                  </a:lnTo>
                  <a:lnTo>
                    <a:pt x="2531" y="6110"/>
                  </a:lnTo>
                  <a:lnTo>
                    <a:pt x="3336" y="6583"/>
                  </a:lnTo>
                  <a:lnTo>
                    <a:pt x="3630" y="6480"/>
                  </a:lnTo>
                  <a:lnTo>
                    <a:pt x="3655" y="6480"/>
                  </a:lnTo>
                  <a:lnTo>
                    <a:pt x="4064" y="6519"/>
                  </a:lnTo>
                  <a:lnTo>
                    <a:pt x="4179" y="6353"/>
                  </a:lnTo>
                  <a:lnTo>
                    <a:pt x="4205" y="6327"/>
                  </a:lnTo>
                  <a:lnTo>
                    <a:pt x="4256" y="6327"/>
                  </a:lnTo>
                  <a:lnTo>
                    <a:pt x="4435" y="6429"/>
                  </a:lnTo>
                  <a:lnTo>
                    <a:pt x="4448" y="6442"/>
                  </a:lnTo>
                  <a:lnTo>
                    <a:pt x="4460" y="6468"/>
                  </a:lnTo>
                  <a:lnTo>
                    <a:pt x="4550" y="6787"/>
                  </a:lnTo>
                  <a:lnTo>
                    <a:pt x="4895" y="7056"/>
                  </a:lnTo>
                  <a:lnTo>
                    <a:pt x="4908" y="7068"/>
                  </a:lnTo>
                  <a:lnTo>
                    <a:pt x="5010" y="7247"/>
                  </a:lnTo>
                  <a:lnTo>
                    <a:pt x="5547" y="7158"/>
                  </a:lnTo>
                  <a:lnTo>
                    <a:pt x="5560" y="7158"/>
                  </a:lnTo>
                  <a:lnTo>
                    <a:pt x="6122" y="7183"/>
                  </a:lnTo>
                  <a:lnTo>
                    <a:pt x="6160" y="7196"/>
                  </a:lnTo>
                  <a:lnTo>
                    <a:pt x="6301" y="7324"/>
                  </a:lnTo>
                  <a:lnTo>
                    <a:pt x="6557" y="7183"/>
                  </a:lnTo>
                  <a:lnTo>
                    <a:pt x="6582" y="7171"/>
                  </a:lnTo>
                  <a:lnTo>
                    <a:pt x="7029" y="7171"/>
                  </a:lnTo>
                  <a:lnTo>
                    <a:pt x="7694" y="6877"/>
                  </a:lnTo>
                  <a:lnTo>
                    <a:pt x="8499" y="6174"/>
                  </a:lnTo>
                  <a:lnTo>
                    <a:pt x="8512" y="6161"/>
                  </a:lnTo>
                  <a:lnTo>
                    <a:pt x="8895" y="5969"/>
                  </a:lnTo>
                  <a:lnTo>
                    <a:pt x="8921" y="5956"/>
                  </a:lnTo>
                  <a:lnTo>
                    <a:pt x="8947" y="5956"/>
                  </a:lnTo>
                  <a:lnTo>
                    <a:pt x="9317" y="6071"/>
                  </a:lnTo>
                  <a:lnTo>
                    <a:pt x="9330" y="5841"/>
                  </a:lnTo>
                  <a:lnTo>
                    <a:pt x="8806" y="5739"/>
                  </a:lnTo>
                  <a:lnTo>
                    <a:pt x="8780" y="5726"/>
                  </a:lnTo>
                  <a:lnTo>
                    <a:pt x="8768" y="5701"/>
                  </a:lnTo>
                  <a:lnTo>
                    <a:pt x="8563" y="4960"/>
                  </a:lnTo>
                  <a:lnTo>
                    <a:pt x="8563" y="4947"/>
                  </a:lnTo>
                  <a:lnTo>
                    <a:pt x="8563" y="4704"/>
                  </a:lnTo>
                  <a:lnTo>
                    <a:pt x="7668" y="3988"/>
                  </a:lnTo>
                  <a:lnTo>
                    <a:pt x="7196" y="3822"/>
                  </a:lnTo>
                  <a:lnTo>
                    <a:pt x="7170" y="3809"/>
                  </a:lnTo>
                  <a:lnTo>
                    <a:pt x="7042" y="3630"/>
                  </a:lnTo>
                  <a:lnTo>
                    <a:pt x="7029" y="3592"/>
                  </a:lnTo>
                  <a:lnTo>
                    <a:pt x="7042" y="3566"/>
                  </a:lnTo>
                  <a:lnTo>
                    <a:pt x="7311" y="3157"/>
                  </a:lnTo>
                  <a:lnTo>
                    <a:pt x="7349" y="3145"/>
                  </a:lnTo>
                  <a:lnTo>
                    <a:pt x="7579" y="3068"/>
                  </a:lnTo>
                  <a:lnTo>
                    <a:pt x="7617" y="3068"/>
                  </a:lnTo>
                  <a:lnTo>
                    <a:pt x="7771" y="3145"/>
                  </a:lnTo>
                  <a:lnTo>
                    <a:pt x="7988" y="3042"/>
                  </a:lnTo>
                  <a:lnTo>
                    <a:pt x="8001" y="2212"/>
                  </a:lnTo>
                  <a:lnTo>
                    <a:pt x="7975" y="2186"/>
                  </a:lnTo>
                  <a:lnTo>
                    <a:pt x="7579" y="1496"/>
                  </a:lnTo>
                  <a:lnTo>
                    <a:pt x="7234" y="1228"/>
                  </a:lnTo>
                  <a:lnTo>
                    <a:pt x="7221" y="1202"/>
                  </a:lnTo>
                  <a:lnTo>
                    <a:pt x="7208" y="1189"/>
                  </a:lnTo>
                  <a:lnTo>
                    <a:pt x="7081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9" name="Google Shape;1029;p60"/>
            <p:cNvSpPr/>
            <p:nvPr/>
          </p:nvSpPr>
          <p:spPr>
            <a:xfrm>
              <a:off x="4212250" y="3388675"/>
              <a:ext cx="1625" cy="4175"/>
            </a:xfrm>
            <a:custGeom>
              <a:rect b="b" l="l" r="r" t="t"/>
              <a:pathLst>
                <a:path extrusionOk="0" h="167" w="65">
                  <a:moveTo>
                    <a:pt x="65" y="0"/>
                  </a:moveTo>
                  <a:lnTo>
                    <a:pt x="1" y="64"/>
                  </a:lnTo>
                  <a:lnTo>
                    <a:pt x="14" y="166"/>
                  </a:lnTo>
                  <a:lnTo>
                    <a:pt x="65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0" name="Google Shape;1030;p60"/>
            <p:cNvSpPr/>
            <p:nvPr/>
          </p:nvSpPr>
          <p:spPr>
            <a:xfrm>
              <a:off x="4236850" y="3362475"/>
              <a:ext cx="675" cy="1300"/>
            </a:xfrm>
            <a:custGeom>
              <a:rect b="b" l="l" r="r" t="t"/>
              <a:pathLst>
                <a:path extrusionOk="0" h="52" w="27">
                  <a:moveTo>
                    <a:pt x="1" y="0"/>
                  </a:moveTo>
                  <a:lnTo>
                    <a:pt x="1" y="51"/>
                  </a:lnTo>
                  <a:lnTo>
                    <a:pt x="27" y="26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1" name="Google Shape;1031;p60"/>
            <p:cNvSpPr/>
            <p:nvPr/>
          </p:nvSpPr>
          <p:spPr>
            <a:xfrm>
              <a:off x="4198850" y="3429575"/>
              <a:ext cx="221125" cy="228475"/>
            </a:xfrm>
            <a:custGeom>
              <a:rect b="b" l="l" r="r" t="t"/>
              <a:pathLst>
                <a:path extrusionOk="0" h="9139" w="8845">
                  <a:moveTo>
                    <a:pt x="971" y="0"/>
                  </a:moveTo>
                  <a:lnTo>
                    <a:pt x="1227" y="486"/>
                  </a:lnTo>
                  <a:lnTo>
                    <a:pt x="1227" y="511"/>
                  </a:lnTo>
                  <a:lnTo>
                    <a:pt x="1227" y="1099"/>
                  </a:lnTo>
                  <a:lnTo>
                    <a:pt x="1214" y="1125"/>
                  </a:lnTo>
                  <a:lnTo>
                    <a:pt x="1201" y="1138"/>
                  </a:lnTo>
                  <a:lnTo>
                    <a:pt x="1189" y="1150"/>
                  </a:lnTo>
                  <a:lnTo>
                    <a:pt x="997" y="1150"/>
                  </a:lnTo>
                  <a:lnTo>
                    <a:pt x="997" y="1457"/>
                  </a:lnTo>
                  <a:lnTo>
                    <a:pt x="1150" y="1649"/>
                  </a:lnTo>
                  <a:lnTo>
                    <a:pt x="1163" y="1687"/>
                  </a:lnTo>
                  <a:lnTo>
                    <a:pt x="1163" y="1713"/>
                  </a:lnTo>
                  <a:lnTo>
                    <a:pt x="805" y="2262"/>
                  </a:lnTo>
                  <a:lnTo>
                    <a:pt x="805" y="2454"/>
                  </a:lnTo>
                  <a:lnTo>
                    <a:pt x="792" y="2480"/>
                  </a:lnTo>
                  <a:lnTo>
                    <a:pt x="780" y="2505"/>
                  </a:lnTo>
                  <a:lnTo>
                    <a:pt x="320" y="2850"/>
                  </a:lnTo>
                  <a:lnTo>
                    <a:pt x="307" y="2863"/>
                  </a:lnTo>
                  <a:lnTo>
                    <a:pt x="26" y="2952"/>
                  </a:lnTo>
                  <a:lnTo>
                    <a:pt x="0" y="3055"/>
                  </a:lnTo>
                  <a:lnTo>
                    <a:pt x="115" y="3400"/>
                  </a:lnTo>
                  <a:lnTo>
                    <a:pt x="230" y="4371"/>
                  </a:lnTo>
                  <a:lnTo>
                    <a:pt x="754" y="4806"/>
                  </a:lnTo>
                  <a:lnTo>
                    <a:pt x="1240" y="6173"/>
                  </a:lnTo>
                  <a:lnTo>
                    <a:pt x="1214" y="6211"/>
                  </a:lnTo>
                  <a:lnTo>
                    <a:pt x="1227" y="6250"/>
                  </a:lnTo>
                  <a:lnTo>
                    <a:pt x="1892" y="6633"/>
                  </a:lnTo>
                  <a:lnTo>
                    <a:pt x="2889" y="7132"/>
                  </a:lnTo>
                  <a:lnTo>
                    <a:pt x="3451" y="7298"/>
                  </a:lnTo>
                  <a:lnTo>
                    <a:pt x="3476" y="7311"/>
                  </a:lnTo>
                  <a:lnTo>
                    <a:pt x="3617" y="7477"/>
                  </a:lnTo>
                  <a:lnTo>
                    <a:pt x="3604" y="7106"/>
                  </a:lnTo>
                  <a:lnTo>
                    <a:pt x="3604" y="7106"/>
                  </a:lnTo>
                  <a:lnTo>
                    <a:pt x="4064" y="7592"/>
                  </a:lnTo>
                  <a:lnTo>
                    <a:pt x="4064" y="8499"/>
                  </a:lnTo>
                  <a:lnTo>
                    <a:pt x="4345" y="8806"/>
                  </a:lnTo>
                  <a:lnTo>
                    <a:pt x="4282" y="8972"/>
                  </a:lnTo>
                  <a:lnTo>
                    <a:pt x="4639" y="9010"/>
                  </a:lnTo>
                  <a:lnTo>
                    <a:pt x="4806" y="8806"/>
                  </a:lnTo>
                  <a:lnTo>
                    <a:pt x="4818" y="8780"/>
                  </a:lnTo>
                  <a:lnTo>
                    <a:pt x="4844" y="8780"/>
                  </a:lnTo>
                  <a:lnTo>
                    <a:pt x="5010" y="8768"/>
                  </a:lnTo>
                  <a:lnTo>
                    <a:pt x="5036" y="8768"/>
                  </a:lnTo>
                  <a:lnTo>
                    <a:pt x="5048" y="8780"/>
                  </a:lnTo>
                  <a:lnTo>
                    <a:pt x="5445" y="9138"/>
                  </a:lnTo>
                  <a:lnTo>
                    <a:pt x="5764" y="9010"/>
                  </a:lnTo>
                  <a:lnTo>
                    <a:pt x="5802" y="9010"/>
                  </a:lnTo>
                  <a:lnTo>
                    <a:pt x="5994" y="9062"/>
                  </a:lnTo>
                  <a:lnTo>
                    <a:pt x="6403" y="9062"/>
                  </a:lnTo>
                  <a:lnTo>
                    <a:pt x="6735" y="8729"/>
                  </a:lnTo>
                  <a:lnTo>
                    <a:pt x="6774" y="8716"/>
                  </a:lnTo>
                  <a:lnTo>
                    <a:pt x="6812" y="8716"/>
                  </a:lnTo>
                  <a:lnTo>
                    <a:pt x="7068" y="8883"/>
                  </a:lnTo>
                  <a:lnTo>
                    <a:pt x="7208" y="8793"/>
                  </a:lnTo>
                  <a:lnTo>
                    <a:pt x="7221" y="8793"/>
                  </a:lnTo>
                  <a:lnTo>
                    <a:pt x="8001" y="8589"/>
                  </a:lnTo>
                  <a:lnTo>
                    <a:pt x="8014" y="8576"/>
                  </a:lnTo>
                  <a:lnTo>
                    <a:pt x="8154" y="8589"/>
                  </a:lnTo>
                  <a:lnTo>
                    <a:pt x="8844" y="7950"/>
                  </a:lnTo>
                  <a:lnTo>
                    <a:pt x="8844" y="7937"/>
                  </a:lnTo>
                  <a:lnTo>
                    <a:pt x="8486" y="7860"/>
                  </a:lnTo>
                  <a:lnTo>
                    <a:pt x="8141" y="7681"/>
                  </a:lnTo>
                  <a:lnTo>
                    <a:pt x="8167" y="7349"/>
                  </a:lnTo>
                  <a:lnTo>
                    <a:pt x="8065" y="7272"/>
                  </a:lnTo>
                  <a:lnTo>
                    <a:pt x="8167" y="7132"/>
                  </a:lnTo>
                  <a:lnTo>
                    <a:pt x="8116" y="6697"/>
                  </a:lnTo>
                  <a:lnTo>
                    <a:pt x="7924" y="6314"/>
                  </a:lnTo>
                  <a:lnTo>
                    <a:pt x="8077" y="6135"/>
                  </a:lnTo>
                  <a:lnTo>
                    <a:pt x="8052" y="5764"/>
                  </a:lnTo>
                  <a:lnTo>
                    <a:pt x="7899" y="5764"/>
                  </a:lnTo>
                  <a:lnTo>
                    <a:pt x="7924" y="5445"/>
                  </a:lnTo>
                  <a:lnTo>
                    <a:pt x="8180" y="5291"/>
                  </a:lnTo>
                  <a:lnTo>
                    <a:pt x="8192" y="5138"/>
                  </a:lnTo>
                  <a:lnTo>
                    <a:pt x="7962" y="5036"/>
                  </a:lnTo>
                  <a:lnTo>
                    <a:pt x="7783" y="4818"/>
                  </a:lnTo>
                  <a:lnTo>
                    <a:pt x="7553" y="4665"/>
                  </a:lnTo>
                  <a:lnTo>
                    <a:pt x="7541" y="4294"/>
                  </a:lnTo>
                  <a:lnTo>
                    <a:pt x="7668" y="4039"/>
                  </a:lnTo>
                  <a:lnTo>
                    <a:pt x="7694" y="3796"/>
                  </a:lnTo>
                  <a:lnTo>
                    <a:pt x="7835" y="3579"/>
                  </a:lnTo>
                  <a:lnTo>
                    <a:pt x="7899" y="3387"/>
                  </a:lnTo>
                  <a:lnTo>
                    <a:pt x="7988" y="3298"/>
                  </a:lnTo>
                  <a:lnTo>
                    <a:pt x="8026" y="3119"/>
                  </a:lnTo>
                  <a:lnTo>
                    <a:pt x="8052" y="3106"/>
                  </a:lnTo>
                  <a:lnTo>
                    <a:pt x="6953" y="2582"/>
                  </a:lnTo>
                  <a:lnTo>
                    <a:pt x="6927" y="2556"/>
                  </a:lnTo>
                  <a:lnTo>
                    <a:pt x="6582" y="1866"/>
                  </a:lnTo>
                  <a:lnTo>
                    <a:pt x="3937" y="38"/>
                  </a:lnTo>
                  <a:lnTo>
                    <a:pt x="3655" y="38"/>
                  </a:lnTo>
                  <a:lnTo>
                    <a:pt x="3655" y="141"/>
                  </a:lnTo>
                  <a:lnTo>
                    <a:pt x="3528" y="205"/>
                  </a:lnTo>
                  <a:lnTo>
                    <a:pt x="3451" y="486"/>
                  </a:lnTo>
                  <a:lnTo>
                    <a:pt x="3336" y="1074"/>
                  </a:lnTo>
                  <a:lnTo>
                    <a:pt x="3438" y="1329"/>
                  </a:lnTo>
                  <a:lnTo>
                    <a:pt x="3157" y="1419"/>
                  </a:lnTo>
                  <a:lnTo>
                    <a:pt x="2684" y="1521"/>
                  </a:lnTo>
                  <a:lnTo>
                    <a:pt x="2441" y="1444"/>
                  </a:lnTo>
                  <a:lnTo>
                    <a:pt x="2122" y="1457"/>
                  </a:lnTo>
                  <a:lnTo>
                    <a:pt x="1828" y="1700"/>
                  </a:lnTo>
                  <a:lnTo>
                    <a:pt x="1764" y="1380"/>
                  </a:lnTo>
                  <a:lnTo>
                    <a:pt x="1713" y="1138"/>
                  </a:lnTo>
                  <a:lnTo>
                    <a:pt x="1687" y="1010"/>
                  </a:lnTo>
                  <a:lnTo>
                    <a:pt x="1687" y="984"/>
                  </a:lnTo>
                  <a:lnTo>
                    <a:pt x="1700" y="946"/>
                  </a:lnTo>
                  <a:lnTo>
                    <a:pt x="1777" y="831"/>
                  </a:lnTo>
                  <a:lnTo>
                    <a:pt x="1892" y="677"/>
                  </a:lnTo>
                  <a:lnTo>
                    <a:pt x="1892" y="371"/>
                  </a:lnTo>
                  <a:lnTo>
                    <a:pt x="1828" y="13"/>
                  </a:lnTo>
                  <a:lnTo>
                    <a:pt x="971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2" name="Google Shape;1032;p60"/>
            <p:cNvSpPr/>
            <p:nvPr/>
          </p:nvSpPr>
          <p:spPr>
            <a:xfrm>
              <a:off x="4262425" y="3611375"/>
              <a:ext cx="54025" cy="162025"/>
            </a:xfrm>
            <a:custGeom>
              <a:rect b="b" l="l" r="r" t="t"/>
              <a:pathLst>
                <a:path extrusionOk="0" h="6481" w="2161">
                  <a:moveTo>
                    <a:pt x="422" y="0"/>
                  </a:moveTo>
                  <a:lnTo>
                    <a:pt x="422" y="64"/>
                  </a:lnTo>
                  <a:lnTo>
                    <a:pt x="639" y="307"/>
                  </a:lnTo>
                  <a:lnTo>
                    <a:pt x="742" y="422"/>
                  </a:lnTo>
                  <a:lnTo>
                    <a:pt x="780" y="499"/>
                  </a:lnTo>
                  <a:lnTo>
                    <a:pt x="793" y="601"/>
                  </a:lnTo>
                  <a:lnTo>
                    <a:pt x="793" y="754"/>
                  </a:lnTo>
                  <a:lnTo>
                    <a:pt x="780" y="1048"/>
                  </a:lnTo>
                  <a:lnTo>
                    <a:pt x="767" y="1061"/>
                  </a:lnTo>
                  <a:lnTo>
                    <a:pt x="754" y="1087"/>
                  </a:lnTo>
                  <a:lnTo>
                    <a:pt x="550" y="1278"/>
                  </a:lnTo>
                  <a:lnTo>
                    <a:pt x="435" y="2275"/>
                  </a:lnTo>
                  <a:lnTo>
                    <a:pt x="601" y="2429"/>
                  </a:lnTo>
                  <a:lnTo>
                    <a:pt x="614" y="2441"/>
                  </a:lnTo>
                  <a:lnTo>
                    <a:pt x="614" y="2467"/>
                  </a:lnTo>
                  <a:lnTo>
                    <a:pt x="614" y="2492"/>
                  </a:lnTo>
                  <a:lnTo>
                    <a:pt x="601" y="2505"/>
                  </a:lnTo>
                  <a:lnTo>
                    <a:pt x="230" y="2799"/>
                  </a:lnTo>
                  <a:lnTo>
                    <a:pt x="0" y="3247"/>
                  </a:lnTo>
                  <a:lnTo>
                    <a:pt x="167" y="3719"/>
                  </a:lnTo>
                  <a:lnTo>
                    <a:pt x="320" y="3822"/>
                  </a:lnTo>
                  <a:lnTo>
                    <a:pt x="333" y="3834"/>
                  </a:lnTo>
                  <a:lnTo>
                    <a:pt x="576" y="4180"/>
                  </a:lnTo>
                  <a:lnTo>
                    <a:pt x="1023" y="4090"/>
                  </a:lnTo>
                  <a:lnTo>
                    <a:pt x="1074" y="4103"/>
                  </a:lnTo>
                  <a:lnTo>
                    <a:pt x="1087" y="4116"/>
                  </a:lnTo>
                  <a:lnTo>
                    <a:pt x="1087" y="4128"/>
                  </a:lnTo>
                  <a:lnTo>
                    <a:pt x="1253" y="4729"/>
                  </a:lnTo>
                  <a:lnTo>
                    <a:pt x="1253" y="4767"/>
                  </a:lnTo>
                  <a:lnTo>
                    <a:pt x="1240" y="4793"/>
                  </a:lnTo>
                  <a:lnTo>
                    <a:pt x="1087" y="4908"/>
                  </a:lnTo>
                  <a:lnTo>
                    <a:pt x="1074" y="5534"/>
                  </a:lnTo>
                  <a:lnTo>
                    <a:pt x="1598" y="6416"/>
                  </a:lnTo>
                  <a:lnTo>
                    <a:pt x="1662" y="6480"/>
                  </a:lnTo>
                  <a:lnTo>
                    <a:pt x="1675" y="5688"/>
                  </a:lnTo>
                  <a:lnTo>
                    <a:pt x="1687" y="5649"/>
                  </a:lnTo>
                  <a:lnTo>
                    <a:pt x="1713" y="5637"/>
                  </a:lnTo>
                  <a:lnTo>
                    <a:pt x="2033" y="5560"/>
                  </a:lnTo>
                  <a:lnTo>
                    <a:pt x="2160" y="4512"/>
                  </a:lnTo>
                  <a:lnTo>
                    <a:pt x="2045" y="4358"/>
                  </a:lnTo>
                  <a:lnTo>
                    <a:pt x="2033" y="4346"/>
                  </a:lnTo>
                  <a:lnTo>
                    <a:pt x="1700" y="3579"/>
                  </a:lnTo>
                  <a:lnTo>
                    <a:pt x="1394" y="3451"/>
                  </a:lnTo>
                  <a:lnTo>
                    <a:pt x="1381" y="3387"/>
                  </a:lnTo>
                  <a:lnTo>
                    <a:pt x="1330" y="3374"/>
                  </a:lnTo>
                  <a:lnTo>
                    <a:pt x="1304" y="3349"/>
                  </a:lnTo>
                  <a:lnTo>
                    <a:pt x="1291" y="3323"/>
                  </a:lnTo>
                  <a:lnTo>
                    <a:pt x="1291" y="3004"/>
                  </a:lnTo>
                  <a:lnTo>
                    <a:pt x="1151" y="2339"/>
                  </a:lnTo>
                  <a:lnTo>
                    <a:pt x="1151" y="1802"/>
                  </a:lnTo>
                  <a:lnTo>
                    <a:pt x="1253" y="1700"/>
                  </a:lnTo>
                  <a:lnTo>
                    <a:pt x="1317" y="1623"/>
                  </a:lnTo>
                  <a:lnTo>
                    <a:pt x="1342" y="1572"/>
                  </a:lnTo>
                  <a:lnTo>
                    <a:pt x="1355" y="1534"/>
                  </a:lnTo>
                  <a:lnTo>
                    <a:pt x="1355" y="1521"/>
                  </a:lnTo>
                  <a:lnTo>
                    <a:pt x="1304" y="1317"/>
                  </a:lnTo>
                  <a:lnTo>
                    <a:pt x="1202" y="997"/>
                  </a:lnTo>
                  <a:lnTo>
                    <a:pt x="1074" y="575"/>
                  </a:lnTo>
                  <a:lnTo>
                    <a:pt x="1074" y="384"/>
                  </a:lnTo>
                  <a:lnTo>
                    <a:pt x="857" y="128"/>
                  </a:lnTo>
                  <a:lnTo>
                    <a:pt x="422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3" name="Google Shape;1033;p60"/>
            <p:cNvSpPr/>
            <p:nvPr/>
          </p:nvSpPr>
          <p:spPr>
            <a:xfrm>
              <a:off x="3996575" y="3781025"/>
              <a:ext cx="179600" cy="187275"/>
            </a:xfrm>
            <a:custGeom>
              <a:rect b="b" l="l" r="r" t="t"/>
              <a:pathLst>
                <a:path extrusionOk="0" h="7491" w="7184">
                  <a:moveTo>
                    <a:pt x="4308" y="1"/>
                  </a:moveTo>
                  <a:lnTo>
                    <a:pt x="4155" y="129"/>
                  </a:lnTo>
                  <a:lnTo>
                    <a:pt x="4116" y="141"/>
                  </a:lnTo>
                  <a:lnTo>
                    <a:pt x="3784" y="141"/>
                  </a:lnTo>
                  <a:lnTo>
                    <a:pt x="3592" y="282"/>
                  </a:lnTo>
                  <a:lnTo>
                    <a:pt x="3567" y="295"/>
                  </a:lnTo>
                  <a:lnTo>
                    <a:pt x="3260" y="359"/>
                  </a:lnTo>
                  <a:lnTo>
                    <a:pt x="3132" y="589"/>
                  </a:lnTo>
                  <a:lnTo>
                    <a:pt x="3119" y="601"/>
                  </a:lnTo>
                  <a:lnTo>
                    <a:pt x="3081" y="614"/>
                  </a:lnTo>
                  <a:lnTo>
                    <a:pt x="2979" y="614"/>
                  </a:lnTo>
                  <a:lnTo>
                    <a:pt x="2940" y="601"/>
                  </a:lnTo>
                  <a:lnTo>
                    <a:pt x="2928" y="576"/>
                  </a:lnTo>
                  <a:lnTo>
                    <a:pt x="2800" y="218"/>
                  </a:lnTo>
                  <a:lnTo>
                    <a:pt x="1701" y="486"/>
                  </a:lnTo>
                  <a:lnTo>
                    <a:pt x="959" y="538"/>
                  </a:lnTo>
                  <a:lnTo>
                    <a:pt x="921" y="3503"/>
                  </a:lnTo>
                  <a:lnTo>
                    <a:pt x="921" y="3528"/>
                  </a:lnTo>
                  <a:lnTo>
                    <a:pt x="908" y="3541"/>
                  </a:lnTo>
                  <a:lnTo>
                    <a:pt x="896" y="3554"/>
                  </a:lnTo>
                  <a:lnTo>
                    <a:pt x="870" y="3567"/>
                  </a:lnTo>
                  <a:lnTo>
                    <a:pt x="90" y="3554"/>
                  </a:lnTo>
                  <a:lnTo>
                    <a:pt x="1" y="5752"/>
                  </a:lnTo>
                  <a:lnTo>
                    <a:pt x="410" y="6276"/>
                  </a:lnTo>
                  <a:lnTo>
                    <a:pt x="423" y="6302"/>
                  </a:lnTo>
                  <a:lnTo>
                    <a:pt x="461" y="6723"/>
                  </a:lnTo>
                  <a:lnTo>
                    <a:pt x="499" y="6953"/>
                  </a:lnTo>
                  <a:lnTo>
                    <a:pt x="499" y="6992"/>
                  </a:lnTo>
                  <a:lnTo>
                    <a:pt x="423" y="7145"/>
                  </a:lnTo>
                  <a:lnTo>
                    <a:pt x="589" y="7490"/>
                  </a:lnTo>
                  <a:lnTo>
                    <a:pt x="1215" y="7490"/>
                  </a:lnTo>
                  <a:lnTo>
                    <a:pt x="1215" y="7452"/>
                  </a:lnTo>
                  <a:lnTo>
                    <a:pt x="1215" y="7426"/>
                  </a:lnTo>
                  <a:lnTo>
                    <a:pt x="1241" y="7401"/>
                  </a:lnTo>
                  <a:lnTo>
                    <a:pt x="1381" y="7286"/>
                  </a:lnTo>
                  <a:lnTo>
                    <a:pt x="1407" y="7132"/>
                  </a:lnTo>
                  <a:lnTo>
                    <a:pt x="1420" y="7107"/>
                  </a:lnTo>
                  <a:lnTo>
                    <a:pt x="1432" y="7094"/>
                  </a:lnTo>
                  <a:lnTo>
                    <a:pt x="1573" y="7005"/>
                  </a:lnTo>
                  <a:lnTo>
                    <a:pt x="1573" y="6992"/>
                  </a:lnTo>
                  <a:lnTo>
                    <a:pt x="1829" y="6877"/>
                  </a:lnTo>
                  <a:lnTo>
                    <a:pt x="2186" y="6404"/>
                  </a:lnTo>
                  <a:lnTo>
                    <a:pt x="2212" y="6391"/>
                  </a:lnTo>
                  <a:lnTo>
                    <a:pt x="2238" y="6391"/>
                  </a:lnTo>
                  <a:lnTo>
                    <a:pt x="3247" y="6532"/>
                  </a:lnTo>
                  <a:lnTo>
                    <a:pt x="3912" y="6544"/>
                  </a:lnTo>
                  <a:lnTo>
                    <a:pt x="4270" y="6378"/>
                  </a:lnTo>
                  <a:lnTo>
                    <a:pt x="4449" y="5918"/>
                  </a:lnTo>
                  <a:lnTo>
                    <a:pt x="4461" y="5893"/>
                  </a:lnTo>
                  <a:lnTo>
                    <a:pt x="4500" y="5880"/>
                  </a:lnTo>
                  <a:lnTo>
                    <a:pt x="4615" y="5880"/>
                  </a:lnTo>
                  <a:lnTo>
                    <a:pt x="5318" y="5254"/>
                  </a:lnTo>
                  <a:lnTo>
                    <a:pt x="5318" y="4857"/>
                  </a:lnTo>
                  <a:lnTo>
                    <a:pt x="5318" y="4832"/>
                  </a:lnTo>
                  <a:lnTo>
                    <a:pt x="5330" y="4819"/>
                  </a:lnTo>
                  <a:lnTo>
                    <a:pt x="5356" y="4806"/>
                  </a:lnTo>
                  <a:lnTo>
                    <a:pt x="5369" y="4793"/>
                  </a:lnTo>
                  <a:lnTo>
                    <a:pt x="5561" y="4806"/>
                  </a:lnTo>
                  <a:lnTo>
                    <a:pt x="6059" y="4397"/>
                  </a:lnTo>
                  <a:lnTo>
                    <a:pt x="6187" y="4027"/>
                  </a:lnTo>
                  <a:lnTo>
                    <a:pt x="6212" y="3988"/>
                  </a:lnTo>
                  <a:lnTo>
                    <a:pt x="6711" y="3988"/>
                  </a:lnTo>
                  <a:lnTo>
                    <a:pt x="7184" y="3771"/>
                  </a:lnTo>
                  <a:lnTo>
                    <a:pt x="6851" y="3413"/>
                  </a:lnTo>
                  <a:lnTo>
                    <a:pt x="6404" y="3400"/>
                  </a:lnTo>
                  <a:lnTo>
                    <a:pt x="6378" y="3400"/>
                  </a:lnTo>
                  <a:lnTo>
                    <a:pt x="6353" y="3388"/>
                  </a:lnTo>
                  <a:lnTo>
                    <a:pt x="6148" y="3132"/>
                  </a:lnTo>
                  <a:lnTo>
                    <a:pt x="6136" y="3094"/>
                  </a:lnTo>
                  <a:lnTo>
                    <a:pt x="6148" y="2416"/>
                  </a:lnTo>
                  <a:lnTo>
                    <a:pt x="5701" y="2135"/>
                  </a:lnTo>
                  <a:lnTo>
                    <a:pt x="5292" y="1828"/>
                  </a:lnTo>
                  <a:lnTo>
                    <a:pt x="5267" y="1803"/>
                  </a:lnTo>
                  <a:lnTo>
                    <a:pt x="5267" y="1777"/>
                  </a:lnTo>
                  <a:lnTo>
                    <a:pt x="5267" y="1624"/>
                  </a:lnTo>
                  <a:lnTo>
                    <a:pt x="4385" y="192"/>
                  </a:lnTo>
                  <a:lnTo>
                    <a:pt x="4385" y="180"/>
                  </a:lnTo>
                  <a:lnTo>
                    <a:pt x="4346" y="39"/>
                  </a:lnTo>
                  <a:lnTo>
                    <a:pt x="4308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4" name="Google Shape;1034;p60"/>
            <p:cNvSpPr/>
            <p:nvPr/>
          </p:nvSpPr>
          <p:spPr>
            <a:xfrm>
              <a:off x="4275850" y="3094725"/>
              <a:ext cx="301325" cy="238375"/>
            </a:xfrm>
            <a:custGeom>
              <a:rect b="b" l="l" r="r" t="t"/>
              <a:pathLst>
                <a:path extrusionOk="0" h="9535" w="12053">
                  <a:moveTo>
                    <a:pt x="3732" y="0"/>
                  </a:moveTo>
                  <a:lnTo>
                    <a:pt x="3528" y="371"/>
                  </a:lnTo>
                  <a:lnTo>
                    <a:pt x="3502" y="396"/>
                  </a:lnTo>
                  <a:lnTo>
                    <a:pt x="3464" y="396"/>
                  </a:lnTo>
                  <a:lnTo>
                    <a:pt x="3055" y="307"/>
                  </a:lnTo>
                  <a:lnTo>
                    <a:pt x="2582" y="460"/>
                  </a:lnTo>
                  <a:lnTo>
                    <a:pt x="2582" y="946"/>
                  </a:lnTo>
                  <a:lnTo>
                    <a:pt x="2569" y="971"/>
                  </a:lnTo>
                  <a:lnTo>
                    <a:pt x="2275" y="1662"/>
                  </a:lnTo>
                  <a:lnTo>
                    <a:pt x="2250" y="1687"/>
                  </a:lnTo>
                  <a:lnTo>
                    <a:pt x="1968" y="1828"/>
                  </a:lnTo>
                  <a:lnTo>
                    <a:pt x="1828" y="2211"/>
                  </a:lnTo>
                  <a:lnTo>
                    <a:pt x="1815" y="2237"/>
                  </a:lnTo>
                  <a:lnTo>
                    <a:pt x="1547" y="2480"/>
                  </a:lnTo>
                  <a:lnTo>
                    <a:pt x="1534" y="3361"/>
                  </a:lnTo>
                  <a:lnTo>
                    <a:pt x="1534" y="3387"/>
                  </a:lnTo>
                  <a:lnTo>
                    <a:pt x="1508" y="3412"/>
                  </a:lnTo>
                  <a:lnTo>
                    <a:pt x="1112" y="3579"/>
                  </a:lnTo>
                  <a:lnTo>
                    <a:pt x="1112" y="4013"/>
                  </a:lnTo>
                  <a:lnTo>
                    <a:pt x="1099" y="4052"/>
                  </a:lnTo>
                  <a:lnTo>
                    <a:pt x="959" y="4243"/>
                  </a:lnTo>
                  <a:lnTo>
                    <a:pt x="946" y="5202"/>
                  </a:lnTo>
                  <a:lnTo>
                    <a:pt x="933" y="5227"/>
                  </a:lnTo>
                  <a:lnTo>
                    <a:pt x="908" y="5253"/>
                  </a:lnTo>
                  <a:lnTo>
                    <a:pt x="639" y="5368"/>
                  </a:lnTo>
                  <a:lnTo>
                    <a:pt x="601" y="5368"/>
                  </a:lnTo>
                  <a:lnTo>
                    <a:pt x="435" y="5304"/>
                  </a:lnTo>
                  <a:lnTo>
                    <a:pt x="243" y="5355"/>
                  </a:lnTo>
                  <a:lnTo>
                    <a:pt x="0" y="5713"/>
                  </a:lnTo>
                  <a:lnTo>
                    <a:pt x="90" y="5854"/>
                  </a:lnTo>
                  <a:lnTo>
                    <a:pt x="550" y="6007"/>
                  </a:lnTo>
                  <a:lnTo>
                    <a:pt x="575" y="6020"/>
                  </a:lnTo>
                  <a:lnTo>
                    <a:pt x="1508" y="6761"/>
                  </a:lnTo>
                  <a:lnTo>
                    <a:pt x="1521" y="6774"/>
                  </a:lnTo>
                  <a:lnTo>
                    <a:pt x="1521" y="6799"/>
                  </a:lnTo>
                  <a:lnTo>
                    <a:pt x="1521" y="7055"/>
                  </a:lnTo>
                  <a:lnTo>
                    <a:pt x="1713" y="7758"/>
                  </a:lnTo>
                  <a:lnTo>
                    <a:pt x="2237" y="7873"/>
                  </a:lnTo>
                  <a:lnTo>
                    <a:pt x="2262" y="7886"/>
                  </a:lnTo>
                  <a:lnTo>
                    <a:pt x="2275" y="7924"/>
                  </a:lnTo>
                  <a:lnTo>
                    <a:pt x="2275" y="8231"/>
                  </a:lnTo>
                  <a:lnTo>
                    <a:pt x="2799" y="8359"/>
                  </a:lnTo>
                  <a:lnTo>
                    <a:pt x="2825" y="8359"/>
                  </a:lnTo>
                  <a:lnTo>
                    <a:pt x="3310" y="8627"/>
                  </a:lnTo>
                  <a:lnTo>
                    <a:pt x="3323" y="8640"/>
                  </a:lnTo>
                  <a:lnTo>
                    <a:pt x="3796" y="9100"/>
                  </a:lnTo>
                  <a:lnTo>
                    <a:pt x="3809" y="9113"/>
                  </a:lnTo>
                  <a:lnTo>
                    <a:pt x="4090" y="9522"/>
                  </a:lnTo>
                  <a:lnTo>
                    <a:pt x="5240" y="9534"/>
                  </a:lnTo>
                  <a:lnTo>
                    <a:pt x="5432" y="9036"/>
                  </a:lnTo>
                  <a:lnTo>
                    <a:pt x="5458" y="9010"/>
                  </a:lnTo>
                  <a:lnTo>
                    <a:pt x="5483" y="8998"/>
                  </a:lnTo>
                  <a:lnTo>
                    <a:pt x="6135" y="8908"/>
                  </a:lnTo>
                  <a:lnTo>
                    <a:pt x="6301" y="8806"/>
                  </a:lnTo>
                  <a:lnTo>
                    <a:pt x="6339" y="8793"/>
                  </a:lnTo>
                  <a:lnTo>
                    <a:pt x="6365" y="8806"/>
                  </a:lnTo>
                  <a:lnTo>
                    <a:pt x="6723" y="9023"/>
                  </a:lnTo>
                  <a:lnTo>
                    <a:pt x="7093" y="9023"/>
                  </a:lnTo>
                  <a:lnTo>
                    <a:pt x="7247" y="8831"/>
                  </a:lnTo>
                  <a:lnTo>
                    <a:pt x="7272" y="8819"/>
                  </a:lnTo>
                  <a:lnTo>
                    <a:pt x="7298" y="8806"/>
                  </a:lnTo>
                  <a:lnTo>
                    <a:pt x="7528" y="8870"/>
                  </a:lnTo>
                  <a:lnTo>
                    <a:pt x="8039" y="8806"/>
                  </a:lnTo>
                  <a:lnTo>
                    <a:pt x="8653" y="8295"/>
                  </a:lnTo>
                  <a:lnTo>
                    <a:pt x="8691" y="8282"/>
                  </a:lnTo>
                  <a:lnTo>
                    <a:pt x="9624" y="8295"/>
                  </a:lnTo>
                  <a:lnTo>
                    <a:pt x="12052" y="5649"/>
                  </a:lnTo>
                  <a:lnTo>
                    <a:pt x="11426" y="5636"/>
                  </a:lnTo>
                  <a:lnTo>
                    <a:pt x="11413" y="5636"/>
                  </a:lnTo>
                  <a:lnTo>
                    <a:pt x="8231" y="4524"/>
                  </a:lnTo>
                  <a:lnTo>
                    <a:pt x="8205" y="4512"/>
                  </a:lnTo>
                  <a:lnTo>
                    <a:pt x="8193" y="4473"/>
                  </a:lnTo>
                  <a:lnTo>
                    <a:pt x="8205" y="4179"/>
                  </a:lnTo>
                  <a:lnTo>
                    <a:pt x="7771" y="3655"/>
                  </a:lnTo>
                  <a:lnTo>
                    <a:pt x="7758" y="3630"/>
                  </a:lnTo>
                  <a:lnTo>
                    <a:pt x="7707" y="3412"/>
                  </a:lnTo>
                  <a:lnTo>
                    <a:pt x="7707" y="3387"/>
                  </a:lnTo>
                  <a:lnTo>
                    <a:pt x="7809" y="3144"/>
                  </a:lnTo>
                  <a:lnTo>
                    <a:pt x="7426" y="3055"/>
                  </a:lnTo>
                  <a:lnTo>
                    <a:pt x="7324" y="3208"/>
                  </a:lnTo>
                  <a:lnTo>
                    <a:pt x="7311" y="3234"/>
                  </a:lnTo>
                  <a:lnTo>
                    <a:pt x="7157" y="3323"/>
                  </a:lnTo>
                  <a:lnTo>
                    <a:pt x="7132" y="3336"/>
                  </a:lnTo>
                  <a:lnTo>
                    <a:pt x="7106" y="3323"/>
                  </a:lnTo>
                  <a:lnTo>
                    <a:pt x="7081" y="3310"/>
                  </a:lnTo>
                  <a:lnTo>
                    <a:pt x="7081" y="3285"/>
                  </a:lnTo>
                  <a:lnTo>
                    <a:pt x="6953" y="2646"/>
                  </a:lnTo>
                  <a:lnTo>
                    <a:pt x="6953" y="2620"/>
                  </a:lnTo>
                  <a:lnTo>
                    <a:pt x="7349" y="1879"/>
                  </a:lnTo>
                  <a:lnTo>
                    <a:pt x="7157" y="1598"/>
                  </a:lnTo>
                  <a:lnTo>
                    <a:pt x="6301" y="1201"/>
                  </a:lnTo>
                  <a:lnTo>
                    <a:pt x="6301" y="1189"/>
                  </a:lnTo>
                  <a:lnTo>
                    <a:pt x="4550" y="77"/>
                  </a:lnTo>
                  <a:lnTo>
                    <a:pt x="4052" y="77"/>
                  </a:lnTo>
                  <a:lnTo>
                    <a:pt x="4026" y="64"/>
                  </a:lnTo>
                  <a:lnTo>
                    <a:pt x="4013" y="51"/>
                  </a:lnTo>
                  <a:lnTo>
                    <a:pt x="4001" y="38"/>
                  </a:lnTo>
                  <a:lnTo>
                    <a:pt x="4001" y="13"/>
                  </a:lnTo>
                  <a:lnTo>
                    <a:pt x="4001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5" name="Google Shape;1035;p60"/>
            <p:cNvSpPr/>
            <p:nvPr/>
          </p:nvSpPr>
          <p:spPr>
            <a:xfrm>
              <a:off x="4042275" y="3581025"/>
              <a:ext cx="237100" cy="300350"/>
            </a:xfrm>
            <a:custGeom>
              <a:rect b="b" l="l" r="r" t="t"/>
              <a:pathLst>
                <a:path extrusionOk="0" h="12014" w="9484">
                  <a:moveTo>
                    <a:pt x="6659" y="2147"/>
                  </a:moveTo>
                  <a:lnTo>
                    <a:pt x="6608" y="2454"/>
                  </a:lnTo>
                  <a:lnTo>
                    <a:pt x="6378" y="2582"/>
                  </a:lnTo>
                  <a:lnTo>
                    <a:pt x="6263" y="2416"/>
                  </a:lnTo>
                  <a:lnTo>
                    <a:pt x="6493" y="2147"/>
                  </a:lnTo>
                  <a:close/>
                  <a:moveTo>
                    <a:pt x="6710" y="0"/>
                  </a:moveTo>
                  <a:lnTo>
                    <a:pt x="6570" y="77"/>
                  </a:lnTo>
                  <a:lnTo>
                    <a:pt x="6544" y="90"/>
                  </a:lnTo>
                  <a:lnTo>
                    <a:pt x="5918" y="77"/>
                  </a:lnTo>
                  <a:lnTo>
                    <a:pt x="5854" y="192"/>
                  </a:lnTo>
                  <a:lnTo>
                    <a:pt x="5956" y="243"/>
                  </a:lnTo>
                  <a:lnTo>
                    <a:pt x="6007" y="256"/>
                  </a:lnTo>
                  <a:lnTo>
                    <a:pt x="5995" y="371"/>
                  </a:lnTo>
                  <a:lnTo>
                    <a:pt x="5995" y="460"/>
                  </a:lnTo>
                  <a:lnTo>
                    <a:pt x="6007" y="537"/>
                  </a:lnTo>
                  <a:lnTo>
                    <a:pt x="5995" y="588"/>
                  </a:lnTo>
                  <a:lnTo>
                    <a:pt x="5982" y="626"/>
                  </a:lnTo>
                  <a:lnTo>
                    <a:pt x="5931" y="677"/>
                  </a:lnTo>
                  <a:lnTo>
                    <a:pt x="5892" y="729"/>
                  </a:lnTo>
                  <a:lnTo>
                    <a:pt x="5777" y="818"/>
                  </a:lnTo>
                  <a:lnTo>
                    <a:pt x="5701" y="895"/>
                  </a:lnTo>
                  <a:lnTo>
                    <a:pt x="5611" y="984"/>
                  </a:lnTo>
                  <a:lnTo>
                    <a:pt x="5509" y="1112"/>
                  </a:lnTo>
                  <a:lnTo>
                    <a:pt x="5624" y="1291"/>
                  </a:lnTo>
                  <a:lnTo>
                    <a:pt x="5624" y="1329"/>
                  </a:lnTo>
                  <a:lnTo>
                    <a:pt x="5522" y="1994"/>
                  </a:lnTo>
                  <a:lnTo>
                    <a:pt x="5522" y="2007"/>
                  </a:lnTo>
                  <a:lnTo>
                    <a:pt x="5253" y="2595"/>
                  </a:lnTo>
                  <a:lnTo>
                    <a:pt x="5164" y="2722"/>
                  </a:lnTo>
                  <a:lnTo>
                    <a:pt x="5407" y="3131"/>
                  </a:lnTo>
                  <a:lnTo>
                    <a:pt x="5637" y="3157"/>
                  </a:lnTo>
                  <a:lnTo>
                    <a:pt x="5662" y="3170"/>
                  </a:lnTo>
                  <a:lnTo>
                    <a:pt x="5688" y="3182"/>
                  </a:lnTo>
                  <a:lnTo>
                    <a:pt x="5803" y="3413"/>
                  </a:lnTo>
                  <a:lnTo>
                    <a:pt x="6110" y="3476"/>
                  </a:lnTo>
                  <a:lnTo>
                    <a:pt x="6263" y="3349"/>
                  </a:lnTo>
                  <a:lnTo>
                    <a:pt x="6301" y="3336"/>
                  </a:lnTo>
                  <a:lnTo>
                    <a:pt x="6327" y="3336"/>
                  </a:lnTo>
                  <a:lnTo>
                    <a:pt x="6353" y="3361"/>
                  </a:lnTo>
                  <a:lnTo>
                    <a:pt x="6365" y="3387"/>
                  </a:lnTo>
                  <a:lnTo>
                    <a:pt x="6353" y="4141"/>
                  </a:lnTo>
                  <a:lnTo>
                    <a:pt x="6340" y="4167"/>
                  </a:lnTo>
                  <a:lnTo>
                    <a:pt x="6250" y="4320"/>
                  </a:lnTo>
                  <a:lnTo>
                    <a:pt x="6238" y="4333"/>
                  </a:lnTo>
                  <a:lnTo>
                    <a:pt x="6225" y="4346"/>
                  </a:lnTo>
                  <a:lnTo>
                    <a:pt x="6199" y="4346"/>
                  </a:lnTo>
                  <a:lnTo>
                    <a:pt x="6174" y="4333"/>
                  </a:lnTo>
                  <a:lnTo>
                    <a:pt x="6020" y="4230"/>
                  </a:lnTo>
                  <a:lnTo>
                    <a:pt x="5956" y="4269"/>
                  </a:lnTo>
                  <a:lnTo>
                    <a:pt x="5944" y="4282"/>
                  </a:lnTo>
                  <a:lnTo>
                    <a:pt x="5816" y="4333"/>
                  </a:lnTo>
                  <a:lnTo>
                    <a:pt x="5790" y="4346"/>
                  </a:lnTo>
                  <a:lnTo>
                    <a:pt x="5765" y="4333"/>
                  </a:lnTo>
                  <a:lnTo>
                    <a:pt x="5752" y="4320"/>
                  </a:lnTo>
                  <a:lnTo>
                    <a:pt x="5177" y="3591"/>
                  </a:lnTo>
                  <a:lnTo>
                    <a:pt x="4857" y="3476"/>
                  </a:lnTo>
                  <a:lnTo>
                    <a:pt x="4512" y="3387"/>
                  </a:lnTo>
                  <a:lnTo>
                    <a:pt x="4499" y="3387"/>
                  </a:lnTo>
                  <a:lnTo>
                    <a:pt x="4487" y="3361"/>
                  </a:lnTo>
                  <a:lnTo>
                    <a:pt x="4180" y="2799"/>
                  </a:lnTo>
                  <a:lnTo>
                    <a:pt x="4116" y="2748"/>
                  </a:lnTo>
                  <a:lnTo>
                    <a:pt x="4026" y="2978"/>
                  </a:lnTo>
                  <a:lnTo>
                    <a:pt x="4001" y="3004"/>
                  </a:lnTo>
                  <a:lnTo>
                    <a:pt x="3975" y="3016"/>
                  </a:lnTo>
                  <a:lnTo>
                    <a:pt x="3643" y="3016"/>
                  </a:lnTo>
                  <a:lnTo>
                    <a:pt x="2953" y="2914"/>
                  </a:lnTo>
                  <a:lnTo>
                    <a:pt x="2927" y="2914"/>
                  </a:lnTo>
                  <a:lnTo>
                    <a:pt x="2915" y="2889"/>
                  </a:lnTo>
                  <a:lnTo>
                    <a:pt x="2672" y="2543"/>
                  </a:lnTo>
                  <a:lnTo>
                    <a:pt x="2544" y="2467"/>
                  </a:lnTo>
                  <a:lnTo>
                    <a:pt x="2058" y="2543"/>
                  </a:lnTo>
                  <a:lnTo>
                    <a:pt x="2020" y="2543"/>
                  </a:lnTo>
                  <a:lnTo>
                    <a:pt x="1994" y="2505"/>
                  </a:lnTo>
                  <a:lnTo>
                    <a:pt x="1892" y="2147"/>
                  </a:lnTo>
                  <a:lnTo>
                    <a:pt x="1777" y="2198"/>
                  </a:lnTo>
                  <a:lnTo>
                    <a:pt x="1751" y="2211"/>
                  </a:lnTo>
                  <a:lnTo>
                    <a:pt x="1739" y="2211"/>
                  </a:lnTo>
                  <a:lnTo>
                    <a:pt x="1713" y="3809"/>
                  </a:lnTo>
                  <a:lnTo>
                    <a:pt x="1713" y="3834"/>
                  </a:lnTo>
                  <a:lnTo>
                    <a:pt x="1700" y="3847"/>
                  </a:lnTo>
                  <a:lnTo>
                    <a:pt x="1688" y="3860"/>
                  </a:lnTo>
                  <a:lnTo>
                    <a:pt x="1662" y="3873"/>
                  </a:lnTo>
                  <a:lnTo>
                    <a:pt x="154" y="3847"/>
                  </a:lnTo>
                  <a:lnTo>
                    <a:pt x="1" y="6723"/>
                  </a:lnTo>
                  <a:lnTo>
                    <a:pt x="179" y="6940"/>
                  </a:lnTo>
                  <a:lnTo>
                    <a:pt x="192" y="6978"/>
                  </a:lnTo>
                  <a:lnTo>
                    <a:pt x="192" y="7170"/>
                  </a:lnTo>
                  <a:lnTo>
                    <a:pt x="857" y="7720"/>
                  </a:lnTo>
                  <a:lnTo>
                    <a:pt x="2199" y="7592"/>
                  </a:lnTo>
                  <a:lnTo>
                    <a:pt x="2224" y="7605"/>
                  </a:lnTo>
                  <a:lnTo>
                    <a:pt x="2250" y="7617"/>
                  </a:lnTo>
                  <a:lnTo>
                    <a:pt x="2595" y="7962"/>
                  </a:lnTo>
                  <a:lnTo>
                    <a:pt x="3924" y="7975"/>
                  </a:lnTo>
                  <a:lnTo>
                    <a:pt x="4103" y="7835"/>
                  </a:lnTo>
                  <a:lnTo>
                    <a:pt x="4103" y="7592"/>
                  </a:lnTo>
                  <a:lnTo>
                    <a:pt x="4116" y="7566"/>
                  </a:lnTo>
                  <a:lnTo>
                    <a:pt x="4129" y="7553"/>
                  </a:lnTo>
                  <a:lnTo>
                    <a:pt x="4806" y="7029"/>
                  </a:lnTo>
                  <a:lnTo>
                    <a:pt x="4832" y="7017"/>
                  </a:lnTo>
                  <a:lnTo>
                    <a:pt x="5356" y="6991"/>
                  </a:lnTo>
                  <a:lnTo>
                    <a:pt x="5445" y="6659"/>
                  </a:lnTo>
                  <a:lnTo>
                    <a:pt x="5650" y="6275"/>
                  </a:lnTo>
                  <a:lnTo>
                    <a:pt x="5675" y="6250"/>
                  </a:lnTo>
                  <a:lnTo>
                    <a:pt x="5701" y="6237"/>
                  </a:lnTo>
                  <a:lnTo>
                    <a:pt x="6646" y="6250"/>
                  </a:lnTo>
                  <a:lnTo>
                    <a:pt x="6646" y="5815"/>
                  </a:lnTo>
                  <a:lnTo>
                    <a:pt x="6659" y="5790"/>
                  </a:lnTo>
                  <a:lnTo>
                    <a:pt x="6685" y="5764"/>
                  </a:lnTo>
                  <a:lnTo>
                    <a:pt x="8858" y="4933"/>
                  </a:lnTo>
                  <a:lnTo>
                    <a:pt x="8691" y="4473"/>
                  </a:lnTo>
                  <a:lnTo>
                    <a:pt x="8691" y="4448"/>
                  </a:lnTo>
                  <a:lnTo>
                    <a:pt x="8691" y="4435"/>
                  </a:lnTo>
                  <a:lnTo>
                    <a:pt x="8947" y="3962"/>
                  </a:lnTo>
                  <a:lnTo>
                    <a:pt x="8960" y="3937"/>
                  </a:lnTo>
                  <a:lnTo>
                    <a:pt x="9292" y="3681"/>
                  </a:lnTo>
                  <a:lnTo>
                    <a:pt x="9139" y="3553"/>
                  </a:lnTo>
                  <a:lnTo>
                    <a:pt x="9126" y="3528"/>
                  </a:lnTo>
                  <a:lnTo>
                    <a:pt x="9126" y="3502"/>
                  </a:lnTo>
                  <a:lnTo>
                    <a:pt x="9254" y="2454"/>
                  </a:lnTo>
                  <a:lnTo>
                    <a:pt x="9267" y="2416"/>
                  </a:lnTo>
                  <a:lnTo>
                    <a:pt x="9471" y="2237"/>
                  </a:lnTo>
                  <a:lnTo>
                    <a:pt x="9484" y="1917"/>
                  </a:lnTo>
                  <a:lnTo>
                    <a:pt x="9484" y="1738"/>
                  </a:lnTo>
                  <a:lnTo>
                    <a:pt x="9445" y="1687"/>
                  </a:lnTo>
                  <a:lnTo>
                    <a:pt x="9356" y="1585"/>
                  </a:lnTo>
                  <a:lnTo>
                    <a:pt x="9139" y="1329"/>
                  </a:lnTo>
                  <a:lnTo>
                    <a:pt x="9113" y="1291"/>
                  </a:lnTo>
                  <a:lnTo>
                    <a:pt x="9113" y="1176"/>
                  </a:lnTo>
                  <a:lnTo>
                    <a:pt x="9100" y="1176"/>
                  </a:lnTo>
                  <a:lnTo>
                    <a:pt x="8103" y="677"/>
                  </a:lnTo>
                  <a:lnTo>
                    <a:pt x="8103" y="665"/>
                  </a:lnTo>
                  <a:lnTo>
                    <a:pt x="7426" y="281"/>
                  </a:lnTo>
                  <a:lnTo>
                    <a:pt x="7388" y="256"/>
                  </a:lnTo>
                  <a:lnTo>
                    <a:pt x="7107" y="166"/>
                  </a:lnTo>
                  <a:lnTo>
                    <a:pt x="7068" y="102"/>
                  </a:lnTo>
                  <a:lnTo>
                    <a:pt x="6953" y="38"/>
                  </a:lnTo>
                  <a:lnTo>
                    <a:pt x="6710" y="0"/>
                  </a:lnTo>
                  <a:close/>
                  <a:moveTo>
                    <a:pt x="5739" y="6352"/>
                  </a:moveTo>
                  <a:lnTo>
                    <a:pt x="5547" y="6697"/>
                  </a:lnTo>
                  <a:lnTo>
                    <a:pt x="5445" y="7055"/>
                  </a:lnTo>
                  <a:lnTo>
                    <a:pt x="5432" y="7081"/>
                  </a:lnTo>
                  <a:lnTo>
                    <a:pt x="5394" y="7093"/>
                  </a:lnTo>
                  <a:lnTo>
                    <a:pt x="4857" y="7132"/>
                  </a:lnTo>
                  <a:lnTo>
                    <a:pt x="4218" y="7617"/>
                  </a:lnTo>
                  <a:lnTo>
                    <a:pt x="4218" y="7860"/>
                  </a:lnTo>
                  <a:lnTo>
                    <a:pt x="4205" y="7873"/>
                  </a:lnTo>
                  <a:lnTo>
                    <a:pt x="4193" y="7899"/>
                  </a:lnTo>
                  <a:lnTo>
                    <a:pt x="3988" y="8077"/>
                  </a:lnTo>
                  <a:lnTo>
                    <a:pt x="3950" y="8090"/>
                  </a:lnTo>
                  <a:lnTo>
                    <a:pt x="2646" y="8065"/>
                  </a:lnTo>
                  <a:lnTo>
                    <a:pt x="2659" y="8154"/>
                  </a:lnTo>
                  <a:lnTo>
                    <a:pt x="3541" y="9573"/>
                  </a:lnTo>
                  <a:lnTo>
                    <a:pt x="3554" y="9611"/>
                  </a:lnTo>
                  <a:lnTo>
                    <a:pt x="3554" y="9752"/>
                  </a:lnTo>
                  <a:lnTo>
                    <a:pt x="3937" y="10046"/>
                  </a:lnTo>
                  <a:lnTo>
                    <a:pt x="4410" y="10340"/>
                  </a:lnTo>
                  <a:lnTo>
                    <a:pt x="4423" y="10352"/>
                  </a:lnTo>
                  <a:lnTo>
                    <a:pt x="4435" y="10378"/>
                  </a:lnTo>
                  <a:lnTo>
                    <a:pt x="4423" y="11081"/>
                  </a:lnTo>
                  <a:lnTo>
                    <a:pt x="4602" y="11298"/>
                  </a:lnTo>
                  <a:lnTo>
                    <a:pt x="5049" y="11311"/>
                  </a:lnTo>
                  <a:lnTo>
                    <a:pt x="5074" y="11311"/>
                  </a:lnTo>
                  <a:lnTo>
                    <a:pt x="5087" y="11324"/>
                  </a:lnTo>
                  <a:lnTo>
                    <a:pt x="5471" y="11733"/>
                  </a:lnTo>
                  <a:lnTo>
                    <a:pt x="7055" y="12014"/>
                  </a:lnTo>
                  <a:lnTo>
                    <a:pt x="7490" y="11375"/>
                  </a:lnTo>
                  <a:lnTo>
                    <a:pt x="7503" y="11362"/>
                  </a:lnTo>
                  <a:lnTo>
                    <a:pt x="7822" y="11132"/>
                  </a:lnTo>
                  <a:lnTo>
                    <a:pt x="8014" y="10455"/>
                  </a:lnTo>
                  <a:lnTo>
                    <a:pt x="8027" y="10429"/>
                  </a:lnTo>
                  <a:lnTo>
                    <a:pt x="8372" y="10110"/>
                  </a:lnTo>
                  <a:lnTo>
                    <a:pt x="8423" y="9943"/>
                  </a:lnTo>
                  <a:lnTo>
                    <a:pt x="8346" y="9854"/>
                  </a:lnTo>
                  <a:lnTo>
                    <a:pt x="8334" y="9816"/>
                  </a:lnTo>
                  <a:lnTo>
                    <a:pt x="8346" y="9381"/>
                  </a:lnTo>
                  <a:lnTo>
                    <a:pt x="8295" y="9177"/>
                  </a:lnTo>
                  <a:lnTo>
                    <a:pt x="8308" y="9151"/>
                  </a:lnTo>
                  <a:lnTo>
                    <a:pt x="8321" y="9125"/>
                  </a:lnTo>
                  <a:lnTo>
                    <a:pt x="8461" y="8998"/>
                  </a:lnTo>
                  <a:lnTo>
                    <a:pt x="8589" y="8691"/>
                  </a:lnTo>
                  <a:lnTo>
                    <a:pt x="8640" y="8090"/>
                  </a:lnTo>
                  <a:lnTo>
                    <a:pt x="8666" y="7886"/>
                  </a:lnTo>
                  <a:lnTo>
                    <a:pt x="8576" y="7579"/>
                  </a:lnTo>
                  <a:lnTo>
                    <a:pt x="8576" y="7566"/>
                  </a:lnTo>
                  <a:lnTo>
                    <a:pt x="8576" y="7311"/>
                  </a:lnTo>
                  <a:lnTo>
                    <a:pt x="8474" y="7093"/>
                  </a:lnTo>
                  <a:lnTo>
                    <a:pt x="7963" y="7029"/>
                  </a:lnTo>
                  <a:lnTo>
                    <a:pt x="7937" y="7017"/>
                  </a:lnTo>
                  <a:lnTo>
                    <a:pt x="7925" y="6991"/>
                  </a:lnTo>
                  <a:lnTo>
                    <a:pt x="7810" y="6787"/>
                  </a:lnTo>
                  <a:lnTo>
                    <a:pt x="7516" y="6774"/>
                  </a:lnTo>
                  <a:lnTo>
                    <a:pt x="7477" y="6761"/>
                  </a:lnTo>
                  <a:lnTo>
                    <a:pt x="7464" y="6735"/>
                  </a:lnTo>
                  <a:lnTo>
                    <a:pt x="7426" y="6608"/>
                  </a:lnTo>
                  <a:lnTo>
                    <a:pt x="6685" y="6557"/>
                  </a:lnTo>
                  <a:lnTo>
                    <a:pt x="6672" y="6557"/>
                  </a:lnTo>
                  <a:lnTo>
                    <a:pt x="6646" y="6544"/>
                  </a:lnTo>
                  <a:lnTo>
                    <a:pt x="6646" y="6531"/>
                  </a:lnTo>
                  <a:lnTo>
                    <a:pt x="6634" y="6505"/>
                  </a:lnTo>
                  <a:lnTo>
                    <a:pt x="6634" y="6365"/>
                  </a:lnTo>
                  <a:lnTo>
                    <a:pt x="5739" y="6352"/>
                  </a:lnTo>
                  <a:close/>
                </a:path>
              </a:pathLst>
            </a:custGeom>
            <a:solidFill>
              <a:srgbClr val="C8C8C8"/>
            </a:solidFill>
            <a:ln cap="flat" cmpd="sng" w="95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6" name="Google Shape;1036;p60"/>
            <p:cNvSpPr/>
            <p:nvPr/>
          </p:nvSpPr>
          <p:spPr>
            <a:xfrm>
              <a:off x="4042275" y="3581025"/>
              <a:ext cx="237100" cy="300350"/>
            </a:xfrm>
            <a:custGeom>
              <a:rect b="b" l="l" r="r" t="t"/>
              <a:pathLst>
                <a:path extrusionOk="0" fill="none" h="12014" w="9484">
                  <a:moveTo>
                    <a:pt x="8576" y="7566"/>
                  </a:moveTo>
                  <a:lnTo>
                    <a:pt x="8576" y="7311"/>
                  </a:lnTo>
                  <a:lnTo>
                    <a:pt x="8474" y="7093"/>
                  </a:lnTo>
                  <a:lnTo>
                    <a:pt x="7963" y="7029"/>
                  </a:lnTo>
                  <a:lnTo>
                    <a:pt x="7963" y="7029"/>
                  </a:lnTo>
                  <a:lnTo>
                    <a:pt x="7937" y="7017"/>
                  </a:lnTo>
                  <a:lnTo>
                    <a:pt x="7925" y="6991"/>
                  </a:lnTo>
                  <a:lnTo>
                    <a:pt x="7810" y="6787"/>
                  </a:lnTo>
                  <a:lnTo>
                    <a:pt x="7516" y="6774"/>
                  </a:lnTo>
                  <a:lnTo>
                    <a:pt x="7516" y="6774"/>
                  </a:lnTo>
                  <a:lnTo>
                    <a:pt x="7477" y="6761"/>
                  </a:lnTo>
                  <a:lnTo>
                    <a:pt x="7464" y="6735"/>
                  </a:lnTo>
                  <a:lnTo>
                    <a:pt x="7426" y="6608"/>
                  </a:lnTo>
                  <a:lnTo>
                    <a:pt x="6685" y="6557"/>
                  </a:lnTo>
                  <a:lnTo>
                    <a:pt x="6685" y="6557"/>
                  </a:lnTo>
                  <a:lnTo>
                    <a:pt x="6672" y="6557"/>
                  </a:lnTo>
                  <a:lnTo>
                    <a:pt x="6646" y="6544"/>
                  </a:lnTo>
                  <a:lnTo>
                    <a:pt x="6646" y="6531"/>
                  </a:lnTo>
                  <a:lnTo>
                    <a:pt x="6634" y="6505"/>
                  </a:lnTo>
                  <a:lnTo>
                    <a:pt x="6634" y="6365"/>
                  </a:lnTo>
                  <a:lnTo>
                    <a:pt x="5739" y="6352"/>
                  </a:lnTo>
                  <a:lnTo>
                    <a:pt x="5547" y="6697"/>
                  </a:lnTo>
                  <a:lnTo>
                    <a:pt x="5445" y="7055"/>
                  </a:lnTo>
                  <a:lnTo>
                    <a:pt x="5445" y="7055"/>
                  </a:lnTo>
                  <a:lnTo>
                    <a:pt x="5432" y="7081"/>
                  </a:lnTo>
                  <a:lnTo>
                    <a:pt x="5394" y="7093"/>
                  </a:lnTo>
                  <a:lnTo>
                    <a:pt x="4857" y="7132"/>
                  </a:lnTo>
                  <a:lnTo>
                    <a:pt x="4218" y="7617"/>
                  </a:lnTo>
                  <a:lnTo>
                    <a:pt x="4218" y="7860"/>
                  </a:lnTo>
                  <a:lnTo>
                    <a:pt x="4218" y="7860"/>
                  </a:lnTo>
                  <a:lnTo>
                    <a:pt x="4205" y="7873"/>
                  </a:lnTo>
                  <a:lnTo>
                    <a:pt x="4193" y="7899"/>
                  </a:lnTo>
                  <a:lnTo>
                    <a:pt x="3988" y="8077"/>
                  </a:lnTo>
                  <a:lnTo>
                    <a:pt x="3988" y="8077"/>
                  </a:lnTo>
                  <a:lnTo>
                    <a:pt x="3950" y="8090"/>
                  </a:lnTo>
                  <a:lnTo>
                    <a:pt x="2646" y="8065"/>
                  </a:lnTo>
                  <a:lnTo>
                    <a:pt x="2659" y="8154"/>
                  </a:lnTo>
                  <a:lnTo>
                    <a:pt x="3541" y="9573"/>
                  </a:lnTo>
                  <a:lnTo>
                    <a:pt x="3541" y="9573"/>
                  </a:lnTo>
                  <a:lnTo>
                    <a:pt x="3554" y="9611"/>
                  </a:lnTo>
                  <a:lnTo>
                    <a:pt x="3554" y="9752"/>
                  </a:lnTo>
                  <a:lnTo>
                    <a:pt x="3937" y="10046"/>
                  </a:lnTo>
                  <a:lnTo>
                    <a:pt x="4410" y="10340"/>
                  </a:lnTo>
                  <a:lnTo>
                    <a:pt x="4410" y="10340"/>
                  </a:lnTo>
                  <a:lnTo>
                    <a:pt x="4423" y="10352"/>
                  </a:lnTo>
                  <a:lnTo>
                    <a:pt x="4435" y="10378"/>
                  </a:lnTo>
                  <a:lnTo>
                    <a:pt x="4423" y="11081"/>
                  </a:lnTo>
                  <a:lnTo>
                    <a:pt x="4602" y="11298"/>
                  </a:lnTo>
                  <a:lnTo>
                    <a:pt x="5049" y="11311"/>
                  </a:lnTo>
                  <a:lnTo>
                    <a:pt x="5049" y="11311"/>
                  </a:lnTo>
                  <a:lnTo>
                    <a:pt x="5074" y="11311"/>
                  </a:lnTo>
                  <a:lnTo>
                    <a:pt x="5087" y="11324"/>
                  </a:lnTo>
                  <a:lnTo>
                    <a:pt x="5471" y="11733"/>
                  </a:lnTo>
                  <a:lnTo>
                    <a:pt x="7055" y="12014"/>
                  </a:lnTo>
                  <a:lnTo>
                    <a:pt x="7490" y="11375"/>
                  </a:lnTo>
                  <a:lnTo>
                    <a:pt x="7490" y="11375"/>
                  </a:lnTo>
                  <a:lnTo>
                    <a:pt x="7503" y="11362"/>
                  </a:lnTo>
                  <a:lnTo>
                    <a:pt x="7822" y="11132"/>
                  </a:lnTo>
                  <a:lnTo>
                    <a:pt x="8014" y="10455"/>
                  </a:lnTo>
                  <a:lnTo>
                    <a:pt x="8014" y="10455"/>
                  </a:lnTo>
                  <a:lnTo>
                    <a:pt x="8027" y="10429"/>
                  </a:lnTo>
                  <a:lnTo>
                    <a:pt x="8372" y="10110"/>
                  </a:lnTo>
                  <a:lnTo>
                    <a:pt x="8423" y="9943"/>
                  </a:lnTo>
                  <a:lnTo>
                    <a:pt x="8346" y="9854"/>
                  </a:lnTo>
                  <a:lnTo>
                    <a:pt x="8346" y="9854"/>
                  </a:lnTo>
                  <a:lnTo>
                    <a:pt x="8334" y="9816"/>
                  </a:lnTo>
                  <a:lnTo>
                    <a:pt x="8346" y="9381"/>
                  </a:lnTo>
                  <a:lnTo>
                    <a:pt x="8295" y="9177"/>
                  </a:lnTo>
                  <a:lnTo>
                    <a:pt x="8295" y="9177"/>
                  </a:lnTo>
                  <a:lnTo>
                    <a:pt x="8308" y="9151"/>
                  </a:lnTo>
                  <a:lnTo>
                    <a:pt x="8321" y="9125"/>
                  </a:lnTo>
                  <a:lnTo>
                    <a:pt x="8461" y="8998"/>
                  </a:lnTo>
                  <a:lnTo>
                    <a:pt x="8589" y="8691"/>
                  </a:lnTo>
                  <a:lnTo>
                    <a:pt x="8640" y="8090"/>
                  </a:lnTo>
                  <a:lnTo>
                    <a:pt x="8640" y="8090"/>
                  </a:lnTo>
                  <a:lnTo>
                    <a:pt x="8640" y="8090"/>
                  </a:lnTo>
                  <a:lnTo>
                    <a:pt x="8666" y="7886"/>
                  </a:lnTo>
                  <a:lnTo>
                    <a:pt x="8576" y="7579"/>
                  </a:lnTo>
                  <a:lnTo>
                    <a:pt x="8576" y="7579"/>
                  </a:lnTo>
                  <a:lnTo>
                    <a:pt x="8576" y="7566"/>
                  </a:lnTo>
                  <a:lnTo>
                    <a:pt x="8576" y="7566"/>
                  </a:lnTo>
                  <a:close/>
                  <a:moveTo>
                    <a:pt x="9267" y="2416"/>
                  </a:moveTo>
                  <a:lnTo>
                    <a:pt x="9471" y="2237"/>
                  </a:lnTo>
                  <a:lnTo>
                    <a:pt x="9471" y="2237"/>
                  </a:lnTo>
                  <a:lnTo>
                    <a:pt x="9484" y="1917"/>
                  </a:lnTo>
                  <a:lnTo>
                    <a:pt x="9484" y="1738"/>
                  </a:lnTo>
                  <a:lnTo>
                    <a:pt x="9484" y="1738"/>
                  </a:lnTo>
                  <a:lnTo>
                    <a:pt x="9445" y="1687"/>
                  </a:lnTo>
                  <a:lnTo>
                    <a:pt x="9356" y="1585"/>
                  </a:lnTo>
                  <a:lnTo>
                    <a:pt x="9139" y="1329"/>
                  </a:lnTo>
                  <a:lnTo>
                    <a:pt x="9139" y="1329"/>
                  </a:lnTo>
                  <a:lnTo>
                    <a:pt x="9113" y="1291"/>
                  </a:lnTo>
                  <a:lnTo>
                    <a:pt x="9113" y="1176"/>
                  </a:lnTo>
                  <a:lnTo>
                    <a:pt x="9113" y="1176"/>
                  </a:lnTo>
                  <a:lnTo>
                    <a:pt x="9113" y="1176"/>
                  </a:lnTo>
                  <a:lnTo>
                    <a:pt x="9100" y="1176"/>
                  </a:lnTo>
                  <a:lnTo>
                    <a:pt x="8103" y="677"/>
                  </a:lnTo>
                  <a:lnTo>
                    <a:pt x="8103" y="677"/>
                  </a:lnTo>
                  <a:lnTo>
                    <a:pt x="8103" y="665"/>
                  </a:lnTo>
                  <a:lnTo>
                    <a:pt x="7426" y="281"/>
                  </a:lnTo>
                  <a:lnTo>
                    <a:pt x="7388" y="256"/>
                  </a:lnTo>
                  <a:lnTo>
                    <a:pt x="7107" y="166"/>
                  </a:lnTo>
                  <a:lnTo>
                    <a:pt x="7068" y="102"/>
                  </a:lnTo>
                  <a:lnTo>
                    <a:pt x="6953" y="38"/>
                  </a:lnTo>
                  <a:lnTo>
                    <a:pt x="6710" y="0"/>
                  </a:lnTo>
                  <a:lnTo>
                    <a:pt x="6570" y="77"/>
                  </a:lnTo>
                  <a:lnTo>
                    <a:pt x="6570" y="77"/>
                  </a:lnTo>
                  <a:lnTo>
                    <a:pt x="6544" y="90"/>
                  </a:lnTo>
                  <a:lnTo>
                    <a:pt x="5918" y="77"/>
                  </a:lnTo>
                  <a:lnTo>
                    <a:pt x="5854" y="192"/>
                  </a:lnTo>
                  <a:lnTo>
                    <a:pt x="5854" y="192"/>
                  </a:lnTo>
                  <a:lnTo>
                    <a:pt x="5956" y="243"/>
                  </a:lnTo>
                  <a:lnTo>
                    <a:pt x="6007" y="256"/>
                  </a:lnTo>
                  <a:lnTo>
                    <a:pt x="6007" y="256"/>
                  </a:lnTo>
                  <a:lnTo>
                    <a:pt x="5995" y="371"/>
                  </a:lnTo>
                  <a:lnTo>
                    <a:pt x="5995" y="460"/>
                  </a:lnTo>
                  <a:lnTo>
                    <a:pt x="6007" y="537"/>
                  </a:lnTo>
                  <a:lnTo>
                    <a:pt x="6007" y="537"/>
                  </a:lnTo>
                  <a:lnTo>
                    <a:pt x="5995" y="588"/>
                  </a:lnTo>
                  <a:lnTo>
                    <a:pt x="5982" y="626"/>
                  </a:lnTo>
                  <a:lnTo>
                    <a:pt x="5931" y="677"/>
                  </a:lnTo>
                  <a:lnTo>
                    <a:pt x="5892" y="729"/>
                  </a:lnTo>
                  <a:lnTo>
                    <a:pt x="5777" y="818"/>
                  </a:lnTo>
                  <a:lnTo>
                    <a:pt x="5701" y="895"/>
                  </a:lnTo>
                  <a:lnTo>
                    <a:pt x="5701" y="895"/>
                  </a:lnTo>
                  <a:lnTo>
                    <a:pt x="5611" y="984"/>
                  </a:lnTo>
                  <a:lnTo>
                    <a:pt x="5509" y="1112"/>
                  </a:lnTo>
                  <a:lnTo>
                    <a:pt x="5624" y="1291"/>
                  </a:lnTo>
                  <a:lnTo>
                    <a:pt x="5624" y="1291"/>
                  </a:lnTo>
                  <a:lnTo>
                    <a:pt x="5624" y="1329"/>
                  </a:lnTo>
                  <a:lnTo>
                    <a:pt x="5522" y="1994"/>
                  </a:lnTo>
                  <a:lnTo>
                    <a:pt x="5522" y="1994"/>
                  </a:lnTo>
                  <a:lnTo>
                    <a:pt x="5522" y="2007"/>
                  </a:lnTo>
                  <a:lnTo>
                    <a:pt x="5253" y="2595"/>
                  </a:lnTo>
                  <a:lnTo>
                    <a:pt x="5253" y="2595"/>
                  </a:lnTo>
                  <a:lnTo>
                    <a:pt x="5253" y="2595"/>
                  </a:lnTo>
                  <a:lnTo>
                    <a:pt x="5164" y="2722"/>
                  </a:lnTo>
                  <a:lnTo>
                    <a:pt x="5407" y="3131"/>
                  </a:lnTo>
                  <a:lnTo>
                    <a:pt x="5637" y="3157"/>
                  </a:lnTo>
                  <a:lnTo>
                    <a:pt x="5637" y="3157"/>
                  </a:lnTo>
                  <a:lnTo>
                    <a:pt x="5662" y="3170"/>
                  </a:lnTo>
                  <a:lnTo>
                    <a:pt x="5688" y="3182"/>
                  </a:lnTo>
                  <a:lnTo>
                    <a:pt x="5803" y="3413"/>
                  </a:lnTo>
                  <a:lnTo>
                    <a:pt x="6110" y="3476"/>
                  </a:lnTo>
                  <a:lnTo>
                    <a:pt x="6263" y="3349"/>
                  </a:lnTo>
                  <a:lnTo>
                    <a:pt x="6263" y="3349"/>
                  </a:lnTo>
                  <a:lnTo>
                    <a:pt x="6301" y="3336"/>
                  </a:lnTo>
                  <a:lnTo>
                    <a:pt x="6327" y="3336"/>
                  </a:lnTo>
                  <a:lnTo>
                    <a:pt x="6327" y="3336"/>
                  </a:lnTo>
                  <a:lnTo>
                    <a:pt x="6353" y="3361"/>
                  </a:lnTo>
                  <a:lnTo>
                    <a:pt x="6365" y="3387"/>
                  </a:lnTo>
                  <a:lnTo>
                    <a:pt x="6353" y="4141"/>
                  </a:lnTo>
                  <a:lnTo>
                    <a:pt x="6353" y="4141"/>
                  </a:lnTo>
                  <a:lnTo>
                    <a:pt x="6340" y="4167"/>
                  </a:lnTo>
                  <a:lnTo>
                    <a:pt x="6250" y="4320"/>
                  </a:lnTo>
                  <a:lnTo>
                    <a:pt x="6250" y="4320"/>
                  </a:lnTo>
                  <a:lnTo>
                    <a:pt x="6238" y="4333"/>
                  </a:lnTo>
                  <a:lnTo>
                    <a:pt x="6225" y="4346"/>
                  </a:lnTo>
                  <a:lnTo>
                    <a:pt x="6225" y="4346"/>
                  </a:lnTo>
                  <a:lnTo>
                    <a:pt x="6199" y="4346"/>
                  </a:lnTo>
                  <a:lnTo>
                    <a:pt x="6174" y="4333"/>
                  </a:lnTo>
                  <a:lnTo>
                    <a:pt x="6020" y="4230"/>
                  </a:lnTo>
                  <a:lnTo>
                    <a:pt x="5956" y="4269"/>
                  </a:lnTo>
                  <a:lnTo>
                    <a:pt x="5956" y="4269"/>
                  </a:lnTo>
                  <a:lnTo>
                    <a:pt x="5944" y="4282"/>
                  </a:lnTo>
                  <a:lnTo>
                    <a:pt x="5816" y="4333"/>
                  </a:lnTo>
                  <a:lnTo>
                    <a:pt x="5816" y="4333"/>
                  </a:lnTo>
                  <a:lnTo>
                    <a:pt x="5790" y="4346"/>
                  </a:lnTo>
                  <a:lnTo>
                    <a:pt x="5790" y="4346"/>
                  </a:lnTo>
                  <a:lnTo>
                    <a:pt x="5765" y="4333"/>
                  </a:lnTo>
                  <a:lnTo>
                    <a:pt x="5752" y="4320"/>
                  </a:lnTo>
                  <a:lnTo>
                    <a:pt x="5177" y="3591"/>
                  </a:lnTo>
                  <a:lnTo>
                    <a:pt x="4857" y="3476"/>
                  </a:lnTo>
                  <a:lnTo>
                    <a:pt x="4512" y="3387"/>
                  </a:lnTo>
                  <a:lnTo>
                    <a:pt x="4512" y="3387"/>
                  </a:lnTo>
                  <a:lnTo>
                    <a:pt x="4499" y="3387"/>
                  </a:lnTo>
                  <a:lnTo>
                    <a:pt x="4487" y="3361"/>
                  </a:lnTo>
                  <a:lnTo>
                    <a:pt x="4180" y="2799"/>
                  </a:lnTo>
                  <a:lnTo>
                    <a:pt x="4116" y="2748"/>
                  </a:lnTo>
                  <a:lnTo>
                    <a:pt x="4026" y="2978"/>
                  </a:lnTo>
                  <a:lnTo>
                    <a:pt x="4026" y="2978"/>
                  </a:lnTo>
                  <a:lnTo>
                    <a:pt x="4001" y="3004"/>
                  </a:lnTo>
                  <a:lnTo>
                    <a:pt x="3975" y="3016"/>
                  </a:lnTo>
                  <a:lnTo>
                    <a:pt x="3643" y="3016"/>
                  </a:lnTo>
                  <a:lnTo>
                    <a:pt x="3643" y="3016"/>
                  </a:lnTo>
                  <a:lnTo>
                    <a:pt x="3643" y="3016"/>
                  </a:lnTo>
                  <a:lnTo>
                    <a:pt x="2953" y="2914"/>
                  </a:lnTo>
                  <a:lnTo>
                    <a:pt x="2953" y="2914"/>
                  </a:lnTo>
                  <a:lnTo>
                    <a:pt x="2927" y="2914"/>
                  </a:lnTo>
                  <a:lnTo>
                    <a:pt x="2915" y="2889"/>
                  </a:lnTo>
                  <a:lnTo>
                    <a:pt x="2672" y="2543"/>
                  </a:lnTo>
                  <a:lnTo>
                    <a:pt x="2544" y="2467"/>
                  </a:lnTo>
                  <a:lnTo>
                    <a:pt x="2058" y="2543"/>
                  </a:lnTo>
                  <a:lnTo>
                    <a:pt x="2058" y="2543"/>
                  </a:lnTo>
                  <a:lnTo>
                    <a:pt x="2020" y="2543"/>
                  </a:lnTo>
                  <a:lnTo>
                    <a:pt x="1994" y="2505"/>
                  </a:lnTo>
                  <a:lnTo>
                    <a:pt x="1892" y="2147"/>
                  </a:lnTo>
                  <a:lnTo>
                    <a:pt x="1777" y="2198"/>
                  </a:lnTo>
                  <a:lnTo>
                    <a:pt x="1777" y="2198"/>
                  </a:lnTo>
                  <a:lnTo>
                    <a:pt x="1751" y="2211"/>
                  </a:lnTo>
                  <a:lnTo>
                    <a:pt x="1739" y="2211"/>
                  </a:lnTo>
                  <a:lnTo>
                    <a:pt x="1713" y="3809"/>
                  </a:lnTo>
                  <a:lnTo>
                    <a:pt x="1713" y="3809"/>
                  </a:lnTo>
                  <a:lnTo>
                    <a:pt x="1713" y="3834"/>
                  </a:lnTo>
                  <a:lnTo>
                    <a:pt x="1700" y="3847"/>
                  </a:lnTo>
                  <a:lnTo>
                    <a:pt x="1688" y="3860"/>
                  </a:lnTo>
                  <a:lnTo>
                    <a:pt x="1662" y="3873"/>
                  </a:lnTo>
                  <a:lnTo>
                    <a:pt x="154" y="3847"/>
                  </a:lnTo>
                  <a:lnTo>
                    <a:pt x="1" y="6723"/>
                  </a:lnTo>
                  <a:lnTo>
                    <a:pt x="179" y="6940"/>
                  </a:lnTo>
                  <a:lnTo>
                    <a:pt x="179" y="6940"/>
                  </a:lnTo>
                  <a:lnTo>
                    <a:pt x="192" y="6978"/>
                  </a:lnTo>
                  <a:lnTo>
                    <a:pt x="192" y="7170"/>
                  </a:lnTo>
                  <a:lnTo>
                    <a:pt x="857" y="7720"/>
                  </a:lnTo>
                  <a:lnTo>
                    <a:pt x="2199" y="7592"/>
                  </a:lnTo>
                  <a:lnTo>
                    <a:pt x="2199" y="7592"/>
                  </a:lnTo>
                  <a:lnTo>
                    <a:pt x="2224" y="7605"/>
                  </a:lnTo>
                  <a:lnTo>
                    <a:pt x="2250" y="7617"/>
                  </a:lnTo>
                  <a:lnTo>
                    <a:pt x="2595" y="7962"/>
                  </a:lnTo>
                  <a:lnTo>
                    <a:pt x="3924" y="7975"/>
                  </a:lnTo>
                  <a:lnTo>
                    <a:pt x="4103" y="7835"/>
                  </a:lnTo>
                  <a:lnTo>
                    <a:pt x="4103" y="7592"/>
                  </a:lnTo>
                  <a:lnTo>
                    <a:pt x="4103" y="7592"/>
                  </a:lnTo>
                  <a:lnTo>
                    <a:pt x="4116" y="7566"/>
                  </a:lnTo>
                  <a:lnTo>
                    <a:pt x="4129" y="7553"/>
                  </a:lnTo>
                  <a:lnTo>
                    <a:pt x="4806" y="7029"/>
                  </a:lnTo>
                  <a:lnTo>
                    <a:pt x="4806" y="7029"/>
                  </a:lnTo>
                  <a:lnTo>
                    <a:pt x="4832" y="7017"/>
                  </a:lnTo>
                  <a:lnTo>
                    <a:pt x="5356" y="6991"/>
                  </a:lnTo>
                  <a:lnTo>
                    <a:pt x="5445" y="6659"/>
                  </a:lnTo>
                  <a:lnTo>
                    <a:pt x="5445" y="6659"/>
                  </a:lnTo>
                  <a:lnTo>
                    <a:pt x="5445" y="6659"/>
                  </a:lnTo>
                  <a:lnTo>
                    <a:pt x="5650" y="6275"/>
                  </a:lnTo>
                  <a:lnTo>
                    <a:pt x="5650" y="6275"/>
                  </a:lnTo>
                  <a:lnTo>
                    <a:pt x="5675" y="6250"/>
                  </a:lnTo>
                  <a:lnTo>
                    <a:pt x="5701" y="6237"/>
                  </a:lnTo>
                  <a:lnTo>
                    <a:pt x="6646" y="6250"/>
                  </a:lnTo>
                  <a:lnTo>
                    <a:pt x="6646" y="5815"/>
                  </a:lnTo>
                  <a:lnTo>
                    <a:pt x="6646" y="5815"/>
                  </a:lnTo>
                  <a:lnTo>
                    <a:pt x="6659" y="5790"/>
                  </a:lnTo>
                  <a:lnTo>
                    <a:pt x="6685" y="5764"/>
                  </a:lnTo>
                  <a:lnTo>
                    <a:pt x="8858" y="4933"/>
                  </a:lnTo>
                  <a:lnTo>
                    <a:pt x="8691" y="4473"/>
                  </a:lnTo>
                  <a:lnTo>
                    <a:pt x="8691" y="4473"/>
                  </a:lnTo>
                  <a:lnTo>
                    <a:pt x="8691" y="4448"/>
                  </a:lnTo>
                  <a:lnTo>
                    <a:pt x="8691" y="4435"/>
                  </a:lnTo>
                  <a:lnTo>
                    <a:pt x="8947" y="3962"/>
                  </a:lnTo>
                  <a:lnTo>
                    <a:pt x="8947" y="3962"/>
                  </a:lnTo>
                  <a:lnTo>
                    <a:pt x="8960" y="3937"/>
                  </a:lnTo>
                  <a:lnTo>
                    <a:pt x="9292" y="3681"/>
                  </a:lnTo>
                  <a:lnTo>
                    <a:pt x="9139" y="3553"/>
                  </a:lnTo>
                  <a:lnTo>
                    <a:pt x="9139" y="3553"/>
                  </a:lnTo>
                  <a:lnTo>
                    <a:pt x="9126" y="3528"/>
                  </a:lnTo>
                  <a:lnTo>
                    <a:pt x="9126" y="3502"/>
                  </a:lnTo>
                  <a:lnTo>
                    <a:pt x="9254" y="2454"/>
                  </a:lnTo>
                  <a:lnTo>
                    <a:pt x="9254" y="2454"/>
                  </a:lnTo>
                  <a:lnTo>
                    <a:pt x="9267" y="2416"/>
                  </a:lnTo>
                  <a:lnTo>
                    <a:pt x="9267" y="2416"/>
                  </a:lnTo>
                  <a:close/>
                  <a:moveTo>
                    <a:pt x="6608" y="2454"/>
                  </a:moveTo>
                  <a:lnTo>
                    <a:pt x="6378" y="2582"/>
                  </a:lnTo>
                  <a:lnTo>
                    <a:pt x="6263" y="2416"/>
                  </a:lnTo>
                  <a:lnTo>
                    <a:pt x="6493" y="2147"/>
                  </a:lnTo>
                  <a:lnTo>
                    <a:pt x="6659" y="2147"/>
                  </a:lnTo>
                  <a:lnTo>
                    <a:pt x="6608" y="2454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7" name="Google Shape;1037;p60"/>
            <p:cNvSpPr/>
            <p:nvPr/>
          </p:nvSpPr>
          <p:spPr>
            <a:xfrm>
              <a:off x="4291175" y="3299525"/>
              <a:ext cx="170325" cy="206425"/>
            </a:xfrm>
            <a:custGeom>
              <a:rect b="b" l="l" r="r" t="t"/>
              <a:pathLst>
                <a:path extrusionOk="0" h="8257" w="6813">
                  <a:moveTo>
                    <a:pt x="1496" y="1163"/>
                  </a:moveTo>
                  <a:lnTo>
                    <a:pt x="1560" y="1355"/>
                  </a:lnTo>
                  <a:lnTo>
                    <a:pt x="1432" y="2250"/>
                  </a:lnTo>
                  <a:lnTo>
                    <a:pt x="1879" y="2851"/>
                  </a:lnTo>
                  <a:lnTo>
                    <a:pt x="1662" y="2851"/>
                  </a:lnTo>
                  <a:lnTo>
                    <a:pt x="1228" y="2224"/>
                  </a:lnTo>
                  <a:lnTo>
                    <a:pt x="1317" y="1355"/>
                  </a:lnTo>
                  <a:lnTo>
                    <a:pt x="1496" y="1163"/>
                  </a:lnTo>
                  <a:close/>
                  <a:moveTo>
                    <a:pt x="1164" y="0"/>
                  </a:moveTo>
                  <a:lnTo>
                    <a:pt x="793" y="179"/>
                  </a:lnTo>
                  <a:lnTo>
                    <a:pt x="77" y="806"/>
                  </a:lnTo>
                  <a:lnTo>
                    <a:pt x="231" y="1061"/>
                  </a:lnTo>
                  <a:lnTo>
                    <a:pt x="461" y="1125"/>
                  </a:lnTo>
                  <a:lnTo>
                    <a:pt x="474" y="1138"/>
                  </a:lnTo>
                  <a:lnTo>
                    <a:pt x="499" y="1163"/>
                  </a:lnTo>
                  <a:lnTo>
                    <a:pt x="870" y="2275"/>
                  </a:lnTo>
                  <a:lnTo>
                    <a:pt x="870" y="2301"/>
                  </a:lnTo>
                  <a:lnTo>
                    <a:pt x="806" y="2582"/>
                  </a:lnTo>
                  <a:lnTo>
                    <a:pt x="921" y="2787"/>
                  </a:lnTo>
                  <a:lnTo>
                    <a:pt x="934" y="2825"/>
                  </a:lnTo>
                  <a:lnTo>
                    <a:pt x="921" y="3093"/>
                  </a:lnTo>
                  <a:lnTo>
                    <a:pt x="908" y="3132"/>
                  </a:lnTo>
                  <a:lnTo>
                    <a:pt x="13" y="4154"/>
                  </a:lnTo>
                  <a:lnTo>
                    <a:pt x="13" y="4780"/>
                  </a:lnTo>
                  <a:lnTo>
                    <a:pt x="397" y="4793"/>
                  </a:lnTo>
                  <a:lnTo>
                    <a:pt x="397" y="4972"/>
                  </a:lnTo>
                  <a:lnTo>
                    <a:pt x="1" y="5113"/>
                  </a:lnTo>
                  <a:lnTo>
                    <a:pt x="1" y="5138"/>
                  </a:lnTo>
                  <a:lnTo>
                    <a:pt x="269" y="5138"/>
                  </a:lnTo>
                  <a:lnTo>
                    <a:pt x="295" y="5151"/>
                  </a:lnTo>
                  <a:lnTo>
                    <a:pt x="2966" y="6991"/>
                  </a:lnTo>
                  <a:lnTo>
                    <a:pt x="2979" y="7004"/>
                  </a:lnTo>
                  <a:lnTo>
                    <a:pt x="3324" y="7694"/>
                  </a:lnTo>
                  <a:lnTo>
                    <a:pt x="4474" y="8257"/>
                  </a:lnTo>
                  <a:lnTo>
                    <a:pt x="4525" y="8231"/>
                  </a:lnTo>
                  <a:lnTo>
                    <a:pt x="4845" y="7656"/>
                  </a:lnTo>
                  <a:lnTo>
                    <a:pt x="4845" y="7388"/>
                  </a:lnTo>
                  <a:lnTo>
                    <a:pt x="5036" y="7247"/>
                  </a:lnTo>
                  <a:lnTo>
                    <a:pt x="5113" y="6800"/>
                  </a:lnTo>
                  <a:lnTo>
                    <a:pt x="5215" y="6582"/>
                  </a:lnTo>
                  <a:lnTo>
                    <a:pt x="5624" y="6467"/>
                  </a:lnTo>
                  <a:lnTo>
                    <a:pt x="5663" y="6263"/>
                  </a:lnTo>
                  <a:lnTo>
                    <a:pt x="5803" y="6071"/>
                  </a:lnTo>
                  <a:lnTo>
                    <a:pt x="6199" y="6020"/>
                  </a:lnTo>
                  <a:lnTo>
                    <a:pt x="6302" y="5803"/>
                  </a:lnTo>
                  <a:lnTo>
                    <a:pt x="5752" y="5100"/>
                  </a:lnTo>
                  <a:lnTo>
                    <a:pt x="5739" y="5074"/>
                  </a:lnTo>
                  <a:lnTo>
                    <a:pt x="5778" y="1956"/>
                  </a:lnTo>
                  <a:lnTo>
                    <a:pt x="5790" y="1918"/>
                  </a:lnTo>
                  <a:lnTo>
                    <a:pt x="6813" y="767"/>
                  </a:lnTo>
                  <a:lnTo>
                    <a:pt x="6698" y="729"/>
                  </a:lnTo>
                  <a:lnTo>
                    <a:pt x="6557" y="921"/>
                  </a:lnTo>
                  <a:lnTo>
                    <a:pt x="6532" y="933"/>
                  </a:lnTo>
                  <a:lnTo>
                    <a:pt x="6097" y="933"/>
                  </a:lnTo>
                  <a:lnTo>
                    <a:pt x="6071" y="921"/>
                  </a:lnTo>
                  <a:lnTo>
                    <a:pt x="5714" y="716"/>
                  </a:lnTo>
                  <a:lnTo>
                    <a:pt x="5560" y="806"/>
                  </a:lnTo>
                  <a:lnTo>
                    <a:pt x="5547" y="818"/>
                  </a:lnTo>
                  <a:lnTo>
                    <a:pt x="4908" y="908"/>
                  </a:lnTo>
                  <a:lnTo>
                    <a:pt x="4704" y="1419"/>
                  </a:lnTo>
                  <a:lnTo>
                    <a:pt x="4691" y="1445"/>
                  </a:lnTo>
                  <a:lnTo>
                    <a:pt x="4653" y="1457"/>
                  </a:lnTo>
                  <a:lnTo>
                    <a:pt x="3451" y="1432"/>
                  </a:lnTo>
                  <a:lnTo>
                    <a:pt x="3426" y="1432"/>
                  </a:lnTo>
                  <a:lnTo>
                    <a:pt x="3400" y="1406"/>
                  </a:lnTo>
                  <a:lnTo>
                    <a:pt x="3106" y="985"/>
                  </a:lnTo>
                  <a:lnTo>
                    <a:pt x="2646" y="524"/>
                  </a:lnTo>
                  <a:lnTo>
                    <a:pt x="2161" y="269"/>
                  </a:lnTo>
                  <a:lnTo>
                    <a:pt x="1598" y="128"/>
                  </a:lnTo>
                  <a:lnTo>
                    <a:pt x="1585" y="128"/>
                  </a:lnTo>
                  <a:lnTo>
                    <a:pt x="1164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8" name="Google Shape;1038;p60"/>
            <p:cNvSpPr/>
            <p:nvPr/>
          </p:nvSpPr>
          <p:spPr>
            <a:xfrm>
              <a:off x="4210975" y="3633100"/>
              <a:ext cx="209950" cy="344450"/>
            </a:xfrm>
            <a:custGeom>
              <a:rect b="b" l="l" r="r" t="t"/>
              <a:pathLst>
                <a:path extrusionOk="0" h="13778" w="8398">
                  <a:moveTo>
                    <a:pt x="8308" y="0"/>
                  </a:moveTo>
                  <a:lnTo>
                    <a:pt x="7733" y="537"/>
                  </a:lnTo>
                  <a:lnTo>
                    <a:pt x="7720" y="550"/>
                  </a:lnTo>
                  <a:lnTo>
                    <a:pt x="7529" y="550"/>
                  </a:lnTo>
                  <a:lnTo>
                    <a:pt x="6774" y="754"/>
                  </a:lnTo>
                  <a:lnTo>
                    <a:pt x="6608" y="844"/>
                  </a:lnTo>
                  <a:lnTo>
                    <a:pt x="6583" y="857"/>
                  </a:lnTo>
                  <a:lnTo>
                    <a:pt x="6544" y="844"/>
                  </a:lnTo>
                  <a:lnTo>
                    <a:pt x="6302" y="691"/>
                  </a:lnTo>
                  <a:lnTo>
                    <a:pt x="5982" y="1010"/>
                  </a:lnTo>
                  <a:lnTo>
                    <a:pt x="5957" y="1023"/>
                  </a:lnTo>
                  <a:lnTo>
                    <a:pt x="5944" y="1023"/>
                  </a:lnTo>
                  <a:lnTo>
                    <a:pt x="5496" y="1036"/>
                  </a:lnTo>
                  <a:lnTo>
                    <a:pt x="5484" y="1023"/>
                  </a:lnTo>
                  <a:lnTo>
                    <a:pt x="5305" y="972"/>
                  </a:lnTo>
                  <a:lnTo>
                    <a:pt x="4960" y="1112"/>
                  </a:lnTo>
                  <a:lnTo>
                    <a:pt x="4947" y="1112"/>
                  </a:lnTo>
                  <a:lnTo>
                    <a:pt x="4909" y="1099"/>
                  </a:lnTo>
                  <a:lnTo>
                    <a:pt x="4512" y="742"/>
                  </a:lnTo>
                  <a:lnTo>
                    <a:pt x="4385" y="742"/>
                  </a:lnTo>
                  <a:lnTo>
                    <a:pt x="4218" y="959"/>
                  </a:lnTo>
                  <a:lnTo>
                    <a:pt x="4206" y="972"/>
                  </a:lnTo>
                  <a:lnTo>
                    <a:pt x="4167" y="984"/>
                  </a:lnTo>
                  <a:lnTo>
                    <a:pt x="3745" y="933"/>
                  </a:lnTo>
                  <a:lnTo>
                    <a:pt x="3605" y="1278"/>
                  </a:lnTo>
                  <a:lnTo>
                    <a:pt x="3784" y="1905"/>
                  </a:lnTo>
                  <a:lnTo>
                    <a:pt x="3976" y="2275"/>
                  </a:lnTo>
                  <a:lnTo>
                    <a:pt x="4091" y="2748"/>
                  </a:lnTo>
                  <a:lnTo>
                    <a:pt x="3912" y="2774"/>
                  </a:lnTo>
                  <a:lnTo>
                    <a:pt x="4193" y="3426"/>
                  </a:lnTo>
                  <a:lnTo>
                    <a:pt x="4321" y="3592"/>
                  </a:lnTo>
                  <a:lnTo>
                    <a:pt x="4333" y="3604"/>
                  </a:lnTo>
                  <a:lnTo>
                    <a:pt x="4333" y="3630"/>
                  </a:lnTo>
                  <a:lnTo>
                    <a:pt x="4193" y="4742"/>
                  </a:lnTo>
                  <a:lnTo>
                    <a:pt x="4180" y="4768"/>
                  </a:lnTo>
                  <a:lnTo>
                    <a:pt x="4154" y="4780"/>
                  </a:lnTo>
                  <a:lnTo>
                    <a:pt x="3835" y="4857"/>
                  </a:lnTo>
                  <a:lnTo>
                    <a:pt x="3822" y="5726"/>
                  </a:lnTo>
                  <a:lnTo>
                    <a:pt x="3822" y="5764"/>
                  </a:lnTo>
                  <a:lnTo>
                    <a:pt x="3797" y="5777"/>
                  </a:lnTo>
                  <a:lnTo>
                    <a:pt x="3771" y="5790"/>
                  </a:lnTo>
                  <a:lnTo>
                    <a:pt x="3745" y="5777"/>
                  </a:lnTo>
                  <a:lnTo>
                    <a:pt x="3733" y="5764"/>
                  </a:lnTo>
                  <a:lnTo>
                    <a:pt x="3567" y="5611"/>
                  </a:lnTo>
                  <a:lnTo>
                    <a:pt x="3554" y="5598"/>
                  </a:lnTo>
                  <a:lnTo>
                    <a:pt x="3030" y="4704"/>
                  </a:lnTo>
                  <a:lnTo>
                    <a:pt x="3017" y="4678"/>
                  </a:lnTo>
                  <a:lnTo>
                    <a:pt x="3030" y="4013"/>
                  </a:lnTo>
                  <a:lnTo>
                    <a:pt x="3043" y="3988"/>
                  </a:lnTo>
                  <a:lnTo>
                    <a:pt x="3055" y="3975"/>
                  </a:lnTo>
                  <a:lnTo>
                    <a:pt x="3196" y="3860"/>
                  </a:lnTo>
                  <a:lnTo>
                    <a:pt x="3055" y="3336"/>
                  </a:lnTo>
                  <a:lnTo>
                    <a:pt x="2621" y="3413"/>
                  </a:lnTo>
                  <a:lnTo>
                    <a:pt x="2582" y="3413"/>
                  </a:lnTo>
                  <a:lnTo>
                    <a:pt x="2570" y="3400"/>
                  </a:lnTo>
                  <a:lnTo>
                    <a:pt x="2314" y="3029"/>
                  </a:lnTo>
                  <a:lnTo>
                    <a:pt x="2173" y="2940"/>
                  </a:lnTo>
                  <a:lnTo>
                    <a:pt x="14" y="3771"/>
                  </a:lnTo>
                  <a:lnTo>
                    <a:pt x="1" y="4371"/>
                  </a:lnTo>
                  <a:lnTo>
                    <a:pt x="729" y="4422"/>
                  </a:lnTo>
                  <a:lnTo>
                    <a:pt x="755" y="4435"/>
                  </a:lnTo>
                  <a:lnTo>
                    <a:pt x="780" y="4461"/>
                  </a:lnTo>
                  <a:lnTo>
                    <a:pt x="806" y="4589"/>
                  </a:lnTo>
                  <a:lnTo>
                    <a:pt x="1100" y="4589"/>
                  </a:lnTo>
                  <a:lnTo>
                    <a:pt x="1125" y="4601"/>
                  </a:lnTo>
                  <a:lnTo>
                    <a:pt x="1151" y="4627"/>
                  </a:lnTo>
                  <a:lnTo>
                    <a:pt x="1253" y="4844"/>
                  </a:lnTo>
                  <a:lnTo>
                    <a:pt x="1764" y="4908"/>
                  </a:lnTo>
                  <a:lnTo>
                    <a:pt x="1790" y="4921"/>
                  </a:lnTo>
                  <a:lnTo>
                    <a:pt x="1816" y="4934"/>
                  </a:lnTo>
                  <a:lnTo>
                    <a:pt x="1943" y="5189"/>
                  </a:lnTo>
                  <a:lnTo>
                    <a:pt x="1943" y="5215"/>
                  </a:lnTo>
                  <a:lnTo>
                    <a:pt x="1943" y="5470"/>
                  </a:lnTo>
                  <a:lnTo>
                    <a:pt x="2033" y="5790"/>
                  </a:lnTo>
                  <a:lnTo>
                    <a:pt x="2033" y="5816"/>
                  </a:lnTo>
                  <a:lnTo>
                    <a:pt x="1995" y="6020"/>
                  </a:lnTo>
                  <a:lnTo>
                    <a:pt x="1956" y="6621"/>
                  </a:lnTo>
                  <a:lnTo>
                    <a:pt x="1943" y="6646"/>
                  </a:lnTo>
                  <a:lnTo>
                    <a:pt x="1816" y="6966"/>
                  </a:lnTo>
                  <a:lnTo>
                    <a:pt x="1803" y="6991"/>
                  </a:lnTo>
                  <a:lnTo>
                    <a:pt x="1662" y="7106"/>
                  </a:lnTo>
                  <a:lnTo>
                    <a:pt x="1701" y="7285"/>
                  </a:lnTo>
                  <a:lnTo>
                    <a:pt x="1701" y="7720"/>
                  </a:lnTo>
                  <a:lnTo>
                    <a:pt x="1777" y="7809"/>
                  </a:lnTo>
                  <a:lnTo>
                    <a:pt x="1790" y="7835"/>
                  </a:lnTo>
                  <a:lnTo>
                    <a:pt x="1790" y="7860"/>
                  </a:lnTo>
                  <a:lnTo>
                    <a:pt x="1726" y="8065"/>
                  </a:lnTo>
                  <a:lnTo>
                    <a:pt x="1713" y="8090"/>
                  </a:lnTo>
                  <a:lnTo>
                    <a:pt x="1368" y="8410"/>
                  </a:lnTo>
                  <a:lnTo>
                    <a:pt x="1177" y="9087"/>
                  </a:lnTo>
                  <a:lnTo>
                    <a:pt x="1151" y="9126"/>
                  </a:lnTo>
                  <a:lnTo>
                    <a:pt x="831" y="9356"/>
                  </a:lnTo>
                  <a:lnTo>
                    <a:pt x="397" y="10008"/>
                  </a:lnTo>
                  <a:lnTo>
                    <a:pt x="665" y="11874"/>
                  </a:lnTo>
                  <a:lnTo>
                    <a:pt x="653" y="12934"/>
                  </a:lnTo>
                  <a:lnTo>
                    <a:pt x="729" y="13139"/>
                  </a:lnTo>
                  <a:lnTo>
                    <a:pt x="729" y="13177"/>
                  </a:lnTo>
                  <a:lnTo>
                    <a:pt x="563" y="13663"/>
                  </a:lnTo>
                  <a:lnTo>
                    <a:pt x="1138" y="13778"/>
                  </a:lnTo>
                  <a:lnTo>
                    <a:pt x="1304" y="13164"/>
                  </a:lnTo>
                  <a:lnTo>
                    <a:pt x="1087" y="13152"/>
                  </a:lnTo>
                  <a:lnTo>
                    <a:pt x="895" y="12998"/>
                  </a:lnTo>
                  <a:lnTo>
                    <a:pt x="1624" y="12487"/>
                  </a:lnTo>
                  <a:lnTo>
                    <a:pt x="2276" y="12308"/>
                  </a:lnTo>
                  <a:lnTo>
                    <a:pt x="3106" y="11886"/>
                  </a:lnTo>
                  <a:lnTo>
                    <a:pt x="3336" y="11631"/>
                  </a:lnTo>
                  <a:lnTo>
                    <a:pt x="3221" y="11375"/>
                  </a:lnTo>
                  <a:lnTo>
                    <a:pt x="3452" y="10992"/>
                  </a:lnTo>
                  <a:lnTo>
                    <a:pt x="3528" y="10391"/>
                  </a:lnTo>
                  <a:lnTo>
                    <a:pt x="3452" y="10135"/>
                  </a:lnTo>
                  <a:lnTo>
                    <a:pt x="3439" y="9880"/>
                  </a:lnTo>
                  <a:lnTo>
                    <a:pt x="3273" y="9931"/>
                  </a:lnTo>
                  <a:lnTo>
                    <a:pt x="3285" y="9701"/>
                  </a:lnTo>
                  <a:lnTo>
                    <a:pt x="3413" y="9471"/>
                  </a:lnTo>
                  <a:lnTo>
                    <a:pt x="3362" y="9049"/>
                  </a:lnTo>
                  <a:lnTo>
                    <a:pt x="3234" y="8960"/>
                  </a:lnTo>
                  <a:lnTo>
                    <a:pt x="3260" y="8678"/>
                  </a:lnTo>
                  <a:lnTo>
                    <a:pt x="2979" y="8372"/>
                  </a:lnTo>
                  <a:lnTo>
                    <a:pt x="2979" y="8193"/>
                  </a:lnTo>
                  <a:lnTo>
                    <a:pt x="3158" y="8116"/>
                  </a:lnTo>
                  <a:lnTo>
                    <a:pt x="3145" y="7809"/>
                  </a:lnTo>
                  <a:lnTo>
                    <a:pt x="3439" y="7809"/>
                  </a:lnTo>
                  <a:lnTo>
                    <a:pt x="4321" y="7183"/>
                  </a:lnTo>
                  <a:lnTo>
                    <a:pt x="4295" y="6812"/>
                  </a:lnTo>
                  <a:lnTo>
                    <a:pt x="4474" y="7004"/>
                  </a:lnTo>
                  <a:lnTo>
                    <a:pt x="4653" y="6723"/>
                  </a:lnTo>
                  <a:lnTo>
                    <a:pt x="4947" y="6506"/>
                  </a:lnTo>
                  <a:lnTo>
                    <a:pt x="5126" y="6352"/>
                  </a:lnTo>
                  <a:lnTo>
                    <a:pt x="5087" y="6058"/>
                  </a:lnTo>
                  <a:lnTo>
                    <a:pt x="5254" y="6058"/>
                  </a:lnTo>
                  <a:lnTo>
                    <a:pt x="5778" y="5854"/>
                  </a:lnTo>
                  <a:lnTo>
                    <a:pt x="5867" y="5752"/>
                  </a:lnTo>
                  <a:lnTo>
                    <a:pt x="6110" y="5867"/>
                  </a:lnTo>
                  <a:lnTo>
                    <a:pt x="6762" y="5675"/>
                  </a:lnTo>
                  <a:lnTo>
                    <a:pt x="6902" y="5355"/>
                  </a:lnTo>
                  <a:lnTo>
                    <a:pt x="7196" y="5292"/>
                  </a:lnTo>
                  <a:lnTo>
                    <a:pt x="7810" y="4550"/>
                  </a:lnTo>
                  <a:lnTo>
                    <a:pt x="7835" y="4371"/>
                  </a:lnTo>
                  <a:lnTo>
                    <a:pt x="7950" y="4307"/>
                  </a:lnTo>
                  <a:lnTo>
                    <a:pt x="8001" y="4141"/>
                  </a:lnTo>
                  <a:lnTo>
                    <a:pt x="8155" y="3937"/>
                  </a:lnTo>
                  <a:lnTo>
                    <a:pt x="8270" y="3707"/>
                  </a:lnTo>
                  <a:lnTo>
                    <a:pt x="8219" y="3387"/>
                  </a:lnTo>
                  <a:lnTo>
                    <a:pt x="8104" y="3259"/>
                  </a:lnTo>
                  <a:lnTo>
                    <a:pt x="8155" y="2710"/>
                  </a:lnTo>
                  <a:lnTo>
                    <a:pt x="8091" y="2608"/>
                  </a:lnTo>
                  <a:lnTo>
                    <a:pt x="8257" y="2441"/>
                  </a:lnTo>
                  <a:lnTo>
                    <a:pt x="8193" y="2250"/>
                  </a:lnTo>
                  <a:lnTo>
                    <a:pt x="8168" y="2160"/>
                  </a:lnTo>
                  <a:lnTo>
                    <a:pt x="8308" y="2045"/>
                  </a:lnTo>
                  <a:lnTo>
                    <a:pt x="8321" y="1687"/>
                  </a:lnTo>
                  <a:lnTo>
                    <a:pt x="8257" y="1419"/>
                  </a:lnTo>
                  <a:lnTo>
                    <a:pt x="8193" y="1036"/>
                  </a:lnTo>
                  <a:lnTo>
                    <a:pt x="8206" y="716"/>
                  </a:lnTo>
                  <a:lnTo>
                    <a:pt x="8398" y="154"/>
                  </a:lnTo>
                  <a:lnTo>
                    <a:pt x="8308" y="39"/>
                  </a:lnTo>
                  <a:lnTo>
                    <a:pt x="8308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9" name="Google Shape;1039;p60"/>
            <p:cNvSpPr/>
            <p:nvPr/>
          </p:nvSpPr>
          <p:spPr>
            <a:xfrm>
              <a:off x="4045150" y="2939100"/>
              <a:ext cx="328500" cy="284400"/>
            </a:xfrm>
            <a:custGeom>
              <a:rect b="b" l="l" r="r" t="t"/>
              <a:pathLst>
                <a:path extrusionOk="0" h="11376" w="13140">
                  <a:moveTo>
                    <a:pt x="11631" y="1"/>
                  </a:moveTo>
                  <a:lnTo>
                    <a:pt x="2429" y="257"/>
                  </a:lnTo>
                  <a:lnTo>
                    <a:pt x="2506" y="1841"/>
                  </a:lnTo>
                  <a:lnTo>
                    <a:pt x="2493" y="1867"/>
                  </a:lnTo>
                  <a:lnTo>
                    <a:pt x="2493" y="1880"/>
                  </a:lnTo>
                  <a:lnTo>
                    <a:pt x="2467" y="1892"/>
                  </a:lnTo>
                  <a:lnTo>
                    <a:pt x="2454" y="1905"/>
                  </a:lnTo>
                  <a:lnTo>
                    <a:pt x="1764" y="1956"/>
                  </a:lnTo>
                  <a:lnTo>
                    <a:pt x="1726" y="5433"/>
                  </a:lnTo>
                  <a:lnTo>
                    <a:pt x="1713" y="5458"/>
                  </a:lnTo>
                  <a:lnTo>
                    <a:pt x="1675" y="5484"/>
                  </a:lnTo>
                  <a:lnTo>
                    <a:pt x="908" y="5637"/>
                  </a:lnTo>
                  <a:lnTo>
                    <a:pt x="908" y="5880"/>
                  </a:lnTo>
                  <a:lnTo>
                    <a:pt x="908" y="5906"/>
                  </a:lnTo>
                  <a:lnTo>
                    <a:pt x="895" y="5918"/>
                  </a:lnTo>
                  <a:lnTo>
                    <a:pt x="461" y="6353"/>
                  </a:lnTo>
                  <a:lnTo>
                    <a:pt x="461" y="6864"/>
                  </a:lnTo>
                  <a:lnTo>
                    <a:pt x="448" y="6890"/>
                  </a:lnTo>
                  <a:lnTo>
                    <a:pt x="422" y="6915"/>
                  </a:lnTo>
                  <a:lnTo>
                    <a:pt x="282" y="6979"/>
                  </a:lnTo>
                  <a:lnTo>
                    <a:pt x="282" y="7286"/>
                  </a:lnTo>
                  <a:lnTo>
                    <a:pt x="282" y="7311"/>
                  </a:lnTo>
                  <a:lnTo>
                    <a:pt x="256" y="7337"/>
                  </a:lnTo>
                  <a:lnTo>
                    <a:pt x="1" y="7529"/>
                  </a:lnTo>
                  <a:lnTo>
                    <a:pt x="1" y="7720"/>
                  </a:lnTo>
                  <a:lnTo>
                    <a:pt x="205" y="7720"/>
                  </a:lnTo>
                  <a:lnTo>
                    <a:pt x="243" y="7733"/>
                  </a:lnTo>
                  <a:lnTo>
                    <a:pt x="256" y="7772"/>
                  </a:lnTo>
                  <a:lnTo>
                    <a:pt x="346" y="8423"/>
                  </a:lnTo>
                  <a:lnTo>
                    <a:pt x="525" y="8871"/>
                  </a:lnTo>
                  <a:lnTo>
                    <a:pt x="755" y="9024"/>
                  </a:lnTo>
                  <a:lnTo>
                    <a:pt x="767" y="9050"/>
                  </a:lnTo>
                  <a:lnTo>
                    <a:pt x="767" y="9062"/>
                  </a:lnTo>
                  <a:lnTo>
                    <a:pt x="908" y="9829"/>
                  </a:lnTo>
                  <a:lnTo>
                    <a:pt x="1406" y="10519"/>
                  </a:lnTo>
                  <a:lnTo>
                    <a:pt x="1419" y="10558"/>
                  </a:lnTo>
                  <a:lnTo>
                    <a:pt x="1330" y="11299"/>
                  </a:lnTo>
                  <a:lnTo>
                    <a:pt x="1777" y="11376"/>
                  </a:lnTo>
                  <a:lnTo>
                    <a:pt x="1969" y="11286"/>
                  </a:lnTo>
                  <a:lnTo>
                    <a:pt x="1982" y="11273"/>
                  </a:lnTo>
                  <a:lnTo>
                    <a:pt x="2007" y="11286"/>
                  </a:lnTo>
                  <a:lnTo>
                    <a:pt x="2033" y="11286"/>
                  </a:lnTo>
                  <a:lnTo>
                    <a:pt x="2045" y="11312"/>
                  </a:lnTo>
                  <a:lnTo>
                    <a:pt x="2084" y="11184"/>
                  </a:lnTo>
                  <a:lnTo>
                    <a:pt x="2097" y="11171"/>
                  </a:lnTo>
                  <a:lnTo>
                    <a:pt x="2442" y="10813"/>
                  </a:lnTo>
                  <a:lnTo>
                    <a:pt x="2672" y="10123"/>
                  </a:lnTo>
                  <a:lnTo>
                    <a:pt x="2761" y="9855"/>
                  </a:lnTo>
                  <a:lnTo>
                    <a:pt x="2787" y="9829"/>
                  </a:lnTo>
                  <a:lnTo>
                    <a:pt x="2812" y="9816"/>
                  </a:lnTo>
                  <a:lnTo>
                    <a:pt x="3106" y="9816"/>
                  </a:lnTo>
                  <a:lnTo>
                    <a:pt x="3132" y="9829"/>
                  </a:lnTo>
                  <a:lnTo>
                    <a:pt x="3157" y="9842"/>
                  </a:lnTo>
                  <a:lnTo>
                    <a:pt x="3515" y="10366"/>
                  </a:lnTo>
                  <a:lnTo>
                    <a:pt x="4512" y="10366"/>
                  </a:lnTo>
                  <a:lnTo>
                    <a:pt x="4666" y="10251"/>
                  </a:lnTo>
                  <a:lnTo>
                    <a:pt x="4691" y="10238"/>
                  </a:lnTo>
                  <a:lnTo>
                    <a:pt x="4717" y="10238"/>
                  </a:lnTo>
                  <a:lnTo>
                    <a:pt x="5113" y="10340"/>
                  </a:lnTo>
                  <a:lnTo>
                    <a:pt x="5138" y="10353"/>
                  </a:lnTo>
                  <a:lnTo>
                    <a:pt x="5151" y="10366"/>
                  </a:lnTo>
                  <a:lnTo>
                    <a:pt x="5228" y="10609"/>
                  </a:lnTo>
                  <a:lnTo>
                    <a:pt x="5675" y="10622"/>
                  </a:lnTo>
                  <a:lnTo>
                    <a:pt x="5790" y="10392"/>
                  </a:lnTo>
                  <a:lnTo>
                    <a:pt x="5803" y="10366"/>
                  </a:lnTo>
                  <a:lnTo>
                    <a:pt x="5829" y="10366"/>
                  </a:lnTo>
                  <a:lnTo>
                    <a:pt x="6225" y="10289"/>
                  </a:lnTo>
                  <a:lnTo>
                    <a:pt x="6225" y="10098"/>
                  </a:lnTo>
                  <a:lnTo>
                    <a:pt x="6238" y="10072"/>
                  </a:lnTo>
                  <a:lnTo>
                    <a:pt x="6263" y="10046"/>
                  </a:lnTo>
                  <a:lnTo>
                    <a:pt x="6634" y="9906"/>
                  </a:lnTo>
                  <a:lnTo>
                    <a:pt x="6672" y="9906"/>
                  </a:lnTo>
                  <a:lnTo>
                    <a:pt x="7337" y="10161"/>
                  </a:lnTo>
                  <a:lnTo>
                    <a:pt x="7822" y="10187"/>
                  </a:lnTo>
                  <a:lnTo>
                    <a:pt x="8167" y="9574"/>
                  </a:lnTo>
                  <a:lnTo>
                    <a:pt x="8180" y="9561"/>
                  </a:lnTo>
                  <a:lnTo>
                    <a:pt x="8589" y="9241"/>
                  </a:lnTo>
                  <a:lnTo>
                    <a:pt x="8589" y="8781"/>
                  </a:lnTo>
                  <a:lnTo>
                    <a:pt x="8410" y="8526"/>
                  </a:lnTo>
                  <a:lnTo>
                    <a:pt x="8397" y="8500"/>
                  </a:lnTo>
                  <a:lnTo>
                    <a:pt x="8397" y="8462"/>
                  </a:lnTo>
                  <a:lnTo>
                    <a:pt x="8423" y="8449"/>
                  </a:lnTo>
                  <a:lnTo>
                    <a:pt x="8449" y="8436"/>
                  </a:lnTo>
                  <a:lnTo>
                    <a:pt x="8794" y="8462"/>
                  </a:lnTo>
                  <a:lnTo>
                    <a:pt x="8883" y="8308"/>
                  </a:lnTo>
                  <a:lnTo>
                    <a:pt x="8896" y="8296"/>
                  </a:lnTo>
                  <a:lnTo>
                    <a:pt x="8921" y="8283"/>
                  </a:lnTo>
                  <a:lnTo>
                    <a:pt x="9190" y="8232"/>
                  </a:lnTo>
                  <a:lnTo>
                    <a:pt x="9215" y="8232"/>
                  </a:lnTo>
                  <a:lnTo>
                    <a:pt x="9241" y="8244"/>
                  </a:lnTo>
                  <a:lnTo>
                    <a:pt x="9254" y="8257"/>
                  </a:lnTo>
                  <a:lnTo>
                    <a:pt x="9254" y="8283"/>
                  </a:lnTo>
                  <a:lnTo>
                    <a:pt x="9382" y="9497"/>
                  </a:lnTo>
                  <a:lnTo>
                    <a:pt x="9727" y="9765"/>
                  </a:lnTo>
                  <a:lnTo>
                    <a:pt x="9752" y="9778"/>
                  </a:lnTo>
                  <a:lnTo>
                    <a:pt x="10097" y="10404"/>
                  </a:lnTo>
                  <a:lnTo>
                    <a:pt x="10225" y="10225"/>
                  </a:lnTo>
                  <a:lnTo>
                    <a:pt x="10225" y="9778"/>
                  </a:lnTo>
                  <a:lnTo>
                    <a:pt x="10238" y="9740"/>
                  </a:lnTo>
                  <a:lnTo>
                    <a:pt x="10263" y="9727"/>
                  </a:lnTo>
                  <a:lnTo>
                    <a:pt x="10660" y="9548"/>
                  </a:lnTo>
                  <a:lnTo>
                    <a:pt x="10672" y="8679"/>
                  </a:lnTo>
                  <a:lnTo>
                    <a:pt x="10672" y="8666"/>
                  </a:lnTo>
                  <a:lnTo>
                    <a:pt x="10685" y="8641"/>
                  </a:lnTo>
                  <a:lnTo>
                    <a:pt x="10954" y="8385"/>
                  </a:lnTo>
                  <a:lnTo>
                    <a:pt x="11107" y="7989"/>
                  </a:lnTo>
                  <a:lnTo>
                    <a:pt x="11107" y="7976"/>
                  </a:lnTo>
                  <a:lnTo>
                    <a:pt x="11133" y="7963"/>
                  </a:lnTo>
                  <a:lnTo>
                    <a:pt x="11401" y="7835"/>
                  </a:lnTo>
                  <a:lnTo>
                    <a:pt x="11695" y="7158"/>
                  </a:lnTo>
                  <a:lnTo>
                    <a:pt x="11720" y="5867"/>
                  </a:lnTo>
                  <a:lnTo>
                    <a:pt x="11720" y="5842"/>
                  </a:lnTo>
                  <a:lnTo>
                    <a:pt x="12040" y="4985"/>
                  </a:lnTo>
                  <a:lnTo>
                    <a:pt x="11925" y="3950"/>
                  </a:lnTo>
                  <a:lnTo>
                    <a:pt x="11925" y="3937"/>
                  </a:lnTo>
                  <a:lnTo>
                    <a:pt x="11938" y="3912"/>
                  </a:lnTo>
                  <a:lnTo>
                    <a:pt x="11950" y="3899"/>
                  </a:lnTo>
                  <a:lnTo>
                    <a:pt x="11976" y="3899"/>
                  </a:lnTo>
                  <a:lnTo>
                    <a:pt x="12385" y="3886"/>
                  </a:lnTo>
                  <a:lnTo>
                    <a:pt x="12781" y="3631"/>
                  </a:lnTo>
                  <a:lnTo>
                    <a:pt x="12807" y="3618"/>
                  </a:lnTo>
                  <a:lnTo>
                    <a:pt x="13024" y="3618"/>
                  </a:lnTo>
                  <a:lnTo>
                    <a:pt x="13139" y="3030"/>
                  </a:lnTo>
                  <a:lnTo>
                    <a:pt x="12909" y="2864"/>
                  </a:lnTo>
                  <a:lnTo>
                    <a:pt x="12641" y="2800"/>
                  </a:lnTo>
                  <a:lnTo>
                    <a:pt x="12270" y="2340"/>
                  </a:lnTo>
                  <a:lnTo>
                    <a:pt x="12270" y="1880"/>
                  </a:lnTo>
                  <a:lnTo>
                    <a:pt x="11989" y="1535"/>
                  </a:lnTo>
                  <a:lnTo>
                    <a:pt x="11989" y="1011"/>
                  </a:lnTo>
                  <a:lnTo>
                    <a:pt x="11823" y="806"/>
                  </a:lnTo>
                  <a:lnTo>
                    <a:pt x="11899" y="678"/>
                  </a:lnTo>
                  <a:lnTo>
                    <a:pt x="12066" y="678"/>
                  </a:lnTo>
                  <a:lnTo>
                    <a:pt x="11631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0" name="Google Shape;1040;p60"/>
            <p:cNvSpPr/>
            <p:nvPr/>
          </p:nvSpPr>
          <p:spPr>
            <a:xfrm>
              <a:off x="4437200" y="3627975"/>
              <a:ext cx="143800" cy="260450"/>
            </a:xfrm>
            <a:custGeom>
              <a:rect b="b" l="l" r="r" t="t"/>
              <a:pathLst>
                <a:path extrusionOk="0" h="10418" w="5752">
                  <a:moveTo>
                    <a:pt x="5125" y="1"/>
                  </a:moveTo>
                  <a:lnTo>
                    <a:pt x="4934" y="116"/>
                  </a:lnTo>
                  <a:lnTo>
                    <a:pt x="4819" y="167"/>
                  </a:lnTo>
                  <a:lnTo>
                    <a:pt x="4704" y="167"/>
                  </a:lnTo>
                  <a:lnTo>
                    <a:pt x="4601" y="947"/>
                  </a:lnTo>
                  <a:lnTo>
                    <a:pt x="4461" y="947"/>
                  </a:lnTo>
                  <a:lnTo>
                    <a:pt x="4256" y="1049"/>
                  </a:lnTo>
                  <a:lnTo>
                    <a:pt x="4167" y="883"/>
                  </a:lnTo>
                  <a:lnTo>
                    <a:pt x="4039" y="921"/>
                  </a:lnTo>
                  <a:lnTo>
                    <a:pt x="3962" y="1177"/>
                  </a:lnTo>
                  <a:lnTo>
                    <a:pt x="3886" y="1292"/>
                  </a:lnTo>
                  <a:lnTo>
                    <a:pt x="3962" y="1381"/>
                  </a:lnTo>
                  <a:lnTo>
                    <a:pt x="4014" y="1586"/>
                  </a:lnTo>
                  <a:lnTo>
                    <a:pt x="3732" y="1675"/>
                  </a:lnTo>
                  <a:lnTo>
                    <a:pt x="3732" y="1854"/>
                  </a:lnTo>
                  <a:lnTo>
                    <a:pt x="3541" y="2122"/>
                  </a:lnTo>
                  <a:lnTo>
                    <a:pt x="3541" y="1892"/>
                  </a:lnTo>
                  <a:lnTo>
                    <a:pt x="3413" y="1931"/>
                  </a:lnTo>
                  <a:lnTo>
                    <a:pt x="3298" y="2174"/>
                  </a:lnTo>
                  <a:lnTo>
                    <a:pt x="3221" y="2506"/>
                  </a:lnTo>
                  <a:lnTo>
                    <a:pt x="3106" y="2301"/>
                  </a:lnTo>
                  <a:lnTo>
                    <a:pt x="2736" y="2493"/>
                  </a:lnTo>
                  <a:lnTo>
                    <a:pt x="2633" y="2889"/>
                  </a:lnTo>
                  <a:lnTo>
                    <a:pt x="2480" y="2672"/>
                  </a:lnTo>
                  <a:lnTo>
                    <a:pt x="2224" y="2723"/>
                  </a:lnTo>
                  <a:lnTo>
                    <a:pt x="2109" y="2889"/>
                  </a:lnTo>
                  <a:lnTo>
                    <a:pt x="1905" y="2876"/>
                  </a:lnTo>
                  <a:lnTo>
                    <a:pt x="1815" y="2800"/>
                  </a:lnTo>
                  <a:lnTo>
                    <a:pt x="1624" y="2940"/>
                  </a:lnTo>
                  <a:lnTo>
                    <a:pt x="1266" y="2940"/>
                  </a:lnTo>
                  <a:lnTo>
                    <a:pt x="1253" y="3183"/>
                  </a:lnTo>
                  <a:lnTo>
                    <a:pt x="997" y="3797"/>
                  </a:lnTo>
                  <a:lnTo>
                    <a:pt x="921" y="4346"/>
                  </a:lnTo>
                  <a:lnTo>
                    <a:pt x="1036" y="4397"/>
                  </a:lnTo>
                  <a:lnTo>
                    <a:pt x="921" y="4627"/>
                  </a:lnTo>
                  <a:lnTo>
                    <a:pt x="985" y="4973"/>
                  </a:lnTo>
                  <a:lnTo>
                    <a:pt x="1023" y="5164"/>
                  </a:lnTo>
                  <a:lnTo>
                    <a:pt x="997" y="5829"/>
                  </a:lnTo>
                  <a:lnTo>
                    <a:pt x="895" y="6059"/>
                  </a:lnTo>
                  <a:lnTo>
                    <a:pt x="512" y="6634"/>
                  </a:lnTo>
                  <a:lnTo>
                    <a:pt x="499" y="6787"/>
                  </a:lnTo>
                  <a:lnTo>
                    <a:pt x="358" y="6787"/>
                  </a:lnTo>
                  <a:lnTo>
                    <a:pt x="0" y="7286"/>
                  </a:lnTo>
                  <a:lnTo>
                    <a:pt x="0" y="7925"/>
                  </a:lnTo>
                  <a:lnTo>
                    <a:pt x="192" y="8385"/>
                  </a:lnTo>
                  <a:lnTo>
                    <a:pt x="26" y="9024"/>
                  </a:lnTo>
                  <a:lnTo>
                    <a:pt x="26" y="9369"/>
                  </a:lnTo>
                  <a:lnTo>
                    <a:pt x="128" y="9446"/>
                  </a:lnTo>
                  <a:lnTo>
                    <a:pt x="103" y="9740"/>
                  </a:lnTo>
                  <a:lnTo>
                    <a:pt x="358" y="9919"/>
                  </a:lnTo>
                  <a:lnTo>
                    <a:pt x="346" y="10098"/>
                  </a:lnTo>
                  <a:lnTo>
                    <a:pt x="806" y="10417"/>
                  </a:lnTo>
                  <a:lnTo>
                    <a:pt x="1112" y="10417"/>
                  </a:lnTo>
                  <a:lnTo>
                    <a:pt x="1419" y="10225"/>
                  </a:lnTo>
                  <a:lnTo>
                    <a:pt x="2033" y="10238"/>
                  </a:lnTo>
                  <a:lnTo>
                    <a:pt x="2697" y="9216"/>
                  </a:lnTo>
                  <a:lnTo>
                    <a:pt x="3375" y="7912"/>
                  </a:lnTo>
                  <a:lnTo>
                    <a:pt x="3375" y="7746"/>
                  </a:lnTo>
                  <a:lnTo>
                    <a:pt x="4065" y="6084"/>
                  </a:lnTo>
                  <a:lnTo>
                    <a:pt x="4320" y="5305"/>
                  </a:lnTo>
                  <a:lnTo>
                    <a:pt x="4499" y="5011"/>
                  </a:lnTo>
                  <a:lnTo>
                    <a:pt x="4563" y="4806"/>
                  </a:lnTo>
                  <a:lnTo>
                    <a:pt x="4857" y="4321"/>
                  </a:lnTo>
                  <a:lnTo>
                    <a:pt x="4857" y="3950"/>
                  </a:lnTo>
                  <a:lnTo>
                    <a:pt x="5023" y="3682"/>
                  </a:lnTo>
                  <a:lnTo>
                    <a:pt x="5100" y="3132"/>
                  </a:lnTo>
                  <a:lnTo>
                    <a:pt x="5177" y="2979"/>
                  </a:lnTo>
                  <a:lnTo>
                    <a:pt x="5087" y="2813"/>
                  </a:lnTo>
                  <a:lnTo>
                    <a:pt x="5228" y="2736"/>
                  </a:lnTo>
                  <a:lnTo>
                    <a:pt x="5445" y="3068"/>
                  </a:lnTo>
                  <a:lnTo>
                    <a:pt x="5662" y="2736"/>
                  </a:lnTo>
                  <a:lnTo>
                    <a:pt x="5752" y="1726"/>
                  </a:lnTo>
                  <a:lnTo>
                    <a:pt x="5637" y="1611"/>
                  </a:lnTo>
                  <a:lnTo>
                    <a:pt x="5675" y="1074"/>
                  </a:lnTo>
                  <a:lnTo>
                    <a:pt x="5509" y="870"/>
                  </a:lnTo>
                  <a:lnTo>
                    <a:pt x="5471" y="512"/>
                  </a:lnTo>
                  <a:lnTo>
                    <a:pt x="5317" y="448"/>
                  </a:lnTo>
                  <a:lnTo>
                    <a:pt x="5317" y="167"/>
                  </a:lnTo>
                  <a:lnTo>
                    <a:pt x="5113" y="167"/>
                  </a:lnTo>
                  <a:lnTo>
                    <a:pt x="5125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1" name="Google Shape;1041;p60"/>
            <p:cNvSpPr/>
            <p:nvPr/>
          </p:nvSpPr>
          <p:spPr>
            <a:xfrm>
              <a:off x="4475225" y="3597625"/>
              <a:ext cx="11200" cy="19200"/>
            </a:xfrm>
            <a:custGeom>
              <a:rect b="b" l="l" r="r" t="t"/>
              <a:pathLst>
                <a:path extrusionOk="0" h="768" w="448">
                  <a:moveTo>
                    <a:pt x="179" y="1"/>
                  </a:moveTo>
                  <a:lnTo>
                    <a:pt x="0" y="307"/>
                  </a:lnTo>
                  <a:lnTo>
                    <a:pt x="90" y="768"/>
                  </a:lnTo>
                  <a:lnTo>
                    <a:pt x="345" y="550"/>
                  </a:lnTo>
                  <a:lnTo>
                    <a:pt x="448" y="231"/>
                  </a:lnTo>
                  <a:lnTo>
                    <a:pt x="179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2" name="Google Shape;1042;p60"/>
            <p:cNvSpPr/>
            <p:nvPr/>
          </p:nvSpPr>
          <p:spPr>
            <a:xfrm>
              <a:off x="4204600" y="3321575"/>
              <a:ext cx="107050" cy="110900"/>
            </a:xfrm>
            <a:custGeom>
              <a:rect b="b" l="l" r="r" t="t"/>
              <a:pathLst>
                <a:path extrusionOk="0" h="4436" w="4282">
                  <a:moveTo>
                    <a:pt x="3451" y="0"/>
                  </a:moveTo>
                  <a:lnTo>
                    <a:pt x="3438" y="13"/>
                  </a:lnTo>
                  <a:lnTo>
                    <a:pt x="2748" y="333"/>
                  </a:lnTo>
                  <a:lnTo>
                    <a:pt x="2735" y="333"/>
                  </a:lnTo>
                  <a:lnTo>
                    <a:pt x="2288" y="320"/>
                  </a:lnTo>
                  <a:lnTo>
                    <a:pt x="2019" y="486"/>
                  </a:lnTo>
                  <a:lnTo>
                    <a:pt x="1994" y="486"/>
                  </a:lnTo>
                  <a:lnTo>
                    <a:pt x="1956" y="473"/>
                  </a:lnTo>
                  <a:lnTo>
                    <a:pt x="1789" y="345"/>
                  </a:lnTo>
                  <a:lnTo>
                    <a:pt x="1278" y="307"/>
                  </a:lnTo>
                  <a:lnTo>
                    <a:pt x="1138" y="448"/>
                  </a:lnTo>
                  <a:lnTo>
                    <a:pt x="1112" y="1087"/>
                  </a:lnTo>
                  <a:lnTo>
                    <a:pt x="1112" y="1342"/>
                  </a:lnTo>
                  <a:lnTo>
                    <a:pt x="1304" y="1432"/>
                  </a:lnTo>
                  <a:lnTo>
                    <a:pt x="1329" y="1457"/>
                  </a:lnTo>
                  <a:lnTo>
                    <a:pt x="1432" y="1649"/>
                  </a:lnTo>
                  <a:lnTo>
                    <a:pt x="1432" y="1687"/>
                  </a:lnTo>
                  <a:lnTo>
                    <a:pt x="1419" y="1713"/>
                  </a:lnTo>
                  <a:lnTo>
                    <a:pt x="1291" y="1841"/>
                  </a:lnTo>
                  <a:lnTo>
                    <a:pt x="1291" y="1930"/>
                  </a:lnTo>
                  <a:lnTo>
                    <a:pt x="1317" y="2058"/>
                  </a:lnTo>
                  <a:lnTo>
                    <a:pt x="1329" y="2147"/>
                  </a:lnTo>
                  <a:lnTo>
                    <a:pt x="1317" y="2186"/>
                  </a:lnTo>
                  <a:lnTo>
                    <a:pt x="1291" y="2199"/>
                  </a:lnTo>
                  <a:lnTo>
                    <a:pt x="1253" y="2211"/>
                  </a:lnTo>
                  <a:lnTo>
                    <a:pt x="1189" y="2237"/>
                  </a:lnTo>
                  <a:lnTo>
                    <a:pt x="1010" y="2339"/>
                  </a:lnTo>
                  <a:lnTo>
                    <a:pt x="767" y="2480"/>
                  </a:lnTo>
                  <a:lnTo>
                    <a:pt x="767" y="2697"/>
                  </a:lnTo>
                  <a:lnTo>
                    <a:pt x="537" y="2697"/>
                  </a:lnTo>
                  <a:lnTo>
                    <a:pt x="320" y="2889"/>
                  </a:lnTo>
                  <a:lnTo>
                    <a:pt x="332" y="2914"/>
                  </a:lnTo>
                  <a:lnTo>
                    <a:pt x="320" y="2940"/>
                  </a:lnTo>
                  <a:lnTo>
                    <a:pt x="26" y="3630"/>
                  </a:lnTo>
                  <a:lnTo>
                    <a:pt x="0" y="4435"/>
                  </a:lnTo>
                  <a:lnTo>
                    <a:pt x="345" y="4435"/>
                  </a:lnTo>
                  <a:lnTo>
                    <a:pt x="614" y="4231"/>
                  </a:lnTo>
                  <a:lnTo>
                    <a:pt x="652" y="4218"/>
                  </a:lnTo>
                  <a:lnTo>
                    <a:pt x="1623" y="4231"/>
                  </a:lnTo>
                  <a:lnTo>
                    <a:pt x="1662" y="3988"/>
                  </a:lnTo>
                  <a:lnTo>
                    <a:pt x="1892" y="3988"/>
                  </a:lnTo>
                  <a:lnTo>
                    <a:pt x="2019" y="3834"/>
                  </a:lnTo>
                  <a:lnTo>
                    <a:pt x="2595" y="3745"/>
                  </a:lnTo>
                  <a:lnTo>
                    <a:pt x="2722" y="3604"/>
                  </a:lnTo>
                  <a:lnTo>
                    <a:pt x="3119" y="3604"/>
                  </a:lnTo>
                  <a:lnTo>
                    <a:pt x="3208" y="3898"/>
                  </a:lnTo>
                  <a:lnTo>
                    <a:pt x="3361" y="3898"/>
                  </a:lnTo>
                  <a:lnTo>
                    <a:pt x="3374" y="3247"/>
                  </a:lnTo>
                  <a:lnTo>
                    <a:pt x="3387" y="3221"/>
                  </a:lnTo>
                  <a:lnTo>
                    <a:pt x="4282" y="2186"/>
                  </a:lnTo>
                  <a:lnTo>
                    <a:pt x="4282" y="1956"/>
                  </a:lnTo>
                  <a:lnTo>
                    <a:pt x="4154" y="1738"/>
                  </a:lnTo>
                  <a:lnTo>
                    <a:pt x="4154" y="1713"/>
                  </a:lnTo>
                  <a:lnTo>
                    <a:pt x="4154" y="1700"/>
                  </a:lnTo>
                  <a:lnTo>
                    <a:pt x="4218" y="1406"/>
                  </a:lnTo>
                  <a:lnTo>
                    <a:pt x="3860" y="333"/>
                  </a:lnTo>
                  <a:lnTo>
                    <a:pt x="3643" y="281"/>
                  </a:lnTo>
                  <a:lnTo>
                    <a:pt x="3630" y="269"/>
                  </a:lnTo>
                  <a:lnTo>
                    <a:pt x="3617" y="256"/>
                  </a:lnTo>
                  <a:lnTo>
                    <a:pt x="3464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3" name="Google Shape;1043;p60"/>
            <p:cNvSpPr/>
            <p:nvPr/>
          </p:nvSpPr>
          <p:spPr>
            <a:xfrm>
              <a:off x="3900400" y="3186425"/>
              <a:ext cx="258525" cy="153050"/>
            </a:xfrm>
            <a:custGeom>
              <a:rect b="b" l="l" r="r" t="t"/>
              <a:pathLst>
                <a:path extrusionOk="0" h="6122" w="10341">
                  <a:moveTo>
                    <a:pt x="6225" y="0"/>
                  </a:moveTo>
                  <a:lnTo>
                    <a:pt x="6033" y="422"/>
                  </a:lnTo>
                  <a:lnTo>
                    <a:pt x="6021" y="447"/>
                  </a:lnTo>
                  <a:lnTo>
                    <a:pt x="5982" y="460"/>
                  </a:lnTo>
                  <a:lnTo>
                    <a:pt x="5727" y="447"/>
                  </a:lnTo>
                  <a:lnTo>
                    <a:pt x="5573" y="677"/>
                  </a:lnTo>
                  <a:lnTo>
                    <a:pt x="5561" y="690"/>
                  </a:lnTo>
                  <a:lnTo>
                    <a:pt x="5535" y="703"/>
                  </a:lnTo>
                  <a:lnTo>
                    <a:pt x="5279" y="741"/>
                  </a:lnTo>
                  <a:lnTo>
                    <a:pt x="4845" y="1150"/>
                  </a:lnTo>
                  <a:lnTo>
                    <a:pt x="4819" y="1163"/>
                  </a:lnTo>
                  <a:lnTo>
                    <a:pt x="4104" y="1163"/>
                  </a:lnTo>
                  <a:lnTo>
                    <a:pt x="3733" y="1444"/>
                  </a:lnTo>
                  <a:lnTo>
                    <a:pt x="3541" y="1687"/>
                  </a:lnTo>
                  <a:lnTo>
                    <a:pt x="3516" y="1700"/>
                  </a:lnTo>
                  <a:lnTo>
                    <a:pt x="1829" y="2518"/>
                  </a:lnTo>
                  <a:lnTo>
                    <a:pt x="1650" y="2773"/>
                  </a:lnTo>
                  <a:lnTo>
                    <a:pt x="1624" y="2799"/>
                  </a:lnTo>
                  <a:lnTo>
                    <a:pt x="1586" y="2799"/>
                  </a:lnTo>
                  <a:lnTo>
                    <a:pt x="1560" y="2786"/>
                  </a:lnTo>
                  <a:lnTo>
                    <a:pt x="1253" y="2518"/>
                  </a:lnTo>
                  <a:lnTo>
                    <a:pt x="1190" y="2569"/>
                  </a:lnTo>
                  <a:lnTo>
                    <a:pt x="1023" y="2863"/>
                  </a:lnTo>
                  <a:lnTo>
                    <a:pt x="998" y="2889"/>
                  </a:lnTo>
                  <a:lnTo>
                    <a:pt x="959" y="2889"/>
                  </a:lnTo>
                  <a:lnTo>
                    <a:pt x="666" y="2812"/>
                  </a:lnTo>
                  <a:lnTo>
                    <a:pt x="499" y="3080"/>
                  </a:lnTo>
                  <a:lnTo>
                    <a:pt x="487" y="3515"/>
                  </a:lnTo>
                  <a:lnTo>
                    <a:pt x="487" y="3540"/>
                  </a:lnTo>
                  <a:lnTo>
                    <a:pt x="474" y="3566"/>
                  </a:lnTo>
                  <a:lnTo>
                    <a:pt x="372" y="3630"/>
                  </a:lnTo>
                  <a:lnTo>
                    <a:pt x="1" y="4320"/>
                  </a:lnTo>
                  <a:lnTo>
                    <a:pt x="346" y="4908"/>
                  </a:lnTo>
                  <a:lnTo>
                    <a:pt x="346" y="4921"/>
                  </a:lnTo>
                  <a:lnTo>
                    <a:pt x="666" y="5790"/>
                  </a:lnTo>
                  <a:lnTo>
                    <a:pt x="1266" y="6122"/>
                  </a:lnTo>
                  <a:lnTo>
                    <a:pt x="1305" y="6084"/>
                  </a:lnTo>
                  <a:lnTo>
                    <a:pt x="1714" y="5636"/>
                  </a:lnTo>
                  <a:lnTo>
                    <a:pt x="1726" y="5624"/>
                  </a:lnTo>
                  <a:lnTo>
                    <a:pt x="1752" y="5624"/>
                  </a:lnTo>
                  <a:lnTo>
                    <a:pt x="2774" y="5572"/>
                  </a:lnTo>
                  <a:lnTo>
                    <a:pt x="2787" y="5572"/>
                  </a:lnTo>
                  <a:lnTo>
                    <a:pt x="3081" y="5636"/>
                  </a:lnTo>
                  <a:lnTo>
                    <a:pt x="3132" y="4895"/>
                  </a:lnTo>
                  <a:lnTo>
                    <a:pt x="3158" y="4857"/>
                  </a:lnTo>
                  <a:lnTo>
                    <a:pt x="3618" y="4422"/>
                  </a:lnTo>
                  <a:lnTo>
                    <a:pt x="3822" y="4243"/>
                  </a:lnTo>
                  <a:lnTo>
                    <a:pt x="3848" y="4230"/>
                  </a:lnTo>
                  <a:lnTo>
                    <a:pt x="3886" y="4230"/>
                  </a:lnTo>
                  <a:lnTo>
                    <a:pt x="3899" y="4243"/>
                  </a:lnTo>
                  <a:lnTo>
                    <a:pt x="3963" y="4320"/>
                  </a:lnTo>
                  <a:lnTo>
                    <a:pt x="4116" y="4371"/>
                  </a:lnTo>
                  <a:lnTo>
                    <a:pt x="4244" y="4397"/>
                  </a:lnTo>
                  <a:lnTo>
                    <a:pt x="4257" y="4397"/>
                  </a:lnTo>
                  <a:lnTo>
                    <a:pt x="4282" y="4384"/>
                  </a:lnTo>
                  <a:lnTo>
                    <a:pt x="4308" y="4397"/>
                  </a:lnTo>
                  <a:lnTo>
                    <a:pt x="4397" y="4499"/>
                  </a:lnTo>
                  <a:lnTo>
                    <a:pt x="4564" y="4703"/>
                  </a:lnTo>
                  <a:lnTo>
                    <a:pt x="4781" y="4985"/>
                  </a:lnTo>
                  <a:lnTo>
                    <a:pt x="5535" y="5010"/>
                  </a:lnTo>
                  <a:lnTo>
                    <a:pt x="5561" y="5023"/>
                  </a:lnTo>
                  <a:lnTo>
                    <a:pt x="6238" y="5240"/>
                  </a:lnTo>
                  <a:lnTo>
                    <a:pt x="6340" y="4754"/>
                  </a:lnTo>
                  <a:lnTo>
                    <a:pt x="6366" y="4729"/>
                  </a:lnTo>
                  <a:lnTo>
                    <a:pt x="6391" y="4716"/>
                  </a:lnTo>
                  <a:lnTo>
                    <a:pt x="6928" y="4639"/>
                  </a:lnTo>
                  <a:lnTo>
                    <a:pt x="6954" y="4639"/>
                  </a:lnTo>
                  <a:lnTo>
                    <a:pt x="6966" y="4652"/>
                  </a:lnTo>
                  <a:lnTo>
                    <a:pt x="7081" y="4742"/>
                  </a:lnTo>
                  <a:lnTo>
                    <a:pt x="7938" y="4397"/>
                  </a:lnTo>
                  <a:lnTo>
                    <a:pt x="7963" y="4397"/>
                  </a:lnTo>
                  <a:lnTo>
                    <a:pt x="7989" y="4409"/>
                  </a:lnTo>
                  <a:lnTo>
                    <a:pt x="8078" y="4486"/>
                  </a:lnTo>
                  <a:lnTo>
                    <a:pt x="8615" y="4448"/>
                  </a:lnTo>
                  <a:lnTo>
                    <a:pt x="8717" y="4256"/>
                  </a:lnTo>
                  <a:lnTo>
                    <a:pt x="8730" y="4243"/>
                  </a:lnTo>
                  <a:lnTo>
                    <a:pt x="8743" y="4230"/>
                  </a:lnTo>
                  <a:lnTo>
                    <a:pt x="8768" y="4230"/>
                  </a:lnTo>
                  <a:lnTo>
                    <a:pt x="8781" y="4243"/>
                  </a:lnTo>
                  <a:lnTo>
                    <a:pt x="9305" y="4461"/>
                  </a:lnTo>
                  <a:lnTo>
                    <a:pt x="10277" y="4537"/>
                  </a:lnTo>
                  <a:lnTo>
                    <a:pt x="10340" y="4218"/>
                  </a:lnTo>
                  <a:lnTo>
                    <a:pt x="9957" y="3898"/>
                  </a:lnTo>
                  <a:lnTo>
                    <a:pt x="9932" y="3885"/>
                  </a:lnTo>
                  <a:lnTo>
                    <a:pt x="9932" y="3860"/>
                  </a:lnTo>
                  <a:lnTo>
                    <a:pt x="9932" y="3706"/>
                  </a:lnTo>
                  <a:lnTo>
                    <a:pt x="9701" y="3706"/>
                  </a:lnTo>
                  <a:lnTo>
                    <a:pt x="9663" y="3694"/>
                  </a:lnTo>
                  <a:lnTo>
                    <a:pt x="9369" y="3425"/>
                  </a:lnTo>
                  <a:lnTo>
                    <a:pt x="9356" y="3400"/>
                  </a:lnTo>
                  <a:lnTo>
                    <a:pt x="9356" y="3374"/>
                  </a:lnTo>
                  <a:lnTo>
                    <a:pt x="9356" y="3067"/>
                  </a:lnTo>
                  <a:lnTo>
                    <a:pt x="8909" y="2735"/>
                  </a:lnTo>
                  <a:lnTo>
                    <a:pt x="8896" y="2722"/>
                  </a:lnTo>
                  <a:lnTo>
                    <a:pt x="8462" y="2160"/>
                  </a:lnTo>
                  <a:lnTo>
                    <a:pt x="8027" y="2160"/>
                  </a:lnTo>
                  <a:lnTo>
                    <a:pt x="7989" y="2147"/>
                  </a:lnTo>
                  <a:lnTo>
                    <a:pt x="7772" y="1943"/>
                  </a:lnTo>
                  <a:lnTo>
                    <a:pt x="7759" y="1917"/>
                  </a:lnTo>
                  <a:lnTo>
                    <a:pt x="7759" y="1904"/>
                  </a:lnTo>
                  <a:lnTo>
                    <a:pt x="7759" y="1585"/>
                  </a:lnTo>
                  <a:lnTo>
                    <a:pt x="7797" y="1585"/>
                  </a:lnTo>
                  <a:lnTo>
                    <a:pt x="7784" y="1572"/>
                  </a:lnTo>
                  <a:lnTo>
                    <a:pt x="7759" y="1508"/>
                  </a:lnTo>
                  <a:lnTo>
                    <a:pt x="7605" y="1598"/>
                  </a:lnTo>
                  <a:lnTo>
                    <a:pt x="7567" y="1598"/>
                  </a:lnTo>
                  <a:lnTo>
                    <a:pt x="7056" y="1495"/>
                  </a:lnTo>
                  <a:lnTo>
                    <a:pt x="7018" y="1483"/>
                  </a:lnTo>
                  <a:lnTo>
                    <a:pt x="7018" y="1457"/>
                  </a:lnTo>
                  <a:lnTo>
                    <a:pt x="7005" y="1444"/>
                  </a:lnTo>
                  <a:lnTo>
                    <a:pt x="7094" y="677"/>
                  </a:lnTo>
                  <a:lnTo>
                    <a:pt x="6621" y="13"/>
                  </a:lnTo>
                  <a:lnTo>
                    <a:pt x="6225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4" name="Google Shape;1044;p60"/>
            <p:cNvSpPr/>
            <p:nvPr/>
          </p:nvSpPr>
          <p:spPr>
            <a:xfrm>
              <a:off x="3846100" y="3295375"/>
              <a:ext cx="390775" cy="391100"/>
            </a:xfrm>
            <a:custGeom>
              <a:rect b="b" l="l" r="r" t="t"/>
              <a:pathLst>
                <a:path extrusionOk="0" h="15644" w="15631">
                  <a:moveTo>
                    <a:pt x="6033" y="0"/>
                  </a:moveTo>
                  <a:lnTo>
                    <a:pt x="5867" y="141"/>
                  </a:lnTo>
                  <a:lnTo>
                    <a:pt x="5419" y="563"/>
                  </a:lnTo>
                  <a:lnTo>
                    <a:pt x="5355" y="1329"/>
                  </a:lnTo>
                  <a:lnTo>
                    <a:pt x="5445" y="1636"/>
                  </a:lnTo>
                  <a:lnTo>
                    <a:pt x="5445" y="1662"/>
                  </a:lnTo>
                  <a:lnTo>
                    <a:pt x="5432" y="1687"/>
                  </a:lnTo>
                  <a:lnTo>
                    <a:pt x="5202" y="1879"/>
                  </a:lnTo>
                  <a:lnTo>
                    <a:pt x="4921" y="3017"/>
                  </a:lnTo>
                  <a:lnTo>
                    <a:pt x="4908" y="3029"/>
                  </a:lnTo>
                  <a:lnTo>
                    <a:pt x="4678" y="3400"/>
                  </a:lnTo>
                  <a:lnTo>
                    <a:pt x="4819" y="3758"/>
                  </a:lnTo>
                  <a:lnTo>
                    <a:pt x="4819" y="3796"/>
                  </a:lnTo>
                  <a:lnTo>
                    <a:pt x="4665" y="4243"/>
                  </a:lnTo>
                  <a:lnTo>
                    <a:pt x="4767" y="4640"/>
                  </a:lnTo>
                  <a:lnTo>
                    <a:pt x="4767" y="4665"/>
                  </a:lnTo>
                  <a:lnTo>
                    <a:pt x="4755" y="4691"/>
                  </a:lnTo>
                  <a:lnTo>
                    <a:pt x="4461" y="4972"/>
                  </a:lnTo>
                  <a:lnTo>
                    <a:pt x="4320" y="5215"/>
                  </a:lnTo>
                  <a:lnTo>
                    <a:pt x="4295" y="5240"/>
                  </a:lnTo>
                  <a:lnTo>
                    <a:pt x="4001" y="5355"/>
                  </a:lnTo>
                  <a:lnTo>
                    <a:pt x="3771" y="5355"/>
                  </a:lnTo>
                  <a:lnTo>
                    <a:pt x="3771" y="5624"/>
                  </a:lnTo>
                  <a:lnTo>
                    <a:pt x="3758" y="5649"/>
                  </a:lnTo>
                  <a:lnTo>
                    <a:pt x="3745" y="5675"/>
                  </a:lnTo>
                  <a:lnTo>
                    <a:pt x="3451" y="5841"/>
                  </a:lnTo>
                  <a:lnTo>
                    <a:pt x="3259" y="6812"/>
                  </a:lnTo>
                  <a:lnTo>
                    <a:pt x="3247" y="7464"/>
                  </a:lnTo>
                  <a:lnTo>
                    <a:pt x="3234" y="7502"/>
                  </a:lnTo>
                  <a:lnTo>
                    <a:pt x="3208" y="7515"/>
                  </a:lnTo>
                  <a:lnTo>
                    <a:pt x="2723" y="7681"/>
                  </a:lnTo>
                  <a:lnTo>
                    <a:pt x="2403" y="8154"/>
                  </a:lnTo>
                  <a:lnTo>
                    <a:pt x="2377" y="8167"/>
                  </a:lnTo>
                  <a:lnTo>
                    <a:pt x="1879" y="8410"/>
                  </a:lnTo>
                  <a:lnTo>
                    <a:pt x="1866" y="8423"/>
                  </a:lnTo>
                  <a:lnTo>
                    <a:pt x="1841" y="8410"/>
                  </a:lnTo>
                  <a:lnTo>
                    <a:pt x="1815" y="8397"/>
                  </a:lnTo>
                  <a:lnTo>
                    <a:pt x="1802" y="8384"/>
                  </a:lnTo>
                  <a:lnTo>
                    <a:pt x="1662" y="8001"/>
                  </a:lnTo>
                  <a:lnTo>
                    <a:pt x="1112" y="8231"/>
                  </a:lnTo>
                  <a:lnTo>
                    <a:pt x="1087" y="8231"/>
                  </a:lnTo>
                  <a:lnTo>
                    <a:pt x="614" y="8180"/>
                  </a:lnTo>
                  <a:lnTo>
                    <a:pt x="614" y="8180"/>
                  </a:lnTo>
                  <a:lnTo>
                    <a:pt x="626" y="8257"/>
                  </a:lnTo>
                  <a:lnTo>
                    <a:pt x="614" y="8282"/>
                  </a:lnTo>
                  <a:lnTo>
                    <a:pt x="601" y="8308"/>
                  </a:lnTo>
                  <a:lnTo>
                    <a:pt x="320" y="8550"/>
                  </a:lnTo>
                  <a:lnTo>
                    <a:pt x="320" y="9036"/>
                  </a:lnTo>
                  <a:lnTo>
                    <a:pt x="307" y="9062"/>
                  </a:lnTo>
                  <a:lnTo>
                    <a:pt x="294" y="9087"/>
                  </a:lnTo>
                  <a:lnTo>
                    <a:pt x="0" y="9228"/>
                  </a:lnTo>
                  <a:lnTo>
                    <a:pt x="51" y="9330"/>
                  </a:lnTo>
                  <a:lnTo>
                    <a:pt x="793" y="9343"/>
                  </a:lnTo>
                  <a:lnTo>
                    <a:pt x="972" y="9177"/>
                  </a:lnTo>
                  <a:lnTo>
                    <a:pt x="984" y="9177"/>
                  </a:lnTo>
                  <a:lnTo>
                    <a:pt x="1010" y="9164"/>
                  </a:lnTo>
                  <a:lnTo>
                    <a:pt x="3617" y="9202"/>
                  </a:lnTo>
                  <a:lnTo>
                    <a:pt x="3655" y="9215"/>
                  </a:lnTo>
                  <a:lnTo>
                    <a:pt x="3681" y="9253"/>
                  </a:lnTo>
                  <a:lnTo>
                    <a:pt x="3796" y="10046"/>
                  </a:lnTo>
                  <a:lnTo>
                    <a:pt x="4090" y="10762"/>
                  </a:lnTo>
                  <a:lnTo>
                    <a:pt x="4295" y="10825"/>
                  </a:lnTo>
                  <a:lnTo>
                    <a:pt x="4320" y="10851"/>
                  </a:lnTo>
                  <a:lnTo>
                    <a:pt x="4435" y="11043"/>
                  </a:lnTo>
                  <a:lnTo>
                    <a:pt x="4946" y="11055"/>
                  </a:lnTo>
                  <a:lnTo>
                    <a:pt x="5087" y="10979"/>
                  </a:lnTo>
                  <a:lnTo>
                    <a:pt x="5112" y="10966"/>
                  </a:lnTo>
                  <a:lnTo>
                    <a:pt x="5138" y="10979"/>
                  </a:lnTo>
                  <a:lnTo>
                    <a:pt x="5291" y="11055"/>
                  </a:lnTo>
                  <a:lnTo>
                    <a:pt x="5726" y="11055"/>
                  </a:lnTo>
                  <a:lnTo>
                    <a:pt x="5739" y="10199"/>
                  </a:lnTo>
                  <a:lnTo>
                    <a:pt x="5752" y="10174"/>
                  </a:lnTo>
                  <a:lnTo>
                    <a:pt x="5764" y="10161"/>
                  </a:lnTo>
                  <a:lnTo>
                    <a:pt x="5777" y="10148"/>
                  </a:lnTo>
                  <a:lnTo>
                    <a:pt x="5803" y="10148"/>
                  </a:lnTo>
                  <a:lnTo>
                    <a:pt x="6800" y="10161"/>
                  </a:lnTo>
                  <a:lnTo>
                    <a:pt x="6838" y="10174"/>
                  </a:lnTo>
                  <a:lnTo>
                    <a:pt x="6851" y="10199"/>
                  </a:lnTo>
                  <a:lnTo>
                    <a:pt x="6940" y="10506"/>
                  </a:lnTo>
                  <a:lnTo>
                    <a:pt x="7822" y="10480"/>
                  </a:lnTo>
                  <a:lnTo>
                    <a:pt x="7848" y="10480"/>
                  </a:lnTo>
                  <a:lnTo>
                    <a:pt x="7860" y="10493"/>
                  </a:lnTo>
                  <a:lnTo>
                    <a:pt x="7873" y="10506"/>
                  </a:lnTo>
                  <a:lnTo>
                    <a:pt x="7873" y="10531"/>
                  </a:lnTo>
                  <a:lnTo>
                    <a:pt x="7873" y="11375"/>
                  </a:lnTo>
                  <a:lnTo>
                    <a:pt x="8039" y="11490"/>
                  </a:lnTo>
                  <a:lnTo>
                    <a:pt x="8065" y="11528"/>
                  </a:lnTo>
                  <a:lnTo>
                    <a:pt x="8052" y="11567"/>
                  </a:lnTo>
                  <a:lnTo>
                    <a:pt x="7873" y="11950"/>
                  </a:lnTo>
                  <a:lnTo>
                    <a:pt x="8039" y="12487"/>
                  </a:lnTo>
                  <a:lnTo>
                    <a:pt x="8269" y="12640"/>
                  </a:lnTo>
                  <a:lnTo>
                    <a:pt x="8282" y="12666"/>
                  </a:lnTo>
                  <a:lnTo>
                    <a:pt x="8295" y="12691"/>
                  </a:lnTo>
                  <a:lnTo>
                    <a:pt x="8282" y="13369"/>
                  </a:lnTo>
                  <a:lnTo>
                    <a:pt x="8269" y="13394"/>
                  </a:lnTo>
                  <a:lnTo>
                    <a:pt x="8205" y="13535"/>
                  </a:lnTo>
                  <a:lnTo>
                    <a:pt x="8257" y="13701"/>
                  </a:lnTo>
                  <a:lnTo>
                    <a:pt x="8487" y="13637"/>
                  </a:lnTo>
                  <a:lnTo>
                    <a:pt x="8525" y="13637"/>
                  </a:lnTo>
                  <a:lnTo>
                    <a:pt x="8768" y="13714"/>
                  </a:lnTo>
                  <a:lnTo>
                    <a:pt x="9100" y="13522"/>
                  </a:lnTo>
                  <a:lnTo>
                    <a:pt x="9586" y="13522"/>
                  </a:lnTo>
                  <a:lnTo>
                    <a:pt x="9739" y="13445"/>
                  </a:lnTo>
                  <a:lnTo>
                    <a:pt x="9765" y="13433"/>
                  </a:lnTo>
                  <a:lnTo>
                    <a:pt x="9790" y="13433"/>
                  </a:lnTo>
                  <a:lnTo>
                    <a:pt x="9803" y="13445"/>
                  </a:lnTo>
                  <a:lnTo>
                    <a:pt x="9816" y="13471"/>
                  </a:lnTo>
                  <a:lnTo>
                    <a:pt x="9931" y="13854"/>
                  </a:lnTo>
                  <a:lnTo>
                    <a:pt x="10391" y="13791"/>
                  </a:lnTo>
                  <a:lnTo>
                    <a:pt x="10429" y="13791"/>
                  </a:lnTo>
                  <a:lnTo>
                    <a:pt x="10583" y="13880"/>
                  </a:lnTo>
                  <a:lnTo>
                    <a:pt x="10595" y="13893"/>
                  </a:lnTo>
                  <a:lnTo>
                    <a:pt x="10838" y="14238"/>
                  </a:lnTo>
                  <a:lnTo>
                    <a:pt x="11490" y="14327"/>
                  </a:lnTo>
                  <a:lnTo>
                    <a:pt x="11784" y="14327"/>
                  </a:lnTo>
                  <a:lnTo>
                    <a:pt x="11899" y="14046"/>
                  </a:lnTo>
                  <a:lnTo>
                    <a:pt x="11912" y="14021"/>
                  </a:lnTo>
                  <a:lnTo>
                    <a:pt x="11937" y="14008"/>
                  </a:lnTo>
                  <a:lnTo>
                    <a:pt x="11963" y="14021"/>
                  </a:lnTo>
                  <a:lnTo>
                    <a:pt x="11988" y="14033"/>
                  </a:lnTo>
                  <a:lnTo>
                    <a:pt x="12116" y="14161"/>
                  </a:lnTo>
                  <a:lnTo>
                    <a:pt x="12116" y="14174"/>
                  </a:lnTo>
                  <a:lnTo>
                    <a:pt x="12410" y="14724"/>
                  </a:lnTo>
                  <a:lnTo>
                    <a:pt x="12730" y="14800"/>
                  </a:lnTo>
                  <a:lnTo>
                    <a:pt x="12743" y="14800"/>
                  </a:lnTo>
                  <a:lnTo>
                    <a:pt x="13075" y="14915"/>
                  </a:lnTo>
                  <a:lnTo>
                    <a:pt x="13100" y="14928"/>
                  </a:lnTo>
                  <a:lnTo>
                    <a:pt x="13663" y="15644"/>
                  </a:lnTo>
                  <a:lnTo>
                    <a:pt x="13739" y="15605"/>
                  </a:lnTo>
                  <a:lnTo>
                    <a:pt x="13829" y="15541"/>
                  </a:lnTo>
                  <a:lnTo>
                    <a:pt x="13854" y="15529"/>
                  </a:lnTo>
                  <a:lnTo>
                    <a:pt x="13893" y="15541"/>
                  </a:lnTo>
                  <a:lnTo>
                    <a:pt x="14033" y="15644"/>
                  </a:lnTo>
                  <a:lnTo>
                    <a:pt x="14085" y="15554"/>
                  </a:lnTo>
                  <a:lnTo>
                    <a:pt x="14097" y="14941"/>
                  </a:lnTo>
                  <a:lnTo>
                    <a:pt x="14021" y="15005"/>
                  </a:lnTo>
                  <a:lnTo>
                    <a:pt x="13995" y="15017"/>
                  </a:lnTo>
                  <a:lnTo>
                    <a:pt x="13969" y="15017"/>
                  </a:lnTo>
                  <a:lnTo>
                    <a:pt x="13599" y="14941"/>
                  </a:lnTo>
                  <a:lnTo>
                    <a:pt x="13573" y="14928"/>
                  </a:lnTo>
                  <a:lnTo>
                    <a:pt x="13561" y="14915"/>
                  </a:lnTo>
                  <a:lnTo>
                    <a:pt x="13445" y="14685"/>
                  </a:lnTo>
                  <a:lnTo>
                    <a:pt x="13215" y="14660"/>
                  </a:lnTo>
                  <a:lnTo>
                    <a:pt x="13190" y="14660"/>
                  </a:lnTo>
                  <a:lnTo>
                    <a:pt x="13177" y="14634"/>
                  </a:lnTo>
                  <a:lnTo>
                    <a:pt x="12909" y="14174"/>
                  </a:lnTo>
                  <a:lnTo>
                    <a:pt x="12896" y="14148"/>
                  </a:lnTo>
                  <a:lnTo>
                    <a:pt x="12909" y="14123"/>
                  </a:lnTo>
                  <a:lnTo>
                    <a:pt x="12998" y="13969"/>
                  </a:lnTo>
                  <a:lnTo>
                    <a:pt x="13267" y="13394"/>
                  </a:lnTo>
                  <a:lnTo>
                    <a:pt x="13369" y="12755"/>
                  </a:lnTo>
                  <a:lnTo>
                    <a:pt x="13292" y="12640"/>
                  </a:lnTo>
                  <a:lnTo>
                    <a:pt x="13177" y="12474"/>
                  </a:lnTo>
                  <a:lnTo>
                    <a:pt x="13177" y="12449"/>
                  </a:lnTo>
                  <a:lnTo>
                    <a:pt x="13177" y="12423"/>
                  </a:lnTo>
                  <a:lnTo>
                    <a:pt x="13215" y="12346"/>
                  </a:lnTo>
                  <a:lnTo>
                    <a:pt x="13203" y="12282"/>
                  </a:lnTo>
                  <a:lnTo>
                    <a:pt x="13203" y="11963"/>
                  </a:lnTo>
                  <a:lnTo>
                    <a:pt x="13548" y="11541"/>
                  </a:lnTo>
                  <a:lnTo>
                    <a:pt x="13612" y="11579"/>
                  </a:lnTo>
                  <a:lnTo>
                    <a:pt x="13688" y="11426"/>
                  </a:lnTo>
                  <a:lnTo>
                    <a:pt x="13701" y="11401"/>
                  </a:lnTo>
                  <a:lnTo>
                    <a:pt x="13727" y="11388"/>
                  </a:lnTo>
                  <a:lnTo>
                    <a:pt x="14378" y="11401"/>
                  </a:lnTo>
                  <a:lnTo>
                    <a:pt x="14532" y="11324"/>
                  </a:lnTo>
                  <a:lnTo>
                    <a:pt x="14557" y="11324"/>
                  </a:lnTo>
                  <a:lnTo>
                    <a:pt x="14813" y="11362"/>
                  </a:lnTo>
                  <a:lnTo>
                    <a:pt x="14455" y="10774"/>
                  </a:lnTo>
                  <a:lnTo>
                    <a:pt x="13944" y="10059"/>
                  </a:lnTo>
                  <a:lnTo>
                    <a:pt x="13944" y="9675"/>
                  </a:lnTo>
                  <a:lnTo>
                    <a:pt x="14046" y="9279"/>
                  </a:lnTo>
                  <a:lnTo>
                    <a:pt x="13854" y="9126"/>
                  </a:lnTo>
                  <a:lnTo>
                    <a:pt x="13854" y="8640"/>
                  </a:lnTo>
                  <a:lnTo>
                    <a:pt x="14021" y="8205"/>
                  </a:lnTo>
                  <a:lnTo>
                    <a:pt x="13854" y="7605"/>
                  </a:lnTo>
                  <a:lnTo>
                    <a:pt x="13893" y="7630"/>
                  </a:lnTo>
                  <a:lnTo>
                    <a:pt x="13880" y="7170"/>
                  </a:lnTo>
                  <a:lnTo>
                    <a:pt x="13573" y="6518"/>
                  </a:lnTo>
                  <a:lnTo>
                    <a:pt x="13573" y="6493"/>
                  </a:lnTo>
                  <a:lnTo>
                    <a:pt x="13573" y="6467"/>
                  </a:lnTo>
                  <a:lnTo>
                    <a:pt x="14072" y="5688"/>
                  </a:lnTo>
                  <a:lnTo>
                    <a:pt x="14085" y="5662"/>
                  </a:lnTo>
                  <a:lnTo>
                    <a:pt x="14238" y="5560"/>
                  </a:lnTo>
                  <a:lnTo>
                    <a:pt x="14251" y="4665"/>
                  </a:lnTo>
                  <a:lnTo>
                    <a:pt x="14263" y="4640"/>
                  </a:lnTo>
                  <a:lnTo>
                    <a:pt x="14557" y="3962"/>
                  </a:lnTo>
                  <a:lnTo>
                    <a:pt x="14532" y="3783"/>
                  </a:lnTo>
                  <a:lnTo>
                    <a:pt x="14545" y="3758"/>
                  </a:lnTo>
                  <a:lnTo>
                    <a:pt x="14557" y="3745"/>
                  </a:lnTo>
                  <a:lnTo>
                    <a:pt x="14954" y="3323"/>
                  </a:lnTo>
                  <a:lnTo>
                    <a:pt x="14966" y="3310"/>
                  </a:lnTo>
                  <a:lnTo>
                    <a:pt x="15107" y="3310"/>
                  </a:lnTo>
                  <a:lnTo>
                    <a:pt x="15452" y="2940"/>
                  </a:lnTo>
                  <a:lnTo>
                    <a:pt x="15452" y="2786"/>
                  </a:lnTo>
                  <a:lnTo>
                    <a:pt x="15222" y="2582"/>
                  </a:lnTo>
                  <a:lnTo>
                    <a:pt x="15631" y="2659"/>
                  </a:lnTo>
                  <a:lnTo>
                    <a:pt x="15631" y="2659"/>
                  </a:lnTo>
                  <a:lnTo>
                    <a:pt x="15580" y="2569"/>
                  </a:lnTo>
                  <a:lnTo>
                    <a:pt x="15375" y="2480"/>
                  </a:lnTo>
                  <a:lnTo>
                    <a:pt x="15350" y="2454"/>
                  </a:lnTo>
                  <a:lnTo>
                    <a:pt x="15337" y="2429"/>
                  </a:lnTo>
                  <a:lnTo>
                    <a:pt x="15337" y="2122"/>
                  </a:lnTo>
                  <a:lnTo>
                    <a:pt x="15363" y="1470"/>
                  </a:lnTo>
                  <a:lnTo>
                    <a:pt x="15363" y="1444"/>
                  </a:lnTo>
                  <a:lnTo>
                    <a:pt x="15375" y="1432"/>
                  </a:lnTo>
                  <a:lnTo>
                    <a:pt x="15426" y="1393"/>
                  </a:lnTo>
                  <a:lnTo>
                    <a:pt x="15030" y="1457"/>
                  </a:lnTo>
                  <a:lnTo>
                    <a:pt x="14992" y="1457"/>
                  </a:lnTo>
                  <a:lnTo>
                    <a:pt x="14966" y="1432"/>
                  </a:lnTo>
                  <a:lnTo>
                    <a:pt x="14851" y="1227"/>
                  </a:lnTo>
                  <a:lnTo>
                    <a:pt x="14506" y="946"/>
                  </a:lnTo>
                  <a:lnTo>
                    <a:pt x="14481" y="920"/>
                  </a:lnTo>
                  <a:lnTo>
                    <a:pt x="14391" y="614"/>
                  </a:lnTo>
                  <a:lnTo>
                    <a:pt x="14276" y="550"/>
                  </a:lnTo>
                  <a:lnTo>
                    <a:pt x="14161" y="690"/>
                  </a:lnTo>
                  <a:lnTo>
                    <a:pt x="14148" y="716"/>
                  </a:lnTo>
                  <a:lnTo>
                    <a:pt x="14110" y="716"/>
                  </a:lnTo>
                  <a:lnTo>
                    <a:pt x="13688" y="678"/>
                  </a:lnTo>
                  <a:lnTo>
                    <a:pt x="13382" y="793"/>
                  </a:lnTo>
                  <a:lnTo>
                    <a:pt x="13356" y="793"/>
                  </a:lnTo>
                  <a:lnTo>
                    <a:pt x="13330" y="780"/>
                  </a:lnTo>
                  <a:lnTo>
                    <a:pt x="12487" y="294"/>
                  </a:lnTo>
                  <a:lnTo>
                    <a:pt x="11452" y="205"/>
                  </a:lnTo>
                  <a:lnTo>
                    <a:pt x="11439" y="205"/>
                  </a:lnTo>
                  <a:lnTo>
                    <a:pt x="10966" y="0"/>
                  </a:lnTo>
                  <a:lnTo>
                    <a:pt x="10877" y="166"/>
                  </a:lnTo>
                  <a:lnTo>
                    <a:pt x="10851" y="192"/>
                  </a:lnTo>
                  <a:lnTo>
                    <a:pt x="10825" y="192"/>
                  </a:lnTo>
                  <a:lnTo>
                    <a:pt x="10238" y="230"/>
                  </a:lnTo>
                  <a:lnTo>
                    <a:pt x="10212" y="230"/>
                  </a:lnTo>
                  <a:lnTo>
                    <a:pt x="10199" y="218"/>
                  </a:lnTo>
                  <a:lnTo>
                    <a:pt x="10123" y="154"/>
                  </a:lnTo>
                  <a:lnTo>
                    <a:pt x="9266" y="499"/>
                  </a:lnTo>
                  <a:lnTo>
                    <a:pt x="9228" y="499"/>
                  </a:lnTo>
                  <a:lnTo>
                    <a:pt x="9202" y="486"/>
                  </a:lnTo>
                  <a:lnTo>
                    <a:pt x="9087" y="396"/>
                  </a:lnTo>
                  <a:lnTo>
                    <a:pt x="8614" y="460"/>
                  </a:lnTo>
                  <a:lnTo>
                    <a:pt x="8512" y="959"/>
                  </a:lnTo>
                  <a:lnTo>
                    <a:pt x="8499" y="984"/>
                  </a:lnTo>
                  <a:lnTo>
                    <a:pt x="8474" y="997"/>
                  </a:lnTo>
                  <a:lnTo>
                    <a:pt x="8435" y="997"/>
                  </a:lnTo>
                  <a:lnTo>
                    <a:pt x="7694" y="767"/>
                  </a:lnTo>
                  <a:lnTo>
                    <a:pt x="6927" y="729"/>
                  </a:lnTo>
                  <a:lnTo>
                    <a:pt x="6902" y="729"/>
                  </a:lnTo>
                  <a:lnTo>
                    <a:pt x="6889" y="703"/>
                  </a:lnTo>
                  <a:lnTo>
                    <a:pt x="6621" y="371"/>
                  </a:lnTo>
                  <a:lnTo>
                    <a:pt x="6442" y="154"/>
                  </a:lnTo>
                  <a:lnTo>
                    <a:pt x="6391" y="141"/>
                  </a:lnTo>
                  <a:lnTo>
                    <a:pt x="6327" y="128"/>
                  </a:lnTo>
                  <a:lnTo>
                    <a:pt x="6084" y="64"/>
                  </a:lnTo>
                  <a:lnTo>
                    <a:pt x="6058" y="39"/>
                  </a:lnTo>
                  <a:lnTo>
                    <a:pt x="6033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5" name="Google Shape;1045;p60"/>
            <p:cNvSpPr/>
            <p:nvPr/>
          </p:nvSpPr>
          <p:spPr>
            <a:xfrm>
              <a:off x="3837475" y="3761225"/>
              <a:ext cx="264900" cy="246675"/>
            </a:xfrm>
            <a:custGeom>
              <a:rect b="b" l="l" r="r" t="t"/>
              <a:pathLst>
                <a:path extrusionOk="0" h="9867" w="10596">
                  <a:moveTo>
                    <a:pt x="959" y="0"/>
                  </a:moveTo>
                  <a:lnTo>
                    <a:pt x="486" y="243"/>
                  </a:lnTo>
                  <a:lnTo>
                    <a:pt x="435" y="243"/>
                  </a:lnTo>
                  <a:lnTo>
                    <a:pt x="281" y="154"/>
                  </a:lnTo>
                  <a:lnTo>
                    <a:pt x="64" y="192"/>
                  </a:lnTo>
                  <a:lnTo>
                    <a:pt x="0" y="857"/>
                  </a:lnTo>
                  <a:lnTo>
                    <a:pt x="345" y="1023"/>
                  </a:lnTo>
                  <a:lnTo>
                    <a:pt x="754" y="1560"/>
                  </a:lnTo>
                  <a:lnTo>
                    <a:pt x="805" y="1828"/>
                  </a:lnTo>
                  <a:lnTo>
                    <a:pt x="1087" y="2160"/>
                  </a:lnTo>
                  <a:lnTo>
                    <a:pt x="1278" y="2748"/>
                  </a:lnTo>
                  <a:lnTo>
                    <a:pt x="1317" y="3336"/>
                  </a:lnTo>
                  <a:lnTo>
                    <a:pt x="1483" y="3745"/>
                  </a:lnTo>
                  <a:lnTo>
                    <a:pt x="2083" y="4410"/>
                  </a:lnTo>
                  <a:lnTo>
                    <a:pt x="2173" y="4895"/>
                  </a:lnTo>
                  <a:lnTo>
                    <a:pt x="2032" y="4908"/>
                  </a:lnTo>
                  <a:lnTo>
                    <a:pt x="2032" y="5279"/>
                  </a:lnTo>
                  <a:lnTo>
                    <a:pt x="2211" y="5547"/>
                  </a:lnTo>
                  <a:lnTo>
                    <a:pt x="2071" y="5739"/>
                  </a:lnTo>
                  <a:lnTo>
                    <a:pt x="2058" y="6173"/>
                  </a:lnTo>
                  <a:lnTo>
                    <a:pt x="2326" y="6429"/>
                  </a:lnTo>
                  <a:lnTo>
                    <a:pt x="2313" y="7157"/>
                  </a:lnTo>
                  <a:lnTo>
                    <a:pt x="2454" y="7375"/>
                  </a:lnTo>
                  <a:lnTo>
                    <a:pt x="2441" y="7554"/>
                  </a:lnTo>
                  <a:lnTo>
                    <a:pt x="2492" y="7694"/>
                  </a:lnTo>
                  <a:lnTo>
                    <a:pt x="2480" y="8103"/>
                  </a:lnTo>
                  <a:lnTo>
                    <a:pt x="2620" y="8346"/>
                  </a:lnTo>
                  <a:lnTo>
                    <a:pt x="2620" y="8640"/>
                  </a:lnTo>
                  <a:lnTo>
                    <a:pt x="3016" y="9190"/>
                  </a:lnTo>
                  <a:lnTo>
                    <a:pt x="3464" y="9624"/>
                  </a:lnTo>
                  <a:lnTo>
                    <a:pt x="3630" y="9662"/>
                  </a:lnTo>
                  <a:lnTo>
                    <a:pt x="3668" y="9637"/>
                  </a:lnTo>
                  <a:lnTo>
                    <a:pt x="3860" y="9138"/>
                  </a:lnTo>
                  <a:lnTo>
                    <a:pt x="3873" y="9126"/>
                  </a:lnTo>
                  <a:lnTo>
                    <a:pt x="3898" y="9113"/>
                  </a:lnTo>
                  <a:lnTo>
                    <a:pt x="3911" y="9100"/>
                  </a:lnTo>
                  <a:lnTo>
                    <a:pt x="3937" y="9113"/>
                  </a:lnTo>
                  <a:lnTo>
                    <a:pt x="4231" y="9228"/>
                  </a:lnTo>
                  <a:lnTo>
                    <a:pt x="4243" y="9241"/>
                  </a:lnTo>
                  <a:lnTo>
                    <a:pt x="4256" y="9266"/>
                  </a:lnTo>
                  <a:lnTo>
                    <a:pt x="4409" y="9714"/>
                  </a:lnTo>
                  <a:lnTo>
                    <a:pt x="4780" y="9714"/>
                  </a:lnTo>
                  <a:lnTo>
                    <a:pt x="4793" y="9739"/>
                  </a:lnTo>
                  <a:lnTo>
                    <a:pt x="4895" y="9854"/>
                  </a:lnTo>
                  <a:lnTo>
                    <a:pt x="5253" y="9803"/>
                  </a:lnTo>
                  <a:lnTo>
                    <a:pt x="5291" y="9803"/>
                  </a:lnTo>
                  <a:lnTo>
                    <a:pt x="5406" y="9867"/>
                  </a:lnTo>
                  <a:lnTo>
                    <a:pt x="5509" y="9867"/>
                  </a:lnTo>
                  <a:lnTo>
                    <a:pt x="5509" y="9841"/>
                  </a:lnTo>
                  <a:lnTo>
                    <a:pt x="5509" y="9816"/>
                  </a:lnTo>
                  <a:lnTo>
                    <a:pt x="5534" y="9790"/>
                  </a:lnTo>
                  <a:lnTo>
                    <a:pt x="5879" y="9573"/>
                  </a:lnTo>
                  <a:lnTo>
                    <a:pt x="5905" y="9560"/>
                  </a:lnTo>
                  <a:lnTo>
                    <a:pt x="6135" y="9560"/>
                  </a:lnTo>
                  <a:lnTo>
                    <a:pt x="6352" y="4282"/>
                  </a:lnTo>
                  <a:lnTo>
                    <a:pt x="6352" y="4269"/>
                  </a:lnTo>
                  <a:lnTo>
                    <a:pt x="6365" y="4244"/>
                  </a:lnTo>
                  <a:lnTo>
                    <a:pt x="6378" y="4244"/>
                  </a:lnTo>
                  <a:lnTo>
                    <a:pt x="6403" y="4231"/>
                  </a:lnTo>
                  <a:lnTo>
                    <a:pt x="7183" y="4244"/>
                  </a:lnTo>
                  <a:lnTo>
                    <a:pt x="7221" y="1278"/>
                  </a:lnTo>
                  <a:lnTo>
                    <a:pt x="7221" y="1253"/>
                  </a:lnTo>
                  <a:lnTo>
                    <a:pt x="7234" y="1240"/>
                  </a:lnTo>
                  <a:lnTo>
                    <a:pt x="7247" y="1227"/>
                  </a:lnTo>
                  <a:lnTo>
                    <a:pt x="7272" y="1215"/>
                  </a:lnTo>
                  <a:lnTo>
                    <a:pt x="8052" y="1176"/>
                  </a:lnTo>
                  <a:lnTo>
                    <a:pt x="9189" y="895"/>
                  </a:lnTo>
                  <a:lnTo>
                    <a:pt x="9228" y="908"/>
                  </a:lnTo>
                  <a:lnTo>
                    <a:pt x="9253" y="933"/>
                  </a:lnTo>
                  <a:lnTo>
                    <a:pt x="9381" y="1291"/>
                  </a:lnTo>
                  <a:lnTo>
                    <a:pt x="9419" y="1291"/>
                  </a:lnTo>
                  <a:lnTo>
                    <a:pt x="9535" y="1074"/>
                  </a:lnTo>
                  <a:lnTo>
                    <a:pt x="9560" y="1061"/>
                  </a:lnTo>
                  <a:lnTo>
                    <a:pt x="9573" y="1048"/>
                  </a:lnTo>
                  <a:lnTo>
                    <a:pt x="9892" y="984"/>
                  </a:lnTo>
                  <a:lnTo>
                    <a:pt x="10097" y="831"/>
                  </a:lnTo>
                  <a:lnTo>
                    <a:pt x="10135" y="818"/>
                  </a:lnTo>
                  <a:lnTo>
                    <a:pt x="10468" y="831"/>
                  </a:lnTo>
                  <a:lnTo>
                    <a:pt x="10595" y="716"/>
                  </a:lnTo>
                  <a:lnTo>
                    <a:pt x="10378" y="499"/>
                  </a:lnTo>
                  <a:lnTo>
                    <a:pt x="9113" y="614"/>
                  </a:lnTo>
                  <a:lnTo>
                    <a:pt x="9100" y="639"/>
                  </a:lnTo>
                  <a:lnTo>
                    <a:pt x="9074" y="652"/>
                  </a:lnTo>
                  <a:lnTo>
                    <a:pt x="7669" y="895"/>
                  </a:lnTo>
                  <a:lnTo>
                    <a:pt x="7643" y="895"/>
                  </a:lnTo>
                  <a:lnTo>
                    <a:pt x="6557" y="716"/>
                  </a:lnTo>
                  <a:lnTo>
                    <a:pt x="5751" y="703"/>
                  </a:lnTo>
                  <a:lnTo>
                    <a:pt x="5713" y="691"/>
                  </a:lnTo>
                  <a:lnTo>
                    <a:pt x="5164" y="269"/>
                  </a:lnTo>
                  <a:lnTo>
                    <a:pt x="2275" y="230"/>
                  </a:lnTo>
                  <a:lnTo>
                    <a:pt x="1981" y="307"/>
                  </a:lnTo>
                  <a:lnTo>
                    <a:pt x="1956" y="307"/>
                  </a:lnTo>
                  <a:lnTo>
                    <a:pt x="1930" y="294"/>
                  </a:lnTo>
                  <a:lnTo>
                    <a:pt x="1483" y="13"/>
                  </a:lnTo>
                  <a:lnTo>
                    <a:pt x="959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6" name="Google Shape;1046;p60"/>
            <p:cNvSpPr/>
            <p:nvPr/>
          </p:nvSpPr>
          <p:spPr>
            <a:xfrm>
              <a:off x="3835225" y="3527325"/>
              <a:ext cx="247975" cy="253725"/>
            </a:xfrm>
            <a:custGeom>
              <a:rect b="b" l="l" r="r" t="t"/>
              <a:pathLst>
                <a:path extrusionOk="0" h="10149" w="9919">
                  <a:moveTo>
                    <a:pt x="1458" y="1"/>
                  </a:moveTo>
                  <a:lnTo>
                    <a:pt x="1292" y="154"/>
                  </a:lnTo>
                  <a:lnTo>
                    <a:pt x="1279" y="167"/>
                  </a:lnTo>
                  <a:lnTo>
                    <a:pt x="1253" y="180"/>
                  </a:lnTo>
                  <a:lnTo>
                    <a:pt x="474" y="167"/>
                  </a:lnTo>
                  <a:lnTo>
                    <a:pt x="422" y="257"/>
                  </a:lnTo>
                  <a:lnTo>
                    <a:pt x="998" y="1011"/>
                  </a:lnTo>
                  <a:lnTo>
                    <a:pt x="1036" y="1330"/>
                  </a:lnTo>
                  <a:lnTo>
                    <a:pt x="1240" y="1509"/>
                  </a:lnTo>
                  <a:lnTo>
                    <a:pt x="1445" y="2059"/>
                  </a:lnTo>
                  <a:lnTo>
                    <a:pt x="985" y="2506"/>
                  </a:lnTo>
                  <a:lnTo>
                    <a:pt x="985" y="2723"/>
                  </a:lnTo>
                  <a:lnTo>
                    <a:pt x="1138" y="2851"/>
                  </a:lnTo>
                  <a:lnTo>
                    <a:pt x="1343" y="3528"/>
                  </a:lnTo>
                  <a:lnTo>
                    <a:pt x="1726" y="4091"/>
                  </a:lnTo>
                  <a:lnTo>
                    <a:pt x="1701" y="4640"/>
                  </a:lnTo>
                  <a:lnTo>
                    <a:pt x="1611" y="4717"/>
                  </a:lnTo>
                  <a:lnTo>
                    <a:pt x="1611" y="5177"/>
                  </a:lnTo>
                  <a:lnTo>
                    <a:pt x="1049" y="5637"/>
                  </a:lnTo>
                  <a:lnTo>
                    <a:pt x="998" y="5842"/>
                  </a:lnTo>
                  <a:lnTo>
                    <a:pt x="755" y="6008"/>
                  </a:lnTo>
                  <a:lnTo>
                    <a:pt x="448" y="7363"/>
                  </a:lnTo>
                  <a:lnTo>
                    <a:pt x="346" y="8027"/>
                  </a:lnTo>
                  <a:lnTo>
                    <a:pt x="77" y="8270"/>
                  </a:lnTo>
                  <a:lnTo>
                    <a:pt x="141" y="8883"/>
                  </a:lnTo>
                  <a:lnTo>
                    <a:pt x="1" y="8909"/>
                  </a:lnTo>
                  <a:lnTo>
                    <a:pt x="1" y="9126"/>
                  </a:lnTo>
                  <a:lnTo>
                    <a:pt x="116" y="9446"/>
                  </a:lnTo>
                  <a:lnTo>
                    <a:pt x="371" y="9395"/>
                  </a:lnTo>
                  <a:lnTo>
                    <a:pt x="422" y="9407"/>
                  </a:lnTo>
                  <a:lnTo>
                    <a:pt x="550" y="9484"/>
                  </a:lnTo>
                  <a:lnTo>
                    <a:pt x="1010" y="9254"/>
                  </a:lnTo>
                  <a:lnTo>
                    <a:pt x="1585" y="9254"/>
                  </a:lnTo>
                  <a:lnTo>
                    <a:pt x="1624" y="9267"/>
                  </a:lnTo>
                  <a:lnTo>
                    <a:pt x="2058" y="9548"/>
                  </a:lnTo>
                  <a:lnTo>
                    <a:pt x="2340" y="9471"/>
                  </a:lnTo>
                  <a:lnTo>
                    <a:pt x="2352" y="9471"/>
                  </a:lnTo>
                  <a:lnTo>
                    <a:pt x="5279" y="9510"/>
                  </a:lnTo>
                  <a:lnTo>
                    <a:pt x="5305" y="9523"/>
                  </a:lnTo>
                  <a:lnTo>
                    <a:pt x="5854" y="9957"/>
                  </a:lnTo>
                  <a:lnTo>
                    <a:pt x="6659" y="9957"/>
                  </a:lnTo>
                  <a:lnTo>
                    <a:pt x="7746" y="10149"/>
                  </a:lnTo>
                  <a:lnTo>
                    <a:pt x="9024" y="9919"/>
                  </a:lnTo>
                  <a:lnTo>
                    <a:pt x="8385" y="9382"/>
                  </a:lnTo>
                  <a:lnTo>
                    <a:pt x="8359" y="9356"/>
                  </a:lnTo>
                  <a:lnTo>
                    <a:pt x="8359" y="9344"/>
                  </a:lnTo>
                  <a:lnTo>
                    <a:pt x="8359" y="9139"/>
                  </a:lnTo>
                  <a:lnTo>
                    <a:pt x="8180" y="8922"/>
                  </a:lnTo>
                  <a:lnTo>
                    <a:pt x="8168" y="8883"/>
                  </a:lnTo>
                  <a:lnTo>
                    <a:pt x="8321" y="5931"/>
                  </a:lnTo>
                  <a:lnTo>
                    <a:pt x="8334" y="5918"/>
                  </a:lnTo>
                  <a:lnTo>
                    <a:pt x="8334" y="5906"/>
                  </a:lnTo>
                  <a:lnTo>
                    <a:pt x="8359" y="5893"/>
                  </a:lnTo>
                  <a:lnTo>
                    <a:pt x="8372" y="5880"/>
                  </a:lnTo>
                  <a:lnTo>
                    <a:pt x="9893" y="5906"/>
                  </a:lnTo>
                  <a:lnTo>
                    <a:pt x="9918" y="4359"/>
                  </a:lnTo>
                  <a:lnTo>
                    <a:pt x="9573" y="4346"/>
                  </a:lnTo>
                  <a:lnTo>
                    <a:pt x="9228" y="4538"/>
                  </a:lnTo>
                  <a:lnTo>
                    <a:pt x="9216" y="4551"/>
                  </a:lnTo>
                  <a:lnTo>
                    <a:pt x="9190" y="4551"/>
                  </a:lnTo>
                  <a:lnTo>
                    <a:pt x="8934" y="4461"/>
                  </a:lnTo>
                  <a:lnTo>
                    <a:pt x="8666" y="4538"/>
                  </a:lnTo>
                  <a:lnTo>
                    <a:pt x="8628" y="4538"/>
                  </a:lnTo>
                  <a:lnTo>
                    <a:pt x="8615" y="4525"/>
                  </a:lnTo>
                  <a:lnTo>
                    <a:pt x="8602" y="4500"/>
                  </a:lnTo>
                  <a:lnTo>
                    <a:pt x="8525" y="4270"/>
                  </a:lnTo>
                  <a:lnTo>
                    <a:pt x="8525" y="4244"/>
                  </a:lnTo>
                  <a:lnTo>
                    <a:pt x="8525" y="4219"/>
                  </a:lnTo>
                  <a:lnTo>
                    <a:pt x="8602" y="4078"/>
                  </a:lnTo>
                  <a:lnTo>
                    <a:pt x="8615" y="3439"/>
                  </a:lnTo>
                  <a:lnTo>
                    <a:pt x="8398" y="3286"/>
                  </a:lnTo>
                  <a:lnTo>
                    <a:pt x="8372" y="3260"/>
                  </a:lnTo>
                  <a:lnTo>
                    <a:pt x="8206" y="2685"/>
                  </a:lnTo>
                  <a:lnTo>
                    <a:pt x="8206" y="2647"/>
                  </a:lnTo>
                  <a:lnTo>
                    <a:pt x="8372" y="2276"/>
                  </a:lnTo>
                  <a:lnTo>
                    <a:pt x="8219" y="2174"/>
                  </a:lnTo>
                  <a:lnTo>
                    <a:pt x="8193" y="2148"/>
                  </a:lnTo>
                  <a:lnTo>
                    <a:pt x="8193" y="2123"/>
                  </a:lnTo>
                  <a:lnTo>
                    <a:pt x="8206" y="1305"/>
                  </a:lnTo>
                  <a:lnTo>
                    <a:pt x="8206" y="1305"/>
                  </a:lnTo>
                  <a:lnTo>
                    <a:pt x="7337" y="1343"/>
                  </a:lnTo>
                  <a:lnTo>
                    <a:pt x="7298" y="1330"/>
                  </a:lnTo>
                  <a:lnTo>
                    <a:pt x="7273" y="1305"/>
                  </a:lnTo>
                  <a:lnTo>
                    <a:pt x="7196" y="985"/>
                  </a:lnTo>
                  <a:lnTo>
                    <a:pt x="6289" y="972"/>
                  </a:lnTo>
                  <a:lnTo>
                    <a:pt x="6276" y="1841"/>
                  </a:lnTo>
                  <a:lnTo>
                    <a:pt x="6276" y="1854"/>
                  </a:lnTo>
                  <a:lnTo>
                    <a:pt x="6263" y="1880"/>
                  </a:lnTo>
                  <a:lnTo>
                    <a:pt x="6238" y="1880"/>
                  </a:lnTo>
                  <a:lnTo>
                    <a:pt x="6225" y="1893"/>
                  </a:lnTo>
                  <a:lnTo>
                    <a:pt x="5701" y="1880"/>
                  </a:lnTo>
                  <a:lnTo>
                    <a:pt x="5675" y="1880"/>
                  </a:lnTo>
                  <a:lnTo>
                    <a:pt x="5547" y="1803"/>
                  </a:lnTo>
                  <a:lnTo>
                    <a:pt x="5420" y="1867"/>
                  </a:lnTo>
                  <a:lnTo>
                    <a:pt x="5394" y="1880"/>
                  </a:lnTo>
                  <a:lnTo>
                    <a:pt x="4845" y="1867"/>
                  </a:lnTo>
                  <a:lnTo>
                    <a:pt x="4806" y="1867"/>
                  </a:lnTo>
                  <a:lnTo>
                    <a:pt x="4793" y="1841"/>
                  </a:lnTo>
                  <a:lnTo>
                    <a:pt x="4666" y="1650"/>
                  </a:lnTo>
                  <a:lnTo>
                    <a:pt x="4474" y="1573"/>
                  </a:lnTo>
                  <a:lnTo>
                    <a:pt x="4448" y="1560"/>
                  </a:lnTo>
                  <a:lnTo>
                    <a:pt x="4436" y="1547"/>
                  </a:lnTo>
                  <a:lnTo>
                    <a:pt x="4129" y="806"/>
                  </a:lnTo>
                  <a:lnTo>
                    <a:pt x="4129" y="793"/>
                  </a:lnTo>
                  <a:lnTo>
                    <a:pt x="4014" y="27"/>
                  </a:lnTo>
                  <a:lnTo>
                    <a:pt x="1458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7" name="Google Shape;1047;p60"/>
            <p:cNvSpPr/>
            <p:nvPr/>
          </p:nvSpPr>
          <p:spPr>
            <a:xfrm>
              <a:off x="3930125" y="3876875"/>
              <a:ext cx="308350" cy="257575"/>
            </a:xfrm>
            <a:custGeom>
              <a:rect b="b" l="l" r="r" t="t"/>
              <a:pathLst>
                <a:path extrusionOk="0" h="10303" w="12334">
                  <a:moveTo>
                    <a:pt x="9036" y="5279"/>
                  </a:moveTo>
                  <a:lnTo>
                    <a:pt x="8385" y="5471"/>
                  </a:lnTo>
                  <a:lnTo>
                    <a:pt x="7950" y="6174"/>
                  </a:lnTo>
                  <a:lnTo>
                    <a:pt x="7937" y="6187"/>
                  </a:lnTo>
                  <a:lnTo>
                    <a:pt x="7669" y="6417"/>
                  </a:lnTo>
                  <a:lnTo>
                    <a:pt x="8295" y="7017"/>
                  </a:lnTo>
                  <a:lnTo>
                    <a:pt x="8436" y="6813"/>
                  </a:lnTo>
                  <a:lnTo>
                    <a:pt x="8461" y="6800"/>
                  </a:lnTo>
                  <a:lnTo>
                    <a:pt x="9062" y="6583"/>
                  </a:lnTo>
                  <a:lnTo>
                    <a:pt x="9151" y="6455"/>
                  </a:lnTo>
                  <a:lnTo>
                    <a:pt x="9164" y="6430"/>
                  </a:lnTo>
                  <a:lnTo>
                    <a:pt x="9497" y="6212"/>
                  </a:lnTo>
                  <a:lnTo>
                    <a:pt x="9548" y="6021"/>
                  </a:lnTo>
                  <a:lnTo>
                    <a:pt x="9215" y="5791"/>
                  </a:lnTo>
                  <a:lnTo>
                    <a:pt x="9190" y="5765"/>
                  </a:lnTo>
                  <a:lnTo>
                    <a:pt x="9190" y="5739"/>
                  </a:lnTo>
                  <a:lnTo>
                    <a:pt x="9190" y="5535"/>
                  </a:lnTo>
                  <a:lnTo>
                    <a:pt x="9036" y="5279"/>
                  </a:lnTo>
                  <a:close/>
                  <a:moveTo>
                    <a:pt x="9075" y="5164"/>
                  </a:moveTo>
                  <a:lnTo>
                    <a:pt x="9100" y="5190"/>
                  </a:lnTo>
                  <a:lnTo>
                    <a:pt x="9292" y="5497"/>
                  </a:lnTo>
                  <a:lnTo>
                    <a:pt x="9305" y="5522"/>
                  </a:lnTo>
                  <a:lnTo>
                    <a:pt x="9292" y="5714"/>
                  </a:lnTo>
                  <a:lnTo>
                    <a:pt x="9650" y="5957"/>
                  </a:lnTo>
                  <a:lnTo>
                    <a:pt x="9663" y="5982"/>
                  </a:lnTo>
                  <a:lnTo>
                    <a:pt x="9663" y="6008"/>
                  </a:lnTo>
                  <a:lnTo>
                    <a:pt x="9599" y="6251"/>
                  </a:lnTo>
                  <a:lnTo>
                    <a:pt x="9573" y="6289"/>
                  </a:lnTo>
                  <a:lnTo>
                    <a:pt x="9241" y="6519"/>
                  </a:lnTo>
                  <a:lnTo>
                    <a:pt x="9151" y="6660"/>
                  </a:lnTo>
                  <a:lnTo>
                    <a:pt x="9126" y="6685"/>
                  </a:lnTo>
                  <a:lnTo>
                    <a:pt x="8525" y="6890"/>
                  </a:lnTo>
                  <a:lnTo>
                    <a:pt x="8346" y="7132"/>
                  </a:lnTo>
                  <a:lnTo>
                    <a:pt x="8334" y="7145"/>
                  </a:lnTo>
                  <a:lnTo>
                    <a:pt x="8308" y="7158"/>
                  </a:lnTo>
                  <a:lnTo>
                    <a:pt x="8270" y="7145"/>
                  </a:lnTo>
                  <a:lnTo>
                    <a:pt x="7541" y="6455"/>
                  </a:lnTo>
                  <a:lnTo>
                    <a:pt x="7528" y="6442"/>
                  </a:lnTo>
                  <a:lnTo>
                    <a:pt x="7528" y="6417"/>
                  </a:lnTo>
                  <a:lnTo>
                    <a:pt x="7528" y="6391"/>
                  </a:lnTo>
                  <a:lnTo>
                    <a:pt x="7541" y="6378"/>
                  </a:lnTo>
                  <a:lnTo>
                    <a:pt x="7861" y="6110"/>
                  </a:lnTo>
                  <a:lnTo>
                    <a:pt x="8295" y="5394"/>
                  </a:lnTo>
                  <a:lnTo>
                    <a:pt x="8334" y="5369"/>
                  </a:lnTo>
                  <a:lnTo>
                    <a:pt x="9036" y="5164"/>
                  </a:lnTo>
                  <a:close/>
                  <a:moveTo>
                    <a:pt x="9944" y="1"/>
                  </a:moveTo>
                  <a:lnTo>
                    <a:pt x="9407" y="257"/>
                  </a:lnTo>
                  <a:lnTo>
                    <a:pt x="9382" y="269"/>
                  </a:lnTo>
                  <a:lnTo>
                    <a:pt x="8947" y="257"/>
                  </a:lnTo>
                  <a:lnTo>
                    <a:pt x="8819" y="614"/>
                  </a:lnTo>
                  <a:lnTo>
                    <a:pt x="8806" y="640"/>
                  </a:lnTo>
                  <a:lnTo>
                    <a:pt x="8270" y="1062"/>
                  </a:lnTo>
                  <a:lnTo>
                    <a:pt x="8231" y="1075"/>
                  </a:lnTo>
                  <a:lnTo>
                    <a:pt x="8078" y="1075"/>
                  </a:lnTo>
                  <a:lnTo>
                    <a:pt x="8078" y="1445"/>
                  </a:lnTo>
                  <a:lnTo>
                    <a:pt x="8078" y="1471"/>
                  </a:lnTo>
                  <a:lnTo>
                    <a:pt x="8065" y="1483"/>
                  </a:lnTo>
                  <a:lnTo>
                    <a:pt x="7337" y="2148"/>
                  </a:lnTo>
                  <a:lnTo>
                    <a:pt x="7324" y="2148"/>
                  </a:lnTo>
                  <a:lnTo>
                    <a:pt x="7298" y="2161"/>
                  </a:lnTo>
                  <a:lnTo>
                    <a:pt x="7196" y="2161"/>
                  </a:lnTo>
                  <a:lnTo>
                    <a:pt x="7030" y="2595"/>
                  </a:lnTo>
                  <a:lnTo>
                    <a:pt x="7017" y="2621"/>
                  </a:lnTo>
                  <a:lnTo>
                    <a:pt x="6992" y="2634"/>
                  </a:lnTo>
                  <a:lnTo>
                    <a:pt x="6595" y="2813"/>
                  </a:lnTo>
                  <a:lnTo>
                    <a:pt x="6570" y="2825"/>
                  </a:lnTo>
                  <a:lnTo>
                    <a:pt x="5892" y="2813"/>
                  </a:lnTo>
                  <a:lnTo>
                    <a:pt x="4908" y="2672"/>
                  </a:lnTo>
                  <a:lnTo>
                    <a:pt x="4563" y="3119"/>
                  </a:lnTo>
                  <a:lnTo>
                    <a:pt x="4538" y="3132"/>
                  </a:lnTo>
                  <a:lnTo>
                    <a:pt x="4282" y="3260"/>
                  </a:lnTo>
                  <a:lnTo>
                    <a:pt x="4167" y="3337"/>
                  </a:lnTo>
                  <a:lnTo>
                    <a:pt x="4154" y="3490"/>
                  </a:lnTo>
                  <a:lnTo>
                    <a:pt x="4129" y="3516"/>
                  </a:lnTo>
                  <a:lnTo>
                    <a:pt x="3988" y="3643"/>
                  </a:lnTo>
                  <a:lnTo>
                    <a:pt x="3988" y="3720"/>
                  </a:lnTo>
                  <a:lnTo>
                    <a:pt x="3975" y="3733"/>
                  </a:lnTo>
                  <a:lnTo>
                    <a:pt x="3963" y="3758"/>
                  </a:lnTo>
                  <a:lnTo>
                    <a:pt x="3950" y="3758"/>
                  </a:lnTo>
                  <a:lnTo>
                    <a:pt x="3924" y="3771"/>
                  </a:lnTo>
                  <a:lnTo>
                    <a:pt x="3208" y="3758"/>
                  </a:lnTo>
                  <a:lnTo>
                    <a:pt x="3183" y="3746"/>
                  </a:lnTo>
                  <a:lnTo>
                    <a:pt x="3157" y="3733"/>
                  </a:lnTo>
                  <a:lnTo>
                    <a:pt x="2966" y="3337"/>
                  </a:lnTo>
                  <a:lnTo>
                    <a:pt x="2966" y="3311"/>
                  </a:lnTo>
                  <a:lnTo>
                    <a:pt x="2966" y="3286"/>
                  </a:lnTo>
                  <a:lnTo>
                    <a:pt x="3042" y="3119"/>
                  </a:lnTo>
                  <a:lnTo>
                    <a:pt x="3017" y="2902"/>
                  </a:lnTo>
                  <a:lnTo>
                    <a:pt x="3017" y="2889"/>
                  </a:lnTo>
                  <a:lnTo>
                    <a:pt x="2978" y="2493"/>
                  </a:lnTo>
                  <a:lnTo>
                    <a:pt x="2659" y="2084"/>
                  </a:lnTo>
                  <a:lnTo>
                    <a:pt x="2531" y="4998"/>
                  </a:lnTo>
                  <a:lnTo>
                    <a:pt x="2531" y="5011"/>
                  </a:lnTo>
                  <a:lnTo>
                    <a:pt x="2518" y="5036"/>
                  </a:lnTo>
                  <a:lnTo>
                    <a:pt x="2506" y="5036"/>
                  </a:lnTo>
                  <a:lnTo>
                    <a:pt x="2480" y="5049"/>
                  </a:lnTo>
                  <a:lnTo>
                    <a:pt x="2212" y="5049"/>
                  </a:lnTo>
                  <a:lnTo>
                    <a:pt x="1905" y="5241"/>
                  </a:lnTo>
                  <a:lnTo>
                    <a:pt x="1905" y="5292"/>
                  </a:lnTo>
                  <a:lnTo>
                    <a:pt x="1905" y="5318"/>
                  </a:lnTo>
                  <a:lnTo>
                    <a:pt x="1892" y="5330"/>
                  </a:lnTo>
                  <a:lnTo>
                    <a:pt x="1867" y="5343"/>
                  </a:lnTo>
                  <a:lnTo>
                    <a:pt x="1675" y="5343"/>
                  </a:lnTo>
                  <a:lnTo>
                    <a:pt x="1547" y="5292"/>
                  </a:lnTo>
                  <a:lnTo>
                    <a:pt x="1176" y="5343"/>
                  </a:lnTo>
                  <a:lnTo>
                    <a:pt x="1151" y="5330"/>
                  </a:lnTo>
                  <a:lnTo>
                    <a:pt x="1125" y="5318"/>
                  </a:lnTo>
                  <a:lnTo>
                    <a:pt x="1023" y="5190"/>
                  </a:lnTo>
                  <a:lnTo>
                    <a:pt x="665" y="5203"/>
                  </a:lnTo>
                  <a:lnTo>
                    <a:pt x="640" y="5190"/>
                  </a:lnTo>
                  <a:lnTo>
                    <a:pt x="614" y="5164"/>
                  </a:lnTo>
                  <a:lnTo>
                    <a:pt x="461" y="4691"/>
                  </a:lnTo>
                  <a:lnTo>
                    <a:pt x="243" y="4602"/>
                  </a:lnTo>
                  <a:lnTo>
                    <a:pt x="52" y="5075"/>
                  </a:lnTo>
                  <a:lnTo>
                    <a:pt x="26" y="5100"/>
                  </a:lnTo>
                  <a:lnTo>
                    <a:pt x="1" y="5113"/>
                  </a:lnTo>
                  <a:lnTo>
                    <a:pt x="1" y="5356"/>
                  </a:lnTo>
                  <a:lnTo>
                    <a:pt x="192" y="5714"/>
                  </a:lnTo>
                  <a:lnTo>
                    <a:pt x="192" y="5842"/>
                  </a:lnTo>
                  <a:lnTo>
                    <a:pt x="307" y="5944"/>
                  </a:lnTo>
                  <a:lnTo>
                    <a:pt x="563" y="6915"/>
                  </a:lnTo>
                  <a:lnTo>
                    <a:pt x="946" y="7669"/>
                  </a:lnTo>
                  <a:lnTo>
                    <a:pt x="1074" y="8206"/>
                  </a:lnTo>
                  <a:lnTo>
                    <a:pt x="882" y="8526"/>
                  </a:lnTo>
                  <a:lnTo>
                    <a:pt x="818" y="8743"/>
                  </a:lnTo>
                  <a:lnTo>
                    <a:pt x="959" y="8807"/>
                  </a:lnTo>
                  <a:lnTo>
                    <a:pt x="946" y="8998"/>
                  </a:lnTo>
                  <a:lnTo>
                    <a:pt x="1227" y="9369"/>
                  </a:lnTo>
                  <a:lnTo>
                    <a:pt x="1343" y="9816"/>
                  </a:lnTo>
                  <a:lnTo>
                    <a:pt x="1496" y="9816"/>
                  </a:lnTo>
                  <a:lnTo>
                    <a:pt x="1560" y="9970"/>
                  </a:lnTo>
                  <a:lnTo>
                    <a:pt x="1764" y="9970"/>
                  </a:lnTo>
                  <a:lnTo>
                    <a:pt x="2097" y="10225"/>
                  </a:lnTo>
                  <a:lnTo>
                    <a:pt x="2339" y="10302"/>
                  </a:lnTo>
                  <a:lnTo>
                    <a:pt x="2493" y="10174"/>
                  </a:lnTo>
                  <a:lnTo>
                    <a:pt x="2876" y="10136"/>
                  </a:lnTo>
                  <a:lnTo>
                    <a:pt x="3093" y="9995"/>
                  </a:lnTo>
                  <a:lnTo>
                    <a:pt x="3208" y="10059"/>
                  </a:lnTo>
                  <a:lnTo>
                    <a:pt x="3566" y="10059"/>
                  </a:lnTo>
                  <a:lnTo>
                    <a:pt x="4193" y="9778"/>
                  </a:lnTo>
                  <a:lnTo>
                    <a:pt x="4423" y="9816"/>
                  </a:lnTo>
                  <a:lnTo>
                    <a:pt x="4755" y="9842"/>
                  </a:lnTo>
                  <a:lnTo>
                    <a:pt x="5049" y="9753"/>
                  </a:lnTo>
                  <a:lnTo>
                    <a:pt x="5586" y="9919"/>
                  </a:lnTo>
                  <a:lnTo>
                    <a:pt x="5688" y="9893"/>
                  </a:lnTo>
                  <a:lnTo>
                    <a:pt x="5765" y="9880"/>
                  </a:lnTo>
                  <a:lnTo>
                    <a:pt x="5803" y="9855"/>
                  </a:lnTo>
                  <a:lnTo>
                    <a:pt x="5854" y="9676"/>
                  </a:lnTo>
                  <a:lnTo>
                    <a:pt x="5995" y="9740"/>
                  </a:lnTo>
                  <a:lnTo>
                    <a:pt x="6314" y="9740"/>
                  </a:lnTo>
                  <a:lnTo>
                    <a:pt x="6468" y="9586"/>
                  </a:lnTo>
                  <a:lnTo>
                    <a:pt x="6710" y="9637"/>
                  </a:lnTo>
                  <a:lnTo>
                    <a:pt x="6902" y="9599"/>
                  </a:lnTo>
                  <a:lnTo>
                    <a:pt x="7337" y="9599"/>
                  </a:lnTo>
                  <a:lnTo>
                    <a:pt x="7490" y="9446"/>
                  </a:lnTo>
                  <a:lnTo>
                    <a:pt x="8691" y="8615"/>
                  </a:lnTo>
                  <a:lnTo>
                    <a:pt x="9343" y="8091"/>
                  </a:lnTo>
                  <a:lnTo>
                    <a:pt x="9714" y="7887"/>
                  </a:lnTo>
                  <a:lnTo>
                    <a:pt x="10008" y="7669"/>
                  </a:lnTo>
                  <a:lnTo>
                    <a:pt x="10532" y="6570"/>
                  </a:lnTo>
                  <a:lnTo>
                    <a:pt x="10877" y="6021"/>
                  </a:lnTo>
                  <a:lnTo>
                    <a:pt x="11682" y="5599"/>
                  </a:lnTo>
                  <a:lnTo>
                    <a:pt x="11963" y="5011"/>
                  </a:lnTo>
                  <a:lnTo>
                    <a:pt x="12014" y="4717"/>
                  </a:lnTo>
                  <a:lnTo>
                    <a:pt x="12283" y="4346"/>
                  </a:lnTo>
                  <a:lnTo>
                    <a:pt x="12334" y="4142"/>
                  </a:lnTo>
                  <a:lnTo>
                    <a:pt x="11759" y="4014"/>
                  </a:lnTo>
                  <a:lnTo>
                    <a:pt x="11554" y="4346"/>
                  </a:lnTo>
                  <a:lnTo>
                    <a:pt x="11541" y="4372"/>
                  </a:lnTo>
                  <a:lnTo>
                    <a:pt x="10928" y="4372"/>
                  </a:lnTo>
                  <a:lnTo>
                    <a:pt x="10902" y="4359"/>
                  </a:lnTo>
                  <a:lnTo>
                    <a:pt x="10877" y="4334"/>
                  </a:lnTo>
                  <a:lnTo>
                    <a:pt x="10634" y="3695"/>
                  </a:lnTo>
                  <a:lnTo>
                    <a:pt x="10634" y="3669"/>
                  </a:lnTo>
                  <a:lnTo>
                    <a:pt x="10634" y="3643"/>
                  </a:lnTo>
                  <a:lnTo>
                    <a:pt x="11120" y="2838"/>
                  </a:lnTo>
                  <a:lnTo>
                    <a:pt x="11145" y="2825"/>
                  </a:lnTo>
                  <a:lnTo>
                    <a:pt x="11158" y="2813"/>
                  </a:lnTo>
                  <a:lnTo>
                    <a:pt x="11401" y="2774"/>
                  </a:lnTo>
                  <a:lnTo>
                    <a:pt x="11426" y="2774"/>
                  </a:lnTo>
                  <a:lnTo>
                    <a:pt x="11452" y="2787"/>
                  </a:lnTo>
                  <a:lnTo>
                    <a:pt x="11772" y="3081"/>
                  </a:lnTo>
                  <a:lnTo>
                    <a:pt x="11784" y="2135"/>
                  </a:lnTo>
                  <a:lnTo>
                    <a:pt x="11529" y="282"/>
                  </a:lnTo>
                  <a:lnTo>
                    <a:pt x="9944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8" name="Google Shape;1048;p60"/>
            <p:cNvSpPr/>
            <p:nvPr/>
          </p:nvSpPr>
          <p:spPr>
            <a:xfrm>
              <a:off x="2171500" y="1120750"/>
              <a:ext cx="684125" cy="795300"/>
            </a:xfrm>
            <a:custGeom>
              <a:rect b="b" l="l" r="r" t="t"/>
              <a:pathLst>
                <a:path extrusionOk="0" h="31812" w="27365">
                  <a:moveTo>
                    <a:pt x="18763" y="1"/>
                  </a:moveTo>
                  <a:lnTo>
                    <a:pt x="18456" y="26"/>
                  </a:lnTo>
                  <a:lnTo>
                    <a:pt x="18239" y="52"/>
                  </a:lnTo>
                  <a:lnTo>
                    <a:pt x="17932" y="52"/>
                  </a:lnTo>
                  <a:lnTo>
                    <a:pt x="17536" y="90"/>
                  </a:lnTo>
                  <a:lnTo>
                    <a:pt x="16986" y="141"/>
                  </a:lnTo>
                  <a:lnTo>
                    <a:pt x="16743" y="167"/>
                  </a:lnTo>
                  <a:lnTo>
                    <a:pt x="16462" y="180"/>
                  </a:lnTo>
                  <a:lnTo>
                    <a:pt x="16334" y="192"/>
                  </a:lnTo>
                  <a:lnTo>
                    <a:pt x="16079" y="244"/>
                  </a:lnTo>
                  <a:lnTo>
                    <a:pt x="15836" y="295"/>
                  </a:lnTo>
                  <a:lnTo>
                    <a:pt x="15695" y="333"/>
                  </a:lnTo>
                  <a:lnTo>
                    <a:pt x="15593" y="346"/>
                  </a:lnTo>
                  <a:lnTo>
                    <a:pt x="15414" y="371"/>
                  </a:lnTo>
                  <a:lnTo>
                    <a:pt x="15159" y="410"/>
                  </a:lnTo>
                  <a:lnTo>
                    <a:pt x="14941" y="768"/>
                  </a:lnTo>
                  <a:lnTo>
                    <a:pt x="14916" y="780"/>
                  </a:lnTo>
                  <a:lnTo>
                    <a:pt x="14877" y="844"/>
                  </a:lnTo>
                  <a:lnTo>
                    <a:pt x="14852" y="883"/>
                  </a:lnTo>
                  <a:lnTo>
                    <a:pt x="14839" y="934"/>
                  </a:lnTo>
                  <a:lnTo>
                    <a:pt x="14839" y="972"/>
                  </a:lnTo>
                  <a:lnTo>
                    <a:pt x="14852" y="1023"/>
                  </a:lnTo>
                  <a:lnTo>
                    <a:pt x="14852" y="1049"/>
                  </a:lnTo>
                  <a:lnTo>
                    <a:pt x="14826" y="1049"/>
                  </a:lnTo>
                  <a:lnTo>
                    <a:pt x="14724" y="985"/>
                  </a:lnTo>
                  <a:lnTo>
                    <a:pt x="14571" y="857"/>
                  </a:lnTo>
                  <a:lnTo>
                    <a:pt x="14238" y="806"/>
                  </a:lnTo>
                  <a:lnTo>
                    <a:pt x="14008" y="780"/>
                  </a:lnTo>
                  <a:lnTo>
                    <a:pt x="13906" y="780"/>
                  </a:lnTo>
                  <a:lnTo>
                    <a:pt x="13906" y="793"/>
                  </a:lnTo>
                  <a:lnTo>
                    <a:pt x="13906" y="870"/>
                  </a:lnTo>
                  <a:lnTo>
                    <a:pt x="13932" y="946"/>
                  </a:lnTo>
                  <a:lnTo>
                    <a:pt x="13983" y="1061"/>
                  </a:lnTo>
                  <a:lnTo>
                    <a:pt x="13420" y="1023"/>
                  </a:lnTo>
                  <a:lnTo>
                    <a:pt x="13293" y="934"/>
                  </a:lnTo>
                  <a:lnTo>
                    <a:pt x="13203" y="895"/>
                  </a:lnTo>
                  <a:lnTo>
                    <a:pt x="13165" y="870"/>
                  </a:lnTo>
                  <a:lnTo>
                    <a:pt x="13139" y="870"/>
                  </a:lnTo>
                  <a:lnTo>
                    <a:pt x="12871" y="985"/>
                  </a:lnTo>
                  <a:lnTo>
                    <a:pt x="12615" y="1074"/>
                  </a:lnTo>
                  <a:lnTo>
                    <a:pt x="12206" y="1317"/>
                  </a:lnTo>
                  <a:lnTo>
                    <a:pt x="11900" y="1317"/>
                  </a:lnTo>
                  <a:lnTo>
                    <a:pt x="11682" y="1330"/>
                  </a:lnTo>
                  <a:lnTo>
                    <a:pt x="11606" y="1343"/>
                  </a:lnTo>
                  <a:lnTo>
                    <a:pt x="11567" y="1355"/>
                  </a:lnTo>
                  <a:lnTo>
                    <a:pt x="11503" y="1394"/>
                  </a:lnTo>
                  <a:lnTo>
                    <a:pt x="11427" y="1445"/>
                  </a:lnTo>
                  <a:lnTo>
                    <a:pt x="11388" y="1483"/>
                  </a:lnTo>
                  <a:lnTo>
                    <a:pt x="11350" y="1522"/>
                  </a:lnTo>
                  <a:lnTo>
                    <a:pt x="11324" y="1573"/>
                  </a:lnTo>
                  <a:lnTo>
                    <a:pt x="11312" y="1624"/>
                  </a:lnTo>
                  <a:lnTo>
                    <a:pt x="11312" y="1675"/>
                  </a:lnTo>
                  <a:lnTo>
                    <a:pt x="11337" y="1713"/>
                  </a:lnTo>
                  <a:lnTo>
                    <a:pt x="11363" y="1752"/>
                  </a:lnTo>
                  <a:lnTo>
                    <a:pt x="11401" y="1764"/>
                  </a:lnTo>
                  <a:lnTo>
                    <a:pt x="11478" y="1790"/>
                  </a:lnTo>
                  <a:lnTo>
                    <a:pt x="11503" y="1790"/>
                  </a:lnTo>
                  <a:lnTo>
                    <a:pt x="13011" y="1637"/>
                  </a:lnTo>
                  <a:lnTo>
                    <a:pt x="13587" y="1764"/>
                  </a:lnTo>
                  <a:lnTo>
                    <a:pt x="14021" y="1828"/>
                  </a:lnTo>
                  <a:lnTo>
                    <a:pt x="13983" y="2007"/>
                  </a:lnTo>
                  <a:lnTo>
                    <a:pt x="12858" y="1905"/>
                  </a:lnTo>
                  <a:lnTo>
                    <a:pt x="12232" y="1956"/>
                  </a:lnTo>
                  <a:lnTo>
                    <a:pt x="11912" y="1982"/>
                  </a:lnTo>
                  <a:lnTo>
                    <a:pt x="11925" y="2007"/>
                  </a:lnTo>
                  <a:lnTo>
                    <a:pt x="11963" y="2097"/>
                  </a:lnTo>
                  <a:lnTo>
                    <a:pt x="12040" y="2199"/>
                  </a:lnTo>
                  <a:lnTo>
                    <a:pt x="12091" y="2263"/>
                  </a:lnTo>
                  <a:lnTo>
                    <a:pt x="12168" y="2327"/>
                  </a:lnTo>
                  <a:lnTo>
                    <a:pt x="12360" y="2455"/>
                  </a:lnTo>
                  <a:lnTo>
                    <a:pt x="12564" y="2570"/>
                  </a:lnTo>
                  <a:lnTo>
                    <a:pt x="12794" y="2685"/>
                  </a:lnTo>
                  <a:lnTo>
                    <a:pt x="14468" y="2250"/>
                  </a:lnTo>
                  <a:lnTo>
                    <a:pt x="14468" y="2301"/>
                  </a:lnTo>
                  <a:lnTo>
                    <a:pt x="12781" y="2787"/>
                  </a:lnTo>
                  <a:lnTo>
                    <a:pt x="12462" y="2659"/>
                  </a:lnTo>
                  <a:lnTo>
                    <a:pt x="12104" y="3017"/>
                  </a:lnTo>
                  <a:lnTo>
                    <a:pt x="12398" y="2621"/>
                  </a:lnTo>
                  <a:lnTo>
                    <a:pt x="12296" y="2493"/>
                  </a:lnTo>
                  <a:lnTo>
                    <a:pt x="11644" y="2097"/>
                  </a:lnTo>
                  <a:lnTo>
                    <a:pt x="11030" y="2135"/>
                  </a:lnTo>
                  <a:lnTo>
                    <a:pt x="11056" y="2429"/>
                  </a:lnTo>
                  <a:lnTo>
                    <a:pt x="11823" y="2812"/>
                  </a:lnTo>
                  <a:lnTo>
                    <a:pt x="12245" y="3260"/>
                  </a:lnTo>
                  <a:lnTo>
                    <a:pt x="12449" y="3400"/>
                  </a:lnTo>
                  <a:lnTo>
                    <a:pt x="12347" y="3566"/>
                  </a:lnTo>
                  <a:lnTo>
                    <a:pt x="12040" y="3451"/>
                  </a:lnTo>
                  <a:lnTo>
                    <a:pt x="11695" y="3234"/>
                  </a:lnTo>
                  <a:lnTo>
                    <a:pt x="11465" y="3081"/>
                  </a:lnTo>
                  <a:lnTo>
                    <a:pt x="11337" y="3017"/>
                  </a:lnTo>
                  <a:lnTo>
                    <a:pt x="11069" y="2953"/>
                  </a:lnTo>
                  <a:lnTo>
                    <a:pt x="10813" y="2889"/>
                  </a:lnTo>
                  <a:lnTo>
                    <a:pt x="10302" y="2710"/>
                  </a:lnTo>
                  <a:lnTo>
                    <a:pt x="10340" y="2685"/>
                  </a:lnTo>
                  <a:lnTo>
                    <a:pt x="10379" y="2633"/>
                  </a:lnTo>
                  <a:lnTo>
                    <a:pt x="10391" y="2608"/>
                  </a:lnTo>
                  <a:lnTo>
                    <a:pt x="10379" y="2595"/>
                  </a:lnTo>
                  <a:lnTo>
                    <a:pt x="10328" y="2582"/>
                  </a:lnTo>
                  <a:lnTo>
                    <a:pt x="10238" y="2595"/>
                  </a:lnTo>
                  <a:lnTo>
                    <a:pt x="9714" y="2646"/>
                  </a:lnTo>
                  <a:lnTo>
                    <a:pt x="9573" y="2774"/>
                  </a:lnTo>
                  <a:lnTo>
                    <a:pt x="9343" y="2646"/>
                  </a:lnTo>
                  <a:lnTo>
                    <a:pt x="9919" y="3273"/>
                  </a:lnTo>
                  <a:lnTo>
                    <a:pt x="10110" y="3515"/>
                  </a:lnTo>
                  <a:lnTo>
                    <a:pt x="9676" y="3618"/>
                  </a:lnTo>
                  <a:lnTo>
                    <a:pt x="8922" y="3145"/>
                  </a:lnTo>
                  <a:lnTo>
                    <a:pt x="8372" y="2927"/>
                  </a:lnTo>
                  <a:lnTo>
                    <a:pt x="8372" y="3375"/>
                  </a:lnTo>
                  <a:lnTo>
                    <a:pt x="8398" y="3426"/>
                  </a:lnTo>
                  <a:lnTo>
                    <a:pt x="8423" y="3528"/>
                  </a:lnTo>
                  <a:lnTo>
                    <a:pt x="8449" y="3630"/>
                  </a:lnTo>
                  <a:lnTo>
                    <a:pt x="8462" y="3681"/>
                  </a:lnTo>
                  <a:lnTo>
                    <a:pt x="8449" y="3733"/>
                  </a:lnTo>
                  <a:lnTo>
                    <a:pt x="8436" y="3784"/>
                  </a:lnTo>
                  <a:lnTo>
                    <a:pt x="8398" y="3873"/>
                  </a:lnTo>
                  <a:lnTo>
                    <a:pt x="8283" y="4065"/>
                  </a:lnTo>
                  <a:lnTo>
                    <a:pt x="8129" y="4308"/>
                  </a:lnTo>
                  <a:lnTo>
                    <a:pt x="8155" y="3618"/>
                  </a:lnTo>
                  <a:lnTo>
                    <a:pt x="7950" y="2940"/>
                  </a:lnTo>
                  <a:lnTo>
                    <a:pt x="7580" y="2927"/>
                  </a:lnTo>
                  <a:lnTo>
                    <a:pt x="7158" y="3183"/>
                  </a:lnTo>
                  <a:lnTo>
                    <a:pt x="6596" y="3324"/>
                  </a:lnTo>
                  <a:lnTo>
                    <a:pt x="6340" y="3388"/>
                  </a:lnTo>
                  <a:lnTo>
                    <a:pt x="6161" y="3439"/>
                  </a:lnTo>
                  <a:lnTo>
                    <a:pt x="6046" y="3477"/>
                  </a:lnTo>
                  <a:lnTo>
                    <a:pt x="5803" y="3618"/>
                  </a:lnTo>
                  <a:lnTo>
                    <a:pt x="5611" y="3733"/>
                  </a:lnTo>
                  <a:lnTo>
                    <a:pt x="5752" y="3988"/>
                  </a:lnTo>
                  <a:lnTo>
                    <a:pt x="5330" y="3886"/>
                  </a:lnTo>
                  <a:lnTo>
                    <a:pt x="4896" y="3924"/>
                  </a:lnTo>
                  <a:lnTo>
                    <a:pt x="4755" y="4193"/>
                  </a:lnTo>
                  <a:lnTo>
                    <a:pt x="4781" y="4359"/>
                  </a:lnTo>
                  <a:lnTo>
                    <a:pt x="4806" y="4499"/>
                  </a:lnTo>
                  <a:lnTo>
                    <a:pt x="4857" y="4614"/>
                  </a:lnTo>
                  <a:lnTo>
                    <a:pt x="4883" y="4678"/>
                  </a:lnTo>
                  <a:lnTo>
                    <a:pt x="4909" y="4742"/>
                  </a:lnTo>
                  <a:lnTo>
                    <a:pt x="4934" y="4960"/>
                  </a:lnTo>
                  <a:lnTo>
                    <a:pt x="4960" y="5190"/>
                  </a:lnTo>
                  <a:lnTo>
                    <a:pt x="4972" y="5241"/>
                  </a:lnTo>
                  <a:lnTo>
                    <a:pt x="4960" y="5266"/>
                  </a:lnTo>
                  <a:lnTo>
                    <a:pt x="4921" y="5279"/>
                  </a:lnTo>
                  <a:lnTo>
                    <a:pt x="4602" y="5279"/>
                  </a:lnTo>
                  <a:lnTo>
                    <a:pt x="4525" y="5266"/>
                  </a:lnTo>
                  <a:lnTo>
                    <a:pt x="4270" y="5266"/>
                  </a:lnTo>
                  <a:lnTo>
                    <a:pt x="4052" y="5279"/>
                  </a:lnTo>
                  <a:lnTo>
                    <a:pt x="3848" y="5266"/>
                  </a:lnTo>
                  <a:lnTo>
                    <a:pt x="3682" y="5254"/>
                  </a:lnTo>
                  <a:lnTo>
                    <a:pt x="3643" y="5254"/>
                  </a:lnTo>
                  <a:lnTo>
                    <a:pt x="3630" y="5266"/>
                  </a:lnTo>
                  <a:lnTo>
                    <a:pt x="3618" y="5292"/>
                  </a:lnTo>
                  <a:lnTo>
                    <a:pt x="3579" y="5356"/>
                  </a:lnTo>
                  <a:lnTo>
                    <a:pt x="3439" y="5522"/>
                  </a:lnTo>
                  <a:lnTo>
                    <a:pt x="3222" y="5752"/>
                  </a:lnTo>
                  <a:lnTo>
                    <a:pt x="3209" y="5790"/>
                  </a:lnTo>
                  <a:lnTo>
                    <a:pt x="3132" y="5867"/>
                  </a:lnTo>
                  <a:lnTo>
                    <a:pt x="3030" y="5969"/>
                  </a:lnTo>
                  <a:lnTo>
                    <a:pt x="2953" y="6020"/>
                  </a:lnTo>
                  <a:lnTo>
                    <a:pt x="2876" y="6071"/>
                  </a:lnTo>
                  <a:lnTo>
                    <a:pt x="2595" y="6250"/>
                  </a:lnTo>
                  <a:lnTo>
                    <a:pt x="2480" y="6327"/>
                  </a:lnTo>
                  <a:lnTo>
                    <a:pt x="2467" y="6506"/>
                  </a:lnTo>
                  <a:lnTo>
                    <a:pt x="2455" y="6634"/>
                  </a:lnTo>
                  <a:lnTo>
                    <a:pt x="2442" y="6710"/>
                  </a:lnTo>
                  <a:lnTo>
                    <a:pt x="2404" y="6749"/>
                  </a:lnTo>
                  <a:lnTo>
                    <a:pt x="2340" y="6800"/>
                  </a:lnTo>
                  <a:lnTo>
                    <a:pt x="2276" y="6851"/>
                  </a:lnTo>
                  <a:lnTo>
                    <a:pt x="2263" y="6889"/>
                  </a:lnTo>
                  <a:lnTo>
                    <a:pt x="2263" y="6915"/>
                  </a:lnTo>
                  <a:lnTo>
                    <a:pt x="2289" y="6953"/>
                  </a:lnTo>
                  <a:lnTo>
                    <a:pt x="2340" y="7004"/>
                  </a:lnTo>
                  <a:lnTo>
                    <a:pt x="2493" y="7107"/>
                  </a:lnTo>
                  <a:lnTo>
                    <a:pt x="2710" y="7222"/>
                  </a:lnTo>
                  <a:lnTo>
                    <a:pt x="2953" y="7081"/>
                  </a:lnTo>
                  <a:lnTo>
                    <a:pt x="3132" y="6979"/>
                  </a:lnTo>
                  <a:lnTo>
                    <a:pt x="3183" y="6953"/>
                  </a:lnTo>
                  <a:lnTo>
                    <a:pt x="3209" y="6953"/>
                  </a:lnTo>
                  <a:lnTo>
                    <a:pt x="3234" y="7209"/>
                  </a:lnTo>
                  <a:lnTo>
                    <a:pt x="3260" y="7490"/>
                  </a:lnTo>
                  <a:lnTo>
                    <a:pt x="3273" y="7605"/>
                  </a:lnTo>
                  <a:lnTo>
                    <a:pt x="3260" y="7797"/>
                  </a:lnTo>
                  <a:lnTo>
                    <a:pt x="3260" y="8091"/>
                  </a:lnTo>
                  <a:lnTo>
                    <a:pt x="3196" y="8129"/>
                  </a:lnTo>
                  <a:lnTo>
                    <a:pt x="3055" y="8219"/>
                  </a:lnTo>
                  <a:lnTo>
                    <a:pt x="2595" y="8474"/>
                  </a:lnTo>
                  <a:lnTo>
                    <a:pt x="1931" y="8819"/>
                  </a:lnTo>
                  <a:lnTo>
                    <a:pt x="1828" y="8858"/>
                  </a:lnTo>
                  <a:lnTo>
                    <a:pt x="1624" y="8922"/>
                  </a:lnTo>
                  <a:lnTo>
                    <a:pt x="1419" y="8998"/>
                  </a:lnTo>
                  <a:lnTo>
                    <a:pt x="1356" y="9037"/>
                  </a:lnTo>
                  <a:lnTo>
                    <a:pt x="1330" y="9062"/>
                  </a:lnTo>
                  <a:lnTo>
                    <a:pt x="1330" y="9075"/>
                  </a:lnTo>
                  <a:lnTo>
                    <a:pt x="1343" y="9152"/>
                  </a:lnTo>
                  <a:lnTo>
                    <a:pt x="1343" y="9203"/>
                  </a:lnTo>
                  <a:lnTo>
                    <a:pt x="1343" y="9254"/>
                  </a:lnTo>
                  <a:lnTo>
                    <a:pt x="1330" y="9305"/>
                  </a:lnTo>
                  <a:lnTo>
                    <a:pt x="1292" y="9356"/>
                  </a:lnTo>
                  <a:lnTo>
                    <a:pt x="1215" y="9394"/>
                  </a:lnTo>
                  <a:lnTo>
                    <a:pt x="1087" y="9446"/>
                  </a:lnTo>
                  <a:lnTo>
                    <a:pt x="857" y="9497"/>
                  </a:lnTo>
                  <a:lnTo>
                    <a:pt x="704" y="9522"/>
                  </a:lnTo>
                  <a:lnTo>
                    <a:pt x="601" y="9548"/>
                  </a:lnTo>
                  <a:lnTo>
                    <a:pt x="563" y="9561"/>
                  </a:lnTo>
                  <a:lnTo>
                    <a:pt x="538" y="9586"/>
                  </a:lnTo>
                  <a:lnTo>
                    <a:pt x="512" y="9612"/>
                  </a:lnTo>
                  <a:lnTo>
                    <a:pt x="474" y="9637"/>
                  </a:lnTo>
                  <a:lnTo>
                    <a:pt x="397" y="9663"/>
                  </a:lnTo>
                  <a:lnTo>
                    <a:pt x="333" y="9688"/>
                  </a:lnTo>
                  <a:lnTo>
                    <a:pt x="320" y="9701"/>
                  </a:lnTo>
                  <a:lnTo>
                    <a:pt x="308" y="9714"/>
                  </a:lnTo>
                  <a:lnTo>
                    <a:pt x="295" y="9739"/>
                  </a:lnTo>
                  <a:lnTo>
                    <a:pt x="269" y="9765"/>
                  </a:lnTo>
                  <a:lnTo>
                    <a:pt x="154" y="9842"/>
                  </a:lnTo>
                  <a:lnTo>
                    <a:pt x="1" y="9931"/>
                  </a:lnTo>
                  <a:lnTo>
                    <a:pt x="14" y="10430"/>
                  </a:lnTo>
                  <a:lnTo>
                    <a:pt x="346" y="10494"/>
                  </a:lnTo>
                  <a:lnTo>
                    <a:pt x="704" y="10583"/>
                  </a:lnTo>
                  <a:lnTo>
                    <a:pt x="857" y="10660"/>
                  </a:lnTo>
                  <a:lnTo>
                    <a:pt x="972" y="10736"/>
                  </a:lnTo>
                  <a:lnTo>
                    <a:pt x="1125" y="10941"/>
                  </a:lnTo>
                  <a:lnTo>
                    <a:pt x="1534" y="10813"/>
                  </a:lnTo>
                  <a:lnTo>
                    <a:pt x="1330" y="11133"/>
                  </a:lnTo>
                  <a:lnTo>
                    <a:pt x="1675" y="11107"/>
                  </a:lnTo>
                  <a:lnTo>
                    <a:pt x="2110" y="11069"/>
                  </a:lnTo>
                  <a:lnTo>
                    <a:pt x="2186" y="10954"/>
                  </a:lnTo>
                  <a:lnTo>
                    <a:pt x="2186" y="10992"/>
                  </a:lnTo>
                  <a:lnTo>
                    <a:pt x="2212" y="11081"/>
                  </a:lnTo>
                  <a:lnTo>
                    <a:pt x="2237" y="11133"/>
                  </a:lnTo>
                  <a:lnTo>
                    <a:pt x="2250" y="11158"/>
                  </a:lnTo>
                  <a:lnTo>
                    <a:pt x="2276" y="11171"/>
                  </a:lnTo>
                  <a:lnTo>
                    <a:pt x="2314" y="11145"/>
                  </a:lnTo>
                  <a:lnTo>
                    <a:pt x="2787" y="10660"/>
                  </a:lnTo>
                  <a:lnTo>
                    <a:pt x="3068" y="11094"/>
                  </a:lnTo>
                  <a:lnTo>
                    <a:pt x="2557" y="11311"/>
                  </a:lnTo>
                  <a:lnTo>
                    <a:pt x="2314" y="11324"/>
                  </a:lnTo>
                  <a:lnTo>
                    <a:pt x="2148" y="11350"/>
                  </a:lnTo>
                  <a:lnTo>
                    <a:pt x="2084" y="11363"/>
                  </a:lnTo>
                  <a:lnTo>
                    <a:pt x="2058" y="11375"/>
                  </a:lnTo>
                  <a:lnTo>
                    <a:pt x="1854" y="11516"/>
                  </a:lnTo>
                  <a:lnTo>
                    <a:pt x="1675" y="11644"/>
                  </a:lnTo>
                  <a:lnTo>
                    <a:pt x="1649" y="11669"/>
                  </a:lnTo>
                  <a:lnTo>
                    <a:pt x="1573" y="11695"/>
                  </a:lnTo>
                  <a:lnTo>
                    <a:pt x="1407" y="11720"/>
                  </a:lnTo>
                  <a:lnTo>
                    <a:pt x="1304" y="11733"/>
                  </a:lnTo>
                  <a:lnTo>
                    <a:pt x="1189" y="11759"/>
                  </a:lnTo>
                  <a:lnTo>
                    <a:pt x="998" y="11810"/>
                  </a:lnTo>
                  <a:lnTo>
                    <a:pt x="870" y="11861"/>
                  </a:lnTo>
                  <a:lnTo>
                    <a:pt x="806" y="11887"/>
                  </a:lnTo>
                  <a:lnTo>
                    <a:pt x="1151" y="12347"/>
                  </a:lnTo>
                  <a:lnTo>
                    <a:pt x="1292" y="12283"/>
                  </a:lnTo>
                  <a:lnTo>
                    <a:pt x="1381" y="12244"/>
                  </a:lnTo>
                  <a:lnTo>
                    <a:pt x="1445" y="12244"/>
                  </a:lnTo>
                  <a:lnTo>
                    <a:pt x="1483" y="12270"/>
                  </a:lnTo>
                  <a:lnTo>
                    <a:pt x="1560" y="12296"/>
                  </a:lnTo>
                  <a:lnTo>
                    <a:pt x="1662" y="12321"/>
                  </a:lnTo>
                  <a:lnTo>
                    <a:pt x="2301" y="12308"/>
                  </a:lnTo>
                  <a:lnTo>
                    <a:pt x="2301" y="12308"/>
                  </a:lnTo>
                  <a:lnTo>
                    <a:pt x="1739" y="12628"/>
                  </a:lnTo>
                  <a:lnTo>
                    <a:pt x="1675" y="12730"/>
                  </a:lnTo>
                  <a:lnTo>
                    <a:pt x="1637" y="12794"/>
                  </a:lnTo>
                  <a:lnTo>
                    <a:pt x="1624" y="12820"/>
                  </a:lnTo>
                  <a:lnTo>
                    <a:pt x="1637" y="12832"/>
                  </a:lnTo>
                  <a:lnTo>
                    <a:pt x="1726" y="12858"/>
                  </a:lnTo>
                  <a:lnTo>
                    <a:pt x="1918" y="12947"/>
                  </a:lnTo>
                  <a:lnTo>
                    <a:pt x="2110" y="13037"/>
                  </a:lnTo>
                  <a:lnTo>
                    <a:pt x="2250" y="13101"/>
                  </a:lnTo>
                  <a:lnTo>
                    <a:pt x="2404" y="13126"/>
                  </a:lnTo>
                  <a:lnTo>
                    <a:pt x="2595" y="13165"/>
                  </a:lnTo>
                  <a:lnTo>
                    <a:pt x="2838" y="13203"/>
                  </a:lnTo>
                  <a:lnTo>
                    <a:pt x="2864" y="13088"/>
                  </a:lnTo>
                  <a:lnTo>
                    <a:pt x="2889" y="12999"/>
                  </a:lnTo>
                  <a:lnTo>
                    <a:pt x="2902" y="12973"/>
                  </a:lnTo>
                  <a:lnTo>
                    <a:pt x="2915" y="12960"/>
                  </a:lnTo>
                  <a:lnTo>
                    <a:pt x="3311" y="12896"/>
                  </a:lnTo>
                  <a:lnTo>
                    <a:pt x="3375" y="12871"/>
                  </a:lnTo>
                  <a:lnTo>
                    <a:pt x="3567" y="12807"/>
                  </a:lnTo>
                  <a:lnTo>
                    <a:pt x="3630" y="12768"/>
                  </a:lnTo>
                  <a:lnTo>
                    <a:pt x="3707" y="12730"/>
                  </a:lnTo>
                  <a:lnTo>
                    <a:pt x="3861" y="12615"/>
                  </a:lnTo>
                  <a:lnTo>
                    <a:pt x="3976" y="12513"/>
                  </a:lnTo>
                  <a:lnTo>
                    <a:pt x="4014" y="12500"/>
                  </a:lnTo>
                  <a:lnTo>
                    <a:pt x="4014" y="12487"/>
                  </a:lnTo>
                  <a:lnTo>
                    <a:pt x="4027" y="12500"/>
                  </a:lnTo>
                  <a:lnTo>
                    <a:pt x="4014" y="12526"/>
                  </a:lnTo>
                  <a:lnTo>
                    <a:pt x="3976" y="12577"/>
                  </a:lnTo>
                  <a:lnTo>
                    <a:pt x="3899" y="12717"/>
                  </a:lnTo>
                  <a:lnTo>
                    <a:pt x="3886" y="12768"/>
                  </a:lnTo>
                  <a:lnTo>
                    <a:pt x="3886" y="12794"/>
                  </a:lnTo>
                  <a:lnTo>
                    <a:pt x="3886" y="12820"/>
                  </a:lnTo>
                  <a:lnTo>
                    <a:pt x="3912" y="12832"/>
                  </a:lnTo>
                  <a:lnTo>
                    <a:pt x="3937" y="12832"/>
                  </a:lnTo>
                  <a:lnTo>
                    <a:pt x="4027" y="12807"/>
                  </a:lnTo>
                  <a:lnTo>
                    <a:pt x="4257" y="12730"/>
                  </a:lnTo>
                  <a:lnTo>
                    <a:pt x="4410" y="12653"/>
                  </a:lnTo>
                  <a:lnTo>
                    <a:pt x="4525" y="12590"/>
                  </a:lnTo>
                  <a:lnTo>
                    <a:pt x="5356" y="12820"/>
                  </a:lnTo>
                  <a:lnTo>
                    <a:pt x="5969" y="12922"/>
                  </a:lnTo>
                  <a:lnTo>
                    <a:pt x="6072" y="13011"/>
                  </a:lnTo>
                  <a:lnTo>
                    <a:pt x="6199" y="13114"/>
                  </a:lnTo>
                  <a:lnTo>
                    <a:pt x="6417" y="13126"/>
                  </a:lnTo>
                  <a:lnTo>
                    <a:pt x="6493" y="13126"/>
                  </a:lnTo>
                  <a:lnTo>
                    <a:pt x="6570" y="13152"/>
                  </a:lnTo>
                  <a:lnTo>
                    <a:pt x="6621" y="13177"/>
                  </a:lnTo>
                  <a:lnTo>
                    <a:pt x="6647" y="13190"/>
                  </a:lnTo>
                  <a:lnTo>
                    <a:pt x="6660" y="13216"/>
                  </a:lnTo>
                  <a:lnTo>
                    <a:pt x="6711" y="13305"/>
                  </a:lnTo>
                  <a:lnTo>
                    <a:pt x="6800" y="13420"/>
                  </a:lnTo>
                  <a:lnTo>
                    <a:pt x="6928" y="13574"/>
                  </a:lnTo>
                  <a:lnTo>
                    <a:pt x="6928" y="13586"/>
                  </a:lnTo>
                  <a:lnTo>
                    <a:pt x="6915" y="13612"/>
                  </a:lnTo>
                  <a:lnTo>
                    <a:pt x="6864" y="13689"/>
                  </a:lnTo>
                  <a:lnTo>
                    <a:pt x="6787" y="13791"/>
                  </a:lnTo>
                  <a:lnTo>
                    <a:pt x="7605" y="14698"/>
                  </a:lnTo>
                  <a:lnTo>
                    <a:pt x="7669" y="14724"/>
                  </a:lnTo>
                  <a:lnTo>
                    <a:pt x="7810" y="14775"/>
                  </a:lnTo>
                  <a:lnTo>
                    <a:pt x="7874" y="14801"/>
                  </a:lnTo>
                  <a:lnTo>
                    <a:pt x="7925" y="14839"/>
                  </a:lnTo>
                  <a:lnTo>
                    <a:pt x="7950" y="14864"/>
                  </a:lnTo>
                  <a:lnTo>
                    <a:pt x="7950" y="14877"/>
                  </a:lnTo>
                  <a:lnTo>
                    <a:pt x="7938" y="14890"/>
                  </a:lnTo>
                  <a:lnTo>
                    <a:pt x="7874" y="14954"/>
                  </a:lnTo>
                  <a:lnTo>
                    <a:pt x="7784" y="15031"/>
                  </a:lnTo>
                  <a:lnTo>
                    <a:pt x="7733" y="15107"/>
                  </a:lnTo>
                  <a:lnTo>
                    <a:pt x="7708" y="15146"/>
                  </a:lnTo>
                  <a:lnTo>
                    <a:pt x="7720" y="15171"/>
                  </a:lnTo>
                  <a:lnTo>
                    <a:pt x="7771" y="15197"/>
                  </a:lnTo>
                  <a:lnTo>
                    <a:pt x="7899" y="15273"/>
                  </a:lnTo>
                  <a:lnTo>
                    <a:pt x="8104" y="15376"/>
                  </a:lnTo>
                  <a:lnTo>
                    <a:pt x="7976" y="15593"/>
                  </a:lnTo>
                  <a:lnTo>
                    <a:pt x="8142" y="15772"/>
                  </a:lnTo>
                  <a:lnTo>
                    <a:pt x="8257" y="15861"/>
                  </a:lnTo>
                  <a:lnTo>
                    <a:pt x="8334" y="15938"/>
                  </a:lnTo>
                  <a:lnTo>
                    <a:pt x="8372" y="15989"/>
                  </a:lnTo>
                  <a:lnTo>
                    <a:pt x="8359" y="16028"/>
                  </a:lnTo>
                  <a:lnTo>
                    <a:pt x="8334" y="16091"/>
                  </a:lnTo>
                  <a:lnTo>
                    <a:pt x="8283" y="16181"/>
                  </a:lnTo>
                  <a:lnTo>
                    <a:pt x="8474" y="16373"/>
                  </a:lnTo>
                  <a:lnTo>
                    <a:pt x="8449" y="16488"/>
                  </a:lnTo>
                  <a:lnTo>
                    <a:pt x="8423" y="16654"/>
                  </a:lnTo>
                  <a:lnTo>
                    <a:pt x="8385" y="16692"/>
                  </a:lnTo>
                  <a:lnTo>
                    <a:pt x="8347" y="16743"/>
                  </a:lnTo>
                  <a:lnTo>
                    <a:pt x="8321" y="16769"/>
                  </a:lnTo>
                  <a:lnTo>
                    <a:pt x="8308" y="16794"/>
                  </a:lnTo>
                  <a:lnTo>
                    <a:pt x="8321" y="16820"/>
                  </a:lnTo>
                  <a:lnTo>
                    <a:pt x="8347" y="16845"/>
                  </a:lnTo>
                  <a:lnTo>
                    <a:pt x="8372" y="16871"/>
                  </a:lnTo>
                  <a:lnTo>
                    <a:pt x="8410" y="16897"/>
                  </a:lnTo>
                  <a:lnTo>
                    <a:pt x="8589" y="16897"/>
                  </a:lnTo>
                  <a:lnTo>
                    <a:pt x="8666" y="17050"/>
                  </a:lnTo>
                  <a:lnTo>
                    <a:pt x="8717" y="17165"/>
                  </a:lnTo>
                  <a:lnTo>
                    <a:pt x="8743" y="17229"/>
                  </a:lnTo>
                  <a:lnTo>
                    <a:pt x="8704" y="17280"/>
                  </a:lnTo>
                  <a:lnTo>
                    <a:pt x="8615" y="17369"/>
                  </a:lnTo>
                  <a:lnTo>
                    <a:pt x="8525" y="17485"/>
                  </a:lnTo>
                  <a:lnTo>
                    <a:pt x="8500" y="17536"/>
                  </a:lnTo>
                  <a:lnTo>
                    <a:pt x="8487" y="17587"/>
                  </a:lnTo>
                  <a:lnTo>
                    <a:pt x="8449" y="17689"/>
                  </a:lnTo>
                  <a:lnTo>
                    <a:pt x="8410" y="17804"/>
                  </a:lnTo>
                  <a:lnTo>
                    <a:pt x="8410" y="17855"/>
                  </a:lnTo>
                  <a:lnTo>
                    <a:pt x="8410" y="17906"/>
                  </a:lnTo>
                  <a:lnTo>
                    <a:pt x="8436" y="17945"/>
                  </a:lnTo>
                  <a:lnTo>
                    <a:pt x="8474" y="17983"/>
                  </a:lnTo>
                  <a:lnTo>
                    <a:pt x="8628" y="18047"/>
                  </a:lnTo>
                  <a:lnTo>
                    <a:pt x="8436" y="18596"/>
                  </a:lnTo>
                  <a:lnTo>
                    <a:pt x="9088" y="19095"/>
                  </a:lnTo>
                  <a:lnTo>
                    <a:pt x="9280" y="18890"/>
                  </a:lnTo>
                  <a:lnTo>
                    <a:pt x="9395" y="18430"/>
                  </a:lnTo>
                  <a:lnTo>
                    <a:pt x="9816" y="17996"/>
                  </a:lnTo>
                  <a:lnTo>
                    <a:pt x="9535" y="18520"/>
                  </a:lnTo>
                  <a:lnTo>
                    <a:pt x="9535" y="18520"/>
                  </a:lnTo>
                  <a:lnTo>
                    <a:pt x="9970" y="18175"/>
                  </a:lnTo>
                  <a:lnTo>
                    <a:pt x="9727" y="18686"/>
                  </a:lnTo>
                  <a:lnTo>
                    <a:pt x="9727" y="18686"/>
                  </a:lnTo>
                  <a:lnTo>
                    <a:pt x="10225" y="18443"/>
                  </a:lnTo>
                  <a:lnTo>
                    <a:pt x="10225" y="18443"/>
                  </a:lnTo>
                  <a:lnTo>
                    <a:pt x="10174" y="18660"/>
                  </a:lnTo>
                  <a:lnTo>
                    <a:pt x="10161" y="18673"/>
                  </a:lnTo>
                  <a:lnTo>
                    <a:pt x="10110" y="18699"/>
                  </a:lnTo>
                  <a:lnTo>
                    <a:pt x="10085" y="18724"/>
                  </a:lnTo>
                  <a:lnTo>
                    <a:pt x="10072" y="18750"/>
                  </a:lnTo>
                  <a:lnTo>
                    <a:pt x="10072" y="18775"/>
                  </a:lnTo>
                  <a:lnTo>
                    <a:pt x="10085" y="18801"/>
                  </a:lnTo>
                  <a:lnTo>
                    <a:pt x="10161" y="19005"/>
                  </a:lnTo>
                  <a:lnTo>
                    <a:pt x="10225" y="19146"/>
                  </a:lnTo>
                  <a:lnTo>
                    <a:pt x="10737" y="19005"/>
                  </a:lnTo>
                  <a:lnTo>
                    <a:pt x="10506" y="19223"/>
                  </a:lnTo>
                  <a:lnTo>
                    <a:pt x="10583" y="19414"/>
                  </a:lnTo>
                  <a:lnTo>
                    <a:pt x="10800" y="19683"/>
                  </a:lnTo>
                  <a:lnTo>
                    <a:pt x="10622" y="20066"/>
                  </a:lnTo>
                  <a:lnTo>
                    <a:pt x="10034" y="19670"/>
                  </a:lnTo>
                  <a:lnTo>
                    <a:pt x="9343" y="19721"/>
                  </a:lnTo>
                  <a:lnTo>
                    <a:pt x="9280" y="19913"/>
                  </a:lnTo>
                  <a:lnTo>
                    <a:pt x="9867" y="20335"/>
                  </a:lnTo>
                  <a:lnTo>
                    <a:pt x="9867" y="20309"/>
                  </a:lnTo>
                  <a:lnTo>
                    <a:pt x="9867" y="20271"/>
                  </a:lnTo>
                  <a:lnTo>
                    <a:pt x="9880" y="20258"/>
                  </a:lnTo>
                  <a:lnTo>
                    <a:pt x="9906" y="20258"/>
                  </a:lnTo>
                  <a:lnTo>
                    <a:pt x="9931" y="20283"/>
                  </a:lnTo>
                  <a:lnTo>
                    <a:pt x="9982" y="20322"/>
                  </a:lnTo>
                  <a:lnTo>
                    <a:pt x="10098" y="20450"/>
                  </a:lnTo>
                  <a:lnTo>
                    <a:pt x="10213" y="20590"/>
                  </a:lnTo>
                  <a:lnTo>
                    <a:pt x="10340" y="20744"/>
                  </a:lnTo>
                  <a:lnTo>
                    <a:pt x="10775" y="20411"/>
                  </a:lnTo>
                  <a:lnTo>
                    <a:pt x="10877" y="20692"/>
                  </a:lnTo>
                  <a:lnTo>
                    <a:pt x="10762" y="20820"/>
                  </a:lnTo>
                  <a:lnTo>
                    <a:pt x="10685" y="20910"/>
                  </a:lnTo>
                  <a:lnTo>
                    <a:pt x="10647" y="20961"/>
                  </a:lnTo>
                  <a:lnTo>
                    <a:pt x="10634" y="21178"/>
                  </a:lnTo>
                  <a:lnTo>
                    <a:pt x="10647" y="21242"/>
                  </a:lnTo>
                  <a:lnTo>
                    <a:pt x="10647" y="21293"/>
                  </a:lnTo>
                  <a:lnTo>
                    <a:pt x="10660" y="21306"/>
                  </a:lnTo>
                  <a:lnTo>
                    <a:pt x="10698" y="21280"/>
                  </a:lnTo>
                  <a:lnTo>
                    <a:pt x="10839" y="21076"/>
                  </a:lnTo>
                  <a:lnTo>
                    <a:pt x="10903" y="20961"/>
                  </a:lnTo>
                  <a:lnTo>
                    <a:pt x="10992" y="22086"/>
                  </a:lnTo>
                  <a:lnTo>
                    <a:pt x="10992" y="22086"/>
                  </a:lnTo>
                  <a:lnTo>
                    <a:pt x="10941" y="22060"/>
                  </a:lnTo>
                  <a:lnTo>
                    <a:pt x="10826" y="22009"/>
                  </a:lnTo>
                  <a:lnTo>
                    <a:pt x="10711" y="22009"/>
                  </a:lnTo>
                  <a:lnTo>
                    <a:pt x="10685" y="22022"/>
                  </a:lnTo>
                  <a:lnTo>
                    <a:pt x="10673" y="22047"/>
                  </a:lnTo>
                  <a:lnTo>
                    <a:pt x="10673" y="22073"/>
                  </a:lnTo>
                  <a:lnTo>
                    <a:pt x="10660" y="22111"/>
                  </a:lnTo>
                  <a:lnTo>
                    <a:pt x="10685" y="22264"/>
                  </a:lnTo>
                  <a:lnTo>
                    <a:pt x="10711" y="22405"/>
                  </a:lnTo>
                  <a:lnTo>
                    <a:pt x="10724" y="22533"/>
                  </a:lnTo>
                  <a:lnTo>
                    <a:pt x="10404" y="22086"/>
                  </a:lnTo>
                  <a:lnTo>
                    <a:pt x="10072" y="22098"/>
                  </a:lnTo>
                  <a:lnTo>
                    <a:pt x="9995" y="22597"/>
                  </a:lnTo>
                  <a:lnTo>
                    <a:pt x="9995" y="22891"/>
                  </a:lnTo>
                  <a:lnTo>
                    <a:pt x="10634" y="22840"/>
                  </a:lnTo>
                  <a:lnTo>
                    <a:pt x="9957" y="23019"/>
                  </a:lnTo>
                  <a:lnTo>
                    <a:pt x="9893" y="23134"/>
                  </a:lnTo>
                  <a:lnTo>
                    <a:pt x="9855" y="23223"/>
                  </a:lnTo>
                  <a:lnTo>
                    <a:pt x="9842" y="23312"/>
                  </a:lnTo>
                  <a:lnTo>
                    <a:pt x="9829" y="23619"/>
                  </a:lnTo>
                  <a:lnTo>
                    <a:pt x="9804" y="23824"/>
                  </a:lnTo>
                  <a:lnTo>
                    <a:pt x="10187" y="23312"/>
                  </a:lnTo>
                  <a:lnTo>
                    <a:pt x="10187" y="23312"/>
                  </a:lnTo>
                  <a:lnTo>
                    <a:pt x="9804" y="23990"/>
                  </a:lnTo>
                  <a:lnTo>
                    <a:pt x="9906" y="24488"/>
                  </a:lnTo>
                  <a:lnTo>
                    <a:pt x="10200" y="24463"/>
                  </a:lnTo>
                  <a:lnTo>
                    <a:pt x="9855" y="25076"/>
                  </a:lnTo>
                  <a:lnTo>
                    <a:pt x="10136" y="25460"/>
                  </a:lnTo>
                  <a:lnTo>
                    <a:pt x="10302" y="25817"/>
                  </a:lnTo>
                  <a:lnTo>
                    <a:pt x="10468" y="25894"/>
                  </a:lnTo>
                  <a:lnTo>
                    <a:pt x="10813" y="26495"/>
                  </a:lnTo>
                  <a:lnTo>
                    <a:pt x="10826" y="27262"/>
                  </a:lnTo>
                  <a:lnTo>
                    <a:pt x="10903" y="27517"/>
                  </a:lnTo>
                  <a:lnTo>
                    <a:pt x="11069" y="27274"/>
                  </a:lnTo>
                  <a:lnTo>
                    <a:pt x="11184" y="27824"/>
                  </a:lnTo>
                  <a:lnTo>
                    <a:pt x="11273" y="28399"/>
                  </a:lnTo>
                  <a:lnTo>
                    <a:pt x="11772" y="28795"/>
                  </a:lnTo>
                  <a:lnTo>
                    <a:pt x="11912" y="29422"/>
                  </a:lnTo>
                  <a:lnTo>
                    <a:pt x="12270" y="29524"/>
                  </a:lnTo>
                  <a:lnTo>
                    <a:pt x="12411" y="29856"/>
                  </a:lnTo>
                  <a:lnTo>
                    <a:pt x="12603" y="30303"/>
                  </a:lnTo>
                  <a:lnTo>
                    <a:pt x="12654" y="30406"/>
                  </a:lnTo>
                  <a:lnTo>
                    <a:pt x="12718" y="30495"/>
                  </a:lnTo>
                  <a:lnTo>
                    <a:pt x="12769" y="30585"/>
                  </a:lnTo>
                  <a:lnTo>
                    <a:pt x="12960" y="30572"/>
                  </a:lnTo>
                  <a:lnTo>
                    <a:pt x="13011" y="30866"/>
                  </a:lnTo>
                  <a:lnTo>
                    <a:pt x="13561" y="30827"/>
                  </a:lnTo>
                  <a:lnTo>
                    <a:pt x="13727" y="30853"/>
                  </a:lnTo>
                  <a:lnTo>
                    <a:pt x="13868" y="30891"/>
                  </a:lnTo>
                  <a:lnTo>
                    <a:pt x="13970" y="30930"/>
                  </a:lnTo>
                  <a:lnTo>
                    <a:pt x="14251" y="31057"/>
                  </a:lnTo>
                  <a:lnTo>
                    <a:pt x="14456" y="31160"/>
                  </a:lnTo>
                  <a:lnTo>
                    <a:pt x="14430" y="31326"/>
                  </a:lnTo>
                  <a:lnTo>
                    <a:pt x="14992" y="31812"/>
                  </a:lnTo>
                  <a:lnTo>
                    <a:pt x="15171" y="31594"/>
                  </a:lnTo>
                  <a:lnTo>
                    <a:pt x="15299" y="31249"/>
                  </a:lnTo>
                  <a:lnTo>
                    <a:pt x="15146" y="30879"/>
                  </a:lnTo>
                  <a:lnTo>
                    <a:pt x="15376" y="30827"/>
                  </a:lnTo>
                  <a:lnTo>
                    <a:pt x="15389" y="30495"/>
                  </a:lnTo>
                  <a:lnTo>
                    <a:pt x="15210" y="30316"/>
                  </a:lnTo>
                  <a:lnTo>
                    <a:pt x="15440" y="30240"/>
                  </a:lnTo>
                  <a:lnTo>
                    <a:pt x="15286" y="30009"/>
                  </a:lnTo>
                  <a:lnTo>
                    <a:pt x="15491" y="29984"/>
                  </a:lnTo>
                  <a:lnTo>
                    <a:pt x="15593" y="29818"/>
                  </a:lnTo>
                  <a:lnTo>
                    <a:pt x="15555" y="29639"/>
                  </a:lnTo>
                  <a:lnTo>
                    <a:pt x="15542" y="29498"/>
                  </a:lnTo>
                  <a:lnTo>
                    <a:pt x="15542" y="29447"/>
                  </a:lnTo>
                  <a:lnTo>
                    <a:pt x="15555" y="29409"/>
                  </a:lnTo>
                  <a:lnTo>
                    <a:pt x="15568" y="29370"/>
                  </a:lnTo>
                  <a:lnTo>
                    <a:pt x="15555" y="29332"/>
                  </a:lnTo>
                  <a:lnTo>
                    <a:pt x="15529" y="29230"/>
                  </a:lnTo>
                  <a:lnTo>
                    <a:pt x="15478" y="29115"/>
                  </a:lnTo>
                  <a:lnTo>
                    <a:pt x="15210" y="28629"/>
                  </a:lnTo>
                  <a:lnTo>
                    <a:pt x="15619" y="28591"/>
                  </a:lnTo>
                  <a:lnTo>
                    <a:pt x="15747" y="28463"/>
                  </a:lnTo>
                  <a:lnTo>
                    <a:pt x="15989" y="27913"/>
                  </a:lnTo>
                  <a:lnTo>
                    <a:pt x="16194" y="27453"/>
                  </a:lnTo>
                  <a:lnTo>
                    <a:pt x="16156" y="26929"/>
                  </a:lnTo>
                  <a:lnTo>
                    <a:pt x="15874" y="27044"/>
                  </a:lnTo>
                  <a:lnTo>
                    <a:pt x="16245" y="26699"/>
                  </a:lnTo>
                  <a:lnTo>
                    <a:pt x="16143" y="26341"/>
                  </a:lnTo>
                  <a:lnTo>
                    <a:pt x="15798" y="26060"/>
                  </a:lnTo>
                  <a:lnTo>
                    <a:pt x="16181" y="25779"/>
                  </a:lnTo>
                  <a:lnTo>
                    <a:pt x="16501" y="25587"/>
                  </a:lnTo>
                  <a:lnTo>
                    <a:pt x="16334" y="25332"/>
                  </a:lnTo>
                  <a:lnTo>
                    <a:pt x="17050" y="25178"/>
                  </a:lnTo>
                  <a:lnTo>
                    <a:pt x="17306" y="24501"/>
                  </a:lnTo>
                  <a:lnTo>
                    <a:pt x="17229" y="25076"/>
                  </a:lnTo>
                  <a:lnTo>
                    <a:pt x="17459" y="25396"/>
                  </a:lnTo>
                  <a:lnTo>
                    <a:pt x="17728" y="25089"/>
                  </a:lnTo>
                  <a:lnTo>
                    <a:pt x="17945" y="24846"/>
                  </a:lnTo>
                  <a:lnTo>
                    <a:pt x="18060" y="24744"/>
                  </a:lnTo>
                  <a:lnTo>
                    <a:pt x="18149" y="24667"/>
                  </a:lnTo>
                  <a:lnTo>
                    <a:pt x="18328" y="24539"/>
                  </a:lnTo>
                  <a:lnTo>
                    <a:pt x="18482" y="24412"/>
                  </a:lnTo>
                  <a:lnTo>
                    <a:pt x="18635" y="24271"/>
                  </a:lnTo>
                  <a:lnTo>
                    <a:pt x="19070" y="23466"/>
                  </a:lnTo>
                  <a:lnTo>
                    <a:pt x="19325" y="22814"/>
                  </a:lnTo>
                  <a:lnTo>
                    <a:pt x="19594" y="22469"/>
                  </a:lnTo>
                  <a:lnTo>
                    <a:pt x="19645" y="22431"/>
                  </a:lnTo>
                  <a:lnTo>
                    <a:pt x="19696" y="22379"/>
                  </a:lnTo>
                  <a:lnTo>
                    <a:pt x="19709" y="22341"/>
                  </a:lnTo>
                  <a:lnTo>
                    <a:pt x="19696" y="22264"/>
                  </a:lnTo>
                  <a:lnTo>
                    <a:pt x="19657" y="22149"/>
                  </a:lnTo>
                  <a:lnTo>
                    <a:pt x="19594" y="21996"/>
                  </a:lnTo>
                  <a:lnTo>
                    <a:pt x="19926" y="22111"/>
                  </a:lnTo>
                  <a:lnTo>
                    <a:pt x="21319" y="21804"/>
                  </a:lnTo>
                  <a:lnTo>
                    <a:pt x="21932" y="21229"/>
                  </a:lnTo>
                  <a:lnTo>
                    <a:pt x="22686" y="20782"/>
                  </a:lnTo>
                  <a:lnTo>
                    <a:pt x="23198" y="20283"/>
                  </a:lnTo>
                  <a:lnTo>
                    <a:pt x="23441" y="19964"/>
                  </a:lnTo>
                  <a:lnTo>
                    <a:pt x="23581" y="19759"/>
                  </a:lnTo>
                  <a:lnTo>
                    <a:pt x="23632" y="19696"/>
                  </a:lnTo>
                  <a:lnTo>
                    <a:pt x="23671" y="19670"/>
                  </a:lnTo>
                  <a:lnTo>
                    <a:pt x="23760" y="19619"/>
                  </a:lnTo>
                  <a:lnTo>
                    <a:pt x="23939" y="19478"/>
                  </a:lnTo>
                  <a:lnTo>
                    <a:pt x="24169" y="19299"/>
                  </a:lnTo>
                  <a:lnTo>
                    <a:pt x="22878" y="19414"/>
                  </a:lnTo>
                  <a:lnTo>
                    <a:pt x="22508" y="19184"/>
                  </a:lnTo>
                  <a:lnTo>
                    <a:pt x="22009" y="19389"/>
                  </a:lnTo>
                  <a:lnTo>
                    <a:pt x="21843" y="19491"/>
                  </a:lnTo>
                  <a:lnTo>
                    <a:pt x="21830" y="19491"/>
                  </a:lnTo>
                  <a:lnTo>
                    <a:pt x="21868" y="19440"/>
                  </a:lnTo>
                  <a:lnTo>
                    <a:pt x="22047" y="19248"/>
                  </a:lnTo>
                  <a:lnTo>
                    <a:pt x="22354" y="18941"/>
                  </a:lnTo>
                  <a:lnTo>
                    <a:pt x="22418" y="18558"/>
                  </a:lnTo>
                  <a:lnTo>
                    <a:pt x="22354" y="18520"/>
                  </a:lnTo>
                  <a:lnTo>
                    <a:pt x="22201" y="18456"/>
                  </a:lnTo>
                  <a:lnTo>
                    <a:pt x="22124" y="18405"/>
                  </a:lnTo>
                  <a:lnTo>
                    <a:pt x="22060" y="18366"/>
                  </a:lnTo>
                  <a:lnTo>
                    <a:pt x="22022" y="18315"/>
                  </a:lnTo>
                  <a:lnTo>
                    <a:pt x="22009" y="18302"/>
                  </a:lnTo>
                  <a:lnTo>
                    <a:pt x="22009" y="18290"/>
                  </a:lnTo>
                  <a:lnTo>
                    <a:pt x="22086" y="18187"/>
                  </a:lnTo>
                  <a:lnTo>
                    <a:pt x="22188" y="18072"/>
                  </a:lnTo>
                  <a:lnTo>
                    <a:pt x="22316" y="17919"/>
                  </a:lnTo>
                  <a:lnTo>
                    <a:pt x="22162" y="17612"/>
                  </a:lnTo>
                  <a:lnTo>
                    <a:pt x="22495" y="17957"/>
                  </a:lnTo>
                  <a:lnTo>
                    <a:pt x="22840" y="18277"/>
                  </a:lnTo>
                  <a:lnTo>
                    <a:pt x="23159" y="18890"/>
                  </a:lnTo>
                  <a:lnTo>
                    <a:pt x="23147" y="18916"/>
                  </a:lnTo>
                  <a:lnTo>
                    <a:pt x="23134" y="18980"/>
                  </a:lnTo>
                  <a:lnTo>
                    <a:pt x="23134" y="19005"/>
                  </a:lnTo>
                  <a:lnTo>
                    <a:pt x="23134" y="19044"/>
                  </a:lnTo>
                  <a:lnTo>
                    <a:pt x="23147" y="19057"/>
                  </a:lnTo>
                  <a:lnTo>
                    <a:pt x="23172" y="19057"/>
                  </a:lnTo>
                  <a:lnTo>
                    <a:pt x="23913" y="18967"/>
                  </a:lnTo>
                  <a:lnTo>
                    <a:pt x="24233" y="18775"/>
                  </a:lnTo>
                  <a:lnTo>
                    <a:pt x="24118" y="18047"/>
                  </a:lnTo>
                  <a:lnTo>
                    <a:pt x="24041" y="17510"/>
                  </a:lnTo>
                  <a:lnTo>
                    <a:pt x="23760" y="17638"/>
                  </a:lnTo>
                  <a:lnTo>
                    <a:pt x="23939" y="17369"/>
                  </a:lnTo>
                  <a:lnTo>
                    <a:pt x="23849" y="17382"/>
                  </a:lnTo>
                  <a:lnTo>
                    <a:pt x="23760" y="17395"/>
                  </a:lnTo>
                  <a:lnTo>
                    <a:pt x="23671" y="17408"/>
                  </a:lnTo>
                  <a:lnTo>
                    <a:pt x="23581" y="17408"/>
                  </a:lnTo>
                  <a:lnTo>
                    <a:pt x="23607" y="17382"/>
                  </a:lnTo>
                  <a:lnTo>
                    <a:pt x="23658" y="17331"/>
                  </a:lnTo>
                  <a:lnTo>
                    <a:pt x="23696" y="17293"/>
                  </a:lnTo>
                  <a:lnTo>
                    <a:pt x="23709" y="17254"/>
                  </a:lnTo>
                  <a:lnTo>
                    <a:pt x="23696" y="17216"/>
                  </a:lnTo>
                  <a:lnTo>
                    <a:pt x="23658" y="17178"/>
                  </a:lnTo>
                  <a:lnTo>
                    <a:pt x="23581" y="17114"/>
                  </a:lnTo>
                  <a:lnTo>
                    <a:pt x="23325" y="16961"/>
                  </a:lnTo>
                  <a:lnTo>
                    <a:pt x="23083" y="16794"/>
                  </a:lnTo>
                  <a:lnTo>
                    <a:pt x="22955" y="16718"/>
                  </a:lnTo>
                  <a:lnTo>
                    <a:pt x="22814" y="16641"/>
                  </a:lnTo>
                  <a:lnTo>
                    <a:pt x="22725" y="16590"/>
                  </a:lnTo>
                  <a:lnTo>
                    <a:pt x="22686" y="16564"/>
                  </a:lnTo>
                  <a:lnTo>
                    <a:pt x="22648" y="16526"/>
                  </a:lnTo>
                  <a:lnTo>
                    <a:pt x="22623" y="16462"/>
                  </a:lnTo>
                  <a:lnTo>
                    <a:pt x="22610" y="16373"/>
                  </a:lnTo>
                  <a:lnTo>
                    <a:pt x="22610" y="16219"/>
                  </a:lnTo>
                  <a:lnTo>
                    <a:pt x="22597" y="16066"/>
                  </a:lnTo>
                  <a:lnTo>
                    <a:pt x="22584" y="16002"/>
                  </a:lnTo>
                  <a:lnTo>
                    <a:pt x="22571" y="15925"/>
                  </a:lnTo>
                  <a:lnTo>
                    <a:pt x="22546" y="15900"/>
                  </a:lnTo>
                  <a:lnTo>
                    <a:pt x="22533" y="15861"/>
                  </a:lnTo>
                  <a:lnTo>
                    <a:pt x="22533" y="15861"/>
                  </a:lnTo>
                  <a:lnTo>
                    <a:pt x="22559" y="15874"/>
                  </a:lnTo>
                  <a:lnTo>
                    <a:pt x="22584" y="15900"/>
                  </a:lnTo>
                  <a:lnTo>
                    <a:pt x="22623" y="15976"/>
                  </a:lnTo>
                  <a:lnTo>
                    <a:pt x="22674" y="16155"/>
                  </a:lnTo>
                  <a:lnTo>
                    <a:pt x="22738" y="16309"/>
                  </a:lnTo>
                  <a:lnTo>
                    <a:pt x="22776" y="16385"/>
                  </a:lnTo>
                  <a:lnTo>
                    <a:pt x="22814" y="16437"/>
                  </a:lnTo>
                  <a:lnTo>
                    <a:pt x="22865" y="16449"/>
                  </a:lnTo>
                  <a:lnTo>
                    <a:pt x="22942" y="16462"/>
                  </a:lnTo>
                  <a:lnTo>
                    <a:pt x="23006" y="16462"/>
                  </a:lnTo>
                  <a:lnTo>
                    <a:pt x="23070" y="16475"/>
                  </a:lnTo>
                  <a:lnTo>
                    <a:pt x="23198" y="16513"/>
                  </a:lnTo>
                  <a:lnTo>
                    <a:pt x="23325" y="16564"/>
                  </a:lnTo>
                  <a:lnTo>
                    <a:pt x="23453" y="16641"/>
                  </a:lnTo>
                  <a:lnTo>
                    <a:pt x="23581" y="16718"/>
                  </a:lnTo>
                  <a:lnTo>
                    <a:pt x="23658" y="16807"/>
                  </a:lnTo>
                  <a:lnTo>
                    <a:pt x="23709" y="16845"/>
                  </a:lnTo>
                  <a:lnTo>
                    <a:pt x="23747" y="16871"/>
                  </a:lnTo>
                  <a:lnTo>
                    <a:pt x="23734" y="16769"/>
                  </a:lnTo>
                  <a:lnTo>
                    <a:pt x="23734" y="16705"/>
                  </a:lnTo>
                  <a:lnTo>
                    <a:pt x="23722" y="16667"/>
                  </a:lnTo>
                  <a:lnTo>
                    <a:pt x="23709" y="16641"/>
                  </a:lnTo>
                  <a:lnTo>
                    <a:pt x="23683" y="16615"/>
                  </a:lnTo>
                  <a:lnTo>
                    <a:pt x="23619" y="16603"/>
                  </a:lnTo>
                  <a:lnTo>
                    <a:pt x="23607" y="16590"/>
                  </a:lnTo>
                  <a:lnTo>
                    <a:pt x="23581" y="16564"/>
                  </a:lnTo>
                  <a:lnTo>
                    <a:pt x="23568" y="16539"/>
                  </a:lnTo>
                  <a:lnTo>
                    <a:pt x="23568" y="16500"/>
                  </a:lnTo>
                  <a:lnTo>
                    <a:pt x="23632" y="16475"/>
                  </a:lnTo>
                  <a:lnTo>
                    <a:pt x="23683" y="16462"/>
                  </a:lnTo>
                  <a:lnTo>
                    <a:pt x="23747" y="16449"/>
                  </a:lnTo>
                  <a:lnTo>
                    <a:pt x="23773" y="16424"/>
                  </a:lnTo>
                  <a:lnTo>
                    <a:pt x="23798" y="16398"/>
                  </a:lnTo>
                  <a:lnTo>
                    <a:pt x="23786" y="16334"/>
                  </a:lnTo>
                  <a:lnTo>
                    <a:pt x="23773" y="16283"/>
                  </a:lnTo>
                  <a:lnTo>
                    <a:pt x="23734" y="16245"/>
                  </a:lnTo>
                  <a:lnTo>
                    <a:pt x="23696" y="16206"/>
                  </a:lnTo>
                  <a:lnTo>
                    <a:pt x="23722" y="16168"/>
                  </a:lnTo>
                  <a:lnTo>
                    <a:pt x="23747" y="16143"/>
                  </a:lnTo>
                  <a:lnTo>
                    <a:pt x="23773" y="16117"/>
                  </a:lnTo>
                  <a:lnTo>
                    <a:pt x="23798" y="16079"/>
                  </a:lnTo>
                  <a:lnTo>
                    <a:pt x="23798" y="16015"/>
                  </a:lnTo>
                  <a:lnTo>
                    <a:pt x="23798" y="15951"/>
                  </a:lnTo>
                  <a:lnTo>
                    <a:pt x="23786" y="15836"/>
                  </a:lnTo>
                  <a:lnTo>
                    <a:pt x="23760" y="15734"/>
                  </a:lnTo>
                  <a:lnTo>
                    <a:pt x="23747" y="15708"/>
                  </a:lnTo>
                  <a:lnTo>
                    <a:pt x="23709" y="15695"/>
                  </a:lnTo>
                  <a:lnTo>
                    <a:pt x="23619" y="15670"/>
                  </a:lnTo>
                  <a:lnTo>
                    <a:pt x="23530" y="15644"/>
                  </a:lnTo>
                  <a:lnTo>
                    <a:pt x="23441" y="15593"/>
                  </a:lnTo>
                  <a:lnTo>
                    <a:pt x="23364" y="15529"/>
                  </a:lnTo>
                  <a:lnTo>
                    <a:pt x="23313" y="15478"/>
                  </a:lnTo>
                  <a:lnTo>
                    <a:pt x="23262" y="15440"/>
                  </a:lnTo>
                  <a:lnTo>
                    <a:pt x="23159" y="15388"/>
                  </a:lnTo>
                  <a:lnTo>
                    <a:pt x="23057" y="15350"/>
                  </a:lnTo>
                  <a:lnTo>
                    <a:pt x="22942" y="15325"/>
                  </a:lnTo>
                  <a:lnTo>
                    <a:pt x="22878" y="15299"/>
                  </a:lnTo>
                  <a:lnTo>
                    <a:pt x="22801" y="15261"/>
                  </a:lnTo>
                  <a:lnTo>
                    <a:pt x="22738" y="15222"/>
                  </a:lnTo>
                  <a:lnTo>
                    <a:pt x="22661" y="15197"/>
                  </a:lnTo>
                  <a:lnTo>
                    <a:pt x="22559" y="15184"/>
                  </a:lnTo>
                  <a:lnTo>
                    <a:pt x="22469" y="15184"/>
                  </a:lnTo>
                  <a:lnTo>
                    <a:pt x="22354" y="15210"/>
                  </a:lnTo>
                  <a:lnTo>
                    <a:pt x="22252" y="15248"/>
                  </a:lnTo>
                  <a:lnTo>
                    <a:pt x="22150" y="15312"/>
                  </a:lnTo>
                  <a:lnTo>
                    <a:pt x="22060" y="15388"/>
                  </a:lnTo>
                  <a:lnTo>
                    <a:pt x="22086" y="15337"/>
                  </a:lnTo>
                  <a:lnTo>
                    <a:pt x="22124" y="15286"/>
                  </a:lnTo>
                  <a:lnTo>
                    <a:pt x="22201" y="15210"/>
                  </a:lnTo>
                  <a:lnTo>
                    <a:pt x="22290" y="15146"/>
                  </a:lnTo>
                  <a:lnTo>
                    <a:pt x="22380" y="15095"/>
                  </a:lnTo>
                  <a:lnTo>
                    <a:pt x="22469" y="15031"/>
                  </a:lnTo>
                  <a:lnTo>
                    <a:pt x="22508" y="14992"/>
                  </a:lnTo>
                  <a:lnTo>
                    <a:pt x="22533" y="14954"/>
                  </a:lnTo>
                  <a:lnTo>
                    <a:pt x="22559" y="14903"/>
                  </a:lnTo>
                  <a:lnTo>
                    <a:pt x="22584" y="14839"/>
                  </a:lnTo>
                  <a:lnTo>
                    <a:pt x="22597" y="14762"/>
                  </a:lnTo>
                  <a:lnTo>
                    <a:pt x="22597" y="14686"/>
                  </a:lnTo>
                  <a:lnTo>
                    <a:pt x="22699" y="14903"/>
                  </a:lnTo>
                  <a:lnTo>
                    <a:pt x="22750" y="15018"/>
                  </a:lnTo>
                  <a:lnTo>
                    <a:pt x="22789" y="15069"/>
                  </a:lnTo>
                  <a:lnTo>
                    <a:pt x="22827" y="15095"/>
                  </a:lnTo>
                  <a:lnTo>
                    <a:pt x="22853" y="15107"/>
                  </a:lnTo>
                  <a:lnTo>
                    <a:pt x="22878" y="15120"/>
                  </a:lnTo>
                  <a:lnTo>
                    <a:pt x="22942" y="15120"/>
                  </a:lnTo>
                  <a:lnTo>
                    <a:pt x="23070" y="15158"/>
                  </a:lnTo>
                  <a:lnTo>
                    <a:pt x="23185" y="15197"/>
                  </a:lnTo>
                  <a:lnTo>
                    <a:pt x="23325" y="15248"/>
                  </a:lnTo>
                  <a:lnTo>
                    <a:pt x="23466" y="15312"/>
                  </a:lnTo>
                  <a:lnTo>
                    <a:pt x="23556" y="15363"/>
                  </a:lnTo>
                  <a:lnTo>
                    <a:pt x="23607" y="15388"/>
                  </a:lnTo>
                  <a:lnTo>
                    <a:pt x="23645" y="15376"/>
                  </a:lnTo>
                  <a:lnTo>
                    <a:pt x="23683" y="15350"/>
                  </a:lnTo>
                  <a:lnTo>
                    <a:pt x="23709" y="15312"/>
                  </a:lnTo>
                  <a:lnTo>
                    <a:pt x="23760" y="15210"/>
                  </a:lnTo>
                  <a:lnTo>
                    <a:pt x="23798" y="15107"/>
                  </a:lnTo>
                  <a:lnTo>
                    <a:pt x="23824" y="15069"/>
                  </a:lnTo>
                  <a:lnTo>
                    <a:pt x="23849" y="15031"/>
                  </a:lnTo>
                  <a:lnTo>
                    <a:pt x="23875" y="15005"/>
                  </a:lnTo>
                  <a:lnTo>
                    <a:pt x="23913" y="14992"/>
                  </a:lnTo>
                  <a:lnTo>
                    <a:pt x="23977" y="14980"/>
                  </a:lnTo>
                  <a:lnTo>
                    <a:pt x="24041" y="14992"/>
                  </a:lnTo>
                  <a:lnTo>
                    <a:pt x="24105" y="15018"/>
                  </a:lnTo>
                  <a:lnTo>
                    <a:pt x="24182" y="15043"/>
                  </a:lnTo>
                  <a:lnTo>
                    <a:pt x="24271" y="15056"/>
                  </a:lnTo>
                  <a:lnTo>
                    <a:pt x="24361" y="15056"/>
                  </a:lnTo>
                  <a:lnTo>
                    <a:pt x="24399" y="15031"/>
                  </a:lnTo>
                  <a:lnTo>
                    <a:pt x="24425" y="15005"/>
                  </a:lnTo>
                  <a:lnTo>
                    <a:pt x="24437" y="14980"/>
                  </a:lnTo>
                  <a:lnTo>
                    <a:pt x="24437" y="14941"/>
                  </a:lnTo>
                  <a:lnTo>
                    <a:pt x="24437" y="14864"/>
                  </a:lnTo>
                  <a:lnTo>
                    <a:pt x="24437" y="14775"/>
                  </a:lnTo>
                  <a:lnTo>
                    <a:pt x="24425" y="14698"/>
                  </a:lnTo>
                  <a:lnTo>
                    <a:pt x="24450" y="14622"/>
                  </a:lnTo>
                  <a:lnTo>
                    <a:pt x="24476" y="14545"/>
                  </a:lnTo>
                  <a:lnTo>
                    <a:pt x="24501" y="14468"/>
                  </a:lnTo>
                  <a:lnTo>
                    <a:pt x="24501" y="14379"/>
                  </a:lnTo>
                  <a:lnTo>
                    <a:pt x="24476" y="14353"/>
                  </a:lnTo>
                  <a:lnTo>
                    <a:pt x="24437" y="14340"/>
                  </a:lnTo>
                  <a:lnTo>
                    <a:pt x="24361" y="14328"/>
                  </a:lnTo>
                  <a:lnTo>
                    <a:pt x="24143" y="14328"/>
                  </a:lnTo>
                  <a:lnTo>
                    <a:pt x="24080" y="14315"/>
                  </a:lnTo>
                  <a:lnTo>
                    <a:pt x="23965" y="14277"/>
                  </a:lnTo>
                  <a:lnTo>
                    <a:pt x="23888" y="14264"/>
                  </a:lnTo>
                  <a:lnTo>
                    <a:pt x="23811" y="14251"/>
                  </a:lnTo>
                  <a:lnTo>
                    <a:pt x="23709" y="14251"/>
                  </a:lnTo>
                  <a:lnTo>
                    <a:pt x="23671" y="14264"/>
                  </a:lnTo>
                  <a:lnTo>
                    <a:pt x="23632" y="14289"/>
                  </a:lnTo>
                  <a:lnTo>
                    <a:pt x="23568" y="14328"/>
                  </a:lnTo>
                  <a:lnTo>
                    <a:pt x="23594" y="14264"/>
                  </a:lnTo>
                  <a:lnTo>
                    <a:pt x="23645" y="14225"/>
                  </a:lnTo>
                  <a:lnTo>
                    <a:pt x="23683" y="14200"/>
                  </a:lnTo>
                  <a:lnTo>
                    <a:pt x="23747" y="14174"/>
                  </a:lnTo>
                  <a:lnTo>
                    <a:pt x="23862" y="14162"/>
                  </a:lnTo>
                  <a:lnTo>
                    <a:pt x="23965" y="14174"/>
                  </a:lnTo>
                  <a:lnTo>
                    <a:pt x="24233" y="14174"/>
                  </a:lnTo>
                  <a:lnTo>
                    <a:pt x="24297" y="14149"/>
                  </a:lnTo>
                  <a:lnTo>
                    <a:pt x="24348" y="14110"/>
                  </a:lnTo>
                  <a:lnTo>
                    <a:pt x="24399" y="14059"/>
                  </a:lnTo>
                  <a:lnTo>
                    <a:pt x="24437" y="13983"/>
                  </a:lnTo>
                  <a:lnTo>
                    <a:pt x="24463" y="13919"/>
                  </a:lnTo>
                  <a:lnTo>
                    <a:pt x="24476" y="13906"/>
                  </a:lnTo>
                  <a:lnTo>
                    <a:pt x="24489" y="13919"/>
                  </a:lnTo>
                  <a:lnTo>
                    <a:pt x="24527" y="13944"/>
                  </a:lnTo>
                  <a:lnTo>
                    <a:pt x="24578" y="13970"/>
                  </a:lnTo>
                  <a:lnTo>
                    <a:pt x="24616" y="13983"/>
                  </a:lnTo>
                  <a:lnTo>
                    <a:pt x="24642" y="13983"/>
                  </a:lnTo>
                  <a:lnTo>
                    <a:pt x="24706" y="13970"/>
                  </a:lnTo>
                  <a:lnTo>
                    <a:pt x="24757" y="13957"/>
                  </a:lnTo>
                  <a:lnTo>
                    <a:pt x="24795" y="13919"/>
                  </a:lnTo>
                  <a:lnTo>
                    <a:pt x="24834" y="13868"/>
                  </a:lnTo>
                  <a:lnTo>
                    <a:pt x="24872" y="13804"/>
                  </a:lnTo>
                  <a:lnTo>
                    <a:pt x="24949" y="13650"/>
                  </a:lnTo>
                  <a:lnTo>
                    <a:pt x="24974" y="13561"/>
                  </a:lnTo>
                  <a:lnTo>
                    <a:pt x="25000" y="13471"/>
                  </a:lnTo>
                  <a:lnTo>
                    <a:pt x="24961" y="13459"/>
                  </a:lnTo>
                  <a:lnTo>
                    <a:pt x="24949" y="13446"/>
                  </a:lnTo>
                  <a:lnTo>
                    <a:pt x="24936" y="13420"/>
                  </a:lnTo>
                  <a:lnTo>
                    <a:pt x="25025" y="13344"/>
                  </a:lnTo>
                  <a:lnTo>
                    <a:pt x="25089" y="13305"/>
                  </a:lnTo>
                  <a:lnTo>
                    <a:pt x="25115" y="13267"/>
                  </a:lnTo>
                  <a:lnTo>
                    <a:pt x="25076" y="13229"/>
                  </a:lnTo>
                  <a:lnTo>
                    <a:pt x="25038" y="13216"/>
                  </a:lnTo>
                  <a:lnTo>
                    <a:pt x="24987" y="13203"/>
                  </a:lnTo>
                  <a:lnTo>
                    <a:pt x="24936" y="13203"/>
                  </a:lnTo>
                  <a:lnTo>
                    <a:pt x="24834" y="13229"/>
                  </a:lnTo>
                  <a:lnTo>
                    <a:pt x="24719" y="13254"/>
                  </a:lnTo>
                  <a:lnTo>
                    <a:pt x="24616" y="13267"/>
                  </a:lnTo>
                  <a:lnTo>
                    <a:pt x="24565" y="13254"/>
                  </a:lnTo>
                  <a:lnTo>
                    <a:pt x="24514" y="13241"/>
                  </a:lnTo>
                  <a:lnTo>
                    <a:pt x="24476" y="13229"/>
                  </a:lnTo>
                  <a:lnTo>
                    <a:pt x="24450" y="13190"/>
                  </a:lnTo>
                  <a:lnTo>
                    <a:pt x="24425" y="13139"/>
                  </a:lnTo>
                  <a:lnTo>
                    <a:pt x="24399" y="13075"/>
                  </a:lnTo>
                  <a:lnTo>
                    <a:pt x="24399" y="12999"/>
                  </a:lnTo>
                  <a:lnTo>
                    <a:pt x="24399" y="12935"/>
                  </a:lnTo>
                  <a:lnTo>
                    <a:pt x="24386" y="12884"/>
                  </a:lnTo>
                  <a:lnTo>
                    <a:pt x="24361" y="12832"/>
                  </a:lnTo>
                  <a:lnTo>
                    <a:pt x="24322" y="12807"/>
                  </a:lnTo>
                  <a:lnTo>
                    <a:pt x="24271" y="12781"/>
                  </a:lnTo>
                  <a:lnTo>
                    <a:pt x="24182" y="12756"/>
                  </a:lnTo>
                  <a:lnTo>
                    <a:pt x="24092" y="12730"/>
                  </a:lnTo>
                  <a:lnTo>
                    <a:pt x="24041" y="12705"/>
                  </a:lnTo>
                  <a:lnTo>
                    <a:pt x="23977" y="12653"/>
                  </a:lnTo>
                  <a:lnTo>
                    <a:pt x="23939" y="12628"/>
                  </a:lnTo>
                  <a:lnTo>
                    <a:pt x="23926" y="12590"/>
                  </a:lnTo>
                  <a:lnTo>
                    <a:pt x="23913" y="12551"/>
                  </a:lnTo>
                  <a:lnTo>
                    <a:pt x="23901" y="12500"/>
                  </a:lnTo>
                  <a:lnTo>
                    <a:pt x="23939" y="12487"/>
                  </a:lnTo>
                  <a:lnTo>
                    <a:pt x="23977" y="12500"/>
                  </a:lnTo>
                  <a:lnTo>
                    <a:pt x="24080" y="12577"/>
                  </a:lnTo>
                  <a:lnTo>
                    <a:pt x="24182" y="12666"/>
                  </a:lnTo>
                  <a:lnTo>
                    <a:pt x="24233" y="12705"/>
                  </a:lnTo>
                  <a:lnTo>
                    <a:pt x="24271" y="12730"/>
                  </a:lnTo>
                  <a:lnTo>
                    <a:pt x="24437" y="12794"/>
                  </a:lnTo>
                  <a:lnTo>
                    <a:pt x="24527" y="12820"/>
                  </a:lnTo>
                  <a:lnTo>
                    <a:pt x="24604" y="12832"/>
                  </a:lnTo>
                  <a:lnTo>
                    <a:pt x="24642" y="12832"/>
                  </a:lnTo>
                  <a:lnTo>
                    <a:pt x="24667" y="12820"/>
                  </a:lnTo>
                  <a:lnTo>
                    <a:pt x="24680" y="12794"/>
                  </a:lnTo>
                  <a:lnTo>
                    <a:pt x="24680" y="12730"/>
                  </a:lnTo>
                  <a:lnTo>
                    <a:pt x="24655" y="12385"/>
                  </a:lnTo>
                  <a:lnTo>
                    <a:pt x="24642" y="12232"/>
                  </a:lnTo>
                  <a:lnTo>
                    <a:pt x="24629" y="12091"/>
                  </a:lnTo>
                  <a:lnTo>
                    <a:pt x="24616" y="12027"/>
                  </a:lnTo>
                  <a:lnTo>
                    <a:pt x="24591" y="11976"/>
                  </a:lnTo>
                  <a:lnTo>
                    <a:pt x="24565" y="11925"/>
                  </a:lnTo>
                  <a:lnTo>
                    <a:pt x="24527" y="11887"/>
                  </a:lnTo>
                  <a:lnTo>
                    <a:pt x="24450" y="11823"/>
                  </a:lnTo>
                  <a:lnTo>
                    <a:pt x="24373" y="11759"/>
                  </a:lnTo>
                  <a:lnTo>
                    <a:pt x="24335" y="11720"/>
                  </a:lnTo>
                  <a:lnTo>
                    <a:pt x="24310" y="11669"/>
                  </a:lnTo>
                  <a:lnTo>
                    <a:pt x="24284" y="11605"/>
                  </a:lnTo>
                  <a:lnTo>
                    <a:pt x="24284" y="11554"/>
                  </a:lnTo>
                  <a:lnTo>
                    <a:pt x="24297" y="11529"/>
                  </a:lnTo>
                  <a:lnTo>
                    <a:pt x="24310" y="11503"/>
                  </a:lnTo>
                  <a:lnTo>
                    <a:pt x="24373" y="11465"/>
                  </a:lnTo>
                  <a:lnTo>
                    <a:pt x="24476" y="11427"/>
                  </a:lnTo>
                  <a:lnTo>
                    <a:pt x="24463" y="11363"/>
                  </a:lnTo>
                  <a:lnTo>
                    <a:pt x="24425" y="11299"/>
                  </a:lnTo>
                  <a:lnTo>
                    <a:pt x="24348" y="11184"/>
                  </a:lnTo>
                  <a:lnTo>
                    <a:pt x="24310" y="11133"/>
                  </a:lnTo>
                  <a:lnTo>
                    <a:pt x="24271" y="11107"/>
                  </a:lnTo>
                  <a:lnTo>
                    <a:pt x="24182" y="11107"/>
                  </a:lnTo>
                  <a:lnTo>
                    <a:pt x="24054" y="11120"/>
                  </a:lnTo>
                  <a:lnTo>
                    <a:pt x="23926" y="11133"/>
                  </a:lnTo>
                  <a:lnTo>
                    <a:pt x="23901" y="11120"/>
                  </a:lnTo>
                  <a:lnTo>
                    <a:pt x="23875" y="11107"/>
                  </a:lnTo>
                  <a:lnTo>
                    <a:pt x="23824" y="11069"/>
                  </a:lnTo>
                  <a:lnTo>
                    <a:pt x="23786" y="11030"/>
                  </a:lnTo>
                  <a:lnTo>
                    <a:pt x="23734" y="10992"/>
                  </a:lnTo>
                  <a:lnTo>
                    <a:pt x="23696" y="10992"/>
                  </a:lnTo>
                  <a:lnTo>
                    <a:pt x="23658" y="11018"/>
                  </a:lnTo>
                  <a:lnTo>
                    <a:pt x="23581" y="11081"/>
                  </a:lnTo>
                  <a:lnTo>
                    <a:pt x="23543" y="11107"/>
                  </a:lnTo>
                  <a:lnTo>
                    <a:pt x="23517" y="11107"/>
                  </a:lnTo>
                  <a:lnTo>
                    <a:pt x="23492" y="11081"/>
                  </a:lnTo>
                  <a:lnTo>
                    <a:pt x="23479" y="11056"/>
                  </a:lnTo>
                  <a:lnTo>
                    <a:pt x="23466" y="10954"/>
                  </a:lnTo>
                  <a:lnTo>
                    <a:pt x="23428" y="10851"/>
                  </a:lnTo>
                  <a:lnTo>
                    <a:pt x="23402" y="10800"/>
                  </a:lnTo>
                  <a:lnTo>
                    <a:pt x="23364" y="10749"/>
                  </a:lnTo>
                  <a:lnTo>
                    <a:pt x="23325" y="10711"/>
                  </a:lnTo>
                  <a:lnTo>
                    <a:pt x="23287" y="10685"/>
                  </a:lnTo>
                  <a:lnTo>
                    <a:pt x="23262" y="10698"/>
                  </a:lnTo>
                  <a:lnTo>
                    <a:pt x="23236" y="10711"/>
                  </a:lnTo>
                  <a:lnTo>
                    <a:pt x="23210" y="10724"/>
                  </a:lnTo>
                  <a:lnTo>
                    <a:pt x="23185" y="10736"/>
                  </a:lnTo>
                  <a:lnTo>
                    <a:pt x="23172" y="10647"/>
                  </a:lnTo>
                  <a:lnTo>
                    <a:pt x="23198" y="10532"/>
                  </a:lnTo>
                  <a:lnTo>
                    <a:pt x="23210" y="10494"/>
                  </a:lnTo>
                  <a:lnTo>
                    <a:pt x="23236" y="10455"/>
                  </a:lnTo>
                  <a:lnTo>
                    <a:pt x="23262" y="10442"/>
                  </a:lnTo>
                  <a:lnTo>
                    <a:pt x="23287" y="10455"/>
                  </a:lnTo>
                  <a:lnTo>
                    <a:pt x="23325" y="10481"/>
                  </a:lnTo>
                  <a:lnTo>
                    <a:pt x="23364" y="10519"/>
                  </a:lnTo>
                  <a:lnTo>
                    <a:pt x="23389" y="10557"/>
                  </a:lnTo>
                  <a:lnTo>
                    <a:pt x="23441" y="10583"/>
                  </a:lnTo>
                  <a:lnTo>
                    <a:pt x="23479" y="10583"/>
                  </a:lnTo>
                  <a:lnTo>
                    <a:pt x="23517" y="10570"/>
                  </a:lnTo>
                  <a:lnTo>
                    <a:pt x="23581" y="10494"/>
                  </a:lnTo>
                  <a:lnTo>
                    <a:pt x="23671" y="10379"/>
                  </a:lnTo>
                  <a:lnTo>
                    <a:pt x="23760" y="10263"/>
                  </a:lnTo>
                  <a:lnTo>
                    <a:pt x="23811" y="10212"/>
                  </a:lnTo>
                  <a:lnTo>
                    <a:pt x="23862" y="10174"/>
                  </a:lnTo>
                  <a:lnTo>
                    <a:pt x="23926" y="10148"/>
                  </a:lnTo>
                  <a:lnTo>
                    <a:pt x="23990" y="10148"/>
                  </a:lnTo>
                  <a:lnTo>
                    <a:pt x="24105" y="10174"/>
                  </a:lnTo>
                  <a:lnTo>
                    <a:pt x="24220" y="10225"/>
                  </a:lnTo>
                  <a:lnTo>
                    <a:pt x="24335" y="10276"/>
                  </a:lnTo>
                  <a:lnTo>
                    <a:pt x="24463" y="10302"/>
                  </a:lnTo>
                  <a:lnTo>
                    <a:pt x="24629" y="10302"/>
                  </a:lnTo>
                  <a:lnTo>
                    <a:pt x="24591" y="10455"/>
                  </a:lnTo>
                  <a:lnTo>
                    <a:pt x="24565" y="10545"/>
                  </a:lnTo>
                  <a:lnTo>
                    <a:pt x="24565" y="10621"/>
                  </a:lnTo>
                  <a:lnTo>
                    <a:pt x="24578" y="10698"/>
                  </a:lnTo>
                  <a:lnTo>
                    <a:pt x="24604" y="10762"/>
                  </a:lnTo>
                  <a:lnTo>
                    <a:pt x="24910" y="11567"/>
                  </a:lnTo>
                  <a:lnTo>
                    <a:pt x="24936" y="11567"/>
                  </a:lnTo>
                  <a:lnTo>
                    <a:pt x="24974" y="11554"/>
                  </a:lnTo>
                  <a:lnTo>
                    <a:pt x="24974" y="11490"/>
                  </a:lnTo>
                  <a:lnTo>
                    <a:pt x="24987" y="11363"/>
                  </a:lnTo>
                  <a:lnTo>
                    <a:pt x="24987" y="11184"/>
                  </a:lnTo>
                  <a:lnTo>
                    <a:pt x="24859" y="10596"/>
                  </a:lnTo>
                  <a:lnTo>
                    <a:pt x="24846" y="10366"/>
                  </a:lnTo>
                  <a:lnTo>
                    <a:pt x="25000" y="10238"/>
                  </a:lnTo>
                  <a:lnTo>
                    <a:pt x="24910" y="9688"/>
                  </a:lnTo>
                  <a:lnTo>
                    <a:pt x="24910" y="9624"/>
                  </a:lnTo>
                  <a:lnTo>
                    <a:pt x="24910" y="9586"/>
                  </a:lnTo>
                  <a:lnTo>
                    <a:pt x="24910" y="9573"/>
                  </a:lnTo>
                  <a:lnTo>
                    <a:pt x="24898" y="9573"/>
                  </a:lnTo>
                  <a:lnTo>
                    <a:pt x="24744" y="9548"/>
                  </a:lnTo>
                  <a:lnTo>
                    <a:pt x="24616" y="9522"/>
                  </a:lnTo>
                  <a:lnTo>
                    <a:pt x="24578" y="9663"/>
                  </a:lnTo>
                  <a:lnTo>
                    <a:pt x="24501" y="9650"/>
                  </a:lnTo>
                  <a:lnTo>
                    <a:pt x="24437" y="9624"/>
                  </a:lnTo>
                  <a:lnTo>
                    <a:pt x="24386" y="9599"/>
                  </a:lnTo>
                  <a:lnTo>
                    <a:pt x="24310" y="9548"/>
                  </a:lnTo>
                  <a:lnTo>
                    <a:pt x="24195" y="9497"/>
                  </a:lnTo>
                  <a:lnTo>
                    <a:pt x="24041" y="9420"/>
                  </a:lnTo>
                  <a:lnTo>
                    <a:pt x="23837" y="9215"/>
                  </a:lnTo>
                  <a:lnTo>
                    <a:pt x="24054" y="9075"/>
                  </a:lnTo>
                  <a:lnTo>
                    <a:pt x="24220" y="9139"/>
                  </a:lnTo>
                  <a:lnTo>
                    <a:pt x="24335" y="9177"/>
                  </a:lnTo>
                  <a:lnTo>
                    <a:pt x="24399" y="9215"/>
                  </a:lnTo>
                  <a:lnTo>
                    <a:pt x="24450" y="9279"/>
                  </a:lnTo>
                  <a:lnTo>
                    <a:pt x="24489" y="9318"/>
                  </a:lnTo>
                  <a:lnTo>
                    <a:pt x="24514" y="9331"/>
                  </a:lnTo>
                  <a:lnTo>
                    <a:pt x="24591" y="9241"/>
                  </a:lnTo>
                  <a:lnTo>
                    <a:pt x="24578" y="9100"/>
                  </a:lnTo>
                  <a:lnTo>
                    <a:pt x="24565" y="8998"/>
                  </a:lnTo>
                  <a:lnTo>
                    <a:pt x="24552" y="8960"/>
                  </a:lnTo>
                  <a:lnTo>
                    <a:pt x="24476" y="8922"/>
                  </a:lnTo>
                  <a:lnTo>
                    <a:pt x="24425" y="8883"/>
                  </a:lnTo>
                  <a:lnTo>
                    <a:pt x="24399" y="8858"/>
                  </a:lnTo>
                  <a:lnTo>
                    <a:pt x="24425" y="8819"/>
                  </a:lnTo>
                  <a:lnTo>
                    <a:pt x="24489" y="8730"/>
                  </a:lnTo>
                  <a:lnTo>
                    <a:pt x="24578" y="8628"/>
                  </a:lnTo>
                  <a:lnTo>
                    <a:pt x="24604" y="8525"/>
                  </a:lnTo>
                  <a:lnTo>
                    <a:pt x="24616" y="8449"/>
                  </a:lnTo>
                  <a:lnTo>
                    <a:pt x="24616" y="8410"/>
                  </a:lnTo>
                  <a:lnTo>
                    <a:pt x="24565" y="8346"/>
                  </a:lnTo>
                  <a:lnTo>
                    <a:pt x="24514" y="8295"/>
                  </a:lnTo>
                  <a:lnTo>
                    <a:pt x="24565" y="7886"/>
                  </a:lnTo>
                  <a:lnTo>
                    <a:pt x="24463" y="7886"/>
                  </a:lnTo>
                  <a:lnTo>
                    <a:pt x="24437" y="7899"/>
                  </a:lnTo>
                  <a:lnTo>
                    <a:pt x="24348" y="8027"/>
                  </a:lnTo>
                  <a:lnTo>
                    <a:pt x="24297" y="8116"/>
                  </a:lnTo>
                  <a:lnTo>
                    <a:pt x="24271" y="8180"/>
                  </a:lnTo>
                  <a:lnTo>
                    <a:pt x="24310" y="8295"/>
                  </a:lnTo>
                  <a:lnTo>
                    <a:pt x="24335" y="8385"/>
                  </a:lnTo>
                  <a:lnTo>
                    <a:pt x="24476" y="8282"/>
                  </a:lnTo>
                  <a:lnTo>
                    <a:pt x="24335" y="8423"/>
                  </a:lnTo>
                  <a:lnTo>
                    <a:pt x="24412" y="8551"/>
                  </a:lnTo>
                  <a:lnTo>
                    <a:pt x="24373" y="8666"/>
                  </a:lnTo>
                  <a:lnTo>
                    <a:pt x="24220" y="8653"/>
                  </a:lnTo>
                  <a:lnTo>
                    <a:pt x="24092" y="8538"/>
                  </a:lnTo>
                  <a:lnTo>
                    <a:pt x="23862" y="8602"/>
                  </a:lnTo>
                  <a:lnTo>
                    <a:pt x="24131" y="8781"/>
                  </a:lnTo>
                  <a:lnTo>
                    <a:pt x="23811" y="8615"/>
                  </a:lnTo>
                  <a:lnTo>
                    <a:pt x="23645" y="8640"/>
                  </a:lnTo>
                  <a:lnTo>
                    <a:pt x="23543" y="8870"/>
                  </a:lnTo>
                  <a:lnTo>
                    <a:pt x="23530" y="9203"/>
                  </a:lnTo>
                  <a:lnTo>
                    <a:pt x="23377" y="8985"/>
                  </a:lnTo>
                  <a:lnTo>
                    <a:pt x="23402" y="8794"/>
                  </a:lnTo>
                  <a:lnTo>
                    <a:pt x="23441" y="8602"/>
                  </a:lnTo>
                  <a:lnTo>
                    <a:pt x="23504" y="8436"/>
                  </a:lnTo>
                  <a:lnTo>
                    <a:pt x="23530" y="8334"/>
                  </a:lnTo>
                  <a:lnTo>
                    <a:pt x="23543" y="8231"/>
                  </a:lnTo>
                  <a:lnTo>
                    <a:pt x="23517" y="8052"/>
                  </a:lnTo>
                  <a:lnTo>
                    <a:pt x="23504" y="7937"/>
                  </a:lnTo>
                  <a:lnTo>
                    <a:pt x="23504" y="7899"/>
                  </a:lnTo>
                  <a:lnTo>
                    <a:pt x="23517" y="7848"/>
                  </a:lnTo>
                  <a:lnTo>
                    <a:pt x="23568" y="7746"/>
                  </a:lnTo>
                  <a:lnTo>
                    <a:pt x="23645" y="7592"/>
                  </a:lnTo>
                  <a:lnTo>
                    <a:pt x="23747" y="7413"/>
                  </a:lnTo>
                  <a:lnTo>
                    <a:pt x="23837" y="7401"/>
                  </a:lnTo>
                  <a:lnTo>
                    <a:pt x="23977" y="7388"/>
                  </a:lnTo>
                  <a:lnTo>
                    <a:pt x="23990" y="7388"/>
                  </a:lnTo>
                  <a:lnTo>
                    <a:pt x="23990" y="7375"/>
                  </a:lnTo>
                  <a:lnTo>
                    <a:pt x="24003" y="7324"/>
                  </a:lnTo>
                  <a:lnTo>
                    <a:pt x="24016" y="7183"/>
                  </a:lnTo>
                  <a:lnTo>
                    <a:pt x="24016" y="7043"/>
                  </a:lnTo>
                  <a:lnTo>
                    <a:pt x="24016" y="6992"/>
                  </a:lnTo>
                  <a:lnTo>
                    <a:pt x="24028" y="6979"/>
                  </a:lnTo>
                  <a:lnTo>
                    <a:pt x="24182" y="6902"/>
                  </a:lnTo>
                  <a:lnTo>
                    <a:pt x="24284" y="6851"/>
                  </a:lnTo>
                  <a:lnTo>
                    <a:pt x="24348" y="6826"/>
                  </a:lnTo>
                  <a:lnTo>
                    <a:pt x="24373" y="6813"/>
                  </a:lnTo>
                  <a:lnTo>
                    <a:pt x="24373" y="6800"/>
                  </a:lnTo>
                  <a:lnTo>
                    <a:pt x="24386" y="6774"/>
                  </a:lnTo>
                  <a:lnTo>
                    <a:pt x="24386" y="6736"/>
                  </a:lnTo>
                  <a:lnTo>
                    <a:pt x="24373" y="6723"/>
                  </a:lnTo>
                  <a:lnTo>
                    <a:pt x="24284" y="6595"/>
                  </a:lnTo>
                  <a:lnTo>
                    <a:pt x="24233" y="6519"/>
                  </a:lnTo>
                  <a:lnTo>
                    <a:pt x="24207" y="6468"/>
                  </a:lnTo>
                  <a:lnTo>
                    <a:pt x="24246" y="6046"/>
                  </a:lnTo>
                  <a:lnTo>
                    <a:pt x="24233" y="5880"/>
                  </a:lnTo>
                  <a:lnTo>
                    <a:pt x="24233" y="5880"/>
                  </a:lnTo>
                  <a:lnTo>
                    <a:pt x="24655" y="5969"/>
                  </a:lnTo>
                  <a:lnTo>
                    <a:pt x="24795" y="5880"/>
                  </a:lnTo>
                  <a:lnTo>
                    <a:pt x="24898" y="5816"/>
                  </a:lnTo>
                  <a:lnTo>
                    <a:pt x="24949" y="5765"/>
                  </a:lnTo>
                  <a:lnTo>
                    <a:pt x="25013" y="5586"/>
                  </a:lnTo>
                  <a:lnTo>
                    <a:pt x="25076" y="5432"/>
                  </a:lnTo>
                  <a:lnTo>
                    <a:pt x="24655" y="5292"/>
                  </a:lnTo>
                  <a:lnTo>
                    <a:pt x="24284" y="5522"/>
                  </a:lnTo>
                  <a:lnTo>
                    <a:pt x="24131" y="5714"/>
                  </a:lnTo>
                  <a:lnTo>
                    <a:pt x="24207" y="5841"/>
                  </a:lnTo>
                  <a:lnTo>
                    <a:pt x="24092" y="5867"/>
                  </a:lnTo>
                  <a:lnTo>
                    <a:pt x="23862" y="5816"/>
                  </a:lnTo>
                  <a:lnTo>
                    <a:pt x="23849" y="5803"/>
                  </a:lnTo>
                  <a:lnTo>
                    <a:pt x="23824" y="5778"/>
                  </a:lnTo>
                  <a:lnTo>
                    <a:pt x="23824" y="5765"/>
                  </a:lnTo>
                  <a:lnTo>
                    <a:pt x="23837" y="5586"/>
                  </a:lnTo>
                  <a:lnTo>
                    <a:pt x="23849" y="5432"/>
                  </a:lnTo>
                  <a:lnTo>
                    <a:pt x="24016" y="5343"/>
                  </a:lnTo>
                  <a:lnTo>
                    <a:pt x="24016" y="5535"/>
                  </a:lnTo>
                  <a:lnTo>
                    <a:pt x="24373" y="5305"/>
                  </a:lnTo>
                  <a:lnTo>
                    <a:pt x="24297" y="5164"/>
                  </a:lnTo>
                  <a:lnTo>
                    <a:pt x="24080" y="5292"/>
                  </a:lnTo>
                  <a:lnTo>
                    <a:pt x="24080" y="5292"/>
                  </a:lnTo>
                  <a:lnTo>
                    <a:pt x="24284" y="5113"/>
                  </a:lnTo>
                  <a:lnTo>
                    <a:pt x="24463" y="5164"/>
                  </a:lnTo>
                  <a:lnTo>
                    <a:pt x="25128" y="5177"/>
                  </a:lnTo>
                  <a:lnTo>
                    <a:pt x="25332" y="5036"/>
                  </a:lnTo>
                  <a:lnTo>
                    <a:pt x="25626" y="4819"/>
                  </a:lnTo>
                  <a:lnTo>
                    <a:pt x="25396" y="4602"/>
                  </a:lnTo>
                  <a:lnTo>
                    <a:pt x="24604" y="4666"/>
                  </a:lnTo>
                  <a:lnTo>
                    <a:pt x="24604" y="4666"/>
                  </a:lnTo>
                  <a:lnTo>
                    <a:pt x="25204" y="4461"/>
                  </a:lnTo>
                  <a:lnTo>
                    <a:pt x="25434" y="4436"/>
                  </a:lnTo>
                  <a:lnTo>
                    <a:pt x="25715" y="4359"/>
                  </a:lnTo>
                  <a:lnTo>
                    <a:pt x="25856" y="4193"/>
                  </a:lnTo>
                  <a:lnTo>
                    <a:pt x="26048" y="4193"/>
                  </a:lnTo>
                  <a:lnTo>
                    <a:pt x="26150" y="4167"/>
                  </a:lnTo>
                  <a:lnTo>
                    <a:pt x="26239" y="4129"/>
                  </a:lnTo>
                  <a:lnTo>
                    <a:pt x="26316" y="4065"/>
                  </a:lnTo>
                  <a:lnTo>
                    <a:pt x="26393" y="4001"/>
                  </a:lnTo>
                  <a:lnTo>
                    <a:pt x="26291" y="3899"/>
                  </a:lnTo>
                  <a:lnTo>
                    <a:pt x="26227" y="3835"/>
                  </a:lnTo>
                  <a:lnTo>
                    <a:pt x="26214" y="3809"/>
                  </a:lnTo>
                  <a:lnTo>
                    <a:pt x="26214" y="3784"/>
                  </a:lnTo>
                  <a:lnTo>
                    <a:pt x="26316" y="3656"/>
                  </a:lnTo>
                  <a:lnTo>
                    <a:pt x="26738" y="3618"/>
                  </a:lnTo>
                  <a:lnTo>
                    <a:pt x="27109" y="3221"/>
                  </a:lnTo>
                  <a:lnTo>
                    <a:pt x="27364" y="2825"/>
                  </a:lnTo>
                  <a:lnTo>
                    <a:pt x="26942" y="2633"/>
                  </a:lnTo>
                  <a:lnTo>
                    <a:pt x="25920" y="2467"/>
                  </a:lnTo>
                  <a:lnTo>
                    <a:pt x="25422" y="2506"/>
                  </a:lnTo>
                  <a:lnTo>
                    <a:pt x="25294" y="2685"/>
                  </a:lnTo>
                  <a:lnTo>
                    <a:pt x="25140" y="2889"/>
                  </a:lnTo>
                  <a:lnTo>
                    <a:pt x="25089" y="2953"/>
                  </a:lnTo>
                  <a:lnTo>
                    <a:pt x="25000" y="3030"/>
                  </a:lnTo>
                  <a:lnTo>
                    <a:pt x="24898" y="3119"/>
                  </a:lnTo>
                  <a:lnTo>
                    <a:pt x="24207" y="2991"/>
                  </a:lnTo>
                  <a:lnTo>
                    <a:pt x="23939" y="2889"/>
                  </a:lnTo>
                  <a:lnTo>
                    <a:pt x="23594" y="3004"/>
                  </a:lnTo>
                  <a:lnTo>
                    <a:pt x="23402" y="3260"/>
                  </a:lnTo>
                  <a:lnTo>
                    <a:pt x="23274" y="3451"/>
                  </a:lnTo>
                  <a:lnTo>
                    <a:pt x="23210" y="3554"/>
                  </a:lnTo>
                  <a:lnTo>
                    <a:pt x="23147" y="3630"/>
                  </a:lnTo>
                  <a:lnTo>
                    <a:pt x="23032" y="3733"/>
                  </a:lnTo>
                  <a:lnTo>
                    <a:pt x="22865" y="3886"/>
                  </a:lnTo>
                  <a:lnTo>
                    <a:pt x="22699" y="3950"/>
                  </a:lnTo>
                  <a:lnTo>
                    <a:pt x="22559" y="4014"/>
                  </a:lnTo>
                  <a:lnTo>
                    <a:pt x="22431" y="4078"/>
                  </a:lnTo>
                  <a:lnTo>
                    <a:pt x="23019" y="3055"/>
                  </a:lnTo>
                  <a:lnTo>
                    <a:pt x="23006" y="2263"/>
                  </a:lnTo>
                  <a:lnTo>
                    <a:pt x="22878" y="2276"/>
                  </a:lnTo>
                  <a:lnTo>
                    <a:pt x="22763" y="2288"/>
                  </a:lnTo>
                  <a:lnTo>
                    <a:pt x="22559" y="2288"/>
                  </a:lnTo>
                  <a:lnTo>
                    <a:pt x="22444" y="2301"/>
                  </a:lnTo>
                  <a:lnTo>
                    <a:pt x="22329" y="2314"/>
                  </a:lnTo>
                  <a:lnTo>
                    <a:pt x="22214" y="2352"/>
                  </a:lnTo>
                  <a:lnTo>
                    <a:pt x="22124" y="2391"/>
                  </a:lnTo>
                  <a:lnTo>
                    <a:pt x="22099" y="2416"/>
                  </a:lnTo>
                  <a:lnTo>
                    <a:pt x="22086" y="2442"/>
                  </a:lnTo>
                  <a:lnTo>
                    <a:pt x="22009" y="2825"/>
                  </a:lnTo>
                  <a:lnTo>
                    <a:pt x="21460" y="2979"/>
                  </a:lnTo>
                  <a:lnTo>
                    <a:pt x="21127" y="3094"/>
                  </a:lnTo>
                  <a:lnTo>
                    <a:pt x="21447" y="2710"/>
                  </a:lnTo>
                  <a:lnTo>
                    <a:pt x="21319" y="2391"/>
                  </a:lnTo>
                  <a:lnTo>
                    <a:pt x="19504" y="2544"/>
                  </a:lnTo>
                  <a:lnTo>
                    <a:pt x="18750" y="2902"/>
                  </a:lnTo>
                  <a:lnTo>
                    <a:pt x="18098" y="3017"/>
                  </a:lnTo>
                  <a:lnTo>
                    <a:pt x="18098" y="3017"/>
                  </a:lnTo>
                  <a:lnTo>
                    <a:pt x="18149" y="2876"/>
                  </a:lnTo>
                  <a:lnTo>
                    <a:pt x="19466" y="2301"/>
                  </a:lnTo>
                  <a:lnTo>
                    <a:pt x="21012" y="2173"/>
                  </a:lnTo>
                  <a:lnTo>
                    <a:pt x="22060" y="2084"/>
                  </a:lnTo>
                  <a:lnTo>
                    <a:pt x="22137" y="2046"/>
                  </a:lnTo>
                  <a:lnTo>
                    <a:pt x="22265" y="1943"/>
                  </a:lnTo>
                  <a:lnTo>
                    <a:pt x="22392" y="1828"/>
                  </a:lnTo>
                  <a:lnTo>
                    <a:pt x="22469" y="1777"/>
                  </a:lnTo>
                  <a:lnTo>
                    <a:pt x="22559" y="1701"/>
                  </a:lnTo>
                  <a:lnTo>
                    <a:pt x="22712" y="1560"/>
                  </a:lnTo>
                  <a:lnTo>
                    <a:pt x="22917" y="1368"/>
                  </a:lnTo>
                  <a:lnTo>
                    <a:pt x="22648" y="1266"/>
                  </a:lnTo>
                  <a:lnTo>
                    <a:pt x="22444" y="1189"/>
                  </a:lnTo>
                  <a:lnTo>
                    <a:pt x="22290" y="1151"/>
                  </a:lnTo>
                  <a:lnTo>
                    <a:pt x="21881" y="1074"/>
                  </a:lnTo>
                  <a:lnTo>
                    <a:pt x="21587" y="1010"/>
                  </a:lnTo>
                  <a:lnTo>
                    <a:pt x="21178" y="768"/>
                  </a:lnTo>
                  <a:lnTo>
                    <a:pt x="21063" y="397"/>
                  </a:lnTo>
                  <a:lnTo>
                    <a:pt x="20309" y="678"/>
                  </a:lnTo>
                  <a:lnTo>
                    <a:pt x="20309" y="678"/>
                  </a:lnTo>
                  <a:lnTo>
                    <a:pt x="20680" y="295"/>
                  </a:lnTo>
                  <a:lnTo>
                    <a:pt x="20220" y="128"/>
                  </a:lnTo>
                  <a:lnTo>
                    <a:pt x="18763" y="1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9" name="Google Shape;1049;p60"/>
            <p:cNvSpPr/>
            <p:nvPr/>
          </p:nvSpPr>
          <p:spPr>
            <a:xfrm>
              <a:off x="5090600" y="2612875"/>
              <a:ext cx="25" cy="25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8C8C8"/>
            </a:solidFill>
            <a:ln cap="flat" cmpd="sng" w="95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0" name="Google Shape;1050;p60"/>
            <p:cNvSpPr/>
            <p:nvPr/>
          </p:nvSpPr>
          <p:spPr>
            <a:xfrm>
              <a:off x="5090600" y="2612875"/>
              <a:ext cx="25" cy="25"/>
            </a:xfrm>
            <a:custGeom>
              <a:rect b="b" l="l" r="r" t="t"/>
              <a:pathLst>
                <a:path extrusionOk="0" fill="none" h="1" w="1">
                  <a:moveTo>
                    <a:pt x="1" y="1"/>
                  </a:moveTo>
                  <a:lnTo>
                    <a:pt x="1" y="1"/>
                  </a:lnTo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1" name="Google Shape;1051;p60"/>
            <p:cNvSpPr/>
            <p:nvPr/>
          </p:nvSpPr>
          <p:spPr>
            <a:xfrm>
              <a:off x="4813600" y="2615125"/>
              <a:ext cx="283750" cy="284075"/>
            </a:xfrm>
            <a:custGeom>
              <a:rect b="b" l="l" r="r" t="t"/>
              <a:pathLst>
                <a:path extrusionOk="0" h="11363" w="11350">
                  <a:moveTo>
                    <a:pt x="9752" y="0"/>
                  </a:moveTo>
                  <a:lnTo>
                    <a:pt x="8947" y="128"/>
                  </a:lnTo>
                  <a:lnTo>
                    <a:pt x="8192" y="652"/>
                  </a:lnTo>
                  <a:lnTo>
                    <a:pt x="8538" y="1138"/>
                  </a:lnTo>
                  <a:lnTo>
                    <a:pt x="8397" y="1624"/>
                  </a:lnTo>
                  <a:lnTo>
                    <a:pt x="7975" y="1956"/>
                  </a:lnTo>
                  <a:lnTo>
                    <a:pt x="8129" y="2275"/>
                  </a:lnTo>
                  <a:lnTo>
                    <a:pt x="7783" y="2403"/>
                  </a:lnTo>
                  <a:lnTo>
                    <a:pt x="7208" y="2403"/>
                  </a:lnTo>
                  <a:lnTo>
                    <a:pt x="7055" y="2557"/>
                  </a:lnTo>
                  <a:lnTo>
                    <a:pt x="7285" y="2748"/>
                  </a:lnTo>
                  <a:lnTo>
                    <a:pt x="7323" y="3247"/>
                  </a:lnTo>
                  <a:lnTo>
                    <a:pt x="6966" y="3362"/>
                  </a:lnTo>
                  <a:lnTo>
                    <a:pt x="6633" y="3809"/>
                  </a:lnTo>
                  <a:lnTo>
                    <a:pt x="6646" y="4423"/>
                  </a:lnTo>
                  <a:lnTo>
                    <a:pt x="6275" y="4576"/>
                  </a:lnTo>
                  <a:lnTo>
                    <a:pt x="5866" y="4423"/>
                  </a:lnTo>
                  <a:lnTo>
                    <a:pt x="5432" y="4627"/>
                  </a:lnTo>
                  <a:lnTo>
                    <a:pt x="5432" y="4985"/>
                  </a:lnTo>
                  <a:lnTo>
                    <a:pt x="4614" y="4985"/>
                  </a:lnTo>
                  <a:lnTo>
                    <a:pt x="4294" y="5266"/>
                  </a:lnTo>
                  <a:lnTo>
                    <a:pt x="4282" y="6007"/>
                  </a:lnTo>
                  <a:lnTo>
                    <a:pt x="3719" y="6173"/>
                  </a:lnTo>
                  <a:lnTo>
                    <a:pt x="2556" y="6455"/>
                  </a:lnTo>
                  <a:lnTo>
                    <a:pt x="1253" y="6480"/>
                  </a:lnTo>
                  <a:lnTo>
                    <a:pt x="0" y="6173"/>
                  </a:lnTo>
                  <a:lnTo>
                    <a:pt x="0" y="6173"/>
                  </a:lnTo>
                  <a:lnTo>
                    <a:pt x="550" y="7106"/>
                  </a:lnTo>
                  <a:lnTo>
                    <a:pt x="1061" y="7349"/>
                  </a:lnTo>
                  <a:lnTo>
                    <a:pt x="1355" y="7554"/>
                  </a:lnTo>
                  <a:lnTo>
                    <a:pt x="1559" y="8269"/>
                  </a:lnTo>
                  <a:lnTo>
                    <a:pt x="1649" y="8269"/>
                  </a:lnTo>
                  <a:lnTo>
                    <a:pt x="1930" y="8448"/>
                  </a:lnTo>
                  <a:lnTo>
                    <a:pt x="1725" y="8960"/>
                  </a:lnTo>
                  <a:lnTo>
                    <a:pt x="1074" y="8960"/>
                  </a:lnTo>
                  <a:lnTo>
                    <a:pt x="614" y="9292"/>
                  </a:lnTo>
                  <a:lnTo>
                    <a:pt x="524" y="9854"/>
                  </a:lnTo>
                  <a:lnTo>
                    <a:pt x="447" y="10225"/>
                  </a:lnTo>
                  <a:lnTo>
                    <a:pt x="447" y="10225"/>
                  </a:lnTo>
                  <a:lnTo>
                    <a:pt x="997" y="10199"/>
                  </a:lnTo>
                  <a:lnTo>
                    <a:pt x="1393" y="10072"/>
                  </a:lnTo>
                  <a:lnTo>
                    <a:pt x="1917" y="10110"/>
                  </a:lnTo>
                  <a:lnTo>
                    <a:pt x="1994" y="9969"/>
                  </a:lnTo>
                  <a:lnTo>
                    <a:pt x="2339" y="9931"/>
                  </a:lnTo>
                  <a:lnTo>
                    <a:pt x="2684" y="10059"/>
                  </a:lnTo>
                  <a:lnTo>
                    <a:pt x="3106" y="10059"/>
                  </a:lnTo>
                  <a:lnTo>
                    <a:pt x="3259" y="9982"/>
                  </a:lnTo>
                  <a:lnTo>
                    <a:pt x="3821" y="9982"/>
                  </a:lnTo>
                  <a:lnTo>
                    <a:pt x="4192" y="9854"/>
                  </a:lnTo>
                  <a:lnTo>
                    <a:pt x="4486" y="10148"/>
                  </a:lnTo>
                  <a:lnTo>
                    <a:pt x="4486" y="10417"/>
                  </a:lnTo>
                  <a:lnTo>
                    <a:pt x="4857" y="10570"/>
                  </a:lnTo>
                  <a:lnTo>
                    <a:pt x="4857" y="10787"/>
                  </a:lnTo>
                  <a:lnTo>
                    <a:pt x="5163" y="11222"/>
                  </a:lnTo>
                  <a:lnTo>
                    <a:pt x="5470" y="11362"/>
                  </a:lnTo>
                  <a:lnTo>
                    <a:pt x="5636" y="11196"/>
                  </a:lnTo>
                  <a:lnTo>
                    <a:pt x="5930" y="11107"/>
                  </a:lnTo>
                  <a:lnTo>
                    <a:pt x="6007" y="11056"/>
                  </a:lnTo>
                  <a:lnTo>
                    <a:pt x="6084" y="10787"/>
                  </a:lnTo>
                  <a:lnTo>
                    <a:pt x="6096" y="10774"/>
                  </a:lnTo>
                  <a:lnTo>
                    <a:pt x="6122" y="10762"/>
                  </a:lnTo>
                  <a:lnTo>
                    <a:pt x="6531" y="10749"/>
                  </a:lnTo>
                  <a:lnTo>
                    <a:pt x="6544" y="10749"/>
                  </a:lnTo>
                  <a:lnTo>
                    <a:pt x="6838" y="10851"/>
                  </a:lnTo>
                  <a:lnTo>
                    <a:pt x="7029" y="10851"/>
                  </a:lnTo>
                  <a:lnTo>
                    <a:pt x="7349" y="10736"/>
                  </a:lnTo>
                  <a:lnTo>
                    <a:pt x="7375" y="10736"/>
                  </a:lnTo>
                  <a:lnTo>
                    <a:pt x="7732" y="10851"/>
                  </a:lnTo>
                  <a:lnTo>
                    <a:pt x="7822" y="10723"/>
                  </a:lnTo>
                  <a:lnTo>
                    <a:pt x="7835" y="10723"/>
                  </a:lnTo>
                  <a:lnTo>
                    <a:pt x="8001" y="10583"/>
                  </a:lnTo>
                  <a:lnTo>
                    <a:pt x="7796" y="10276"/>
                  </a:lnTo>
                  <a:lnTo>
                    <a:pt x="7796" y="10263"/>
                  </a:lnTo>
                  <a:lnTo>
                    <a:pt x="7656" y="9880"/>
                  </a:lnTo>
                  <a:lnTo>
                    <a:pt x="7515" y="9650"/>
                  </a:lnTo>
                  <a:lnTo>
                    <a:pt x="7323" y="9650"/>
                  </a:lnTo>
                  <a:lnTo>
                    <a:pt x="7311" y="9637"/>
                  </a:lnTo>
                  <a:lnTo>
                    <a:pt x="7221" y="9522"/>
                  </a:lnTo>
                  <a:lnTo>
                    <a:pt x="7221" y="9509"/>
                  </a:lnTo>
                  <a:lnTo>
                    <a:pt x="7157" y="8934"/>
                  </a:lnTo>
                  <a:lnTo>
                    <a:pt x="6838" y="8985"/>
                  </a:lnTo>
                  <a:lnTo>
                    <a:pt x="6812" y="8985"/>
                  </a:lnTo>
                  <a:lnTo>
                    <a:pt x="6799" y="8960"/>
                  </a:lnTo>
                  <a:lnTo>
                    <a:pt x="6659" y="8487"/>
                  </a:lnTo>
                  <a:lnTo>
                    <a:pt x="6659" y="8474"/>
                  </a:lnTo>
                  <a:lnTo>
                    <a:pt x="6659" y="8461"/>
                  </a:lnTo>
                  <a:lnTo>
                    <a:pt x="7451" y="7656"/>
                  </a:lnTo>
                  <a:lnTo>
                    <a:pt x="7477" y="7643"/>
                  </a:lnTo>
                  <a:lnTo>
                    <a:pt x="7502" y="7656"/>
                  </a:lnTo>
                  <a:lnTo>
                    <a:pt x="7771" y="8027"/>
                  </a:lnTo>
                  <a:lnTo>
                    <a:pt x="8653" y="7707"/>
                  </a:lnTo>
                  <a:lnTo>
                    <a:pt x="8985" y="7106"/>
                  </a:lnTo>
                  <a:lnTo>
                    <a:pt x="8998" y="7094"/>
                  </a:lnTo>
                  <a:lnTo>
                    <a:pt x="9662" y="6646"/>
                  </a:lnTo>
                  <a:lnTo>
                    <a:pt x="10071" y="6007"/>
                  </a:lnTo>
                  <a:lnTo>
                    <a:pt x="10097" y="5995"/>
                  </a:lnTo>
                  <a:lnTo>
                    <a:pt x="10404" y="5867"/>
                  </a:lnTo>
                  <a:lnTo>
                    <a:pt x="10404" y="5471"/>
                  </a:lnTo>
                  <a:lnTo>
                    <a:pt x="10416" y="5445"/>
                  </a:lnTo>
                  <a:lnTo>
                    <a:pt x="10851" y="4921"/>
                  </a:lnTo>
                  <a:lnTo>
                    <a:pt x="10749" y="4576"/>
                  </a:lnTo>
                  <a:lnTo>
                    <a:pt x="10749" y="4563"/>
                  </a:lnTo>
                  <a:lnTo>
                    <a:pt x="10761" y="4538"/>
                  </a:lnTo>
                  <a:lnTo>
                    <a:pt x="11349" y="4129"/>
                  </a:lnTo>
                  <a:lnTo>
                    <a:pt x="11132" y="4014"/>
                  </a:lnTo>
                  <a:lnTo>
                    <a:pt x="11119" y="4014"/>
                  </a:lnTo>
                  <a:lnTo>
                    <a:pt x="10800" y="3796"/>
                  </a:lnTo>
                  <a:lnTo>
                    <a:pt x="10467" y="3796"/>
                  </a:lnTo>
                  <a:lnTo>
                    <a:pt x="10455" y="3783"/>
                  </a:lnTo>
                  <a:lnTo>
                    <a:pt x="10442" y="3771"/>
                  </a:lnTo>
                  <a:lnTo>
                    <a:pt x="10161" y="3247"/>
                  </a:lnTo>
                  <a:lnTo>
                    <a:pt x="10161" y="3221"/>
                  </a:lnTo>
                  <a:lnTo>
                    <a:pt x="10237" y="2748"/>
                  </a:lnTo>
                  <a:lnTo>
                    <a:pt x="10237" y="2544"/>
                  </a:lnTo>
                  <a:lnTo>
                    <a:pt x="9969" y="2365"/>
                  </a:lnTo>
                  <a:lnTo>
                    <a:pt x="9956" y="2339"/>
                  </a:lnTo>
                  <a:lnTo>
                    <a:pt x="9956" y="2314"/>
                  </a:lnTo>
                  <a:lnTo>
                    <a:pt x="10135" y="2033"/>
                  </a:lnTo>
                  <a:lnTo>
                    <a:pt x="10148" y="2020"/>
                  </a:lnTo>
                  <a:lnTo>
                    <a:pt x="10429" y="1790"/>
                  </a:lnTo>
                  <a:lnTo>
                    <a:pt x="10544" y="1662"/>
                  </a:lnTo>
                  <a:lnTo>
                    <a:pt x="10570" y="1611"/>
                  </a:lnTo>
                  <a:lnTo>
                    <a:pt x="10582" y="1560"/>
                  </a:lnTo>
                  <a:lnTo>
                    <a:pt x="10595" y="1521"/>
                  </a:lnTo>
                  <a:lnTo>
                    <a:pt x="10582" y="1509"/>
                  </a:lnTo>
                  <a:lnTo>
                    <a:pt x="10557" y="1496"/>
                  </a:lnTo>
                  <a:lnTo>
                    <a:pt x="10519" y="1483"/>
                  </a:lnTo>
                  <a:lnTo>
                    <a:pt x="10455" y="1483"/>
                  </a:lnTo>
                  <a:lnTo>
                    <a:pt x="10442" y="1266"/>
                  </a:lnTo>
                  <a:lnTo>
                    <a:pt x="10276" y="1227"/>
                  </a:lnTo>
                  <a:lnTo>
                    <a:pt x="10148" y="1176"/>
                  </a:lnTo>
                  <a:lnTo>
                    <a:pt x="10110" y="1151"/>
                  </a:lnTo>
                  <a:lnTo>
                    <a:pt x="10097" y="1125"/>
                  </a:lnTo>
                  <a:lnTo>
                    <a:pt x="10084" y="1087"/>
                  </a:lnTo>
                  <a:lnTo>
                    <a:pt x="10058" y="1048"/>
                  </a:lnTo>
                  <a:lnTo>
                    <a:pt x="10020" y="1010"/>
                  </a:lnTo>
                  <a:lnTo>
                    <a:pt x="9726" y="908"/>
                  </a:lnTo>
                  <a:lnTo>
                    <a:pt x="9534" y="767"/>
                  </a:lnTo>
                  <a:lnTo>
                    <a:pt x="9611" y="461"/>
                  </a:lnTo>
                  <a:lnTo>
                    <a:pt x="10110" y="141"/>
                  </a:lnTo>
                  <a:lnTo>
                    <a:pt x="10519" y="115"/>
                  </a:lnTo>
                  <a:lnTo>
                    <a:pt x="10506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2" name="Google Shape;1052;p60"/>
            <p:cNvSpPr/>
            <p:nvPr/>
          </p:nvSpPr>
          <p:spPr>
            <a:xfrm>
              <a:off x="5064400" y="2207425"/>
              <a:ext cx="1217400" cy="765575"/>
            </a:xfrm>
            <a:custGeom>
              <a:rect b="b" l="l" r="r" t="t"/>
              <a:pathLst>
                <a:path extrusionOk="0" h="30623" w="48696">
                  <a:moveTo>
                    <a:pt x="35339" y="4576"/>
                  </a:moveTo>
                  <a:lnTo>
                    <a:pt x="35403" y="4768"/>
                  </a:lnTo>
                  <a:lnTo>
                    <a:pt x="35595" y="4768"/>
                  </a:lnTo>
                  <a:lnTo>
                    <a:pt x="35595" y="4870"/>
                  </a:lnTo>
                  <a:lnTo>
                    <a:pt x="35416" y="4883"/>
                  </a:lnTo>
                  <a:lnTo>
                    <a:pt x="35327" y="4985"/>
                  </a:lnTo>
                  <a:lnTo>
                    <a:pt x="35250" y="5074"/>
                  </a:lnTo>
                  <a:lnTo>
                    <a:pt x="35212" y="5138"/>
                  </a:lnTo>
                  <a:lnTo>
                    <a:pt x="35186" y="5164"/>
                  </a:lnTo>
                  <a:lnTo>
                    <a:pt x="35148" y="5202"/>
                  </a:lnTo>
                  <a:lnTo>
                    <a:pt x="35045" y="5266"/>
                  </a:lnTo>
                  <a:lnTo>
                    <a:pt x="34918" y="5343"/>
                  </a:lnTo>
                  <a:lnTo>
                    <a:pt x="34918" y="5062"/>
                  </a:lnTo>
                  <a:lnTo>
                    <a:pt x="35339" y="4576"/>
                  </a:lnTo>
                  <a:close/>
                  <a:moveTo>
                    <a:pt x="21639" y="16142"/>
                  </a:moveTo>
                  <a:lnTo>
                    <a:pt x="21741" y="16232"/>
                  </a:lnTo>
                  <a:lnTo>
                    <a:pt x="21817" y="16296"/>
                  </a:lnTo>
                  <a:lnTo>
                    <a:pt x="21856" y="16347"/>
                  </a:lnTo>
                  <a:lnTo>
                    <a:pt x="21920" y="16449"/>
                  </a:lnTo>
                  <a:lnTo>
                    <a:pt x="21971" y="16526"/>
                  </a:lnTo>
                  <a:lnTo>
                    <a:pt x="21984" y="16564"/>
                  </a:lnTo>
                  <a:lnTo>
                    <a:pt x="21984" y="16577"/>
                  </a:lnTo>
                  <a:lnTo>
                    <a:pt x="21984" y="16679"/>
                  </a:lnTo>
                  <a:lnTo>
                    <a:pt x="21984" y="16743"/>
                  </a:lnTo>
                  <a:lnTo>
                    <a:pt x="21792" y="16666"/>
                  </a:lnTo>
                  <a:lnTo>
                    <a:pt x="21217" y="16526"/>
                  </a:lnTo>
                  <a:lnTo>
                    <a:pt x="21217" y="16334"/>
                  </a:lnTo>
                  <a:lnTo>
                    <a:pt x="21408" y="16142"/>
                  </a:lnTo>
                  <a:close/>
                  <a:moveTo>
                    <a:pt x="36055" y="19376"/>
                  </a:moveTo>
                  <a:lnTo>
                    <a:pt x="36260" y="19580"/>
                  </a:lnTo>
                  <a:lnTo>
                    <a:pt x="36196" y="19746"/>
                  </a:lnTo>
                  <a:lnTo>
                    <a:pt x="35978" y="19810"/>
                  </a:lnTo>
                  <a:lnTo>
                    <a:pt x="35838" y="19695"/>
                  </a:lnTo>
                  <a:lnTo>
                    <a:pt x="36017" y="19631"/>
                  </a:lnTo>
                  <a:lnTo>
                    <a:pt x="36055" y="19376"/>
                  </a:lnTo>
                  <a:close/>
                  <a:moveTo>
                    <a:pt x="36605" y="19759"/>
                  </a:moveTo>
                  <a:lnTo>
                    <a:pt x="36630" y="19964"/>
                  </a:lnTo>
                  <a:lnTo>
                    <a:pt x="36515" y="20079"/>
                  </a:lnTo>
                  <a:lnTo>
                    <a:pt x="36490" y="19861"/>
                  </a:lnTo>
                  <a:lnTo>
                    <a:pt x="36605" y="19759"/>
                  </a:lnTo>
                  <a:close/>
                  <a:moveTo>
                    <a:pt x="12845" y="20794"/>
                  </a:moveTo>
                  <a:lnTo>
                    <a:pt x="12922" y="20986"/>
                  </a:lnTo>
                  <a:lnTo>
                    <a:pt x="12654" y="21216"/>
                  </a:lnTo>
                  <a:lnTo>
                    <a:pt x="12449" y="21088"/>
                  </a:lnTo>
                  <a:lnTo>
                    <a:pt x="12564" y="20884"/>
                  </a:lnTo>
                  <a:lnTo>
                    <a:pt x="12718" y="20884"/>
                  </a:lnTo>
                  <a:lnTo>
                    <a:pt x="12845" y="20794"/>
                  </a:lnTo>
                  <a:close/>
                  <a:moveTo>
                    <a:pt x="10941" y="21331"/>
                  </a:moveTo>
                  <a:lnTo>
                    <a:pt x="10992" y="21395"/>
                  </a:lnTo>
                  <a:lnTo>
                    <a:pt x="11018" y="21446"/>
                  </a:lnTo>
                  <a:lnTo>
                    <a:pt x="11018" y="21485"/>
                  </a:lnTo>
                  <a:lnTo>
                    <a:pt x="11018" y="21510"/>
                  </a:lnTo>
                  <a:lnTo>
                    <a:pt x="11005" y="21523"/>
                  </a:lnTo>
                  <a:lnTo>
                    <a:pt x="10992" y="21536"/>
                  </a:lnTo>
                  <a:lnTo>
                    <a:pt x="10967" y="21536"/>
                  </a:lnTo>
                  <a:lnTo>
                    <a:pt x="10941" y="21510"/>
                  </a:lnTo>
                  <a:lnTo>
                    <a:pt x="10877" y="21446"/>
                  </a:lnTo>
                  <a:lnTo>
                    <a:pt x="10941" y="21331"/>
                  </a:lnTo>
                  <a:close/>
                  <a:moveTo>
                    <a:pt x="37435" y="21293"/>
                  </a:moveTo>
                  <a:lnTo>
                    <a:pt x="37614" y="21561"/>
                  </a:lnTo>
                  <a:lnTo>
                    <a:pt x="37320" y="21651"/>
                  </a:lnTo>
                  <a:lnTo>
                    <a:pt x="37218" y="21421"/>
                  </a:lnTo>
                  <a:lnTo>
                    <a:pt x="37218" y="21293"/>
                  </a:lnTo>
                  <a:close/>
                  <a:moveTo>
                    <a:pt x="10289" y="21574"/>
                  </a:moveTo>
                  <a:lnTo>
                    <a:pt x="10149" y="21727"/>
                  </a:lnTo>
                  <a:lnTo>
                    <a:pt x="9855" y="21727"/>
                  </a:lnTo>
                  <a:lnTo>
                    <a:pt x="9855" y="21574"/>
                  </a:lnTo>
                  <a:close/>
                  <a:moveTo>
                    <a:pt x="10762" y="21651"/>
                  </a:moveTo>
                  <a:lnTo>
                    <a:pt x="10877" y="21779"/>
                  </a:lnTo>
                  <a:lnTo>
                    <a:pt x="10724" y="21906"/>
                  </a:lnTo>
                  <a:lnTo>
                    <a:pt x="10686" y="21727"/>
                  </a:lnTo>
                  <a:lnTo>
                    <a:pt x="10762" y="21651"/>
                  </a:lnTo>
                  <a:close/>
                  <a:moveTo>
                    <a:pt x="14239" y="21727"/>
                  </a:moveTo>
                  <a:lnTo>
                    <a:pt x="14379" y="21830"/>
                  </a:lnTo>
                  <a:lnTo>
                    <a:pt x="14239" y="21932"/>
                  </a:lnTo>
                  <a:lnTo>
                    <a:pt x="14124" y="22021"/>
                  </a:lnTo>
                  <a:lnTo>
                    <a:pt x="14008" y="22085"/>
                  </a:lnTo>
                  <a:lnTo>
                    <a:pt x="13957" y="22111"/>
                  </a:lnTo>
                  <a:lnTo>
                    <a:pt x="13919" y="22098"/>
                  </a:lnTo>
                  <a:lnTo>
                    <a:pt x="13881" y="22085"/>
                  </a:lnTo>
                  <a:lnTo>
                    <a:pt x="13855" y="22072"/>
                  </a:lnTo>
                  <a:lnTo>
                    <a:pt x="13830" y="22021"/>
                  </a:lnTo>
                  <a:lnTo>
                    <a:pt x="13817" y="22009"/>
                  </a:lnTo>
                  <a:lnTo>
                    <a:pt x="13766" y="21727"/>
                  </a:lnTo>
                  <a:close/>
                  <a:moveTo>
                    <a:pt x="34585" y="22239"/>
                  </a:moveTo>
                  <a:lnTo>
                    <a:pt x="34445" y="22328"/>
                  </a:lnTo>
                  <a:lnTo>
                    <a:pt x="34279" y="22596"/>
                  </a:lnTo>
                  <a:lnTo>
                    <a:pt x="34279" y="22699"/>
                  </a:lnTo>
                  <a:lnTo>
                    <a:pt x="34176" y="22916"/>
                  </a:lnTo>
                  <a:lnTo>
                    <a:pt x="34215" y="23146"/>
                  </a:lnTo>
                  <a:lnTo>
                    <a:pt x="34445" y="23223"/>
                  </a:lnTo>
                  <a:lnTo>
                    <a:pt x="34330" y="23351"/>
                  </a:lnTo>
                  <a:lnTo>
                    <a:pt x="34087" y="23236"/>
                  </a:lnTo>
                  <a:lnTo>
                    <a:pt x="33997" y="22993"/>
                  </a:lnTo>
                  <a:lnTo>
                    <a:pt x="34138" y="22775"/>
                  </a:lnTo>
                  <a:lnTo>
                    <a:pt x="34087" y="22699"/>
                  </a:lnTo>
                  <a:lnTo>
                    <a:pt x="34253" y="22379"/>
                  </a:lnTo>
                  <a:lnTo>
                    <a:pt x="34585" y="22239"/>
                  </a:lnTo>
                  <a:close/>
                  <a:moveTo>
                    <a:pt x="14379" y="23312"/>
                  </a:moveTo>
                  <a:lnTo>
                    <a:pt x="14290" y="23504"/>
                  </a:lnTo>
                  <a:lnTo>
                    <a:pt x="14072" y="23504"/>
                  </a:lnTo>
                  <a:lnTo>
                    <a:pt x="14072" y="23351"/>
                  </a:lnTo>
                  <a:lnTo>
                    <a:pt x="14187" y="23312"/>
                  </a:lnTo>
                  <a:close/>
                  <a:moveTo>
                    <a:pt x="38841" y="0"/>
                  </a:moveTo>
                  <a:lnTo>
                    <a:pt x="38241" y="269"/>
                  </a:lnTo>
                  <a:lnTo>
                    <a:pt x="37563" y="269"/>
                  </a:lnTo>
                  <a:lnTo>
                    <a:pt x="36911" y="857"/>
                  </a:lnTo>
                  <a:lnTo>
                    <a:pt x="36963" y="959"/>
                  </a:lnTo>
                  <a:lnTo>
                    <a:pt x="37193" y="959"/>
                  </a:lnTo>
                  <a:lnTo>
                    <a:pt x="37563" y="1163"/>
                  </a:lnTo>
                  <a:lnTo>
                    <a:pt x="37563" y="1662"/>
                  </a:lnTo>
                  <a:lnTo>
                    <a:pt x="37039" y="2058"/>
                  </a:lnTo>
                  <a:lnTo>
                    <a:pt x="36221" y="3234"/>
                  </a:lnTo>
                  <a:lnTo>
                    <a:pt x="36375" y="3400"/>
                  </a:lnTo>
                  <a:lnTo>
                    <a:pt x="36375" y="3758"/>
                  </a:lnTo>
                  <a:lnTo>
                    <a:pt x="35966" y="3873"/>
                  </a:lnTo>
                  <a:lnTo>
                    <a:pt x="35199" y="4256"/>
                  </a:lnTo>
                  <a:lnTo>
                    <a:pt x="34470" y="3975"/>
                  </a:lnTo>
                  <a:lnTo>
                    <a:pt x="34304" y="3898"/>
                  </a:lnTo>
                  <a:lnTo>
                    <a:pt x="33959" y="4627"/>
                  </a:lnTo>
                  <a:lnTo>
                    <a:pt x="33729" y="5292"/>
                  </a:lnTo>
                  <a:lnTo>
                    <a:pt x="33780" y="5419"/>
                  </a:lnTo>
                  <a:lnTo>
                    <a:pt x="33780" y="5458"/>
                  </a:lnTo>
                  <a:lnTo>
                    <a:pt x="33755" y="5483"/>
                  </a:lnTo>
                  <a:lnTo>
                    <a:pt x="33525" y="5649"/>
                  </a:lnTo>
                  <a:lnTo>
                    <a:pt x="33780" y="6046"/>
                  </a:lnTo>
                  <a:lnTo>
                    <a:pt x="34074" y="5828"/>
                  </a:lnTo>
                  <a:lnTo>
                    <a:pt x="34100" y="5816"/>
                  </a:lnTo>
                  <a:lnTo>
                    <a:pt x="34125" y="5816"/>
                  </a:lnTo>
                  <a:lnTo>
                    <a:pt x="34483" y="5943"/>
                  </a:lnTo>
                  <a:lnTo>
                    <a:pt x="34751" y="6058"/>
                  </a:lnTo>
                  <a:lnTo>
                    <a:pt x="35186" y="5624"/>
                  </a:lnTo>
                  <a:lnTo>
                    <a:pt x="35212" y="5611"/>
                  </a:lnTo>
                  <a:lnTo>
                    <a:pt x="35237" y="5611"/>
                  </a:lnTo>
                  <a:lnTo>
                    <a:pt x="35697" y="5701"/>
                  </a:lnTo>
                  <a:lnTo>
                    <a:pt x="35710" y="5713"/>
                  </a:lnTo>
                  <a:lnTo>
                    <a:pt x="36937" y="6761"/>
                  </a:lnTo>
                  <a:lnTo>
                    <a:pt x="36950" y="6800"/>
                  </a:lnTo>
                  <a:lnTo>
                    <a:pt x="36950" y="6838"/>
                  </a:lnTo>
                  <a:lnTo>
                    <a:pt x="36796" y="7094"/>
                  </a:lnTo>
                  <a:lnTo>
                    <a:pt x="36784" y="7119"/>
                  </a:lnTo>
                  <a:lnTo>
                    <a:pt x="36196" y="7119"/>
                  </a:lnTo>
                  <a:lnTo>
                    <a:pt x="35876" y="7170"/>
                  </a:lnTo>
                  <a:lnTo>
                    <a:pt x="35851" y="7170"/>
                  </a:lnTo>
                  <a:lnTo>
                    <a:pt x="35493" y="7106"/>
                  </a:lnTo>
                  <a:lnTo>
                    <a:pt x="35212" y="7349"/>
                  </a:lnTo>
                  <a:lnTo>
                    <a:pt x="35186" y="7362"/>
                  </a:lnTo>
                  <a:lnTo>
                    <a:pt x="35148" y="7349"/>
                  </a:lnTo>
                  <a:lnTo>
                    <a:pt x="34994" y="7260"/>
                  </a:lnTo>
                  <a:lnTo>
                    <a:pt x="34764" y="7515"/>
                  </a:lnTo>
                  <a:lnTo>
                    <a:pt x="34739" y="7528"/>
                  </a:lnTo>
                  <a:lnTo>
                    <a:pt x="34726" y="7541"/>
                  </a:lnTo>
                  <a:lnTo>
                    <a:pt x="34330" y="7541"/>
                  </a:lnTo>
                  <a:lnTo>
                    <a:pt x="34036" y="7886"/>
                  </a:lnTo>
                  <a:lnTo>
                    <a:pt x="34036" y="8091"/>
                  </a:lnTo>
                  <a:lnTo>
                    <a:pt x="34023" y="8116"/>
                  </a:lnTo>
                  <a:lnTo>
                    <a:pt x="33997" y="8142"/>
                  </a:lnTo>
                  <a:lnTo>
                    <a:pt x="33167" y="8461"/>
                  </a:lnTo>
                  <a:lnTo>
                    <a:pt x="33141" y="8474"/>
                  </a:lnTo>
                  <a:lnTo>
                    <a:pt x="32540" y="8372"/>
                  </a:lnTo>
                  <a:lnTo>
                    <a:pt x="32362" y="8717"/>
                  </a:lnTo>
                  <a:lnTo>
                    <a:pt x="32323" y="8742"/>
                  </a:lnTo>
                  <a:lnTo>
                    <a:pt x="31825" y="8972"/>
                  </a:lnTo>
                  <a:lnTo>
                    <a:pt x="31799" y="8985"/>
                  </a:lnTo>
                  <a:lnTo>
                    <a:pt x="30943" y="8985"/>
                  </a:lnTo>
                  <a:lnTo>
                    <a:pt x="30917" y="8972"/>
                  </a:lnTo>
                  <a:lnTo>
                    <a:pt x="30892" y="8960"/>
                  </a:lnTo>
                  <a:lnTo>
                    <a:pt x="30674" y="8730"/>
                  </a:lnTo>
                  <a:lnTo>
                    <a:pt x="30470" y="8742"/>
                  </a:lnTo>
                  <a:lnTo>
                    <a:pt x="30112" y="9139"/>
                  </a:lnTo>
                  <a:lnTo>
                    <a:pt x="30687" y="9841"/>
                  </a:lnTo>
                  <a:lnTo>
                    <a:pt x="30700" y="9867"/>
                  </a:lnTo>
                  <a:lnTo>
                    <a:pt x="30700" y="9893"/>
                  </a:lnTo>
                  <a:lnTo>
                    <a:pt x="30687" y="9918"/>
                  </a:lnTo>
                  <a:lnTo>
                    <a:pt x="30674" y="9931"/>
                  </a:lnTo>
                  <a:lnTo>
                    <a:pt x="29972" y="10225"/>
                  </a:lnTo>
                  <a:lnTo>
                    <a:pt x="29563" y="10468"/>
                  </a:lnTo>
                  <a:lnTo>
                    <a:pt x="29396" y="10889"/>
                  </a:lnTo>
                  <a:lnTo>
                    <a:pt x="29384" y="10902"/>
                  </a:lnTo>
                  <a:lnTo>
                    <a:pt x="29358" y="10915"/>
                  </a:lnTo>
                  <a:lnTo>
                    <a:pt x="28578" y="11196"/>
                  </a:lnTo>
                  <a:lnTo>
                    <a:pt x="28566" y="11196"/>
                  </a:lnTo>
                  <a:lnTo>
                    <a:pt x="26546" y="11286"/>
                  </a:lnTo>
                  <a:lnTo>
                    <a:pt x="25089" y="12040"/>
                  </a:lnTo>
                  <a:lnTo>
                    <a:pt x="25051" y="12040"/>
                  </a:lnTo>
                  <a:lnTo>
                    <a:pt x="24578" y="11925"/>
                  </a:lnTo>
                  <a:lnTo>
                    <a:pt x="24540" y="11912"/>
                  </a:lnTo>
                  <a:lnTo>
                    <a:pt x="24527" y="11874"/>
                  </a:lnTo>
                  <a:lnTo>
                    <a:pt x="24527" y="11784"/>
                  </a:lnTo>
                  <a:lnTo>
                    <a:pt x="24131" y="11925"/>
                  </a:lnTo>
                  <a:lnTo>
                    <a:pt x="24105" y="11925"/>
                  </a:lnTo>
                  <a:lnTo>
                    <a:pt x="22712" y="11554"/>
                  </a:lnTo>
                  <a:lnTo>
                    <a:pt x="22674" y="11541"/>
                  </a:lnTo>
                  <a:lnTo>
                    <a:pt x="22303" y="11107"/>
                  </a:lnTo>
                  <a:lnTo>
                    <a:pt x="20360" y="11107"/>
                  </a:lnTo>
                  <a:lnTo>
                    <a:pt x="18699" y="10877"/>
                  </a:lnTo>
                  <a:lnTo>
                    <a:pt x="18239" y="11017"/>
                  </a:lnTo>
                  <a:lnTo>
                    <a:pt x="18201" y="11017"/>
                  </a:lnTo>
                  <a:lnTo>
                    <a:pt x="18175" y="10992"/>
                  </a:lnTo>
                  <a:lnTo>
                    <a:pt x="17651" y="10148"/>
                  </a:lnTo>
                  <a:lnTo>
                    <a:pt x="17651" y="10135"/>
                  </a:lnTo>
                  <a:lnTo>
                    <a:pt x="17562" y="9829"/>
                  </a:lnTo>
                  <a:lnTo>
                    <a:pt x="17140" y="9407"/>
                  </a:lnTo>
                  <a:lnTo>
                    <a:pt x="16859" y="9407"/>
                  </a:lnTo>
                  <a:lnTo>
                    <a:pt x="16833" y="9394"/>
                  </a:lnTo>
                  <a:lnTo>
                    <a:pt x="15721" y="8730"/>
                  </a:lnTo>
                  <a:lnTo>
                    <a:pt x="13893" y="8563"/>
                  </a:lnTo>
                  <a:lnTo>
                    <a:pt x="13868" y="8563"/>
                  </a:lnTo>
                  <a:lnTo>
                    <a:pt x="13842" y="8551"/>
                  </a:lnTo>
                  <a:lnTo>
                    <a:pt x="13497" y="8052"/>
                  </a:lnTo>
                  <a:lnTo>
                    <a:pt x="13484" y="8014"/>
                  </a:lnTo>
                  <a:lnTo>
                    <a:pt x="13497" y="7988"/>
                  </a:lnTo>
                  <a:lnTo>
                    <a:pt x="13791" y="7528"/>
                  </a:lnTo>
                  <a:lnTo>
                    <a:pt x="13906" y="6851"/>
                  </a:lnTo>
                  <a:lnTo>
                    <a:pt x="13037" y="5841"/>
                  </a:lnTo>
                  <a:lnTo>
                    <a:pt x="12730" y="5905"/>
                  </a:lnTo>
                  <a:lnTo>
                    <a:pt x="12705" y="5905"/>
                  </a:lnTo>
                  <a:lnTo>
                    <a:pt x="12679" y="5879"/>
                  </a:lnTo>
                  <a:lnTo>
                    <a:pt x="12564" y="5726"/>
                  </a:lnTo>
                  <a:lnTo>
                    <a:pt x="12168" y="5713"/>
                  </a:lnTo>
                  <a:lnTo>
                    <a:pt x="12130" y="5701"/>
                  </a:lnTo>
                  <a:lnTo>
                    <a:pt x="11631" y="5292"/>
                  </a:lnTo>
                  <a:lnTo>
                    <a:pt x="11618" y="5279"/>
                  </a:lnTo>
                  <a:lnTo>
                    <a:pt x="11388" y="4921"/>
                  </a:lnTo>
                  <a:lnTo>
                    <a:pt x="11376" y="4895"/>
                  </a:lnTo>
                  <a:lnTo>
                    <a:pt x="11350" y="4589"/>
                  </a:lnTo>
                  <a:lnTo>
                    <a:pt x="11082" y="4742"/>
                  </a:lnTo>
                  <a:lnTo>
                    <a:pt x="11018" y="4563"/>
                  </a:lnTo>
                  <a:lnTo>
                    <a:pt x="10749" y="4563"/>
                  </a:lnTo>
                  <a:lnTo>
                    <a:pt x="10507" y="4729"/>
                  </a:lnTo>
                  <a:lnTo>
                    <a:pt x="10545" y="4819"/>
                  </a:lnTo>
                  <a:lnTo>
                    <a:pt x="10417" y="5164"/>
                  </a:lnTo>
                  <a:lnTo>
                    <a:pt x="10110" y="5304"/>
                  </a:lnTo>
                  <a:lnTo>
                    <a:pt x="9663" y="5496"/>
                  </a:lnTo>
                  <a:lnTo>
                    <a:pt x="9625" y="5828"/>
                  </a:lnTo>
                  <a:lnTo>
                    <a:pt x="9689" y="6429"/>
                  </a:lnTo>
                  <a:lnTo>
                    <a:pt x="9280" y="6787"/>
                  </a:lnTo>
                  <a:lnTo>
                    <a:pt x="8768" y="6710"/>
                  </a:lnTo>
                  <a:lnTo>
                    <a:pt x="8423" y="6825"/>
                  </a:lnTo>
                  <a:lnTo>
                    <a:pt x="7580" y="6314"/>
                  </a:lnTo>
                  <a:lnTo>
                    <a:pt x="7286" y="7579"/>
                  </a:lnTo>
                  <a:lnTo>
                    <a:pt x="7260" y="8091"/>
                  </a:lnTo>
                  <a:lnTo>
                    <a:pt x="7248" y="8103"/>
                  </a:lnTo>
                  <a:lnTo>
                    <a:pt x="7209" y="8103"/>
                  </a:lnTo>
                  <a:lnTo>
                    <a:pt x="7388" y="8308"/>
                  </a:lnTo>
                  <a:lnTo>
                    <a:pt x="7107" y="8500"/>
                  </a:lnTo>
                  <a:lnTo>
                    <a:pt x="6890" y="8423"/>
                  </a:lnTo>
                  <a:lnTo>
                    <a:pt x="6621" y="8423"/>
                  </a:lnTo>
                  <a:lnTo>
                    <a:pt x="6340" y="8308"/>
                  </a:lnTo>
                  <a:lnTo>
                    <a:pt x="5151" y="8768"/>
                  </a:lnTo>
                  <a:lnTo>
                    <a:pt x="5394" y="8857"/>
                  </a:lnTo>
                  <a:lnTo>
                    <a:pt x="5445" y="9548"/>
                  </a:lnTo>
                  <a:lnTo>
                    <a:pt x="5688" y="9969"/>
                  </a:lnTo>
                  <a:lnTo>
                    <a:pt x="5675" y="10391"/>
                  </a:lnTo>
                  <a:lnTo>
                    <a:pt x="5241" y="10877"/>
                  </a:lnTo>
                  <a:lnTo>
                    <a:pt x="5330" y="11490"/>
                  </a:lnTo>
                  <a:lnTo>
                    <a:pt x="3976" y="11937"/>
                  </a:lnTo>
                  <a:lnTo>
                    <a:pt x="3605" y="12359"/>
                  </a:lnTo>
                  <a:lnTo>
                    <a:pt x="2659" y="12359"/>
                  </a:lnTo>
                  <a:lnTo>
                    <a:pt x="2250" y="12998"/>
                  </a:lnTo>
                  <a:lnTo>
                    <a:pt x="1713" y="13088"/>
                  </a:lnTo>
                  <a:lnTo>
                    <a:pt x="1586" y="12819"/>
                  </a:lnTo>
                  <a:lnTo>
                    <a:pt x="1138" y="13024"/>
                  </a:lnTo>
                  <a:lnTo>
                    <a:pt x="870" y="13024"/>
                  </a:lnTo>
                  <a:lnTo>
                    <a:pt x="256" y="13509"/>
                  </a:lnTo>
                  <a:lnTo>
                    <a:pt x="256" y="13803"/>
                  </a:lnTo>
                  <a:lnTo>
                    <a:pt x="1" y="13957"/>
                  </a:lnTo>
                  <a:lnTo>
                    <a:pt x="295" y="14609"/>
                  </a:lnTo>
                  <a:lnTo>
                    <a:pt x="512" y="14609"/>
                  </a:lnTo>
                  <a:lnTo>
                    <a:pt x="985" y="14890"/>
                  </a:lnTo>
                  <a:lnTo>
                    <a:pt x="947" y="15133"/>
                  </a:lnTo>
                  <a:lnTo>
                    <a:pt x="1138" y="15337"/>
                  </a:lnTo>
                  <a:lnTo>
                    <a:pt x="1036" y="15542"/>
                  </a:lnTo>
                  <a:lnTo>
                    <a:pt x="1151" y="15836"/>
                  </a:lnTo>
                  <a:lnTo>
                    <a:pt x="729" y="15836"/>
                  </a:lnTo>
                  <a:lnTo>
                    <a:pt x="793" y="16091"/>
                  </a:lnTo>
                  <a:lnTo>
                    <a:pt x="972" y="16168"/>
                  </a:lnTo>
                  <a:lnTo>
                    <a:pt x="959" y="16181"/>
                  </a:lnTo>
                  <a:lnTo>
                    <a:pt x="1087" y="16232"/>
                  </a:lnTo>
                  <a:lnTo>
                    <a:pt x="1356" y="16078"/>
                  </a:lnTo>
                  <a:lnTo>
                    <a:pt x="1483" y="16308"/>
                  </a:lnTo>
                  <a:lnTo>
                    <a:pt x="1803" y="16487"/>
                  </a:lnTo>
                  <a:lnTo>
                    <a:pt x="2148" y="16845"/>
                  </a:lnTo>
                  <a:lnTo>
                    <a:pt x="2391" y="17011"/>
                  </a:lnTo>
                  <a:lnTo>
                    <a:pt x="2570" y="17152"/>
                  </a:lnTo>
                  <a:lnTo>
                    <a:pt x="2698" y="17267"/>
                  </a:lnTo>
                  <a:lnTo>
                    <a:pt x="2864" y="17523"/>
                  </a:lnTo>
                  <a:lnTo>
                    <a:pt x="2940" y="17535"/>
                  </a:lnTo>
                  <a:lnTo>
                    <a:pt x="3247" y="17535"/>
                  </a:lnTo>
                  <a:lnTo>
                    <a:pt x="3477" y="17855"/>
                  </a:lnTo>
                  <a:lnTo>
                    <a:pt x="3490" y="17868"/>
                  </a:lnTo>
                  <a:lnTo>
                    <a:pt x="3516" y="17868"/>
                  </a:lnTo>
                  <a:lnTo>
                    <a:pt x="3835" y="17817"/>
                  </a:lnTo>
                  <a:lnTo>
                    <a:pt x="3848" y="17804"/>
                  </a:lnTo>
                  <a:lnTo>
                    <a:pt x="4538" y="17331"/>
                  </a:lnTo>
                  <a:lnTo>
                    <a:pt x="4743" y="17523"/>
                  </a:lnTo>
                  <a:lnTo>
                    <a:pt x="5088" y="17548"/>
                  </a:lnTo>
                  <a:lnTo>
                    <a:pt x="5100" y="17791"/>
                  </a:lnTo>
                  <a:lnTo>
                    <a:pt x="5100" y="18021"/>
                  </a:lnTo>
                  <a:lnTo>
                    <a:pt x="5062" y="18251"/>
                  </a:lnTo>
                  <a:lnTo>
                    <a:pt x="5024" y="18468"/>
                  </a:lnTo>
                  <a:lnTo>
                    <a:pt x="4653" y="18532"/>
                  </a:lnTo>
                  <a:lnTo>
                    <a:pt x="4640" y="18647"/>
                  </a:lnTo>
                  <a:lnTo>
                    <a:pt x="4666" y="18877"/>
                  </a:lnTo>
                  <a:lnTo>
                    <a:pt x="4257" y="18865"/>
                  </a:lnTo>
                  <a:lnTo>
                    <a:pt x="4167" y="18928"/>
                  </a:lnTo>
                  <a:lnTo>
                    <a:pt x="4116" y="18967"/>
                  </a:lnTo>
                  <a:lnTo>
                    <a:pt x="4091" y="18992"/>
                  </a:lnTo>
                  <a:lnTo>
                    <a:pt x="4116" y="19018"/>
                  </a:lnTo>
                  <a:lnTo>
                    <a:pt x="4218" y="19159"/>
                  </a:lnTo>
                  <a:lnTo>
                    <a:pt x="4193" y="19248"/>
                  </a:lnTo>
                  <a:lnTo>
                    <a:pt x="4167" y="19312"/>
                  </a:lnTo>
                  <a:lnTo>
                    <a:pt x="4155" y="19350"/>
                  </a:lnTo>
                  <a:lnTo>
                    <a:pt x="4155" y="19401"/>
                  </a:lnTo>
                  <a:lnTo>
                    <a:pt x="4155" y="19440"/>
                  </a:lnTo>
                  <a:lnTo>
                    <a:pt x="4180" y="19465"/>
                  </a:lnTo>
                  <a:lnTo>
                    <a:pt x="4193" y="19491"/>
                  </a:lnTo>
                  <a:lnTo>
                    <a:pt x="4257" y="19542"/>
                  </a:lnTo>
                  <a:lnTo>
                    <a:pt x="4334" y="19567"/>
                  </a:lnTo>
                  <a:lnTo>
                    <a:pt x="4397" y="19580"/>
                  </a:lnTo>
                  <a:lnTo>
                    <a:pt x="4474" y="19606"/>
                  </a:lnTo>
                  <a:lnTo>
                    <a:pt x="4423" y="19798"/>
                  </a:lnTo>
                  <a:lnTo>
                    <a:pt x="4576" y="19976"/>
                  </a:lnTo>
                  <a:lnTo>
                    <a:pt x="4385" y="20245"/>
                  </a:lnTo>
                  <a:lnTo>
                    <a:pt x="4206" y="20322"/>
                  </a:lnTo>
                  <a:lnTo>
                    <a:pt x="3861" y="20053"/>
                  </a:lnTo>
                  <a:lnTo>
                    <a:pt x="3848" y="20040"/>
                  </a:lnTo>
                  <a:lnTo>
                    <a:pt x="3822" y="20040"/>
                  </a:lnTo>
                  <a:lnTo>
                    <a:pt x="3810" y="20053"/>
                  </a:lnTo>
                  <a:lnTo>
                    <a:pt x="3797" y="20066"/>
                  </a:lnTo>
                  <a:lnTo>
                    <a:pt x="3720" y="20270"/>
                  </a:lnTo>
                  <a:lnTo>
                    <a:pt x="3733" y="20309"/>
                  </a:lnTo>
                  <a:lnTo>
                    <a:pt x="3950" y="20667"/>
                  </a:lnTo>
                  <a:lnTo>
                    <a:pt x="4052" y="21216"/>
                  </a:lnTo>
                  <a:lnTo>
                    <a:pt x="4065" y="21242"/>
                  </a:lnTo>
                  <a:lnTo>
                    <a:pt x="4103" y="21242"/>
                  </a:lnTo>
                  <a:lnTo>
                    <a:pt x="4244" y="21178"/>
                  </a:lnTo>
                  <a:lnTo>
                    <a:pt x="4449" y="21395"/>
                  </a:lnTo>
                  <a:lnTo>
                    <a:pt x="4461" y="21408"/>
                  </a:lnTo>
                  <a:lnTo>
                    <a:pt x="4947" y="21485"/>
                  </a:lnTo>
                  <a:lnTo>
                    <a:pt x="4947" y="21676"/>
                  </a:lnTo>
                  <a:lnTo>
                    <a:pt x="4960" y="21702"/>
                  </a:lnTo>
                  <a:lnTo>
                    <a:pt x="5164" y="21702"/>
                  </a:lnTo>
                  <a:lnTo>
                    <a:pt x="5241" y="21817"/>
                  </a:lnTo>
                  <a:lnTo>
                    <a:pt x="5254" y="21830"/>
                  </a:lnTo>
                  <a:lnTo>
                    <a:pt x="5803" y="22047"/>
                  </a:lnTo>
                  <a:lnTo>
                    <a:pt x="5803" y="22188"/>
                  </a:lnTo>
                  <a:lnTo>
                    <a:pt x="5880" y="22188"/>
                  </a:lnTo>
                  <a:lnTo>
                    <a:pt x="6008" y="22290"/>
                  </a:lnTo>
                  <a:lnTo>
                    <a:pt x="6493" y="21932"/>
                  </a:lnTo>
                  <a:lnTo>
                    <a:pt x="6506" y="21919"/>
                  </a:lnTo>
                  <a:lnTo>
                    <a:pt x="6532" y="21932"/>
                  </a:lnTo>
                  <a:lnTo>
                    <a:pt x="7452" y="22622"/>
                  </a:lnTo>
                  <a:lnTo>
                    <a:pt x="7695" y="22622"/>
                  </a:lnTo>
                  <a:lnTo>
                    <a:pt x="7708" y="22635"/>
                  </a:lnTo>
                  <a:lnTo>
                    <a:pt x="7861" y="22967"/>
                  </a:lnTo>
                  <a:lnTo>
                    <a:pt x="8359" y="22967"/>
                  </a:lnTo>
                  <a:lnTo>
                    <a:pt x="8372" y="22980"/>
                  </a:lnTo>
                  <a:lnTo>
                    <a:pt x="8615" y="23466"/>
                  </a:lnTo>
                  <a:lnTo>
                    <a:pt x="8845" y="23619"/>
                  </a:lnTo>
                  <a:lnTo>
                    <a:pt x="9113" y="23555"/>
                  </a:lnTo>
                  <a:lnTo>
                    <a:pt x="9152" y="23555"/>
                  </a:lnTo>
                  <a:lnTo>
                    <a:pt x="9318" y="23683"/>
                  </a:lnTo>
                  <a:lnTo>
                    <a:pt x="9331" y="23696"/>
                  </a:lnTo>
                  <a:lnTo>
                    <a:pt x="9395" y="23836"/>
                  </a:lnTo>
                  <a:lnTo>
                    <a:pt x="9689" y="23836"/>
                  </a:lnTo>
                  <a:lnTo>
                    <a:pt x="9714" y="23849"/>
                  </a:lnTo>
                  <a:lnTo>
                    <a:pt x="9931" y="24105"/>
                  </a:lnTo>
                  <a:lnTo>
                    <a:pt x="10072" y="24105"/>
                  </a:lnTo>
                  <a:lnTo>
                    <a:pt x="10085" y="24117"/>
                  </a:lnTo>
                  <a:lnTo>
                    <a:pt x="10264" y="24181"/>
                  </a:lnTo>
                  <a:lnTo>
                    <a:pt x="10264" y="24053"/>
                  </a:lnTo>
                  <a:lnTo>
                    <a:pt x="10277" y="24015"/>
                  </a:lnTo>
                  <a:lnTo>
                    <a:pt x="10302" y="24015"/>
                  </a:lnTo>
                  <a:lnTo>
                    <a:pt x="10801" y="24117"/>
                  </a:lnTo>
                  <a:lnTo>
                    <a:pt x="11440" y="24194"/>
                  </a:lnTo>
                  <a:lnTo>
                    <a:pt x="11836" y="23977"/>
                  </a:lnTo>
                  <a:lnTo>
                    <a:pt x="11861" y="23977"/>
                  </a:lnTo>
                  <a:lnTo>
                    <a:pt x="11887" y="23990"/>
                  </a:lnTo>
                  <a:lnTo>
                    <a:pt x="12091" y="24335"/>
                  </a:lnTo>
                  <a:lnTo>
                    <a:pt x="12334" y="24220"/>
                  </a:lnTo>
                  <a:lnTo>
                    <a:pt x="12845" y="23721"/>
                  </a:lnTo>
                  <a:lnTo>
                    <a:pt x="12871" y="23708"/>
                  </a:lnTo>
                  <a:lnTo>
                    <a:pt x="12884" y="23721"/>
                  </a:lnTo>
                  <a:lnTo>
                    <a:pt x="13254" y="23862"/>
                  </a:lnTo>
                  <a:lnTo>
                    <a:pt x="13842" y="23990"/>
                  </a:lnTo>
                  <a:lnTo>
                    <a:pt x="14277" y="23990"/>
                  </a:lnTo>
                  <a:lnTo>
                    <a:pt x="14290" y="24002"/>
                  </a:lnTo>
                  <a:lnTo>
                    <a:pt x="14443" y="24335"/>
                  </a:lnTo>
                  <a:lnTo>
                    <a:pt x="14954" y="24168"/>
                  </a:lnTo>
                  <a:lnTo>
                    <a:pt x="15478" y="23632"/>
                  </a:lnTo>
                  <a:lnTo>
                    <a:pt x="15491" y="23632"/>
                  </a:lnTo>
                  <a:lnTo>
                    <a:pt x="15938" y="23542"/>
                  </a:lnTo>
                  <a:lnTo>
                    <a:pt x="16526" y="22967"/>
                  </a:lnTo>
                  <a:lnTo>
                    <a:pt x="16552" y="22954"/>
                  </a:lnTo>
                  <a:lnTo>
                    <a:pt x="16565" y="22954"/>
                  </a:lnTo>
                  <a:lnTo>
                    <a:pt x="17050" y="23069"/>
                  </a:lnTo>
                  <a:lnTo>
                    <a:pt x="17689" y="22788"/>
                  </a:lnTo>
                  <a:lnTo>
                    <a:pt x="17702" y="22788"/>
                  </a:lnTo>
                  <a:lnTo>
                    <a:pt x="17728" y="22801"/>
                  </a:lnTo>
                  <a:lnTo>
                    <a:pt x="18047" y="23031"/>
                  </a:lnTo>
                  <a:lnTo>
                    <a:pt x="18060" y="23044"/>
                  </a:lnTo>
                  <a:lnTo>
                    <a:pt x="18060" y="23069"/>
                  </a:lnTo>
                  <a:lnTo>
                    <a:pt x="18060" y="23261"/>
                  </a:lnTo>
                  <a:lnTo>
                    <a:pt x="18226" y="23274"/>
                  </a:lnTo>
                  <a:lnTo>
                    <a:pt x="18252" y="23287"/>
                  </a:lnTo>
                  <a:lnTo>
                    <a:pt x="18264" y="23299"/>
                  </a:lnTo>
                  <a:lnTo>
                    <a:pt x="18264" y="23312"/>
                  </a:lnTo>
                  <a:lnTo>
                    <a:pt x="18264" y="23325"/>
                  </a:lnTo>
                  <a:lnTo>
                    <a:pt x="18098" y="23708"/>
                  </a:lnTo>
                  <a:lnTo>
                    <a:pt x="18239" y="23798"/>
                  </a:lnTo>
                  <a:lnTo>
                    <a:pt x="18584" y="23772"/>
                  </a:lnTo>
                  <a:lnTo>
                    <a:pt x="18610" y="23785"/>
                  </a:lnTo>
                  <a:lnTo>
                    <a:pt x="18622" y="23823"/>
                  </a:lnTo>
                  <a:lnTo>
                    <a:pt x="18597" y="24002"/>
                  </a:lnTo>
                  <a:lnTo>
                    <a:pt x="18788" y="24079"/>
                  </a:lnTo>
                  <a:lnTo>
                    <a:pt x="19070" y="24360"/>
                  </a:lnTo>
                  <a:lnTo>
                    <a:pt x="19146" y="24692"/>
                  </a:lnTo>
                  <a:lnTo>
                    <a:pt x="19185" y="24718"/>
                  </a:lnTo>
                  <a:lnTo>
                    <a:pt x="19249" y="24692"/>
                  </a:lnTo>
                  <a:lnTo>
                    <a:pt x="19466" y="24846"/>
                  </a:lnTo>
                  <a:lnTo>
                    <a:pt x="19491" y="25447"/>
                  </a:lnTo>
                  <a:lnTo>
                    <a:pt x="19568" y="25638"/>
                  </a:lnTo>
                  <a:lnTo>
                    <a:pt x="19479" y="25932"/>
                  </a:lnTo>
                  <a:lnTo>
                    <a:pt x="19530" y="26060"/>
                  </a:lnTo>
                  <a:lnTo>
                    <a:pt x="19427" y="26098"/>
                  </a:lnTo>
                  <a:lnTo>
                    <a:pt x="19491" y="26226"/>
                  </a:lnTo>
                  <a:lnTo>
                    <a:pt x="19453" y="26265"/>
                  </a:lnTo>
                  <a:lnTo>
                    <a:pt x="19325" y="26303"/>
                  </a:lnTo>
                  <a:lnTo>
                    <a:pt x="19236" y="26507"/>
                  </a:lnTo>
                  <a:lnTo>
                    <a:pt x="19121" y="26507"/>
                  </a:lnTo>
                  <a:lnTo>
                    <a:pt x="19070" y="26673"/>
                  </a:lnTo>
                  <a:lnTo>
                    <a:pt x="18891" y="26776"/>
                  </a:lnTo>
                  <a:lnTo>
                    <a:pt x="18622" y="27121"/>
                  </a:lnTo>
                  <a:lnTo>
                    <a:pt x="18622" y="27300"/>
                  </a:lnTo>
                  <a:lnTo>
                    <a:pt x="18763" y="27402"/>
                  </a:lnTo>
                  <a:lnTo>
                    <a:pt x="18725" y="27683"/>
                  </a:lnTo>
                  <a:lnTo>
                    <a:pt x="18725" y="27683"/>
                  </a:lnTo>
                  <a:lnTo>
                    <a:pt x="19121" y="27517"/>
                  </a:lnTo>
                  <a:lnTo>
                    <a:pt x="19325" y="27530"/>
                  </a:lnTo>
                  <a:lnTo>
                    <a:pt x="19798" y="27197"/>
                  </a:lnTo>
                  <a:lnTo>
                    <a:pt x="19888" y="27543"/>
                  </a:lnTo>
                  <a:lnTo>
                    <a:pt x="19824" y="27619"/>
                  </a:lnTo>
                  <a:lnTo>
                    <a:pt x="19811" y="27734"/>
                  </a:lnTo>
                  <a:lnTo>
                    <a:pt x="19900" y="27977"/>
                  </a:lnTo>
                  <a:lnTo>
                    <a:pt x="20067" y="28054"/>
                  </a:lnTo>
                  <a:lnTo>
                    <a:pt x="20360" y="28041"/>
                  </a:lnTo>
                  <a:lnTo>
                    <a:pt x="20373" y="28284"/>
                  </a:lnTo>
                  <a:lnTo>
                    <a:pt x="20271" y="28297"/>
                  </a:lnTo>
                  <a:lnTo>
                    <a:pt x="20233" y="28412"/>
                  </a:lnTo>
                  <a:lnTo>
                    <a:pt x="20258" y="28591"/>
                  </a:lnTo>
                  <a:lnTo>
                    <a:pt x="20182" y="28795"/>
                  </a:lnTo>
                  <a:lnTo>
                    <a:pt x="20654" y="28833"/>
                  </a:lnTo>
                  <a:lnTo>
                    <a:pt x="20680" y="29063"/>
                  </a:lnTo>
                  <a:lnTo>
                    <a:pt x="20897" y="29153"/>
                  </a:lnTo>
                  <a:lnTo>
                    <a:pt x="20936" y="29281"/>
                  </a:lnTo>
                  <a:lnTo>
                    <a:pt x="21102" y="29255"/>
                  </a:lnTo>
                  <a:lnTo>
                    <a:pt x="21191" y="29319"/>
                  </a:lnTo>
                  <a:lnTo>
                    <a:pt x="21549" y="29038"/>
                  </a:lnTo>
                  <a:lnTo>
                    <a:pt x="21613" y="29038"/>
                  </a:lnTo>
                  <a:lnTo>
                    <a:pt x="21677" y="29127"/>
                  </a:lnTo>
                  <a:lnTo>
                    <a:pt x="21792" y="29485"/>
                  </a:lnTo>
                  <a:lnTo>
                    <a:pt x="22124" y="29498"/>
                  </a:lnTo>
                  <a:lnTo>
                    <a:pt x="22060" y="29000"/>
                  </a:lnTo>
                  <a:lnTo>
                    <a:pt x="21984" y="28654"/>
                  </a:lnTo>
                  <a:lnTo>
                    <a:pt x="21996" y="28488"/>
                  </a:lnTo>
                  <a:lnTo>
                    <a:pt x="22214" y="28412"/>
                  </a:lnTo>
                  <a:lnTo>
                    <a:pt x="22354" y="28514"/>
                  </a:lnTo>
                  <a:lnTo>
                    <a:pt x="22584" y="28514"/>
                  </a:lnTo>
                  <a:lnTo>
                    <a:pt x="22776" y="28220"/>
                  </a:lnTo>
                  <a:lnTo>
                    <a:pt x="23044" y="28297"/>
                  </a:lnTo>
                  <a:lnTo>
                    <a:pt x="23236" y="28565"/>
                  </a:lnTo>
                  <a:lnTo>
                    <a:pt x="23338" y="28220"/>
                  </a:lnTo>
                  <a:lnTo>
                    <a:pt x="23364" y="28194"/>
                  </a:lnTo>
                  <a:lnTo>
                    <a:pt x="23389" y="28194"/>
                  </a:lnTo>
                  <a:lnTo>
                    <a:pt x="23594" y="28539"/>
                  </a:lnTo>
                  <a:lnTo>
                    <a:pt x="23683" y="28297"/>
                  </a:lnTo>
                  <a:lnTo>
                    <a:pt x="23837" y="28322"/>
                  </a:lnTo>
                  <a:lnTo>
                    <a:pt x="23888" y="28450"/>
                  </a:lnTo>
                  <a:lnTo>
                    <a:pt x="24322" y="28271"/>
                  </a:lnTo>
                  <a:lnTo>
                    <a:pt x="24553" y="28207"/>
                  </a:lnTo>
                  <a:lnTo>
                    <a:pt x="24642" y="28105"/>
                  </a:lnTo>
                  <a:lnTo>
                    <a:pt x="24629" y="27952"/>
                  </a:lnTo>
                  <a:lnTo>
                    <a:pt x="24962" y="27811"/>
                  </a:lnTo>
                  <a:lnTo>
                    <a:pt x="25025" y="27683"/>
                  </a:lnTo>
                  <a:lnTo>
                    <a:pt x="25153" y="27747"/>
                  </a:lnTo>
                  <a:lnTo>
                    <a:pt x="25281" y="27977"/>
                  </a:lnTo>
                  <a:lnTo>
                    <a:pt x="25422" y="27977"/>
                  </a:lnTo>
                  <a:lnTo>
                    <a:pt x="25511" y="28092"/>
                  </a:lnTo>
                  <a:lnTo>
                    <a:pt x="25639" y="28015"/>
                  </a:lnTo>
                  <a:lnTo>
                    <a:pt x="25805" y="28067"/>
                  </a:lnTo>
                  <a:lnTo>
                    <a:pt x="25831" y="28156"/>
                  </a:lnTo>
                  <a:lnTo>
                    <a:pt x="26061" y="28079"/>
                  </a:lnTo>
                  <a:lnTo>
                    <a:pt x="26291" y="28233"/>
                  </a:lnTo>
                  <a:lnTo>
                    <a:pt x="26201" y="28424"/>
                  </a:lnTo>
                  <a:lnTo>
                    <a:pt x="26125" y="28476"/>
                  </a:lnTo>
                  <a:lnTo>
                    <a:pt x="26125" y="28629"/>
                  </a:lnTo>
                  <a:lnTo>
                    <a:pt x="26214" y="28667"/>
                  </a:lnTo>
                  <a:lnTo>
                    <a:pt x="26214" y="28885"/>
                  </a:lnTo>
                  <a:lnTo>
                    <a:pt x="26470" y="28974"/>
                  </a:lnTo>
                  <a:lnTo>
                    <a:pt x="26559" y="29115"/>
                  </a:lnTo>
                  <a:lnTo>
                    <a:pt x="26815" y="29191"/>
                  </a:lnTo>
                  <a:lnTo>
                    <a:pt x="27096" y="29178"/>
                  </a:lnTo>
                  <a:lnTo>
                    <a:pt x="27351" y="29357"/>
                  </a:lnTo>
                  <a:lnTo>
                    <a:pt x="27492" y="29306"/>
                  </a:lnTo>
                  <a:lnTo>
                    <a:pt x="27735" y="29306"/>
                  </a:lnTo>
                  <a:lnTo>
                    <a:pt x="27735" y="29421"/>
                  </a:lnTo>
                  <a:lnTo>
                    <a:pt x="27965" y="29587"/>
                  </a:lnTo>
                  <a:lnTo>
                    <a:pt x="28272" y="29728"/>
                  </a:lnTo>
                  <a:lnTo>
                    <a:pt x="28489" y="29587"/>
                  </a:lnTo>
                  <a:lnTo>
                    <a:pt x="28745" y="29728"/>
                  </a:lnTo>
                  <a:lnTo>
                    <a:pt x="28719" y="29779"/>
                  </a:lnTo>
                  <a:lnTo>
                    <a:pt x="28681" y="29843"/>
                  </a:lnTo>
                  <a:lnTo>
                    <a:pt x="28617" y="29984"/>
                  </a:lnTo>
                  <a:lnTo>
                    <a:pt x="28540" y="30163"/>
                  </a:lnTo>
                  <a:lnTo>
                    <a:pt x="28540" y="30188"/>
                  </a:lnTo>
                  <a:lnTo>
                    <a:pt x="28540" y="30214"/>
                  </a:lnTo>
                  <a:lnTo>
                    <a:pt x="28591" y="30265"/>
                  </a:lnTo>
                  <a:lnTo>
                    <a:pt x="28668" y="30316"/>
                  </a:lnTo>
                  <a:lnTo>
                    <a:pt x="28975" y="30623"/>
                  </a:lnTo>
                  <a:lnTo>
                    <a:pt x="29217" y="30533"/>
                  </a:lnTo>
                  <a:lnTo>
                    <a:pt x="29179" y="30380"/>
                  </a:lnTo>
                  <a:lnTo>
                    <a:pt x="29205" y="30278"/>
                  </a:lnTo>
                  <a:lnTo>
                    <a:pt x="29154" y="30150"/>
                  </a:lnTo>
                  <a:lnTo>
                    <a:pt x="29051" y="30137"/>
                  </a:lnTo>
                  <a:lnTo>
                    <a:pt x="28987" y="30022"/>
                  </a:lnTo>
                  <a:lnTo>
                    <a:pt x="29154" y="29881"/>
                  </a:lnTo>
                  <a:lnTo>
                    <a:pt x="29230" y="29856"/>
                  </a:lnTo>
                  <a:lnTo>
                    <a:pt x="29371" y="29830"/>
                  </a:lnTo>
                  <a:lnTo>
                    <a:pt x="29396" y="29818"/>
                  </a:lnTo>
                  <a:lnTo>
                    <a:pt x="29396" y="29805"/>
                  </a:lnTo>
                  <a:lnTo>
                    <a:pt x="29358" y="29754"/>
                  </a:lnTo>
                  <a:lnTo>
                    <a:pt x="29281" y="29690"/>
                  </a:lnTo>
                  <a:lnTo>
                    <a:pt x="29128" y="29613"/>
                  </a:lnTo>
                  <a:lnTo>
                    <a:pt x="29256" y="29600"/>
                  </a:lnTo>
                  <a:lnTo>
                    <a:pt x="29486" y="29600"/>
                  </a:lnTo>
                  <a:lnTo>
                    <a:pt x="29588" y="29702"/>
                  </a:lnTo>
                  <a:lnTo>
                    <a:pt x="29729" y="29792"/>
                  </a:lnTo>
                  <a:lnTo>
                    <a:pt x="29920" y="29613"/>
                  </a:lnTo>
                  <a:lnTo>
                    <a:pt x="30035" y="29511"/>
                  </a:lnTo>
                  <a:lnTo>
                    <a:pt x="30099" y="29587"/>
                  </a:lnTo>
                  <a:lnTo>
                    <a:pt x="30189" y="29562"/>
                  </a:lnTo>
                  <a:lnTo>
                    <a:pt x="30368" y="29396"/>
                  </a:lnTo>
                  <a:lnTo>
                    <a:pt x="30598" y="29332"/>
                  </a:lnTo>
                  <a:lnTo>
                    <a:pt x="30662" y="29421"/>
                  </a:lnTo>
                  <a:lnTo>
                    <a:pt x="30700" y="29485"/>
                  </a:lnTo>
                  <a:lnTo>
                    <a:pt x="30713" y="29498"/>
                  </a:lnTo>
                  <a:lnTo>
                    <a:pt x="30726" y="29498"/>
                  </a:lnTo>
                  <a:lnTo>
                    <a:pt x="30764" y="29472"/>
                  </a:lnTo>
                  <a:lnTo>
                    <a:pt x="30789" y="29472"/>
                  </a:lnTo>
                  <a:lnTo>
                    <a:pt x="30866" y="29345"/>
                  </a:lnTo>
                  <a:lnTo>
                    <a:pt x="30956" y="29383"/>
                  </a:lnTo>
                  <a:lnTo>
                    <a:pt x="31058" y="29421"/>
                  </a:lnTo>
                  <a:lnTo>
                    <a:pt x="31147" y="29332"/>
                  </a:lnTo>
                  <a:lnTo>
                    <a:pt x="31250" y="29178"/>
                  </a:lnTo>
                  <a:lnTo>
                    <a:pt x="31429" y="29076"/>
                  </a:lnTo>
                  <a:lnTo>
                    <a:pt x="31441" y="29102"/>
                  </a:lnTo>
                  <a:lnTo>
                    <a:pt x="31620" y="29089"/>
                  </a:lnTo>
                  <a:lnTo>
                    <a:pt x="31646" y="28974"/>
                  </a:lnTo>
                  <a:lnTo>
                    <a:pt x="31582" y="28897"/>
                  </a:lnTo>
                  <a:lnTo>
                    <a:pt x="31697" y="28833"/>
                  </a:lnTo>
                  <a:lnTo>
                    <a:pt x="31774" y="28744"/>
                  </a:lnTo>
                  <a:lnTo>
                    <a:pt x="31889" y="28744"/>
                  </a:lnTo>
                  <a:lnTo>
                    <a:pt x="32221" y="28629"/>
                  </a:lnTo>
                  <a:lnTo>
                    <a:pt x="32246" y="28629"/>
                  </a:lnTo>
                  <a:lnTo>
                    <a:pt x="32374" y="28667"/>
                  </a:lnTo>
                  <a:lnTo>
                    <a:pt x="32387" y="28667"/>
                  </a:lnTo>
                  <a:lnTo>
                    <a:pt x="32502" y="28642"/>
                  </a:lnTo>
                  <a:lnTo>
                    <a:pt x="32643" y="28795"/>
                  </a:lnTo>
                  <a:lnTo>
                    <a:pt x="32758" y="28680"/>
                  </a:lnTo>
                  <a:lnTo>
                    <a:pt x="32847" y="28629"/>
                  </a:lnTo>
                  <a:lnTo>
                    <a:pt x="32962" y="28578"/>
                  </a:lnTo>
                  <a:lnTo>
                    <a:pt x="32988" y="28591"/>
                  </a:lnTo>
                  <a:lnTo>
                    <a:pt x="33013" y="28629"/>
                  </a:lnTo>
                  <a:lnTo>
                    <a:pt x="33064" y="28667"/>
                  </a:lnTo>
                  <a:lnTo>
                    <a:pt x="33192" y="28603"/>
                  </a:lnTo>
                  <a:lnTo>
                    <a:pt x="33269" y="28501"/>
                  </a:lnTo>
                  <a:lnTo>
                    <a:pt x="33486" y="28616"/>
                  </a:lnTo>
                  <a:lnTo>
                    <a:pt x="34049" y="28501"/>
                  </a:lnTo>
                  <a:lnTo>
                    <a:pt x="34151" y="28207"/>
                  </a:lnTo>
                  <a:lnTo>
                    <a:pt x="34253" y="28092"/>
                  </a:lnTo>
                  <a:lnTo>
                    <a:pt x="34355" y="27964"/>
                  </a:lnTo>
                  <a:lnTo>
                    <a:pt x="34381" y="27964"/>
                  </a:lnTo>
                  <a:lnTo>
                    <a:pt x="34419" y="27952"/>
                  </a:lnTo>
                  <a:lnTo>
                    <a:pt x="34483" y="27952"/>
                  </a:lnTo>
                  <a:lnTo>
                    <a:pt x="34509" y="27785"/>
                  </a:lnTo>
                  <a:lnTo>
                    <a:pt x="34662" y="27696"/>
                  </a:lnTo>
                  <a:lnTo>
                    <a:pt x="34867" y="27696"/>
                  </a:lnTo>
                  <a:lnTo>
                    <a:pt x="34956" y="27594"/>
                  </a:lnTo>
                  <a:lnTo>
                    <a:pt x="34803" y="27555"/>
                  </a:lnTo>
                  <a:lnTo>
                    <a:pt x="34815" y="27389"/>
                  </a:lnTo>
                  <a:lnTo>
                    <a:pt x="34879" y="27376"/>
                  </a:lnTo>
                  <a:lnTo>
                    <a:pt x="35224" y="27274"/>
                  </a:lnTo>
                  <a:lnTo>
                    <a:pt x="35276" y="27057"/>
                  </a:lnTo>
                  <a:lnTo>
                    <a:pt x="35429" y="27172"/>
                  </a:lnTo>
                  <a:lnTo>
                    <a:pt x="35723" y="27159"/>
                  </a:lnTo>
                  <a:lnTo>
                    <a:pt x="35825" y="27057"/>
                  </a:lnTo>
                  <a:lnTo>
                    <a:pt x="35736" y="26865"/>
                  </a:lnTo>
                  <a:lnTo>
                    <a:pt x="35736" y="26865"/>
                  </a:lnTo>
                  <a:lnTo>
                    <a:pt x="35863" y="26916"/>
                  </a:lnTo>
                  <a:lnTo>
                    <a:pt x="35863" y="26789"/>
                  </a:lnTo>
                  <a:lnTo>
                    <a:pt x="35876" y="26584"/>
                  </a:lnTo>
                  <a:lnTo>
                    <a:pt x="36042" y="26699"/>
                  </a:lnTo>
                  <a:lnTo>
                    <a:pt x="36183" y="26622"/>
                  </a:lnTo>
                  <a:lnTo>
                    <a:pt x="36183" y="26507"/>
                  </a:lnTo>
                  <a:lnTo>
                    <a:pt x="36208" y="26405"/>
                  </a:lnTo>
                  <a:lnTo>
                    <a:pt x="36362" y="26456"/>
                  </a:lnTo>
                  <a:lnTo>
                    <a:pt x="36400" y="26597"/>
                  </a:lnTo>
                  <a:lnTo>
                    <a:pt x="36592" y="26392"/>
                  </a:lnTo>
                  <a:lnTo>
                    <a:pt x="36502" y="26316"/>
                  </a:lnTo>
                  <a:lnTo>
                    <a:pt x="36324" y="26380"/>
                  </a:lnTo>
                  <a:lnTo>
                    <a:pt x="36324" y="26213"/>
                  </a:lnTo>
                  <a:lnTo>
                    <a:pt x="36477" y="26124"/>
                  </a:lnTo>
                  <a:lnTo>
                    <a:pt x="36515" y="25983"/>
                  </a:lnTo>
                  <a:lnTo>
                    <a:pt x="36387" y="25907"/>
                  </a:lnTo>
                  <a:lnTo>
                    <a:pt x="36375" y="25792"/>
                  </a:lnTo>
                  <a:lnTo>
                    <a:pt x="36515" y="25741"/>
                  </a:lnTo>
                  <a:lnTo>
                    <a:pt x="36349" y="25383"/>
                  </a:lnTo>
                  <a:lnTo>
                    <a:pt x="36349" y="25383"/>
                  </a:lnTo>
                  <a:lnTo>
                    <a:pt x="36541" y="25549"/>
                  </a:lnTo>
                  <a:lnTo>
                    <a:pt x="36720" y="25485"/>
                  </a:lnTo>
                  <a:lnTo>
                    <a:pt x="36771" y="25332"/>
                  </a:lnTo>
                  <a:lnTo>
                    <a:pt x="36950" y="25025"/>
                  </a:lnTo>
                  <a:lnTo>
                    <a:pt x="37308" y="24705"/>
                  </a:lnTo>
                  <a:lnTo>
                    <a:pt x="37308" y="24539"/>
                  </a:lnTo>
                  <a:lnTo>
                    <a:pt x="37410" y="24462"/>
                  </a:lnTo>
                  <a:lnTo>
                    <a:pt x="37282" y="24194"/>
                  </a:lnTo>
                  <a:lnTo>
                    <a:pt x="37282" y="24194"/>
                  </a:lnTo>
                  <a:lnTo>
                    <a:pt x="37435" y="24309"/>
                  </a:lnTo>
                  <a:lnTo>
                    <a:pt x="37499" y="24117"/>
                  </a:lnTo>
                  <a:lnTo>
                    <a:pt x="37717" y="23938"/>
                  </a:lnTo>
                  <a:lnTo>
                    <a:pt x="37896" y="24015"/>
                  </a:lnTo>
                  <a:lnTo>
                    <a:pt x="38074" y="23887"/>
                  </a:lnTo>
                  <a:lnTo>
                    <a:pt x="38126" y="23772"/>
                  </a:lnTo>
                  <a:lnTo>
                    <a:pt x="37806" y="23529"/>
                  </a:lnTo>
                  <a:lnTo>
                    <a:pt x="38087" y="23606"/>
                  </a:lnTo>
                  <a:lnTo>
                    <a:pt x="38151" y="23542"/>
                  </a:lnTo>
                  <a:lnTo>
                    <a:pt x="38074" y="23376"/>
                  </a:lnTo>
                  <a:lnTo>
                    <a:pt x="37883" y="23274"/>
                  </a:lnTo>
                  <a:lnTo>
                    <a:pt x="38074" y="23082"/>
                  </a:lnTo>
                  <a:lnTo>
                    <a:pt x="38356" y="23031"/>
                  </a:lnTo>
                  <a:lnTo>
                    <a:pt x="38381" y="22942"/>
                  </a:lnTo>
                  <a:lnTo>
                    <a:pt x="38305" y="22942"/>
                  </a:lnTo>
                  <a:lnTo>
                    <a:pt x="38241" y="22929"/>
                  </a:lnTo>
                  <a:lnTo>
                    <a:pt x="38215" y="22916"/>
                  </a:lnTo>
                  <a:lnTo>
                    <a:pt x="38292" y="22801"/>
                  </a:lnTo>
                  <a:lnTo>
                    <a:pt x="38394" y="22686"/>
                  </a:lnTo>
                  <a:lnTo>
                    <a:pt x="38445" y="22571"/>
                  </a:lnTo>
                  <a:lnTo>
                    <a:pt x="38496" y="22558"/>
                  </a:lnTo>
                  <a:lnTo>
                    <a:pt x="38598" y="22481"/>
                  </a:lnTo>
                  <a:lnTo>
                    <a:pt x="38432" y="22303"/>
                  </a:lnTo>
                  <a:lnTo>
                    <a:pt x="38381" y="22443"/>
                  </a:lnTo>
                  <a:lnTo>
                    <a:pt x="38407" y="22596"/>
                  </a:lnTo>
                  <a:lnTo>
                    <a:pt x="38215" y="22596"/>
                  </a:lnTo>
                  <a:lnTo>
                    <a:pt x="38036" y="22430"/>
                  </a:lnTo>
                  <a:lnTo>
                    <a:pt x="37781" y="22239"/>
                  </a:lnTo>
                  <a:lnTo>
                    <a:pt x="37640" y="22303"/>
                  </a:lnTo>
                  <a:lnTo>
                    <a:pt x="37487" y="22481"/>
                  </a:lnTo>
                  <a:lnTo>
                    <a:pt x="37244" y="22226"/>
                  </a:lnTo>
                  <a:lnTo>
                    <a:pt x="37244" y="22213"/>
                  </a:lnTo>
                  <a:lnTo>
                    <a:pt x="37269" y="22200"/>
                  </a:lnTo>
                  <a:lnTo>
                    <a:pt x="37320" y="22188"/>
                  </a:lnTo>
                  <a:lnTo>
                    <a:pt x="37474" y="22188"/>
                  </a:lnTo>
                  <a:lnTo>
                    <a:pt x="37589" y="22085"/>
                  </a:lnTo>
                  <a:lnTo>
                    <a:pt x="37959" y="21804"/>
                  </a:lnTo>
                  <a:lnTo>
                    <a:pt x="38305" y="21791"/>
                  </a:lnTo>
                  <a:lnTo>
                    <a:pt x="38330" y="21676"/>
                  </a:lnTo>
                  <a:lnTo>
                    <a:pt x="38202" y="21651"/>
                  </a:lnTo>
                  <a:lnTo>
                    <a:pt x="37959" y="21255"/>
                  </a:lnTo>
                  <a:lnTo>
                    <a:pt x="37448" y="20897"/>
                  </a:lnTo>
                  <a:lnTo>
                    <a:pt x="37844" y="20909"/>
                  </a:lnTo>
                  <a:lnTo>
                    <a:pt x="38049" y="20973"/>
                  </a:lnTo>
                  <a:lnTo>
                    <a:pt x="38241" y="21088"/>
                  </a:lnTo>
                  <a:lnTo>
                    <a:pt x="38445" y="21012"/>
                  </a:lnTo>
                  <a:lnTo>
                    <a:pt x="38305" y="20871"/>
                  </a:lnTo>
                  <a:lnTo>
                    <a:pt x="38011" y="20731"/>
                  </a:lnTo>
                  <a:lnTo>
                    <a:pt x="37972" y="20577"/>
                  </a:lnTo>
                  <a:lnTo>
                    <a:pt x="37883" y="20398"/>
                  </a:lnTo>
                  <a:lnTo>
                    <a:pt x="37729" y="20322"/>
                  </a:lnTo>
                  <a:lnTo>
                    <a:pt x="37487" y="20181"/>
                  </a:lnTo>
                  <a:lnTo>
                    <a:pt x="37487" y="19913"/>
                  </a:lnTo>
                  <a:lnTo>
                    <a:pt x="37474" y="19772"/>
                  </a:lnTo>
                  <a:lnTo>
                    <a:pt x="37372" y="19593"/>
                  </a:lnTo>
                  <a:lnTo>
                    <a:pt x="37372" y="19452"/>
                  </a:lnTo>
                  <a:lnTo>
                    <a:pt x="37205" y="19401"/>
                  </a:lnTo>
                  <a:lnTo>
                    <a:pt x="37167" y="19095"/>
                  </a:lnTo>
                  <a:lnTo>
                    <a:pt x="37141" y="18941"/>
                  </a:lnTo>
                  <a:lnTo>
                    <a:pt x="36899" y="18660"/>
                  </a:lnTo>
                  <a:lnTo>
                    <a:pt x="36349" y="18404"/>
                  </a:lnTo>
                  <a:lnTo>
                    <a:pt x="36170" y="18328"/>
                  </a:lnTo>
                  <a:lnTo>
                    <a:pt x="36157" y="18110"/>
                  </a:lnTo>
                  <a:lnTo>
                    <a:pt x="36272" y="17944"/>
                  </a:lnTo>
                  <a:lnTo>
                    <a:pt x="36694" y="17535"/>
                  </a:lnTo>
                  <a:lnTo>
                    <a:pt x="36937" y="17305"/>
                  </a:lnTo>
                  <a:lnTo>
                    <a:pt x="36860" y="17152"/>
                  </a:lnTo>
                  <a:lnTo>
                    <a:pt x="37116" y="17165"/>
                  </a:lnTo>
                  <a:lnTo>
                    <a:pt x="37384" y="17152"/>
                  </a:lnTo>
                  <a:lnTo>
                    <a:pt x="37410" y="16922"/>
                  </a:lnTo>
                  <a:lnTo>
                    <a:pt x="37563" y="16743"/>
                  </a:lnTo>
                  <a:lnTo>
                    <a:pt x="37678" y="16628"/>
                  </a:lnTo>
                  <a:lnTo>
                    <a:pt x="37972" y="16602"/>
                  </a:lnTo>
                  <a:lnTo>
                    <a:pt x="38177" y="16462"/>
                  </a:lnTo>
                  <a:lnTo>
                    <a:pt x="38368" y="16360"/>
                  </a:lnTo>
                  <a:lnTo>
                    <a:pt x="38598" y="16436"/>
                  </a:lnTo>
                  <a:lnTo>
                    <a:pt x="38816" y="16462"/>
                  </a:lnTo>
                  <a:lnTo>
                    <a:pt x="38816" y="16462"/>
                  </a:lnTo>
                  <a:lnTo>
                    <a:pt x="38803" y="16321"/>
                  </a:lnTo>
                  <a:lnTo>
                    <a:pt x="38829" y="16283"/>
                  </a:lnTo>
                  <a:lnTo>
                    <a:pt x="38854" y="16257"/>
                  </a:lnTo>
                  <a:lnTo>
                    <a:pt x="38905" y="16219"/>
                  </a:lnTo>
                  <a:lnTo>
                    <a:pt x="38931" y="16206"/>
                  </a:lnTo>
                  <a:lnTo>
                    <a:pt x="38944" y="16181"/>
                  </a:lnTo>
                  <a:lnTo>
                    <a:pt x="38931" y="16168"/>
                  </a:lnTo>
                  <a:lnTo>
                    <a:pt x="38918" y="16142"/>
                  </a:lnTo>
                  <a:lnTo>
                    <a:pt x="38892" y="16104"/>
                  </a:lnTo>
                  <a:lnTo>
                    <a:pt x="38867" y="16091"/>
                  </a:lnTo>
                  <a:lnTo>
                    <a:pt x="38650" y="15963"/>
                  </a:lnTo>
                  <a:lnTo>
                    <a:pt x="38701" y="15848"/>
                  </a:lnTo>
                  <a:lnTo>
                    <a:pt x="38535" y="15823"/>
                  </a:lnTo>
                  <a:lnTo>
                    <a:pt x="38368" y="15848"/>
                  </a:lnTo>
                  <a:lnTo>
                    <a:pt x="38177" y="15887"/>
                  </a:lnTo>
                  <a:lnTo>
                    <a:pt x="37985" y="15887"/>
                  </a:lnTo>
                  <a:lnTo>
                    <a:pt x="37844" y="15759"/>
                  </a:lnTo>
                  <a:lnTo>
                    <a:pt x="37499" y="15580"/>
                  </a:lnTo>
                  <a:lnTo>
                    <a:pt x="37244" y="15567"/>
                  </a:lnTo>
                  <a:lnTo>
                    <a:pt x="36988" y="15797"/>
                  </a:lnTo>
                  <a:lnTo>
                    <a:pt x="36605" y="16193"/>
                  </a:lnTo>
                  <a:lnTo>
                    <a:pt x="36566" y="16206"/>
                  </a:lnTo>
                  <a:lnTo>
                    <a:pt x="36515" y="16206"/>
                  </a:lnTo>
                  <a:lnTo>
                    <a:pt x="36451" y="16193"/>
                  </a:lnTo>
                  <a:lnTo>
                    <a:pt x="36119" y="16193"/>
                  </a:lnTo>
                  <a:lnTo>
                    <a:pt x="36004" y="15836"/>
                  </a:lnTo>
                  <a:lnTo>
                    <a:pt x="36042" y="15784"/>
                  </a:lnTo>
                  <a:lnTo>
                    <a:pt x="36081" y="15708"/>
                  </a:lnTo>
                  <a:lnTo>
                    <a:pt x="36093" y="15669"/>
                  </a:lnTo>
                  <a:lnTo>
                    <a:pt x="36119" y="15606"/>
                  </a:lnTo>
                  <a:lnTo>
                    <a:pt x="36145" y="15503"/>
                  </a:lnTo>
                  <a:lnTo>
                    <a:pt x="35978" y="15350"/>
                  </a:lnTo>
                  <a:lnTo>
                    <a:pt x="35812" y="15171"/>
                  </a:lnTo>
                  <a:lnTo>
                    <a:pt x="35812" y="15299"/>
                  </a:lnTo>
                  <a:lnTo>
                    <a:pt x="35531" y="15286"/>
                  </a:lnTo>
                  <a:lnTo>
                    <a:pt x="35224" y="15248"/>
                  </a:lnTo>
                  <a:lnTo>
                    <a:pt x="34828" y="14813"/>
                  </a:lnTo>
                  <a:lnTo>
                    <a:pt x="35109" y="14353"/>
                  </a:lnTo>
                  <a:lnTo>
                    <a:pt x="35288" y="14353"/>
                  </a:lnTo>
                  <a:lnTo>
                    <a:pt x="35493" y="14455"/>
                  </a:lnTo>
                  <a:lnTo>
                    <a:pt x="35595" y="14404"/>
                  </a:lnTo>
                  <a:lnTo>
                    <a:pt x="35838" y="14404"/>
                  </a:lnTo>
                  <a:lnTo>
                    <a:pt x="35966" y="14340"/>
                  </a:lnTo>
                  <a:lnTo>
                    <a:pt x="36119" y="14264"/>
                  </a:lnTo>
                  <a:lnTo>
                    <a:pt x="36132" y="14212"/>
                  </a:lnTo>
                  <a:lnTo>
                    <a:pt x="36145" y="14149"/>
                  </a:lnTo>
                  <a:lnTo>
                    <a:pt x="36170" y="14059"/>
                  </a:lnTo>
                  <a:lnTo>
                    <a:pt x="36426" y="13752"/>
                  </a:lnTo>
                  <a:lnTo>
                    <a:pt x="36592" y="13599"/>
                  </a:lnTo>
                  <a:lnTo>
                    <a:pt x="36886" y="13599"/>
                  </a:lnTo>
                  <a:lnTo>
                    <a:pt x="37167" y="13382"/>
                  </a:lnTo>
                  <a:lnTo>
                    <a:pt x="37487" y="13062"/>
                  </a:lnTo>
                  <a:lnTo>
                    <a:pt x="37742" y="12768"/>
                  </a:lnTo>
                  <a:lnTo>
                    <a:pt x="37998" y="12755"/>
                  </a:lnTo>
                  <a:lnTo>
                    <a:pt x="38317" y="12807"/>
                  </a:lnTo>
                  <a:lnTo>
                    <a:pt x="38637" y="12998"/>
                  </a:lnTo>
                  <a:lnTo>
                    <a:pt x="38598" y="13203"/>
                  </a:lnTo>
                  <a:lnTo>
                    <a:pt x="38458" y="13484"/>
                  </a:lnTo>
                  <a:lnTo>
                    <a:pt x="38253" y="13561"/>
                  </a:lnTo>
                  <a:lnTo>
                    <a:pt x="38074" y="13701"/>
                  </a:lnTo>
                  <a:lnTo>
                    <a:pt x="38036" y="13816"/>
                  </a:lnTo>
                  <a:lnTo>
                    <a:pt x="37844" y="14008"/>
                  </a:lnTo>
                  <a:lnTo>
                    <a:pt x="37998" y="14059"/>
                  </a:lnTo>
                  <a:lnTo>
                    <a:pt x="38356" y="14097"/>
                  </a:lnTo>
                  <a:lnTo>
                    <a:pt x="38113" y="14315"/>
                  </a:lnTo>
                  <a:lnTo>
                    <a:pt x="37768" y="14647"/>
                  </a:lnTo>
                  <a:lnTo>
                    <a:pt x="38126" y="14673"/>
                  </a:lnTo>
                  <a:lnTo>
                    <a:pt x="38164" y="14545"/>
                  </a:lnTo>
                  <a:lnTo>
                    <a:pt x="38368" y="14481"/>
                  </a:lnTo>
                  <a:lnTo>
                    <a:pt x="38598" y="14340"/>
                  </a:lnTo>
                  <a:lnTo>
                    <a:pt x="38854" y="14059"/>
                  </a:lnTo>
                  <a:lnTo>
                    <a:pt x="39186" y="13931"/>
                  </a:lnTo>
                  <a:lnTo>
                    <a:pt x="39634" y="13765"/>
                  </a:lnTo>
                  <a:lnTo>
                    <a:pt x="40043" y="13791"/>
                  </a:lnTo>
                  <a:lnTo>
                    <a:pt x="40132" y="13740"/>
                  </a:lnTo>
                  <a:lnTo>
                    <a:pt x="40222" y="13446"/>
                  </a:lnTo>
                  <a:lnTo>
                    <a:pt x="40247" y="13420"/>
                  </a:lnTo>
                  <a:lnTo>
                    <a:pt x="40439" y="13343"/>
                  </a:lnTo>
                  <a:lnTo>
                    <a:pt x="40886" y="12985"/>
                  </a:lnTo>
                  <a:lnTo>
                    <a:pt x="40899" y="12985"/>
                  </a:lnTo>
                  <a:lnTo>
                    <a:pt x="41219" y="12909"/>
                  </a:lnTo>
                  <a:lnTo>
                    <a:pt x="41385" y="12692"/>
                  </a:lnTo>
                  <a:lnTo>
                    <a:pt x="41397" y="12679"/>
                  </a:lnTo>
                  <a:lnTo>
                    <a:pt x="41410" y="12666"/>
                  </a:lnTo>
                  <a:lnTo>
                    <a:pt x="41679" y="12666"/>
                  </a:lnTo>
                  <a:lnTo>
                    <a:pt x="42049" y="12142"/>
                  </a:lnTo>
                  <a:lnTo>
                    <a:pt x="42049" y="11848"/>
                  </a:lnTo>
                  <a:lnTo>
                    <a:pt x="42062" y="11822"/>
                  </a:lnTo>
                  <a:lnTo>
                    <a:pt x="42267" y="11631"/>
                  </a:lnTo>
                  <a:lnTo>
                    <a:pt x="42318" y="11631"/>
                  </a:lnTo>
                  <a:lnTo>
                    <a:pt x="42778" y="12078"/>
                  </a:lnTo>
                  <a:lnTo>
                    <a:pt x="43302" y="12193"/>
                  </a:lnTo>
                  <a:lnTo>
                    <a:pt x="43302" y="12193"/>
                  </a:lnTo>
                  <a:lnTo>
                    <a:pt x="43238" y="11797"/>
                  </a:lnTo>
                  <a:lnTo>
                    <a:pt x="43072" y="11644"/>
                  </a:lnTo>
                  <a:lnTo>
                    <a:pt x="43059" y="11618"/>
                  </a:lnTo>
                  <a:lnTo>
                    <a:pt x="43059" y="11592"/>
                  </a:lnTo>
                  <a:lnTo>
                    <a:pt x="43072" y="11580"/>
                  </a:lnTo>
                  <a:lnTo>
                    <a:pt x="44005" y="11580"/>
                  </a:lnTo>
                  <a:lnTo>
                    <a:pt x="44273" y="11120"/>
                  </a:lnTo>
                  <a:lnTo>
                    <a:pt x="44286" y="11107"/>
                  </a:lnTo>
                  <a:lnTo>
                    <a:pt x="44503" y="11107"/>
                  </a:lnTo>
                  <a:lnTo>
                    <a:pt x="44631" y="10711"/>
                  </a:lnTo>
                  <a:lnTo>
                    <a:pt x="44708" y="10417"/>
                  </a:lnTo>
                  <a:lnTo>
                    <a:pt x="44720" y="10404"/>
                  </a:lnTo>
                  <a:lnTo>
                    <a:pt x="44733" y="10391"/>
                  </a:lnTo>
                  <a:lnTo>
                    <a:pt x="44746" y="10391"/>
                  </a:lnTo>
                  <a:lnTo>
                    <a:pt x="44772" y="10404"/>
                  </a:lnTo>
                  <a:lnTo>
                    <a:pt x="45078" y="10685"/>
                  </a:lnTo>
                  <a:lnTo>
                    <a:pt x="45091" y="10711"/>
                  </a:lnTo>
                  <a:lnTo>
                    <a:pt x="45129" y="10889"/>
                  </a:lnTo>
                  <a:lnTo>
                    <a:pt x="45449" y="10902"/>
                  </a:lnTo>
                  <a:lnTo>
                    <a:pt x="45462" y="10902"/>
                  </a:lnTo>
                  <a:lnTo>
                    <a:pt x="45487" y="10915"/>
                  </a:lnTo>
                  <a:lnTo>
                    <a:pt x="45615" y="10774"/>
                  </a:lnTo>
                  <a:lnTo>
                    <a:pt x="45896" y="10532"/>
                  </a:lnTo>
                  <a:lnTo>
                    <a:pt x="45794" y="10289"/>
                  </a:lnTo>
                  <a:lnTo>
                    <a:pt x="45794" y="9905"/>
                  </a:lnTo>
                  <a:lnTo>
                    <a:pt x="45871" y="9624"/>
                  </a:lnTo>
                  <a:lnTo>
                    <a:pt x="45589" y="9062"/>
                  </a:lnTo>
                  <a:lnTo>
                    <a:pt x="45794" y="8793"/>
                  </a:lnTo>
                  <a:lnTo>
                    <a:pt x="46471" y="8500"/>
                  </a:lnTo>
                  <a:lnTo>
                    <a:pt x="46663" y="8551"/>
                  </a:lnTo>
                  <a:lnTo>
                    <a:pt x="46765" y="8487"/>
                  </a:lnTo>
                  <a:lnTo>
                    <a:pt x="47174" y="8576"/>
                  </a:lnTo>
                  <a:lnTo>
                    <a:pt x="47289" y="8730"/>
                  </a:lnTo>
                  <a:lnTo>
                    <a:pt x="47353" y="8742"/>
                  </a:lnTo>
                  <a:lnTo>
                    <a:pt x="47315" y="8384"/>
                  </a:lnTo>
                  <a:lnTo>
                    <a:pt x="47519" y="8282"/>
                  </a:lnTo>
                  <a:lnTo>
                    <a:pt x="47647" y="8001"/>
                  </a:lnTo>
                  <a:lnTo>
                    <a:pt x="47877" y="7554"/>
                  </a:lnTo>
                  <a:lnTo>
                    <a:pt x="48184" y="6889"/>
                  </a:lnTo>
                  <a:lnTo>
                    <a:pt x="48184" y="6544"/>
                  </a:lnTo>
                  <a:lnTo>
                    <a:pt x="48695" y="6225"/>
                  </a:lnTo>
                  <a:lnTo>
                    <a:pt x="48542" y="5905"/>
                  </a:lnTo>
                  <a:lnTo>
                    <a:pt x="48542" y="5611"/>
                  </a:lnTo>
                  <a:lnTo>
                    <a:pt x="48337" y="5432"/>
                  </a:lnTo>
                  <a:lnTo>
                    <a:pt x="47558" y="5752"/>
                  </a:lnTo>
                  <a:lnTo>
                    <a:pt x="47353" y="5739"/>
                  </a:lnTo>
                  <a:lnTo>
                    <a:pt x="46753" y="6135"/>
                  </a:lnTo>
                  <a:lnTo>
                    <a:pt x="45551" y="6135"/>
                  </a:lnTo>
                  <a:lnTo>
                    <a:pt x="45423" y="5739"/>
                  </a:lnTo>
                  <a:lnTo>
                    <a:pt x="45423" y="5304"/>
                  </a:lnTo>
                  <a:lnTo>
                    <a:pt x="45283" y="4883"/>
                  </a:lnTo>
                  <a:lnTo>
                    <a:pt x="45040" y="4844"/>
                  </a:lnTo>
                  <a:lnTo>
                    <a:pt x="44657" y="4410"/>
                  </a:lnTo>
                  <a:lnTo>
                    <a:pt x="44107" y="4563"/>
                  </a:lnTo>
                  <a:lnTo>
                    <a:pt x="43890" y="4333"/>
                  </a:lnTo>
                  <a:lnTo>
                    <a:pt x="42957" y="3975"/>
                  </a:lnTo>
                  <a:lnTo>
                    <a:pt x="42957" y="3566"/>
                  </a:lnTo>
                  <a:lnTo>
                    <a:pt x="42829" y="3362"/>
                  </a:lnTo>
                  <a:lnTo>
                    <a:pt x="42829" y="3068"/>
                  </a:lnTo>
                  <a:lnTo>
                    <a:pt x="42458" y="2505"/>
                  </a:lnTo>
                  <a:lnTo>
                    <a:pt x="42458" y="1969"/>
                  </a:lnTo>
                  <a:lnTo>
                    <a:pt x="42126" y="1777"/>
                  </a:lnTo>
                  <a:lnTo>
                    <a:pt x="42024" y="1457"/>
                  </a:lnTo>
                  <a:lnTo>
                    <a:pt x="41845" y="921"/>
                  </a:lnTo>
                  <a:lnTo>
                    <a:pt x="41014" y="320"/>
                  </a:lnTo>
                  <a:lnTo>
                    <a:pt x="40605" y="435"/>
                  </a:lnTo>
                  <a:lnTo>
                    <a:pt x="39621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3" name="Google Shape;1053;p60"/>
            <p:cNvSpPr/>
            <p:nvPr/>
          </p:nvSpPr>
          <p:spPr>
            <a:xfrm>
              <a:off x="4955775" y="2609375"/>
              <a:ext cx="572275" cy="607425"/>
            </a:xfrm>
            <a:custGeom>
              <a:rect b="b" l="l" r="r" t="t"/>
              <a:pathLst>
                <a:path extrusionOk="0" h="24297" w="22891">
                  <a:moveTo>
                    <a:pt x="5701" y="0"/>
                  </a:moveTo>
                  <a:lnTo>
                    <a:pt x="5432" y="154"/>
                  </a:lnTo>
                  <a:lnTo>
                    <a:pt x="5138" y="13"/>
                  </a:lnTo>
                  <a:lnTo>
                    <a:pt x="4819" y="154"/>
                  </a:lnTo>
                  <a:lnTo>
                    <a:pt x="4832" y="345"/>
                  </a:lnTo>
                  <a:lnTo>
                    <a:pt x="4423" y="371"/>
                  </a:lnTo>
                  <a:lnTo>
                    <a:pt x="3924" y="691"/>
                  </a:lnTo>
                  <a:lnTo>
                    <a:pt x="3847" y="997"/>
                  </a:lnTo>
                  <a:lnTo>
                    <a:pt x="4039" y="1138"/>
                  </a:lnTo>
                  <a:lnTo>
                    <a:pt x="4333" y="1240"/>
                  </a:lnTo>
                  <a:lnTo>
                    <a:pt x="4371" y="1278"/>
                  </a:lnTo>
                  <a:lnTo>
                    <a:pt x="4397" y="1317"/>
                  </a:lnTo>
                  <a:lnTo>
                    <a:pt x="4410" y="1355"/>
                  </a:lnTo>
                  <a:lnTo>
                    <a:pt x="4423" y="1381"/>
                  </a:lnTo>
                  <a:lnTo>
                    <a:pt x="4461" y="1406"/>
                  </a:lnTo>
                  <a:lnTo>
                    <a:pt x="4589" y="1457"/>
                  </a:lnTo>
                  <a:lnTo>
                    <a:pt x="4755" y="1496"/>
                  </a:lnTo>
                  <a:lnTo>
                    <a:pt x="4768" y="1713"/>
                  </a:lnTo>
                  <a:lnTo>
                    <a:pt x="4832" y="1713"/>
                  </a:lnTo>
                  <a:lnTo>
                    <a:pt x="4870" y="1726"/>
                  </a:lnTo>
                  <a:lnTo>
                    <a:pt x="4895" y="1739"/>
                  </a:lnTo>
                  <a:lnTo>
                    <a:pt x="4908" y="1751"/>
                  </a:lnTo>
                  <a:lnTo>
                    <a:pt x="4921" y="1790"/>
                  </a:lnTo>
                  <a:lnTo>
                    <a:pt x="4959" y="1815"/>
                  </a:lnTo>
                  <a:lnTo>
                    <a:pt x="4998" y="1866"/>
                  </a:lnTo>
                  <a:lnTo>
                    <a:pt x="4793" y="2084"/>
                  </a:lnTo>
                  <a:lnTo>
                    <a:pt x="4499" y="2314"/>
                  </a:lnTo>
                  <a:lnTo>
                    <a:pt x="4359" y="2544"/>
                  </a:lnTo>
                  <a:lnTo>
                    <a:pt x="4614" y="2723"/>
                  </a:lnTo>
                  <a:lnTo>
                    <a:pt x="4627" y="2735"/>
                  </a:lnTo>
                  <a:lnTo>
                    <a:pt x="4627" y="2761"/>
                  </a:lnTo>
                  <a:lnTo>
                    <a:pt x="4627" y="2978"/>
                  </a:lnTo>
                  <a:lnTo>
                    <a:pt x="4627" y="2991"/>
                  </a:lnTo>
                  <a:lnTo>
                    <a:pt x="4550" y="3451"/>
                  </a:lnTo>
                  <a:lnTo>
                    <a:pt x="4806" y="3950"/>
                  </a:lnTo>
                  <a:lnTo>
                    <a:pt x="5138" y="3950"/>
                  </a:lnTo>
                  <a:lnTo>
                    <a:pt x="5471" y="4180"/>
                  </a:lnTo>
                  <a:lnTo>
                    <a:pt x="5765" y="4320"/>
                  </a:lnTo>
                  <a:lnTo>
                    <a:pt x="5777" y="4333"/>
                  </a:lnTo>
                  <a:lnTo>
                    <a:pt x="5777" y="4346"/>
                  </a:lnTo>
                  <a:lnTo>
                    <a:pt x="5777" y="4371"/>
                  </a:lnTo>
                  <a:lnTo>
                    <a:pt x="5765" y="4384"/>
                  </a:lnTo>
                  <a:lnTo>
                    <a:pt x="5138" y="4819"/>
                  </a:lnTo>
                  <a:lnTo>
                    <a:pt x="5241" y="5151"/>
                  </a:lnTo>
                  <a:lnTo>
                    <a:pt x="5241" y="5177"/>
                  </a:lnTo>
                  <a:lnTo>
                    <a:pt x="5241" y="5189"/>
                  </a:lnTo>
                  <a:lnTo>
                    <a:pt x="4793" y="5713"/>
                  </a:lnTo>
                  <a:lnTo>
                    <a:pt x="4793" y="6122"/>
                  </a:lnTo>
                  <a:lnTo>
                    <a:pt x="4793" y="6148"/>
                  </a:lnTo>
                  <a:lnTo>
                    <a:pt x="4768" y="6161"/>
                  </a:lnTo>
                  <a:lnTo>
                    <a:pt x="4448" y="6288"/>
                  </a:lnTo>
                  <a:lnTo>
                    <a:pt x="4039" y="6927"/>
                  </a:lnTo>
                  <a:lnTo>
                    <a:pt x="4026" y="6927"/>
                  </a:lnTo>
                  <a:lnTo>
                    <a:pt x="3362" y="7375"/>
                  </a:lnTo>
                  <a:lnTo>
                    <a:pt x="3029" y="7988"/>
                  </a:lnTo>
                  <a:lnTo>
                    <a:pt x="3004" y="8001"/>
                  </a:lnTo>
                  <a:lnTo>
                    <a:pt x="2084" y="8346"/>
                  </a:lnTo>
                  <a:lnTo>
                    <a:pt x="2058" y="8346"/>
                  </a:lnTo>
                  <a:lnTo>
                    <a:pt x="2033" y="8333"/>
                  </a:lnTo>
                  <a:lnTo>
                    <a:pt x="1790" y="7963"/>
                  </a:lnTo>
                  <a:lnTo>
                    <a:pt x="1048" y="8717"/>
                  </a:lnTo>
                  <a:lnTo>
                    <a:pt x="1176" y="9138"/>
                  </a:lnTo>
                  <a:lnTo>
                    <a:pt x="1509" y="9075"/>
                  </a:lnTo>
                  <a:lnTo>
                    <a:pt x="1534" y="9087"/>
                  </a:lnTo>
                  <a:lnTo>
                    <a:pt x="1547" y="9113"/>
                  </a:lnTo>
                  <a:lnTo>
                    <a:pt x="1598" y="9714"/>
                  </a:lnTo>
                  <a:lnTo>
                    <a:pt x="1662" y="9803"/>
                  </a:lnTo>
                  <a:lnTo>
                    <a:pt x="1866" y="9803"/>
                  </a:lnTo>
                  <a:lnTo>
                    <a:pt x="1879" y="9816"/>
                  </a:lnTo>
                  <a:lnTo>
                    <a:pt x="2033" y="10084"/>
                  </a:lnTo>
                  <a:lnTo>
                    <a:pt x="2045" y="10084"/>
                  </a:lnTo>
                  <a:lnTo>
                    <a:pt x="2173" y="10468"/>
                  </a:lnTo>
                  <a:lnTo>
                    <a:pt x="2403" y="10800"/>
                  </a:lnTo>
                  <a:lnTo>
                    <a:pt x="2403" y="10826"/>
                  </a:lnTo>
                  <a:lnTo>
                    <a:pt x="2390" y="10851"/>
                  </a:lnTo>
                  <a:lnTo>
                    <a:pt x="2199" y="11004"/>
                  </a:lnTo>
                  <a:lnTo>
                    <a:pt x="2084" y="11145"/>
                  </a:lnTo>
                  <a:lnTo>
                    <a:pt x="2071" y="11158"/>
                  </a:lnTo>
                  <a:lnTo>
                    <a:pt x="2045" y="11158"/>
                  </a:lnTo>
                  <a:lnTo>
                    <a:pt x="1675" y="11030"/>
                  </a:lnTo>
                  <a:lnTo>
                    <a:pt x="1355" y="11158"/>
                  </a:lnTo>
                  <a:lnTo>
                    <a:pt x="1138" y="11158"/>
                  </a:lnTo>
                  <a:lnTo>
                    <a:pt x="844" y="11056"/>
                  </a:lnTo>
                  <a:lnTo>
                    <a:pt x="461" y="11068"/>
                  </a:lnTo>
                  <a:lnTo>
                    <a:pt x="397" y="11298"/>
                  </a:lnTo>
                  <a:lnTo>
                    <a:pt x="486" y="11273"/>
                  </a:lnTo>
                  <a:lnTo>
                    <a:pt x="422" y="11477"/>
                  </a:lnTo>
                  <a:lnTo>
                    <a:pt x="0" y="11656"/>
                  </a:lnTo>
                  <a:lnTo>
                    <a:pt x="141" y="11797"/>
                  </a:lnTo>
                  <a:lnTo>
                    <a:pt x="550" y="12129"/>
                  </a:lnTo>
                  <a:lnTo>
                    <a:pt x="1074" y="12449"/>
                  </a:lnTo>
                  <a:lnTo>
                    <a:pt x="1163" y="12334"/>
                  </a:lnTo>
                  <a:lnTo>
                    <a:pt x="1585" y="12231"/>
                  </a:lnTo>
                  <a:lnTo>
                    <a:pt x="1828" y="12129"/>
                  </a:lnTo>
                  <a:lnTo>
                    <a:pt x="1419" y="12564"/>
                  </a:lnTo>
                  <a:lnTo>
                    <a:pt x="1074" y="12666"/>
                  </a:lnTo>
                  <a:lnTo>
                    <a:pt x="716" y="12768"/>
                  </a:lnTo>
                  <a:lnTo>
                    <a:pt x="678" y="12755"/>
                  </a:lnTo>
                  <a:lnTo>
                    <a:pt x="639" y="12730"/>
                  </a:lnTo>
                  <a:lnTo>
                    <a:pt x="601" y="12691"/>
                  </a:lnTo>
                  <a:lnTo>
                    <a:pt x="499" y="12755"/>
                  </a:lnTo>
                  <a:lnTo>
                    <a:pt x="691" y="12960"/>
                  </a:lnTo>
                  <a:lnTo>
                    <a:pt x="1074" y="13305"/>
                  </a:lnTo>
                  <a:lnTo>
                    <a:pt x="1521" y="13740"/>
                  </a:lnTo>
                  <a:lnTo>
                    <a:pt x="2033" y="14212"/>
                  </a:lnTo>
                  <a:lnTo>
                    <a:pt x="3042" y="13816"/>
                  </a:lnTo>
                  <a:lnTo>
                    <a:pt x="3196" y="13561"/>
                  </a:lnTo>
                  <a:lnTo>
                    <a:pt x="3183" y="13305"/>
                  </a:lnTo>
                  <a:lnTo>
                    <a:pt x="3106" y="13228"/>
                  </a:lnTo>
                  <a:lnTo>
                    <a:pt x="3055" y="13152"/>
                  </a:lnTo>
                  <a:lnTo>
                    <a:pt x="3042" y="13113"/>
                  </a:lnTo>
                  <a:lnTo>
                    <a:pt x="3055" y="13088"/>
                  </a:lnTo>
                  <a:lnTo>
                    <a:pt x="3221" y="12832"/>
                  </a:lnTo>
                  <a:lnTo>
                    <a:pt x="3438" y="12807"/>
                  </a:lnTo>
                  <a:lnTo>
                    <a:pt x="3438" y="13305"/>
                  </a:lnTo>
                  <a:lnTo>
                    <a:pt x="3515" y="13331"/>
                  </a:lnTo>
                  <a:lnTo>
                    <a:pt x="3809" y="13331"/>
                  </a:lnTo>
                  <a:lnTo>
                    <a:pt x="3566" y="13509"/>
                  </a:lnTo>
                  <a:lnTo>
                    <a:pt x="3438" y="13663"/>
                  </a:lnTo>
                  <a:lnTo>
                    <a:pt x="3656" y="13982"/>
                  </a:lnTo>
                  <a:lnTo>
                    <a:pt x="3630" y="14379"/>
                  </a:lnTo>
                  <a:lnTo>
                    <a:pt x="3438" y="14992"/>
                  </a:lnTo>
                  <a:lnTo>
                    <a:pt x="3669" y="15657"/>
                  </a:lnTo>
                  <a:lnTo>
                    <a:pt x="3669" y="16129"/>
                  </a:lnTo>
                  <a:lnTo>
                    <a:pt x="3950" y="16756"/>
                  </a:lnTo>
                  <a:lnTo>
                    <a:pt x="3950" y="17254"/>
                  </a:lnTo>
                  <a:lnTo>
                    <a:pt x="4231" y="18149"/>
                  </a:lnTo>
                  <a:lnTo>
                    <a:pt x="5023" y="19964"/>
                  </a:lnTo>
                  <a:lnTo>
                    <a:pt x="5151" y="20552"/>
                  </a:lnTo>
                  <a:lnTo>
                    <a:pt x="5969" y="21855"/>
                  </a:lnTo>
                  <a:lnTo>
                    <a:pt x="5969" y="22251"/>
                  </a:lnTo>
                  <a:lnTo>
                    <a:pt x="6391" y="23005"/>
                  </a:lnTo>
                  <a:lnTo>
                    <a:pt x="6480" y="23708"/>
                  </a:lnTo>
                  <a:lnTo>
                    <a:pt x="7094" y="24296"/>
                  </a:lnTo>
                  <a:lnTo>
                    <a:pt x="7682" y="24079"/>
                  </a:lnTo>
                  <a:lnTo>
                    <a:pt x="7797" y="23606"/>
                  </a:lnTo>
                  <a:lnTo>
                    <a:pt x="8448" y="23312"/>
                  </a:lnTo>
                  <a:lnTo>
                    <a:pt x="8500" y="23133"/>
                  </a:lnTo>
                  <a:lnTo>
                    <a:pt x="8679" y="22788"/>
                  </a:lnTo>
                  <a:lnTo>
                    <a:pt x="8832" y="22622"/>
                  </a:lnTo>
                  <a:lnTo>
                    <a:pt x="9113" y="22481"/>
                  </a:lnTo>
                  <a:lnTo>
                    <a:pt x="9254" y="21817"/>
                  </a:lnTo>
                  <a:lnTo>
                    <a:pt x="9113" y="21536"/>
                  </a:lnTo>
                  <a:lnTo>
                    <a:pt x="9292" y="20922"/>
                  </a:lnTo>
                  <a:lnTo>
                    <a:pt x="9496" y="20756"/>
                  </a:lnTo>
                  <a:lnTo>
                    <a:pt x="9560" y="20053"/>
                  </a:lnTo>
                  <a:lnTo>
                    <a:pt x="9407" y="19938"/>
                  </a:lnTo>
                  <a:lnTo>
                    <a:pt x="9471" y="19797"/>
                  </a:lnTo>
                  <a:lnTo>
                    <a:pt x="9407" y="19504"/>
                  </a:lnTo>
                  <a:lnTo>
                    <a:pt x="9548" y="19248"/>
                  </a:lnTo>
                  <a:lnTo>
                    <a:pt x="9471" y="19056"/>
                  </a:lnTo>
                  <a:lnTo>
                    <a:pt x="9407" y="18494"/>
                  </a:lnTo>
                  <a:lnTo>
                    <a:pt x="9714" y="18213"/>
                  </a:lnTo>
                  <a:lnTo>
                    <a:pt x="10123" y="18149"/>
                  </a:lnTo>
                  <a:lnTo>
                    <a:pt x="10225" y="17727"/>
                  </a:lnTo>
                  <a:lnTo>
                    <a:pt x="10775" y="17727"/>
                  </a:lnTo>
                  <a:lnTo>
                    <a:pt x="11120" y="17638"/>
                  </a:lnTo>
                  <a:lnTo>
                    <a:pt x="11196" y="17011"/>
                  </a:lnTo>
                  <a:lnTo>
                    <a:pt x="11925" y="16730"/>
                  </a:lnTo>
                  <a:lnTo>
                    <a:pt x="12615" y="16091"/>
                  </a:lnTo>
                  <a:lnTo>
                    <a:pt x="13574" y="15081"/>
                  </a:lnTo>
                  <a:lnTo>
                    <a:pt x="13714" y="14941"/>
                  </a:lnTo>
                  <a:lnTo>
                    <a:pt x="13829" y="14941"/>
                  </a:lnTo>
                  <a:lnTo>
                    <a:pt x="14302" y="14839"/>
                  </a:lnTo>
                  <a:lnTo>
                    <a:pt x="14839" y="14148"/>
                  </a:lnTo>
                  <a:lnTo>
                    <a:pt x="14839" y="13867"/>
                  </a:lnTo>
                  <a:lnTo>
                    <a:pt x="14928" y="13561"/>
                  </a:lnTo>
                  <a:lnTo>
                    <a:pt x="15273" y="13561"/>
                  </a:lnTo>
                  <a:lnTo>
                    <a:pt x="15478" y="13394"/>
                  </a:lnTo>
                  <a:lnTo>
                    <a:pt x="15823" y="13216"/>
                  </a:lnTo>
                  <a:lnTo>
                    <a:pt x="15823" y="13394"/>
                  </a:lnTo>
                  <a:lnTo>
                    <a:pt x="16117" y="13331"/>
                  </a:lnTo>
                  <a:lnTo>
                    <a:pt x="16181" y="13062"/>
                  </a:lnTo>
                  <a:lnTo>
                    <a:pt x="16449" y="13216"/>
                  </a:lnTo>
                  <a:lnTo>
                    <a:pt x="16488" y="13011"/>
                  </a:lnTo>
                  <a:lnTo>
                    <a:pt x="16488" y="12679"/>
                  </a:lnTo>
                  <a:lnTo>
                    <a:pt x="16385" y="12334"/>
                  </a:lnTo>
                  <a:lnTo>
                    <a:pt x="16385" y="12308"/>
                  </a:lnTo>
                  <a:lnTo>
                    <a:pt x="16475" y="12078"/>
                  </a:lnTo>
                  <a:lnTo>
                    <a:pt x="16257" y="11937"/>
                  </a:lnTo>
                  <a:lnTo>
                    <a:pt x="16245" y="11925"/>
                  </a:lnTo>
                  <a:lnTo>
                    <a:pt x="16232" y="11899"/>
                  </a:lnTo>
                  <a:lnTo>
                    <a:pt x="16232" y="11465"/>
                  </a:lnTo>
                  <a:lnTo>
                    <a:pt x="16245" y="11452"/>
                  </a:lnTo>
                  <a:lnTo>
                    <a:pt x="16347" y="11273"/>
                  </a:lnTo>
                  <a:lnTo>
                    <a:pt x="16257" y="11132"/>
                  </a:lnTo>
                  <a:lnTo>
                    <a:pt x="16104" y="11132"/>
                  </a:lnTo>
                  <a:lnTo>
                    <a:pt x="15733" y="10992"/>
                  </a:lnTo>
                  <a:lnTo>
                    <a:pt x="15721" y="10979"/>
                  </a:lnTo>
                  <a:lnTo>
                    <a:pt x="15708" y="10953"/>
                  </a:lnTo>
                  <a:lnTo>
                    <a:pt x="15708" y="10634"/>
                  </a:lnTo>
                  <a:lnTo>
                    <a:pt x="15721" y="10621"/>
                  </a:lnTo>
                  <a:lnTo>
                    <a:pt x="15733" y="10595"/>
                  </a:lnTo>
                  <a:lnTo>
                    <a:pt x="16117" y="10391"/>
                  </a:lnTo>
                  <a:lnTo>
                    <a:pt x="16475" y="10391"/>
                  </a:lnTo>
                  <a:lnTo>
                    <a:pt x="16411" y="10225"/>
                  </a:lnTo>
                  <a:lnTo>
                    <a:pt x="16130" y="10135"/>
                  </a:lnTo>
                  <a:lnTo>
                    <a:pt x="16117" y="10123"/>
                  </a:lnTo>
                  <a:lnTo>
                    <a:pt x="15721" y="9816"/>
                  </a:lnTo>
                  <a:lnTo>
                    <a:pt x="15708" y="9790"/>
                  </a:lnTo>
                  <a:lnTo>
                    <a:pt x="15721" y="9765"/>
                  </a:lnTo>
                  <a:lnTo>
                    <a:pt x="15963" y="9522"/>
                  </a:lnTo>
                  <a:lnTo>
                    <a:pt x="16053" y="9266"/>
                  </a:lnTo>
                  <a:lnTo>
                    <a:pt x="16066" y="9254"/>
                  </a:lnTo>
                  <a:lnTo>
                    <a:pt x="16181" y="9151"/>
                  </a:lnTo>
                  <a:lnTo>
                    <a:pt x="16219" y="9138"/>
                  </a:lnTo>
                  <a:lnTo>
                    <a:pt x="16245" y="9151"/>
                  </a:lnTo>
                  <a:lnTo>
                    <a:pt x="16462" y="9432"/>
                  </a:lnTo>
                  <a:lnTo>
                    <a:pt x="16564" y="9343"/>
                  </a:lnTo>
                  <a:lnTo>
                    <a:pt x="16603" y="9343"/>
                  </a:lnTo>
                  <a:lnTo>
                    <a:pt x="16769" y="9458"/>
                  </a:lnTo>
                  <a:lnTo>
                    <a:pt x="16781" y="9471"/>
                  </a:lnTo>
                  <a:lnTo>
                    <a:pt x="16909" y="9688"/>
                  </a:lnTo>
                  <a:lnTo>
                    <a:pt x="17139" y="9573"/>
                  </a:lnTo>
                  <a:lnTo>
                    <a:pt x="17152" y="9560"/>
                  </a:lnTo>
                  <a:lnTo>
                    <a:pt x="17178" y="9573"/>
                  </a:lnTo>
                  <a:lnTo>
                    <a:pt x="17331" y="9637"/>
                  </a:lnTo>
                  <a:lnTo>
                    <a:pt x="17357" y="9663"/>
                  </a:lnTo>
                  <a:lnTo>
                    <a:pt x="17357" y="9688"/>
                  </a:lnTo>
                  <a:lnTo>
                    <a:pt x="17280" y="10123"/>
                  </a:lnTo>
                  <a:lnTo>
                    <a:pt x="17344" y="10327"/>
                  </a:lnTo>
                  <a:lnTo>
                    <a:pt x="18775" y="10327"/>
                  </a:lnTo>
                  <a:lnTo>
                    <a:pt x="19171" y="10442"/>
                  </a:lnTo>
                  <a:lnTo>
                    <a:pt x="19184" y="10442"/>
                  </a:lnTo>
                  <a:lnTo>
                    <a:pt x="19197" y="10455"/>
                  </a:lnTo>
                  <a:lnTo>
                    <a:pt x="19286" y="10698"/>
                  </a:lnTo>
                  <a:lnTo>
                    <a:pt x="19286" y="10723"/>
                  </a:lnTo>
                  <a:lnTo>
                    <a:pt x="19261" y="10749"/>
                  </a:lnTo>
                  <a:lnTo>
                    <a:pt x="18993" y="10838"/>
                  </a:lnTo>
                  <a:lnTo>
                    <a:pt x="18993" y="11081"/>
                  </a:lnTo>
                  <a:lnTo>
                    <a:pt x="18967" y="11107"/>
                  </a:lnTo>
                  <a:lnTo>
                    <a:pt x="18801" y="11260"/>
                  </a:lnTo>
                  <a:lnTo>
                    <a:pt x="18392" y="11260"/>
                  </a:lnTo>
                  <a:lnTo>
                    <a:pt x="18315" y="11528"/>
                  </a:lnTo>
                  <a:lnTo>
                    <a:pt x="18328" y="11784"/>
                  </a:lnTo>
                  <a:lnTo>
                    <a:pt x="18545" y="12027"/>
                  </a:lnTo>
                  <a:lnTo>
                    <a:pt x="18903" y="11554"/>
                  </a:lnTo>
                  <a:lnTo>
                    <a:pt x="18916" y="11541"/>
                  </a:lnTo>
                  <a:lnTo>
                    <a:pt x="18941" y="11541"/>
                  </a:lnTo>
                  <a:lnTo>
                    <a:pt x="19108" y="11554"/>
                  </a:lnTo>
                  <a:lnTo>
                    <a:pt x="19133" y="11567"/>
                  </a:lnTo>
                  <a:lnTo>
                    <a:pt x="19146" y="11592"/>
                  </a:lnTo>
                  <a:lnTo>
                    <a:pt x="19184" y="12091"/>
                  </a:lnTo>
                  <a:lnTo>
                    <a:pt x="19350" y="12372"/>
                  </a:lnTo>
                  <a:lnTo>
                    <a:pt x="19363" y="12398"/>
                  </a:lnTo>
                  <a:lnTo>
                    <a:pt x="19274" y="12679"/>
                  </a:lnTo>
                  <a:lnTo>
                    <a:pt x="19389" y="12755"/>
                  </a:lnTo>
                  <a:lnTo>
                    <a:pt x="19465" y="12628"/>
                  </a:lnTo>
                  <a:lnTo>
                    <a:pt x="19555" y="12525"/>
                  </a:lnTo>
                  <a:lnTo>
                    <a:pt x="19465" y="12295"/>
                  </a:lnTo>
                  <a:lnTo>
                    <a:pt x="19529" y="12116"/>
                  </a:lnTo>
                  <a:lnTo>
                    <a:pt x="19517" y="11886"/>
                  </a:lnTo>
                  <a:lnTo>
                    <a:pt x="19695" y="11861"/>
                  </a:lnTo>
                  <a:lnTo>
                    <a:pt x="19734" y="11465"/>
                  </a:lnTo>
                  <a:lnTo>
                    <a:pt x="20232" y="11567"/>
                  </a:lnTo>
                  <a:lnTo>
                    <a:pt x="20705" y="10838"/>
                  </a:lnTo>
                  <a:lnTo>
                    <a:pt x="20590" y="10672"/>
                  </a:lnTo>
                  <a:lnTo>
                    <a:pt x="20705" y="10429"/>
                  </a:lnTo>
                  <a:lnTo>
                    <a:pt x="20935" y="10365"/>
                  </a:lnTo>
                  <a:lnTo>
                    <a:pt x="20935" y="10123"/>
                  </a:lnTo>
                  <a:lnTo>
                    <a:pt x="21063" y="10033"/>
                  </a:lnTo>
                  <a:lnTo>
                    <a:pt x="20974" y="9765"/>
                  </a:lnTo>
                  <a:lnTo>
                    <a:pt x="21025" y="9560"/>
                  </a:lnTo>
                  <a:lnTo>
                    <a:pt x="21242" y="9484"/>
                  </a:lnTo>
                  <a:lnTo>
                    <a:pt x="21357" y="9343"/>
                  </a:lnTo>
                  <a:lnTo>
                    <a:pt x="21549" y="9241"/>
                  </a:lnTo>
                  <a:lnTo>
                    <a:pt x="21715" y="8985"/>
                  </a:lnTo>
                  <a:lnTo>
                    <a:pt x="22277" y="8857"/>
                  </a:lnTo>
                  <a:lnTo>
                    <a:pt x="22443" y="9036"/>
                  </a:lnTo>
                  <a:lnTo>
                    <a:pt x="22507" y="9023"/>
                  </a:lnTo>
                  <a:lnTo>
                    <a:pt x="22379" y="8819"/>
                  </a:lnTo>
                  <a:lnTo>
                    <a:pt x="22354" y="8691"/>
                  </a:lnTo>
                  <a:lnTo>
                    <a:pt x="22686" y="8448"/>
                  </a:lnTo>
                  <a:lnTo>
                    <a:pt x="22737" y="8244"/>
                  </a:lnTo>
                  <a:lnTo>
                    <a:pt x="22865" y="7899"/>
                  </a:lnTo>
                  <a:lnTo>
                    <a:pt x="22891" y="7771"/>
                  </a:lnTo>
                  <a:lnTo>
                    <a:pt x="22571" y="7797"/>
                  </a:lnTo>
                  <a:lnTo>
                    <a:pt x="22546" y="7797"/>
                  </a:lnTo>
                  <a:lnTo>
                    <a:pt x="22379" y="7682"/>
                  </a:lnTo>
                  <a:lnTo>
                    <a:pt x="22367" y="7656"/>
                  </a:lnTo>
                  <a:lnTo>
                    <a:pt x="22367" y="7630"/>
                  </a:lnTo>
                  <a:lnTo>
                    <a:pt x="22520" y="7273"/>
                  </a:lnTo>
                  <a:lnTo>
                    <a:pt x="22367" y="7247"/>
                  </a:lnTo>
                  <a:lnTo>
                    <a:pt x="22341" y="7234"/>
                  </a:lnTo>
                  <a:lnTo>
                    <a:pt x="22341" y="7209"/>
                  </a:lnTo>
                  <a:lnTo>
                    <a:pt x="22341" y="7004"/>
                  </a:lnTo>
                  <a:lnTo>
                    <a:pt x="22047" y="6800"/>
                  </a:lnTo>
                  <a:lnTo>
                    <a:pt x="21421" y="7068"/>
                  </a:lnTo>
                  <a:lnTo>
                    <a:pt x="21395" y="7068"/>
                  </a:lnTo>
                  <a:lnTo>
                    <a:pt x="20910" y="6953"/>
                  </a:lnTo>
                  <a:lnTo>
                    <a:pt x="20334" y="7528"/>
                  </a:lnTo>
                  <a:lnTo>
                    <a:pt x="20309" y="7528"/>
                  </a:lnTo>
                  <a:lnTo>
                    <a:pt x="19862" y="7618"/>
                  </a:lnTo>
                  <a:lnTo>
                    <a:pt x="19350" y="8142"/>
                  </a:lnTo>
                  <a:lnTo>
                    <a:pt x="19338" y="8154"/>
                  </a:lnTo>
                  <a:lnTo>
                    <a:pt x="18865" y="8308"/>
                  </a:lnTo>
                  <a:lnTo>
                    <a:pt x="19146" y="8423"/>
                  </a:lnTo>
                  <a:lnTo>
                    <a:pt x="19171" y="8436"/>
                  </a:lnTo>
                  <a:lnTo>
                    <a:pt x="19171" y="8461"/>
                  </a:lnTo>
                  <a:lnTo>
                    <a:pt x="19171" y="8717"/>
                  </a:lnTo>
                  <a:lnTo>
                    <a:pt x="19171" y="8730"/>
                  </a:lnTo>
                  <a:lnTo>
                    <a:pt x="19005" y="9062"/>
                  </a:lnTo>
                  <a:lnTo>
                    <a:pt x="18980" y="9075"/>
                  </a:lnTo>
                  <a:lnTo>
                    <a:pt x="18941" y="9075"/>
                  </a:lnTo>
                  <a:lnTo>
                    <a:pt x="18801" y="8960"/>
                  </a:lnTo>
                  <a:lnTo>
                    <a:pt x="18520" y="9087"/>
                  </a:lnTo>
                  <a:lnTo>
                    <a:pt x="18507" y="9087"/>
                  </a:lnTo>
                  <a:lnTo>
                    <a:pt x="17817" y="9126"/>
                  </a:lnTo>
                  <a:lnTo>
                    <a:pt x="17791" y="9113"/>
                  </a:lnTo>
                  <a:lnTo>
                    <a:pt x="17599" y="8960"/>
                  </a:lnTo>
                  <a:lnTo>
                    <a:pt x="17395" y="9126"/>
                  </a:lnTo>
                  <a:lnTo>
                    <a:pt x="17357" y="9151"/>
                  </a:lnTo>
                  <a:lnTo>
                    <a:pt x="16871" y="9151"/>
                  </a:lnTo>
                  <a:lnTo>
                    <a:pt x="16436" y="8947"/>
                  </a:lnTo>
                  <a:lnTo>
                    <a:pt x="16411" y="8921"/>
                  </a:lnTo>
                  <a:lnTo>
                    <a:pt x="16360" y="8742"/>
                  </a:lnTo>
                  <a:lnTo>
                    <a:pt x="16360" y="8717"/>
                  </a:lnTo>
                  <a:lnTo>
                    <a:pt x="16372" y="8704"/>
                  </a:lnTo>
                  <a:lnTo>
                    <a:pt x="16436" y="8640"/>
                  </a:lnTo>
                  <a:lnTo>
                    <a:pt x="16283" y="8487"/>
                  </a:lnTo>
                  <a:lnTo>
                    <a:pt x="16270" y="8461"/>
                  </a:lnTo>
                  <a:lnTo>
                    <a:pt x="16270" y="8436"/>
                  </a:lnTo>
                  <a:lnTo>
                    <a:pt x="16372" y="8308"/>
                  </a:lnTo>
                  <a:lnTo>
                    <a:pt x="16181" y="7988"/>
                  </a:lnTo>
                  <a:lnTo>
                    <a:pt x="15989" y="8090"/>
                  </a:lnTo>
                  <a:lnTo>
                    <a:pt x="15797" y="8755"/>
                  </a:lnTo>
                  <a:lnTo>
                    <a:pt x="16091" y="9075"/>
                  </a:lnTo>
                  <a:lnTo>
                    <a:pt x="16104" y="9100"/>
                  </a:lnTo>
                  <a:lnTo>
                    <a:pt x="16091" y="9126"/>
                  </a:lnTo>
                  <a:lnTo>
                    <a:pt x="15772" y="9317"/>
                  </a:lnTo>
                  <a:lnTo>
                    <a:pt x="15759" y="9317"/>
                  </a:lnTo>
                  <a:lnTo>
                    <a:pt x="15222" y="9484"/>
                  </a:lnTo>
                  <a:lnTo>
                    <a:pt x="15184" y="9484"/>
                  </a:lnTo>
                  <a:lnTo>
                    <a:pt x="14992" y="9381"/>
                  </a:lnTo>
                  <a:lnTo>
                    <a:pt x="14775" y="9381"/>
                  </a:lnTo>
                  <a:lnTo>
                    <a:pt x="14762" y="9369"/>
                  </a:lnTo>
                  <a:lnTo>
                    <a:pt x="14494" y="9215"/>
                  </a:lnTo>
                  <a:lnTo>
                    <a:pt x="14123" y="9215"/>
                  </a:lnTo>
                  <a:lnTo>
                    <a:pt x="14098" y="9202"/>
                  </a:lnTo>
                  <a:lnTo>
                    <a:pt x="13791" y="8921"/>
                  </a:lnTo>
                  <a:lnTo>
                    <a:pt x="13637" y="9049"/>
                  </a:lnTo>
                  <a:lnTo>
                    <a:pt x="13625" y="9062"/>
                  </a:lnTo>
                  <a:lnTo>
                    <a:pt x="13612" y="9062"/>
                  </a:lnTo>
                  <a:lnTo>
                    <a:pt x="13126" y="8896"/>
                  </a:lnTo>
                  <a:lnTo>
                    <a:pt x="13101" y="8870"/>
                  </a:lnTo>
                  <a:lnTo>
                    <a:pt x="13101" y="8857"/>
                  </a:lnTo>
                  <a:lnTo>
                    <a:pt x="13101" y="8551"/>
                  </a:lnTo>
                  <a:lnTo>
                    <a:pt x="12564" y="8346"/>
                  </a:lnTo>
                  <a:lnTo>
                    <a:pt x="12398" y="8538"/>
                  </a:lnTo>
                  <a:lnTo>
                    <a:pt x="12372" y="8551"/>
                  </a:lnTo>
                  <a:lnTo>
                    <a:pt x="12359" y="8551"/>
                  </a:lnTo>
                  <a:lnTo>
                    <a:pt x="12091" y="8436"/>
                  </a:lnTo>
                  <a:lnTo>
                    <a:pt x="11950" y="8551"/>
                  </a:lnTo>
                  <a:lnTo>
                    <a:pt x="11695" y="8551"/>
                  </a:lnTo>
                  <a:lnTo>
                    <a:pt x="11414" y="8333"/>
                  </a:lnTo>
                  <a:lnTo>
                    <a:pt x="11017" y="8065"/>
                  </a:lnTo>
                  <a:lnTo>
                    <a:pt x="10762" y="8065"/>
                  </a:lnTo>
                  <a:lnTo>
                    <a:pt x="10519" y="7835"/>
                  </a:lnTo>
                  <a:lnTo>
                    <a:pt x="10289" y="7656"/>
                  </a:lnTo>
                  <a:lnTo>
                    <a:pt x="10097" y="7656"/>
                  </a:lnTo>
                  <a:lnTo>
                    <a:pt x="10059" y="7643"/>
                  </a:lnTo>
                  <a:lnTo>
                    <a:pt x="9867" y="7413"/>
                  </a:lnTo>
                  <a:lnTo>
                    <a:pt x="9330" y="7247"/>
                  </a:lnTo>
                  <a:lnTo>
                    <a:pt x="9318" y="7234"/>
                  </a:lnTo>
                  <a:lnTo>
                    <a:pt x="9305" y="7221"/>
                  </a:lnTo>
                  <a:lnTo>
                    <a:pt x="9305" y="7209"/>
                  </a:lnTo>
                  <a:lnTo>
                    <a:pt x="9318" y="7183"/>
                  </a:lnTo>
                  <a:lnTo>
                    <a:pt x="9496" y="6927"/>
                  </a:lnTo>
                  <a:lnTo>
                    <a:pt x="9624" y="6723"/>
                  </a:lnTo>
                  <a:lnTo>
                    <a:pt x="9727" y="6557"/>
                  </a:lnTo>
                  <a:lnTo>
                    <a:pt x="9816" y="6340"/>
                  </a:lnTo>
                  <a:lnTo>
                    <a:pt x="9829" y="6327"/>
                  </a:lnTo>
                  <a:lnTo>
                    <a:pt x="10148" y="6110"/>
                  </a:lnTo>
                  <a:lnTo>
                    <a:pt x="10148" y="5969"/>
                  </a:lnTo>
                  <a:lnTo>
                    <a:pt x="9599" y="5752"/>
                  </a:lnTo>
                  <a:lnTo>
                    <a:pt x="9586" y="5739"/>
                  </a:lnTo>
                  <a:lnTo>
                    <a:pt x="9509" y="5624"/>
                  </a:lnTo>
                  <a:lnTo>
                    <a:pt x="9305" y="5624"/>
                  </a:lnTo>
                  <a:lnTo>
                    <a:pt x="9292" y="5598"/>
                  </a:lnTo>
                  <a:lnTo>
                    <a:pt x="9292" y="5407"/>
                  </a:lnTo>
                  <a:lnTo>
                    <a:pt x="8806" y="5330"/>
                  </a:lnTo>
                  <a:lnTo>
                    <a:pt x="8794" y="5317"/>
                  </a:lnTo>
                  <a:lnTo>
                    <a:pt x="8589" y="5100"/>
                  </a:lnTo>
                  <a:lnTo>
                    <a:pt x="8448" y="5164"/>
                  </a:lnTo>
                  <a:lnTo>
                    <a:pt x="8410" y="5164"/>
                  </a:lnTo>
                  <a:lnTo>
                    <a:pt x="8397" y="5138"/>
                  </a:lnTo>
                  <a:lnTo>
                    <a:pt x="8295" y="4589"/>
                  </a:lnTo>
                  <a:lnTo>
                    <a:pt x="8078" y="4231"/>
                  </a:lnTo>
                  <a:lnTo>
                    <a:pt x="8065" y="4192"/>
                  </a:lnTo>
                  <a:lnTo>
                    <a:pt x="8142" y="3988"/>
                  </a:lnTo>
                  <a:lnTo>
                    <a:pt x="8155" y="3975"/>
                  </a:lnTo>
                  <a:lnTo>
                    <a:pt x="8167" y="3962"/>
                  </a:lnTo>
                  <a:lnTo>
                    <a:pt x="8193" y="3962"/>
                  </a:lnTo>
                  <a:lnTo>
                    <a:pt x="8206" y="3975"/>
                  </a:lnTo>
                  <a:lnTo>
                    <a:pt x="8551" y="4244"/>
                  </a:lnTo>
                  <a:lnTo>
                    <a:pt x="8730" y="4167"/>
                  </a:lnTo>
                  <a:lnTo>
                    <a:pt x="8921" y="3898"/>
                  </a:lnTo>
                  <a:lnTo>
                    <a:pt x="8768" y="3720"/>
                  </a:lnTo>
                  <a:lnTo>
                    <a:pt x="8819" y="3528"/>
                  </a:lnTo>
                  <a:lnTo>
                    <a:pt x="8742" y="3502"/>
                  </a:lnTo>
                  <a:lnTo>
                    <a:pt x="8679" y="3489"/>
                  </a:lnTo>
                  <a:lnTo>
                    <a:pt x="8602" y="3464"/>
                  </a:lnTo>
                  <a:lnTo>
                    <a:pt x="8538" y="3413"/>
                  </a:lnTo>
                  <a:lnTo>
                    <a:pt x="8525" y="3387"/>
                  </a:lnTo>
                  <a:lnTo>
                    <a:pt x="8500" y="3362"/>
                  </a:lnTo>
                  <a:lnTo>
                    <a:pt x="8500" y="3323"/>
                  </a:lnTo>
                  <a:lnTo>
                    <a:pt x="8500" y="3272"/>
                  </a:lnTo>
                  <a:lnTo>
                    <a:pt x="8512" y="3234"/>
                  </a:lnTo>
                  <a:lnTo>
                    <a:pt x="8538" y="3170"/>
                  </a:lnTo>
                  <a:lnTo>
                    <a:pt x="8563" y="3081"/>
                  </a:lnTo>
                  <a:lnTo>
                    <a:pt x="8461" y="2940"/>
                  </a:lnTo>
                  <a:lnTo>
                    <a:pt x="8436" y="2914"/>
                  </a:lnTo>
                  <a:lnTo>
                    <a:pt x="8461" y="2889"/>
                  </a:lnTo>
                  <a:lnTo>
                    <a:pt x="8512" y="2850"/>
                  </a:lnTo>
                  <a:lnTo>
                    <a:pt x="8602" y="2787"/>
                  </a:lnTo>
                  <a:lnTo>
                    <a:pt x="9011" y="2799"/>
                  </a:lnTo>
                  <a:lnTo>
                    <a:pt x="8985" y="2569"/>
                  </a:lnTo>
                  <a:lnTo>
                    <a:pt x="8998" y="2454"/>
                  </a:lnTo>
                  <a:lnTo>
                    <a:pt x="9369" y="2390"/>
                  </a:lnTo>
                  <a:lnTo>
                    <a:pt x="9407" y="2173"/>
                  </a:lnTo>
                  <a:lnTo>
                    <a:pt x="9445" y="1943"/>
                  </a:lnTo>
                  <a:lnTo>
                    <a:pt x="9445" y="1713"/>
                  </a:lnTo>
                  <a:lnTo>
                    <a:pt x="9433" y="1470"/>
                  </a:lnTo>
                  <a:lnTo>
                    <a:pt x="9088" y="1445"/>
                  </a:lnTo>
                  <a:lnTo>
                    <a:pt x="8883" y="1253"/>
                  </a:lnTo>
                  <a:lnTo>
                    <a:pt x="8193" y="1726"/>
                  </a:lnTo>
                  <a:lnTo>
                    <a:pt x="8180" y="1739"/>
                  </a:lnTo>
                  <a:lnTo>
                    <a:pt x="7861" y="1790"/>
                  </a:lnTo>
                  <a:lnTo>
                    <a:pt x="7835" y="1790"/>
                  </a:lnTo>
                  <a:lnTo>
                    <a:pt x="7822" y="1777"/>
                  </a:lnTo>
                  <a:lnTo>
                    <a:pt x="7592" y="1457"/>
                  </a:lnTo>
                  <a:lnTo>
                    <a:pt x="7285" y="1457"/>
                  </a:lnTo>
                  <a:lnTo>
                    <a:pt x="7209" y="1445"/>
                  </a:lnTo>
                  <a:lnTo>
                    <a:pt x="7043" y="1189"/>
                  </a:lnTo>
                  <a:lnTo>
                    <a:pt x="6915" y="1074"/>
                  </a:lnTo>
                  <a:lnTo>
                    <a:pt x="6736" y="933"/>
                  </a:lnTo>
                  <a:lnTo>
                    <a:pt x="6493" y="767"/>
                  </a:lnTo>
                  <a:lnTo>
                    <a:pt x="6148" y="409"/>
                  </a:lnTo>
                  <a:lnTo>
                    <a:pt x="5828" y="230"/>
                  </a:lnTo>
                  <a:lnTo>
                    <a:pt x="5701" y="0"/>
                  </a:lnTo>
                  <a:close/>
                </a:path>
              </a:pathLst>
            </a:custGeom>
            <a:solidFill>
              <a:srgbClr val="C8C8C8"/>
            </a:solidFill>
            <a:ln cap="rnd" cmpd="sng" w="38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54" name="Google Shape;1054;p60"/>
          <p:cNvSpPr txBox="1"/>
          <p:nvPr/>
        </p:nvSpPr>
        <p:spPr>
          <a:xfrm>
            <a:off x="8229600" y="4866905"/>
            <a:ext cx="473700" cy="9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600">
                <a:solidFill>
                  <a:srgbClr val="929292"/>
                </a:solidFill>
              </a:rPr>
              <a:t>‹#›</a:t>
            </a:fld>
            <a:endParaRPr sz="600">
              <a:solidFill>
                <a:srgbClr val="929292"/>
              </a:solidFill>
            </a:endParaRPr>
          </a:p>
        </p:txBody>
      </p:sp>
      <p:sp>
        <p:nvSpPr>
          <p:cNvPr id="1055" name="Google Shape;1055;p60"/>
          <p:cNvSpPr/>
          <p:nvPr/>
        </p:nvSpPr>
        <p:spPr>
          <a:xfrm>
            <a:off x="7541741" y="3768110"/>
            <a:ext cx="197148" cy="228625"/>
          </a:xfrm>
          <a:custGeom>
            <a:rect b="b" l="l" r="r" t="t"/>
            <a:pathLst>
              <a:path extrusionOk="0" h="21317" w="16025">
                <a:moveTo>
                  <a:pt x="2620" y="16005"/>
                </a:moveTo>
                <a:cubicBezTo>
                  <a:pt x="-2874" y="10221"/>
                  <a:pt x="870" y="-283"/>
                  <a:pt x="8323" y="6"/>
                </a:cubicBezTo>
                <a:cubicBezTo>
                  <a:pt x="15539" y="285"/>
                  <a:pt x="18726" y="10558"/>
                  <a:pt x="13287" y="16005"/>
                </a:cubicBezTo>
                <a:lnTo>
                  <a:pt x="7983" y="21317"/>
                </a:lnTo>
                <a:lnTo>
                  <a:pt x="2620" y="16005"/>
                </a:lnTo>
                <a:close/>
              </a:path>
            </a:pathLst>
          </a:custGeom>
          <a:solidFill>
            <a:srgbClr val="29B5E8"/>
          </a:solidFill>
          <a:ln>
            <a:noFill/>
          </a:ln>
          <a:effectLst>
            <a:outerShdw blurRad="76200" kx="1200090" rotWithShape="0" algn="br" sy="23000">
              <a:srgbClr val="000000">
                <a:alpha val="200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6" name="Google Shape;1056;p60"/>
          <p:cNvSpPr/>
          <p:nvPr/>
        </p:nvSpPr>
        <p:spPr>
          <a:xfrm>
            <a:off x="7331964" y="2147601"/>
            <a:ext cx="197148" cy="228625"/>
          </a:xfrm>
          <a:custGeom>
            <a:rect b="b" l="l" r="r" t="t"/>
            <a:pathLst>
              <a:path extrusionOk="0" h="21317" w="16025">
                <a:moveTo>
                  <a:pt x="2620" y="16005"/>
                </a:moveTo>
                <a:cubicBezTo>
                  <a:pt x="-2874" y="10221"/>
                  <a:pt x="870" y="-283"/>
                  <a:pt x="8323" y="6"/>
                </a:cubicBezTo>
                <a:cubicBezTo>
                  <a:pt x="15539" y="285"/>
                  <a:pt x="18726" y="10558"/>
                  <a:pt x="13287" y="16005"/>
                </a:cubicBezTo>
                <a:lnTo>
                  <a:pt x="7983" y="21317"/>
                </a:lnTo>
                <a:lnTo>
                  <a:pt x="2620" y="16005"/>
                </a:lnTo>
                <a:close/>
              </a:path>
            </a:pathLst>
          </a:custGeom>
          <a:solidFill>
            <a:srgbClr val="FF9F36"/>
          </a:solidFill>
          <a:ln>
            <a:noFill/>
          </a:ln>
          <a:effectLst>
            <a:outerShdw blurRad="76200" kx="1200090" rotWithShape="0" algn="br" sy="23000">
              <a:srgbClr val="000000">
                <a:alpha val="200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7" name="Google Shape;1057;p60"/>
          <p:cNvSpPr/>
          <p:nvPr/>
        </p:nvSpPr>
        <p:spPr>
          <a:xfrm>
            <a:off x="7569308" y="3818478"/>
            <a:ext cx="197148" cy="228625"/>
          </a:xfrm>
          <a:custGeom>
            <a:rect b="b" l="l" r="r" t="t"/>
            <a:pathLst>
              <a:path extrusionOk="0" h="21317" w="16025">
                <a:moveTo>
                  <a:pt x="2620" y="16005"/>
                </a:moveTo>
                <a:cubicBezTo>
                  <a:pt x="-2874" y="10221"/>
                  <a:pt x="870" y="-283"/>
                  <a:pt x="8323" y="6"/>
                </a:cubicBezTo>
                <a:cubicBezTo>
                  <a:pt x="15539" y="285"/>
                  <a:pt x="18726" y="10558"/>
                  <a:pt x="13287" y="16005"/>
                </a:cubicBezTo>
                <a:lnTo>
                  <a:pt x="7983" y="21317"/>
                </a:lnTo>
                <a:lnTo>
                  <a:pt x="2620" y="16005"/>
                </a:lnTo>
                <a:close/>
              </a:path>
            </a:pathLst>
          </a:custGeom>
          <a:solidFill>
            <a:srgbClr val="FF9F36"/>
          </a:solidFill>
          <a:ln>
            <a:noFill/>
          </a:ln>
          <a:effectLst>
            <a:outerShdw blurRad="76200" kx="1200090" rotWithShape="0" algn="br" sy="23000">
              <a:srgbClr val="000000">
                <a:alpha val="200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58" name="Google Shape;1058;p60"/>
          <p:cNvCxnSpPr/>
          <p:nvPr/>
        </p:nvCxnSpPr>
        <p:spPr>
          <a:xfrm>
            <a:off x="629647" y="4047102"/>
            <a:ext cx="243900" cy="0"/>
          </a:xfrm>
          <a:prstGeom prst="straightConnector1">
            <a:avLst/>
          </a:prstGeom>
          <a:noFill/>
          <a:ln cap="flat" cmpd="sng" w="31750">
            <a:solidFill>
              <a:srgbClr val="29B5E8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059" name="Google Shape;1059;p60"/>
          <p:cNvCxnSpPr/>
          <p:nvPr/>
        </p:nvCxnSpPr>
        <p:spPr>
          <a:xfrm>
            <a:off x="629647" y="4218552"/>
            <a:ext cx="243900" cy="0"/>
          </a:xfrm>
          <a:prstGeom prst="straightConnector1">
            <a:avLst/>
          </a:prstGeom>
          <a:noFill/>
          <a:ln cap="flat" cmpd="sng" w="31750">
            <a:solidFill>
              <a:srgbClr val="FF9F36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060" name="Google Shape;1060;p60"/>
          <p:cNvCxnSpPr/>
          <p:nvPr/>
        </p:nvCxnSpPr>
        <p:spPr>
          <a:xfrm>
            <a:off x="629647" y="4390002"/>
            <a:ext cx="243900" cy="0"/>
          </a:xfrm>
          <a:prstGeom prst="straightConnector1">
            <a:avLst/>
          </a:prstGeom>
          <a:noFill/>
          <a:ln cap="flat" cmpd="sng" w="31750">
            <a:solidFill>
              <a:srgbClr val="D45B90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descr="A picture containing drawing&#10;&#10;Description automatically generated" id="1061" name="Google Shape;1061;p60"/>
          <p:cNvPicPr preferRelativeResize="0"/>
          <p:nvPr/>
        </p:nvPicPr>
        <p:blipFill rotWithShape="1">
          <a:blip r:embed="rId3">
            <a:alphaModFix/>
          </a:blip>
          <a:srcRect b="40911" l="11509" r="10833" t="40505"/>
          <a:stretch/>
        </p:blipFill>
        <p:spPr>
          <a:xfrm>
            <a:off x="977538" y="4335018"/>
            <a:ext cx="689338" cy="10996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icture containing plate, clock, drawing&#10;&#10;Description automatically generated" id="1062" name="Google Shape;1062;p6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77538" y="4163234"/>
            <a:ext cx="174525" cy="104366"/>
          </a:xfrm>
          <a:prstGeom prst="rect">
            <a:avLst/>
          </a:prstGeom>
          <a:noFill/>
          <a:ln>
            <a:noFill/>
          </a:ln>
        </p:spPr>
      </p:pic>
      <p:sp>
        <p:nvSpPr>
          <p:cNvPr id="1063" name="Google Shape;1063;p60"/>
          <p:cNvSpPr/>
          <p:nvPr/>
        </p:nvSpPr>
        <p:spPr>
          <a:xfrm>
            <a:off x="2005618" y="2341490"/>
            <a:ext cx="197148" cy="228625"/>
          </a:xfrm>
          <a:custGeom>
            <a:rect b="b" l="l" r="r" t="t"/>
            <a:pathLst>
              <a:path extrusionOk="0" h="21317" w="16025">
                <a:moveTo>
                  <a:pt x="2620" y="16005"/>
                </a:moveTo>
                <a:cubicBezTo>
                  <a:pt x="-2874" y="10221"/>
                  <a:pt x="870" y="-283"/>
                  <a:pt x="8323" y="6"/>
                </a:cubicBezTo>
                <a:cubicBezTo>
                  <a:pt x="15539" y="285"/>
                  <a:pt x="18726" y="10558"/>
                  <a:pt x="13287" y="16005"/>
                </a:cubicBezTo>
                <a:lnTo>
                  <a:pt x="7983" y="21317"/>
                </a:lnTo>
                <a:lnTo>
                  <a:pt x="2620" y="16005"/>
                </a:lnTo>
                <a:close/>
              </a:path>
            </a:pathLst>
          </a:custGeom>
          <a:solidFill>
            <a:srgbClr val="29B5E8"/>
          </a:solidFill>
          <a:ln>
            <a:noFill/>
          </a:ln>
          <a:effectLst>
            <a:outerShdw blurRad="76200" kx="1200090" rotWithShape="0" algn="br" sy="23000">
              <a:srgbClr val="000000">
                <a:alpha val="200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4" name="Google Shape;1064;p60"/>
          <p:cNvSpPr/>
          <p:nvPr/>
        </p:nvSpPr>
        <p:spPr>
          <a:xfrm>
            <a:off x="5476022" y="2457444"/>
            <a:ext cx="197148" cy="228625"/>
          </a:xfrm>
          <a:custGeom>
            <a:rect b="b" l="l" r="r" t="t"/>
            <a:pathLst>
              <a:path extrusionOk="0" h="21317" w="16025">
                <a:moveTo>
                  <a:pt x="2620" y="16005"/>
                </a:moveTo>
                <a:cubicBezTo>
                  <a:pt x="-2874" y="10221"/>
                  <a:pt x="870" y="-283"/>
                  <a:pt x="8323" y="6"/>
                </a:cubicBezTo>
                <a:cubicBezTo>
                  <a:pt x="15539" y="285"/>
                  <a:pt x="18726" y="10558"/>
                  <a:pt x="13287" y="16005"/>
                </a:cubicBezTo>
                <a:lnTo>
                  <a:pt x="7983" y="21317"/>
                </a:lnTo>
                <a:lnTo>
                  <a:pt x="2620" y="16005"/>
                </a:lnTo>
                <a:close/>
              </a:path>
            </a:pathLst>
          </a:custGeom>
          <a:solidFill>
            <a:srgbClr val="29B5E8"/>
          </a:solidFill>
          <a:ln>
            <a:noFill/>
          </a:ln>
          <a:effectLst>
            <a:outerShdw blurRad="76200" kx="1200090" rotWithShape="0" algn="br" sy="23000">
              <a:srgbClr val="000000">
                <a:alpha val="200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5" name="Google Shape;1065;p60"/>
          <p:cNvSpPr/>
          <p:nvPr/>
        </p:nvSpPr>
        <p:spPr>
          <a:xfrm>
            <a:off x="7372164" y="2149036"/>
            <a:ext cx="197148" cy="228625"/>
          </a:xfrm>
          <a:custGeom>
            <a:rect b="b" l="l" r="r" t="t"/>
            <a:pathLst>
              <a:path extrusionOk="0" h="21317" w="16025">
                <a:moveTo>
                  <a:pt x="2620" y="16005"/>
                </a:moveTo>
                <a:cubicBezTo>
                  <a:pt x="-2874" y="10221"/>
                  <a:pt x="870" y="-283"/>
                  <a:pt x="8323" y="6"/>
                </a:cubicBezTo>
                <a:cubicBezTo>
                  <a:pt x="15539" y="285"/>
                  <a:pt x="18726" y="10558"/>
                  <a:pt x="13287" y="16005"/>
                </a:cubicBezTo>
                <a:lnTo>
                  <a:pt x="7983" y="21317"/>
                </a:lnTo>
                <a:lnTo>
                  <a:pt x="2620" y="16005"/>
                </a:lnTo>
                <a:close/>
              </a:path>
            </a:pathLst>
          </a:custGeom>
          <a:solidFill>
            <a:srgbClr val="29B5E8"/>
          </a:solidFill>
          <a:ln>
            <a:noFill/>
          </a:ln>
          <a:effectLst>
            <a:outerShdw blurRad="76200" kx="1200090" rotWithShape="0" algn="br" sy="23000">
              <a:srgbClr val="000000">
                <a:alpha val="200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6" name="Google Shape;1066;p60"/>
          <p:cNvSpPr/>
          <p:nvPr/>
        </p:nvSpPr>
        <p:spPr>
          <a:xfrm>
            <a:off x="7100557" y="2149026"/>
            <a:ext cx="197148" cy="228625"/>
          </a:xfrm>
          <a:custGeom>
            <a:rect b="b" l="l" r="r" t="t"/>
            <a:pathLst>
              <a:path extrusionOk="0" h="21317" w="16025">
                <a:moveTo>
                  <a:pt x="2620" y="16005"/>
                </a:moveTo>
                <a:cubicBezTo>
                  <a:pt x="-2874" y="10221"/>
                  <a:pt x="870" y="-283"/>
                  <a:pt x="8323" y="6"/>
                </a:cubicBezTo>
                <a:cubicBezTo>
                  <a:pt x="15539" y="285"/>
                  <a:pt x="18726" y="10558"/>
                  <a:pt x="13287" y="16005"/>
                </a:cubicBezTo>
                <a:lnTo>
                  <a:pt x="7983" y="21317"/>
                </a:lnTo>
                <a:lnTo>
                  <a:pt x="2620" y="16005"/>
                </a:lnTo>
                <a:close/>
              </a:path>
            </a:pathLst>
          </a:custGeom>
          <a:solidFill>
            <a:srgbClr val="FF9F36"/>
          </a:solidFill>
          <a:ln>
            <a:noFill/>
          </a:ln>
          <a:effectLst>
            <a:outerShdw blurRad="76200" kx="1200090" rotWithShape="0" algn="br" sy="23000">
              <a:srgbClr val="000000">
                <a:alpha val="200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7" name="Google Shape;1067;p60"/>
          <p:cNvSpPr/>
          <p:nvPr/>
        </p:nvSpPr>
        <p:spPr>
          <a:xfrm>
            <a:off x="5895095" y="2616246"/>
            <a:ext cx="197148" cy="228625"/>
          </a:xfrm>
          <a:custGeom>
            <a:rect b="b" l="l" r="r" t="t"/>
            <a:pathLst>
              <a:path extrusionOk="0" h="21317" w="16025">
                <a:moveTo>
                  <a:pt x="2620" y="16005"/>
                </a:moveTo>
                <a:cubicBezTo>
                  <a:pt x="-2874" y="10221"/>
                  <a:pt x="870" y="-283"/>
                  <a:pt x="8323" y="6"/>
                </a:cubicBezTo>
                <a:cubicBezTo>
                  <a:pt x="15539" y="285"/>
                  <a:pt x="18726" y="10558"/>
                  <a:pt x="13287" y="16005"/>
                </a:cubicBezTo>
                <a:lnTo>
                  <a:pt x="7983" y="21317"/>
                </a:lnTo>
                <a:lnTo>
                  <a:pt x="2620" y="16005"/>
                </a:lnTo>
                <a:close/>
              </a:path>
            </a:pathLst>
          </a:custGeom>
          <a:solidFill>
            <a:srgbClr val="FF9F36"/>
          </a:solidFill>
          <a:ln>
            <a:noFill/>
          </a:ln>
          <a:effectLst>
            <a:outerShdw blurRad="76200" kx="1200090" rotWithShape="0" algn="br" sy="23000">
              <a:srgbClr val="000000">
                <a:alpha val="200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68" name="Google Shape;1068;p60"/>
          <p:cNvGrpSpPr/>
          <p:nvPr/>
        </p:nvGrpSpPr>
        <p:grpSpPr>
          <a:xfrm>
            <a:off x="2106281" y="1844211"/>
            <a:ext cx="638214" cy="533451"/>
            <a:chOff x="2427631" y="1902811"/>
            <a:chExt cx="638214" cy="533451"/>
          </a:xfrm>
        </p:grpSpPr>
        <p:sp>
          <p:nvSpPr>
            <p:cNvPr id="1069" name="Google Shape;1069;p60"/>
            <p:cNvSpPr/>
            <p:nvPr/>
          </p:nvSpPr>
          <p:spPr>
            <a:xfrm>
              <a:off x="2706088" y="1902811"/>
              <a:ext cx="197148" cy="228625"/>
            </a:xfrm>
            <a:custGeom>
              <a:rect b="b" l="l" r="r" t="t"/>
              <a:pathLst>
                <a:path extrusionOk="0" h="21317" w="16025">
                  <a:moveTo>
                    <a:pt x="2620" y="16005"/>
                  </a:moveTo>
                  <a:cubicBezTo>
                    <a:pt x="-2874" y="10221"/>
                    <a:pt x="870" y="-283"/>
                    <a:pt x="8323" y="6"/>
                  </a:cubicBezTo>
                  <a:cubicBezTo>
                    <a:pt x="15539" y="285"/>
                    <a:pt x="18726" y="10558"/>
                    <a:pt x="13287" y="16005"/>
                  </a:cubicBezTo>
                  <a:lnTo>
                    <a:pt x="7983" y="21317"/>
                  </a:lnTo>
                  <a:lnTo>
                    <a:pt x="2620" y="16005"/>
                  </a:lnTo>
                  <a:close/>
                </a:path>
              </a:pathLst>
            </a:custGeom>
            <a:solidFill>
              <a:srgbClr val="29B5E8"/>
            </a:solidFill>
            <a:ln>
              <a:noFill/>
            </a:ln>
            <a:effectLst>
              <a:outerShdw blurRad="76200" kx="1200090" rotWithShape="0" algn="br" sy="23000">
                <a:srgbClr val="000000">
                  <a:alpha val="20000"/>
                </a:srgbClr>
              </a:outerShdw>
            </a:effectLst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0" name="Google Shape;1070;p60"/>
            <p:cNvSpPr/>
            <p:nvPr/>
          </p:nvSpPr>
          <p:spPr>
            <a:xfrm>
              <a:off x="2868697" y="1942163"/>
              <a:ext cx="197148" cy="228625"/>
            </a:xfrm>
            <a:custGeom>
              <a:rect b="b" l="l" r="r" t="t"/>
              <a:pathLst>
                <a:path extrusionOk="0" h="21317" w="16025">
                  <a:moveTo>
                    <a:pt x="2620" y="16005"/>
                  </a:moveTo>
                  <a:cubicBezTo>
                    <a:pt x="-2874" y="10221"/>
                    <a:pt x="870" y="-283"/>
                    <a:pt x="8323" y="6"/>
                  </a:cubicBezTo>
                  <a:cubicBezTo>
                    <a:pt x="15539" y="285"/>
                    <a:pt x="18726" y="10558"/>
                    <a:pt x="13287" y="16005"/>
                  </a:cubicBezTo>
                  <a:lnTo>
                    <a:pt x="7983" y="21317"/>
                  </a:lnTo>
                  <a:lnTo>
                    <a:pt x="2620" y="16005"/>
                  </a:lnTo>
                  <a:close/>
                </a:path>
              </a:pathLst>
            </a:custGeom>
            <a:solidFill>
              <a:srgbClr val="FF9F36"/>
            </a:solidFill>
            <a:ln>
              <a:noFill/>
            </a:ln>
            <a:effectLst>
              <a:outerShdw blurRad="76200" kx="1200090" rotWithShape="0" algn="br" sy="23000">
                <a:srgbClr val="000000">
                  <a:alpha val="20000"/>
                </a:srgbClr>
              </a:outerShdw>
            </a:effectLst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1" name="Google Shape;1071;p60"/>
            <p:cNvSpPr/>
            <p:nvPr/>
          </p:nvSpPr>
          <p:spPr>
            <a:xfrm>
              <a:off x="2722833" y="2019479"/>
              <a:ext cx="197148" cy="228625"/>
            </a:xfrm>
            <a:custGeom>
              <a:rect b="b" l="l" r="r" t="t"/>
              <a:pathLst>
                <a:path extrusionOk="0" h="21317" w="16025">
                  <a:moveTo>
                    <a:pt x="2620" y="16005"/>
                  </a:moveTo>
                  <a:cubicBezTo>
                    <a:pt x="-2874" y="10221"/>
                    <a:pt x="870" y="-283"/>
                    <a:pt x="8323" y="6"/>
                  </a:cubicBezTo>
                  <a:cubicBezTo>
                    <a:pt x="15539" y="285"/>
                    <a:pt x="18726" y="10558"/>
                    <a:pt x="13287" y="16005"/>
                  </a:cubicBezTo>
                  <a:lnTo>
                    <a:pt x="7983" y="21317"/>
                  </a:lnTo>
                  <a:lnTo>
                    <a:pt x="2620" y="16005"/>
                  </a:lnTo>
                  <a:close/>
                </a:path>
              </a:pathLst>
            </a:custGeom>
            <a:solidFill>
              <a:srgbClr val="29B5E8"/>
            </a:solidFill>
            <a:ln>
              <a:noFill/>
            </a:ln>
            <a:effectLst>
              <a:outerShdw blurRad="76200" kx="1200090" rotWithShape="0" algn="br" sy="23000">
                <a:srgbClr val="000000">
                  <a:alpha val="20000"/>
                </a:srgbClr>
              </a:outerShdw>
            </a:effectLst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2" name="Google Shape;1072;p60"/>
            <p:cNvSpPr/>
            <p:nvPr/>
          </p:nvSpPr>
          <p:spPr>
            <a:xfrm>
              <a:off x="2597237" y="2141269"/>
              <a:ext cx="197148" cy="228625"/>
            </a:xfrm>
            <a:custGeom>
              <a:rect b="b" l="l" r="r" t="t"/>
              <a:pathLst>
                <a:path extrusionOk="0" h="21317" w="16025">
                  <a:moveTo>
                    <a:pt x="2620" y="16005"/>
                  </a:moveTo>
                  <a:cubicBezTo>
                    <a:pt x="-2874" y="10221"/>
                    <a:pt x="870" y="-283"/>
                    <a:pt x="8323" y="6"/>
                  </a:cubicBezTo>
                  <a:cubicBezTo>
                    <a:pt x="15539" y="285"/>
                    <a:pt x="18726" y="10558"/>
                    <a:pt x="13287" y="16005"/>
                  </a:cubicBezTo>
                  <a:lnTo>
                    <a:pt x="7983" y="21317"/>
                  </a:lnTo>
                  <a:lnTo>
                    <a:pt x="2620" y="16005"/>
                  </a:lnTo>
                  <a:close/>
                </a:path>
              </a:pathLst>
            </a:custGeom>
            <a:solidFill>
              <a:srgbClr val="FF9F36"/>
            </a:solidFill>
            <a:ln>
              <a:noFill/>
            </a:ln>
            <a:effectLst>
              <a:outerShdw blurRad="76200" kx="1200090" rotWithShape="0" algn="br" sy="23000">
                <a:srgbClr val="000000">
                  <a:alpha val="20000"/>
                </a:srgbClr>
              </a:outerShdw>
            </a:effectLst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3" name="Google Shape;1073;p60"/>
            <p:cNvSpPr/>
            <p:nvPr/>
          </p:nvSpPr>
          <p:spPr>
            <a:xfrm>
              <a:off x="2803715" y="2170766"/>
              <a:ext cx="197148" cy="228625"/>
            </a:xfrm>
            <a:custGeom>
              <a:rect b="b" l="l" r="r" t="t"/>
              <a:pathLst>
                <a:path extrusionOk="0" h="21317" w="16025">
                  <a:moveTo>
                    <a:pt x="2620" y="16005"/>
                  </a:moveTo>
                  <a:cubicBezTo>
                    <a:pt x="-2874" y="10221"/>
                    <a:pt x="870" y="-283"/>
                    <a:pt x="8323" y="6"/>
                  </a:cubicBezTo>
                  <a:cubicBezTo>
                    <a:pt x="15539" y="285"/>
                    <a:pt x="18726" y="10558"/>
                    <a:pt x="13287" y="16005"/>
                  </a:cubicBezTo>
                  <a:lnTo>
                    <a:pt x="7983" y="21317"/>
                  </a:lnTo>
                  <a:lnTo>
                    <a:pt x="2620" y="16005"/>
                  </a:lnTo>
                  <a:close/>
                </a:path>
              </a:pathLst>
            </a:custGeom>
            <a:solidFill>
              <a:srgbClr val="29B5E8"/>
            </a:solidFill>
            <a:ln>
              <a:noFill/>
            </a:ln>
            <a:effectLst>
              <a:outerShdw blurRad="76200" kx="1200090" rotWithShape="0" algn="br" sy="23000">
                <a:srgbClr val="000000">
                  <a:alpha val="20000"/>
                </a:srgbClr>
              </a:outerShdw>
            </a:effectLst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4" name="Google Shape;1074;p60"/>
            <p:cNvSpPr/>
            <p:nvPr/>
          </p:nvSpPr>
          <p:spPr>
            <a:xfrm>
              <a:off x="2766844" y="2097024"/>
              <a:ext cx="197148" cy="228625"/>
            </a:xfrm>
            <a:custGeom>
              <a:rect b="b" l="l" r="r" t="t"/>
              <a:pathLst>
                <a:path extrusionOk="0" h="21317" w="16025">
                  <a:moveTo>
                    <a:pt x="2620" y="16005"/>
                  </a:moveTo>
                  <a:cubicBezTo>
                    <a:pt x="-2874" y="10221"/>
                    <a:pt x="870" y="-283"/>
                    <a:pt x="8323" y="6"/>
                  </a:cubicBezTo>
                  <a:cubicBezTo>
                    <a:pt x="15539" y="285"/>
                    <a:pt x="18726" y="10558"/>
                    <a:pt x="13287" y="16005"/>
                  </a:cubicBezTo>
                  <a:lnTo>
                    <a:pt x="7983" y="21317"/>
                  </a:lnTo>
                  <a:lnTo>
                    <a:pt x="2620" y="16005"/>
                  </a:lnTo>
                  <a:close/>
                </a:path>
              </a:pathLst>
            </a:custGeom>
            <a:solidFill>
              <a:srgbClr val="FF9F36"/>
            </a:solidFill>
            <a:ln>
              <a:noFill/>
            </a:ln>
            <a:effectLst>
              <a:outerShdw blurRad="76200" kx="1200090" rotWithShape="0" algn="br" sy="23000">
                <a:srgbClr val="000000">
                  <a:alpha val="20000"/>
                </a:srgbClr>
              </a:outerShdw>
            </a:effectLst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5" name="Google Shape;1075;p60"/>
            <p:cNvSpPr/>
            <p:nvPr/>
          </p:nvSpPr>
          <p:spPr>
            <a:xfrm>
              <a:off x="2427631" y="2126521"/>
              <a:ext cx="197148" cy="228625"/>
            </a:xfrm>
            <a:custGeom>
              <a:rect b="b" l="l" r="r" t="t"/>
              <a:pathLst>
                <a:path extrusionOk="0" h="21317" w="16025">
                  <a:moveTo>
                    <a:pt x="2620" y="16005"/>
                  </a:moveTo>
                  <a:cubicBezTo>
                    <a:pt x="-2874" y="10221"/>
                    <a:pt x="870" y="-283"/>
                    <a:pt x="8323" y="6"/>
                  </a:cubicBezTo>
                  <a:cubicBezTo>
                    <a:pt x="15539" y="285"/>
                    <a:pt x="18726" y="10558"/>
                    <a:pt x="13287" y="16005"/>
                  </a:cubicBezTo>
                  <a:lnTo>
                    <a:pt x="7983" y="21317"/>
                  </a:lnTo>
                  <a:lnTo>
                    <a:pt x="2620" y="16005"/>
                  </a:lnTo>
                  <a:close/>
                </a:path>
              </a:pathLst>
            </a:custGeom>
            <a:solidFill>
              <a:srgbClr val="D45B90"/>
            </a:solidFill>
            <a:ln>
              <a:noFill/>
            </a:ln>
            <a:effectLst>
              <a:outerShdw blurRad="76200" kx="1200090" rotWithShape="0" algn="br" sy="23000">
                <a:srgbClr val="000000">
                  <a:alpha val="20000"/>
                </a:srgbClr>
              </a:outerShdw>
            </a:effectLst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6" name="Google Shape;1076;p60"/>
            <p:cNvSpPr/>
            <p:nvPr/>
          </p:nvSpPr>
          <p:spPr>
            <a:xfrm>
              <a:off x="2693102" y="2207637"/>
              <a:ext cx="197148" cy="228625"/>
            </a:xfrm>
            <a:custGeom>
              <a:rect b="b" l="l" r="r" t="t"/>
              <a:pathLst>
                <a:path extrusionOk="0" h="21317" w="16025">
                  <a:moveTo>
                    <a:pt x="2620" y="16005"/>
                  </a:moveTo>
                  <a:cubicBezTo>
                    <a:pt x="-2874" y="10221"/>
                    <a:pt x="870" y="-283"/>
                    <a:pt x="8323" y="6"/>
                  </a:cubicBezTo>
                  <a:cubicBezTo>
                    <a:pt x="15539" y="285"/>
                    <a:pt x="18726" y="10558"/>
                    <a:pt x="13287" y="16005"/>
                  </a:cubicBezTo>
                  <a:lnTo>
                    <a:pt x="7983" y="21317"/>
                  </a:lnTo>
                  <a:lnTo>
                    <a:pt x="2620" y="16005"/>
                  </a:lnTo>
                  <a:close/>
                </a:path>
              </a:pathLst>
            </a:custGeom>
            <a:solidFill>
              <a:srgbClr val="29B5E8"/>
            </a:solidFill>
            <a:ln>
              <a:noFill/>
            </a:ln>
            <a:effectLst>
              <a:outerShdw blurRad="76200" kx="1200090" rotWithShape="0" algn="br" sy="23000">
                <a:srgbClr val="000000">
                  <a:alpha val="20000"/>
                </a:srgbClr>
              </a:outerShdw>
            </a:effectLst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7" name="Google Shape;1077;p60"/>
            <p:cNvSpPr/>
            <p:nvPr/>
          </p:nvSpPr>
          <p:spPr>
            <a:xfrm>
              <a:off x="2750864" y="2172236"/>
              <a:ext cx="197148" cy="228625"/>
            </a:xfrm>
            <a:custGeom>
              <a:rect b="b" l="l" r="r" t="t"/>
              <a:pathLst>
                <a:path extrusionOk="0" h="21317" w="16025">
                  <a:moveTo>
                    <a:pt x="2620" y="16005"/>
                  </a:moveTo>
                  <a:cubicBezTo>
                    <a:pt x="-2874" y="10221"/>
                    <a:pt x="870" y="-283"/>
                    <a:pt x="8323" y="6"/>
                  </a:cubicBezTo>
                  <a:cubicBezTo>
                    <a:pt x="15539" y="285"/>
                    <a:pt x="18726" y="10558"/>
                    <a:pt x="13287" y="16005"/>
                  </a:cubicBezTo>
                  <a:lnTo>
                    <a:pt x="7983" y="21317"/>
                  </a:lnTo>
                  <a:lnTo>
                    <a:pt x="2620" y="16005"/>
                  </a:lnTo>
                  <a:close/>
                </a:path>
              </a:pathLst>
            </a:custGeom>
            <a:solidFill>
              <a:srgbClr val="FF9F36"/>
            </a:solidFill>
            <a:ln>
              <a:noFill/>
            </a:ln>
            <a:effectLst>
              <a:outerShdw blurRad="76200" kx="1200090" rotWithShape="0" algn="br" sy="23000">
                <a:srgbClr val="000000">
                  <a:alpha val="20000"/>
                </a:srgbClr>
              </a:outerShdw>
            </a:effectLst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8" name="Google Shape;1078;p60"/>
            <p:cNvSpPr/>
            <p:nvPr/>
          </p:nvSpPr>
          <p:spPr>
            <a:xfrm>
              <a:off x="2532209" y="2112881"/>
              <a:ext cx="197148" cy="228625"/>
            </a:xfrm>
            <a:custGeom>
              <a:rect b="b" l="l" r="r" t="t"/>
              <a:pathLst>
                <a:path extrusionOk="0" h="21317" w="16025">
                  <a:moveTo>
                    <a:pt x="2620" y="16005"/>
                  </a:moveTo>
                  <a:cubicBezTo>
                    <a:pt x="-2874" y="10221"/>
                    <a:pt x="870" y="-283"/>
                    <a:pt x="8323" y="6"/>
                  </a:cubicBezTo>
                  <a:cubicBezTo>
                    <a:pt x="15539" y="285"/>
                    <a:pt x="18726" y="10558"/>
                    <a:pt x="13287" y="16005"/>
                  </a:cubicBezTo>
                  <a:lnTo>
                    <a:pt x="7983" y="21317"/>
                  </a:lnTo>
                  <a:lnTo>
                    <a:pt x="2620" y="16005"/>
                  </a:lnTo>
                  <a:close/>
                </a:path>
              </a:pathLst>
            </a:custGeom>
            <a:solidFill>
              <a:srgbClr val="29B5E8"/>
            </a:solidFill>
            <a:ln>
              <a:noFill/>
            </a:ln>
            <a:effectLst>
              <a:outerShdw blurRad="76200" kx="1200090" rotWithShape="0" algn="br" sy="23000">
                <a:srgbClr val="000000">
                  <a:alpha val="20000"/>
                </a:srgbClr>
              </a:outerShdw>
            </a:effectLst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79" name="Google Shape;1079;p60"/>
          <p:cNvSpPr/>
          <p:nvPr/>
        </p:nvSpPr>
        <p:spPr>
          <a:xfrm>
            <a:off x="6504285" y="2910382"/>
            <a:ext cx="197148" cy="228625"/>
          </a:xfrm>
          <a:custGeom>
            <a:rect b="b" l="l" r="r" t="t"/>
            <a:pathLst>
              <a:path extrusionOk="0" h="21317" w="16025">
                <a:moveTo>
                  <a:pt x="2620" y="16005"/>
                </a:moveTo>
                <a:cubicBezTo>
                  <a:pt x="-2874" y="10221"/>
                  <a:pt x="870" y="-283"/>
                  <a:pt x="8323" y="6"/>
                </a:cubicBezTo>
                <a:cubicBezTo>
                  <a:pt x="15539" y="285"/>
                  <a:pt x="18726" y="10558"/>
                  <a:pt x="13287" y="16005"/>
                </a:cubicBezTo>
                <a:lnTo>
                  <a:pt x="7983" y="21317"/>
                </a:lnTo>
                <a:lnTo>
                  <a:pt x="2620" y="16005"/>
                </a:lnTo>
                <a:close/>
              </a:path>
            </a:pathLst>
          </a:custGeom>
          <a:solidFill>
            <a:srgbClr val="29B5E8"/>
          </a:solidFill>
          <a:ln>
            <a:noFill/>
          </a:ln>
          <a:effectLst>
            <a:outerShdw blurRad="76200" kx="1200090" rotWithShape="0" algn="br" sy="23000">
              <a:srgbClr val="000000">
                <a:alpha val="200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0" name="Google Shape;1080;p60"/>
          <p:cNvSpPr/>
          <p:nvPr/>
        </p:nvSpPr>
        <p:spPr>
          <a:xfrm>
            <a:off x="6440979" y="2943748"/>
            <a:ext cx="197148" cy="228625"/>
          </a:xfrm>
          <a:custGeom>
            <a:rect b="b" l="l" r="r" t="t"/>
            <a:pathLst>
              <a:path extrusionOk="0" h="21317" w="16025">
                <a:moveTo>
                  <a:pt x="2620" y="16005"/>
                </a:moveTo>
                <a:cubicBezTo>
                  <a:pt x="-2874" y="10221"/>
                  <a:pt x="870" y="-283"/>
                  <a:pt x="8323" y="6"/>
                </a:cubicBezTo>
                <a:cubicBezTo>
                  <a:pt x="15539" y="285"/>
                  <a:pt x="18726" y="10558"/>
                  <a:pt x="13287" y="16005"/>
                </a:cubicBezTo>
                <a:lnTo>
                  <a:pt x="7983" y="21317"/>
                </a:lnTo>
                <a:lnTo>
                  <a:pt x="2620" y="16005"/>
                </a:lnTo>
                <a:close/>
              </a:path>
            </a:pathLst>
          </a:custGeom>
          <a:solidFill>
            <a:srgbClr val="FF9F36"/>
          </a:solidFill>
          <a:ln>
            <a:noFill/>
          </a:ln>
          <a:effectLst>
            <a:outerShdw blurRad="76200" kx="1200090" rotWithShape="0" algn="br" sy="23000">
              <a:srgbClr val="000000">
                <a:alpha val="200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81" name="Google Shape;1081;p60"/>
          <p:cNvGrpSpPr/>
          <p:nvPr/>
        </p:nvGrpSpPr>
        <p:grpSpPr>
          <a:xfrm>
            <a:off x="1508985" y="1912797"/>
            <a:ext cx="339510" cy="464858"/>
            <a:chOff x="1898735" y="1951372"/>
            <a:chExt cx="339510" cy="464858"/>
          </a:xfrm>
        </p:grpSpPr>
        <p:sp>
          <p:nvSpPr>
            <p:cNvPr id="1082" name="Google Shape;1082;p60"/>
            <p:cNvSpPr/>
            <p:nvPr/>
          </p:nvSpPr>
          <p:spPr>
            <a:xfrm>
              <a:off x="1928891" y="1951372"/>
              <a:ext cx="197148" cy="228625"/>
            </a:xfrm>
            <a:custGeom>
              <a:rect b="b" l="l" r="r" t="t"/>
              <a:pathLst>
                <a:path extrusionOk="0" h="21317" w="16025">
                  <a:moveTo>
                    <a:pt x="2620" y="16005"/>
                  </a:moveTo>
                  <a:cubicBezTo>
                    <a:pt x="-2874" y="10221"/>
                    <a:pt x="870" y="-283"/>
                    <a:pt x="8323" y="6"/>
                  </a:cubicBezTo>
                  <a:cubicBezTo>
                    <a:pt x="15539" y="285"/>
                    <a:pt x="18726" y="10558"/>
                    <a:pt x="13287" y="16005"/>
                  </a:cubicBezTo>
                  <a:lnTo>
                    <a:pt x="7983" y="21317"/>
                  </a:lnTo>
                  <a:lnTo>
                    <a:pt x="2620" y="16005"/>
                  </a:lnTo>
                  <a:close/>
                </a:path>
              </a:pathLst>
            </a:custGeom>
            <a:solidFill>
              <a:srgbClr val="29B5E8"/>
            </a:solidFill>
            <a:ln>
              <a:noFill/>
            </a:ln>
            <a:effectLst>
              <a:outerShdw blurRad="76200" kx="1200090" rotWithShape="0" algn="br" sy="23000">
                <a:srgbClr val="000000">
                  <a:alpha val="20000"/>
                </a:srgbClr>
              </a:outerShdw>
            </a:effectLst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3" name="Google Shape;1083;p60"/>
            <p:cNvSpPr/>
            <p:nvPr/>
          </p:nvSpPr>
          <p:spPr>
            <a:xfrm>
              <a:off x="1898735" y="2049052"/>
              <a:ext cx="197148" cy="228625"/>
            </a:xfrm>
            <a:custGeom>
              <a:rect b="b" l="l" r="r" t="t"/>
              <a:pathLst>
                <a:path extrusionOk="0" h="21317" w="16025">
                  <a:moveTo>
                    <a:pt x="2620" y="16005"/>
                  </a:moveTo>
                  <a:cubicBezTo>
                    <a:pt x="-2874" y="10221"/>
                    <a:pt x="870" y="-283"/>
                    <a:pt x="8323" y="6"/>
                  </a:cubicBezTo>
                  <a:cubicBezTo>
                    <a:pt x="15539" y="285"/>
                    <a:pt x="18726" y="10558"/>
                    <a:pt x="13287" y="16005"/>
                  </a:cubicBezTo>
                  <a:lnTo>
                    <a:pt x="7983" y="21317"/>
                  </a:lnTo>
                  <a:lnTo>
                    <a:pt x="2620" y="16005"/>
                  </a:lnTo>
                  <a:close/>
                </a:path>
              </a:pathLst>
            </a:custGeom>
            <a:solidFill>
              <a:srgbClr val="FF9F36"/>
            </a:solidFill>
            <a:ln>
              <a:noFill/>
            </a:ln>
            <a:effectLst>
              <a:outerShdw blurRad="76200" kx="1200090" rotWithShape="0" algn="br" sy="23000">
                <a:srgbClr val="000000">
                  <a:alpha val="20000"/>
                </a:srgbClr>
              </a:outerShdw>
            </a:effectLst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4" name="Google Shape;1084;p60"/>
            <p:cNvSpPr/>
            <p:nvPr/>
          </p:nvSpPr>
          <p:spPr>
            <a:xfrm>
              <a:off x="1900949" y="2140733"/>
              <a:ext cx="197148" cy="228625"/>
            </a:xfrm>
            <a:custGeom>
              <a:rect b="b" l="l" r="r" t="t"/>
              <a:pathLst>
                <a:path extrusionOk="0" h="21317" w="16025">
                  <a:moveTo>
                    <a:pt x="2620" y="16005"/>
                  </a:moveTo>
                  <a:cubicBezTo>
                    <a:pt x="-2874" y="10221"/>
                    <a:pt x="870" y="-283"/>
                    <a:pt x="8323" y="6"/>
                  </a:cubicBezTo>
                  <a:cubicBezTo>
                    <a:pt x="15539" y="285"/>
                    <a:pt x="18726" y="10558"/>
                    <a:pt x="13287" y="16005"/>
                  </a:cubicBezTo>
                  <a:lnTo>
                    <a:pt x="7983" y="21317"/>
                  </a:lnTo>
                  <a:lnTo>
                    <a:pt x="2620" y="16005"/>
                  </a:lnTo>
                  <a:close/>
                </a:path>
              </a:pathLst>
            </a:custGeom>
            <a:solidFill>
              <a:srgbClr val="29B5E8"/>
            </a:solidFill>
            <a:ln>
              <a:noFill/>
            </a:ln>
            <a:effectLst>
              <a:outerShdw blurRad="76200" kx="1200090" rotWithShape="0" algn="br" sy="23000">
                <a:srgbClr val="000000">
                  <a:alpha val="20000"/>
                </a:srgbClr>
              </a:outerShdw>
            </a:effectLst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5" name="Google Shape;1085;p60"/>
            <p:cNvSpPr/>
            <p:nvPr/>
          </p:nvSpPr>
          <p:spPr>
            <a:xfrm>
              <a:off x="2041097" y="2187605"/>
              <a:ext cx="197148" cy="228625"/>
            </a:xfrm>
            <a:custGeom>
              <a:rect b="b" l="l" r="r" t="t"/>
              <a:pathLst>
                <a:path extrusionOk="0" h="21317" w="16025">
                  <a:moveTo>
                    <a:pt x="2620" y="16005"/>
                  </a:moveTo>
                  <a:cubicBezTo>
                    <a:pt x="-2874" y="10221"/>
                    <a:pt x="870" y="-283"/>
                    <a:pt x="8323" y="6"/>
                  </a:cubicBezTo>
                  <a:cubicBezTo>
                    <a:pt x="15539" y="285"/>
                    <a:pt x="18726" y="10558"/>
                    <a:pt x="13287" y="16005"/>
                  </a:cubicBezTo>
                  <a:lnTo>
                    <a:pt x="7983" y="21317"/>
                  </a:lnTo>
                  <a:lnTo>
                    <a:pt x="2620" y="16005"/>
                  </a:lnTo>
                  <a:close/>
                </a:path>
              </a:pathLst>
            </a:custGeom>
            <a:solidFill>
              <a:srgbClr val="FF9F36"/>
            </a:solidFill>
            <a:ln>
              <a:noFill/>
            </a:ln>
            <a:effectLst>
              <a:outerShdw blurRad="76200" kx="1200090" rotWithShape="0" algn="br" sy="23000">
                <a:srgbClr val="000000">
                  <a:alpha val="20000"/>
                </a:srgbClr>
              </a:outerShdw>
            </a:effectLst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86" name="Google Shape;1086;p60"/>
          <p:cNvSpPr/>
          <p:nvPr/>
        </p:nvSpPr>
        <p:spPr>
          <a:xfrm>
            <a:off x="4631364" y="1463588"/>
            <a:ext cx="197148" cy="228625"/>
          </a:xfrm>
          <a:custGeom>
            <a:rect b="b" l="l" r="r" t="t"/>
            <a:pathLst>
              <a:path extrusionOk="0" h="21317" w="16025">
                <a:moveTo>
                  <a:pt x="2620" y="16005"/>
                </a:moveTo>
                <a:cubicBezTo>
                  <a:pt x="-2874" y="10221"/>
                  <a:pt x="870" y="-283"/>
                  <a:pt x="8323" y="6"/>
                </a:cubicBezTo>
                <a:cubicBezTo>
                  <a:pt x="15539" y="285"/>
                  <a:pt x="18726" y="10558"/>
                  <a:pt x="13287" y="16005"/>
                </a:cubicBezTo>
                <a:lnTo>
                  <a:pt x="7983" y="21317"/>
                </a:lnTo>
                <a:lnTo>
                  <a:pt x="2620" y="16005"/>
                </a:lnTo>
                <a:close/>
              </a:path>
            </a:pathLst>
          </a:custGeom>
          <a:solidFill>
            <a:srgbClr val="FF9F36"/>
          </a:solidFill>
          <a:ln>
            <a:noFill/>
          </a:ln>
          <a:effectLst>
            <a:outerShdw blurRad="76200" kx="1200090" rotWithShape="0" algn="br" sy="23000">
              <a:srgbClr val="000000">
                <a:alpha val="200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87" name="Google Shape;1087;p6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77550" y="3853225"/>
            <a:ext cx="689326" cy="387740"/>
          </a:xfrm>
          <a:prstGeom prst="rect">
            <a:avLst/>
          </a:prstGeom>
          <a:noFill/>
          <a:ln>
            <a:noFill/>
          </a:ln>
        </p:spPr>
      </p:pic>
      <p:sp>
        <p:nvSpPr>
          <p:cNvPr id="1088" name="Google Shape;1088;p60"/>
          <p:cNvSpPr txBox="1"/>
          <p:nvPr/>
        </p:nvSpPr>
        <p:spPr>
          <a:xfrm>
            <a:off x="365750" y="274323"/>
            <a:ext cx="83448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" sz="2600">
                <a:solidFill>
                  <a:srgbClr val="262626"/>
                </a:solidFill>
              </a:rPr>
              <a:t>One App. Three Regions. Zero Rework.</a:t>
            </a:r>
            <a:endParaRPr b="1" sz="2600">
              <a:solidFill>
                <a:srgbClr val="262626"/>
              </a:solidFill>
            </a:endParaRPr>
          </a:p>
        </p:txBody>
      </p:sp>
      <p:grpSp>
        <p:nvGrpSpPr>
          <p:cNvPr id="1089" name="Google Shape;1089;p60"/>
          <p:cNvGrpSpPr/>
          <p:nvPr/>
        </p:nvGrpSpPr>
        <p:grpSpPr>
          <a:xfrm>
            <a:off x="4086052" y="1598522"/>
            <a:ext cx="516422" cy="420974"/>
            <a:chOff x="3909352" y="1676072"/>
            <a:chExt cx="516422" cy="420974"/>
          </a:xfrm>
        </p:grpSpPr>
        <p:sp>
          <p:nvSpPr>
            <p:cNvPr id="1090" name="Google Shape;1090;p60"/>
            <p:cNvSpPr/>
            <p:nvPr/>
          </p:nvSpPr>
          <p:spPr>
            <a:xfrm>
              <a:off x="3921263" y="1676072"/>
              <a:ext cx="197148" cy="228625"/>
            </a:xfrm>
            <a:custGeom>
              <a:rect b="b" l="l" r="r" t="t"/>
              <a:pathLst>
                <a:path extrusionOk="0" h="21317" w="16025">
                  <a:moveTo>
                    <a:pt x="2620" y="16005"/>
                  </a:moveTo>
                  <a:cubicBezTo>
                    <a:pt x="-2874" y="10221"/>
                    <a:pt x="870" y="-283"/>
                    <a:pt x="8323" y="6"/>
                  </a:cubicBezTo>
                  <a:cubicBezTo>
                    <a:pt x="15539" y="285"/>
                    <a:pt x="18726" y="10558"/>
                    <a:pt x="13287" y="16005"/>
                  </a:cubicBezTo>
                  <a:lnTo>
                    <a:pt x="7983" y="21317"/>
                  </a:lnTo>
                  <a:lnTo>
                    <a:pt x="2620" y="16005"/>
                  </a:lnTo>
                  <a:close/>
                </a:path>
              </a:pathLst>
            </a:custGeom>
            <a:solidFill>
              <a:srgbClr val="D45B90"/>
            </a:solidFill>
            <a:ln>
              <a:noFill/>
            </a:ln>
            <a:effectLst>
              <a:outerShdw blurRad="76200" kx="1200090" rotWithShape="0" algn="br" sy="23000">
                <a:srgbClr val="000000">
                  <a:alpha val="20000"/>
                </a:srgbClr>
              </a:outerShdw>
            </a:effectLst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091" name="Google Shape;1091;p60"/>
            <p:cNvGrpSpPr/>
            <p:nvPr/>
          </p:nvGrpSpPr>
          <p:grpSpPr>
            <a:xfrm>
              <a:off x="3947805" y="1706474"/>
              <a:ext cx="197149" cy="228614"/>
              <a:chOff x="2782029" y="4368192"/>
              <a:chExt cx="351989" cy="408167"/>
            </a:xfrm>
          </p:grpSpPr>
          <p:sp>
            <p:nvSpPr>
              <p:cNvPr id="1092" name="Google Shape;1092;p60"/>
              <p:cNvSpPr/>
              <p:nvPr/>
            </p:nvSpPr>
            <p:spPr>
              <a:xfrm>
                <a:off x="2782029" y="4368192"/>
                <a:ext cx="351989" cy="408167"/>
              </a:xfrm>
              <a:custGeom>
                <a:rect b="b" l="l" r="r" t="t"/>
                <a:pathLst>
                  <a:path extrusionOk="0" h="21317" w="16025">
                    <a:moveTo>
                      <a:pt x="2620" y="16005"/>
                    </a:moveTo>
                    <a:cubicBezTo>
                      <a:pt x="-2874" y="10221"/>
                      <a:pt x="870" y="-283"/>
                      <a:pt x="8323" y="6"/>
                    </a:cubicBezTo>
                    <a:cubicBezTo>
                      <a:pt x="15539" y="285"/>
                      <a:pt x="18726" y="10558"/>
                      <a:pt x="13287" y="16005"/>
                    </a:cubicBezTo>
                    <a:lnTo>
                      <a:pt x="7983" y="21317"/>
                    </a:lnTo>
                    <a:lnTo>
                      <a:pt x="2620" y="16005"/>
                    </a:lnTo>
                    <a:close/>
                  </a:path>
                </a:pathLst>
              </a:custGeom>
              <a:solidFill>
                <a:srgbClr val="FF9F36"/>
              </a:solidFill>
              <a:ln>
                <a:noFill/>
              </a:ln>
              <a:effectLst>
                <a:outerShdw blurRad="76200" kx="1200090" rotWithShape="0" algn="br" sy="23000">
                  <a:srgbClr val="000000">
                    <a:alpha val="20000"/>
                  </a:srgbClr>
                </a:outerShdw>
              </a:effectLst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50"/>
                  <a:buFont typeface="Arial"/>
                  <a:buNone/>
                </a:pPr>
                <a:r>
                  <a:t/>
                </a:r>
                <a:endParaRPr b="0" i="0" sz="1350" u="none" cap="none" strike="noStrike">
                  <a:solidFill>
                    <a:srgbClr val="26262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93" name="Google Shape;1093;p60"/>
              <p:cNvSpPr/>
              <p:nvPr/>
            </p:nvSpPr>
            <p:spPr>
              <a:xfrm>
                <a:off x="2816052" y="4451702"/>
                <a:ext cx="190924" cy="173737"/>
              </a:xfrm>
              <a:custGeom>
                <a:rect b="b" l="l" r="r" t="t"/>
                <a:pathLst>
                  <a:path extrusionOk="0" h="2454" w="2696">
                    <a:moveTo>
                      <a:pt x="2661" y="409"/>
                    </a:moveTo>
                    <a:lnTo>
                      <a:pt x="2661" y="271"/>
                    </a:lnTo>
                    <a:lnTo>
                      <a:pt x="2605" y="345"/>
                    </a:lnTo>
                    <a:lnTo>
                      <a:pt x="2593" y="345"/>
                    </a:lnTo>
                    <a:lnTo>
                      <a:pt x="2536" y="273"/>
                    </a:lnTo>
                    <a:lnTo>
                      <a:pt x="2536" y="409"/>
                    </a:lnTo>
                    <a:lnTo>
                      <a:pt x="2504" y="409"/>
                    </a:lnTo>
                    <a:lnTo>
                      <a:pt x="2504" y="213"/>
                    </a:lnTo>
                    <a:lnTo>
                      <a:pt x="2529" y="213"/>
                    </a:lnTo>
                    <a:lnTo>
                      <a:pt x="2600" y="305"/>
                    </a:lnTo>
                    <a:lnTo>
                      <a:pt x="2670" y="213"/>
                    </a:lnTo>
                    <a:lnTo>
                      <a:pt x="2695" y="213"/>
                    </a:lnTo>
                    <a:lnTo>
                      <a:pt x="2695" y="409"/>
                    </a:lnTo>
                    <a:lnTo>
                      <a:pt x="2661" y="409"/>
                    </a:lnTo>
                    <a:close/>
                    <a:moveTo>
                      <a:pt x="2318" y="241"/>
                    </a:moveTo>
                    <a:lnTo>
                      <a:pt x="2318" y="213"/>
                    </a:lnTo>
                    <a:lnTo>
                      <a:pt x="2473" y="213"/>
                    </a:lnTo>
                    <a:lnTo>
                      <a:pt x="2473" y="241"/>
                    </a:lnTo>
                    <a:lnTo>
                      <a:pt x="2411" y="241"/>
                    </a:lnTo>
                    <a:lnTo>
                      <a:pt x="2411" y="409"/>
                    </a:lnTo>
                    <a:lnTo>
                      <a:pt x="2379" y="409"/>
                    </a:lnTo>
                    <a:lnTo>
                      <a:pt x="2379" y="241"/>
                    </a:lnTo>
                    <a:lnTo>
                      <a:pt x="2318" y="241"/>
                    </a:lnTo>
                    <a:close/>
                    <a:moveTo>
                      <a:pt x="2395" y="1059"/>
                    </a:moveTo>
                    <a:lnTo>
                      <a:pt x="2104" y="1226"/>
                    </a:lnTo>
                    <a:lnTo>
                      <a:pt x="2395" y="1394"/>
                    </a:lnTo>
                    <a:cubicBezTo>
                      <a:pt x="2469" y="1436"/>
                      <a:pt x="2494" y="1530"/>
                      <a:pt x="2452" y="1602"/>
                    </a:cubicBezTo>
                    <a:cubicBezTo>
                      <a:pt x="2409" y="1674"/>
                      <a:pt x="2316" y="1699"/>
                      <a:pt x="2242" y="1658"/>
                    </a:cubicBezTo>
                    <a:lnTo>
                      <a:pt x="1722" y="1359"/>
                    </a:lnTo>
                    <a:cubicBezTo>
                      <a:pt x="1687" y="1339"/>
                      <a:pt x="1664" y="1307"/>
                      <a:pt x="1653" y="1272"/>
                    </a:cubicBezTo>
                    <a:cubicBezTo>
                      <a:pt x="1648" y="1256"/>
                      <a:pt x="1646" y="1239"/>
                      <a:pt x="1646" y="1223"/>
                    </a:cubicBezTo>
                    <a:cubicBezTo>
                      <a:pt x="1646" y="1211"/>
                      <a:pt x="1648" y="1198"/>
                      <a:pt x="1651" y="1188"/>
                    </a:cubicBezTo>
                    <a:cubicBezTo>
                      <a:pt x="1662" y="1151"/>
                      <a:pt x="1687" y="1117"/>
                      <a:pt x="1722" y="1096"/>
                    </a:cubicBezTo>
                    <a:lnTo>
                      <a:pt x="2242" y="798"/>
                    </a:lnTo>
                    <a:cubicBezTo>
                      <a:pt x="2314" y="756"/>
                      <a:pt x="2409" y="781"/>
                      <a:pt x="2452" y="855"/>
                    </a:cubicBezTo>
                    <a:cubicBezTo>
                      <a:pt x="2494" y="923"/>
                      <a:pt x="2469" y="1017"/>
                      <a:pt x="2395" y="1059"/>
                    </a:cubicBezTo>
                    <a:close/>
                    <a:moveTo>
                      <a:pt x="2120" y="1870"/>
                    </a:moveTo>
                    <a:lnTo>
                      <a:pt x="1600" y="1572"/>
                    </a:lnTo>
                    <a:cubicBezTo>
                      <a:pt x="1572" y="1556"/>
                      <a:pt x="1542" y="1549"/>
                      <a:pt x="1512" y="1552"/>
                    </a:cubicBezTo>
                    <a:cubicBezTo>
                      <a:pt x="1433" y="1558"/>
                      <a:pt x="1371" y="1625"/>
                      <a:pt x="1371" y="1704"/>
                    </a:cubicBezTo>
                    <a:lnTo>
                      <a:pt x="1371" y="2301"/>
                    </a:lnTo>
                    <a:cubicBezTo>
                      <a:pt x="1371" y="2386"/>
                      <a:pt x="1440" y="2453"/>
                      <a:pt x="1525" y="2453"/>
                    </a:cubicBezTo>
                    <a:cubicBezTo>
                      <a:pt x="1609" y="2453"/>
                      <a:pt x="1678" y="2384"/>
                      <a:pt x="1678" y="2301"/>
                    </a:cubicBezTo>
                    <a:lnTo>
                      <a:pt x="1678" y="1967"/>
                    </a:lnTo>
                    <a:lnTo>
                      <a:pt x="1969" y="2134"/>
                    </a:lnTo>
                    <a:cubicBezTo>
                      <a:pt x="2041" y="2176"/>
                      <a:pt x="2136" y="2152"/>
                      <a:pt x="2178" y="2079"/>
                    </a:cubicBezTo>
                    <a:cubicBezTo>
                      <a:pt x="2219" y="2005"/>
                      <a:pt x="2194" y="1912"/>
                      <a:pt x="2120" y="1870"/>
                    </a:cubicBezTo>
                    <a:close/>
                    <a:moveTo>
                      <a:pt x="1521" y="1285"/>
                    </a:moveTo>
                    <a:lnTo>
                      <a:pt x="1305" y="1500"/>
                    </a:lnTo>
                    <a:cubicBezTo>
                      <a:pt x="1298" y="1507"/>
                      <a:pt x="1288" y="1512"/>
                      <a:pt x="1279" y="1512"/>
                    </a:cubicBezTo>
                    <a:lnTo>
                      <a:pt x="1263" y="1512"/>
                    </a:lnTo>
                    <a:lnTo>
                      <a:pt x="1231" y="1512"/>
                    </a:lnTo>
                    <a:lnTo>
                      <a:pt x="1215" y="1512"/>
                    </a:lnTo>
                    <a:cubicBezTo>
                      <a:pt x="1207" y="1512"/>
                      <a:pt x="1194" y="1507"/>
                      <a:pt x="1189" y="1500"/>
                    </a:cubicBezTo>
                    <a:lnTo>
                      <a:pt x="972" y="1285"/>
                    </a:lnTo>
                    <a:cubicBezTo>
                      <a:pt x="965" y="1279"/>
                      <a:pt x="962" y="1267"/>
                      <a:pt x="962" y="1258"/>
                    </a:cubicBezTo>
                    <a:lnTo>
                      <a:pt x="962" y="1242"/>
                    </a:lnTo>
                    <a:lnTo>
                      <a:pt x="962" y="1211"/>
                    </a:lnTo>
                    <a:lnTo>
                      <a:pt x="962" y="1195"/>
                    </a:lnTo>
                    <a:cubicBezTo>
                      <a:pt x="962" y="1186"/>
                      <a:pt x="967" y="1174"/>
                      <a:pt x="972" y="1168"/>
                    </a:cubicBezTo>
                    <a:lnTo>
                      <a:pt x="1189" y="953"/>
                    </a:lnTo>
                    <a:cubicBezTo>
                      <a:pt x="1196" y="946"/>
                      <a:pt x="1207" y="943"/>
                      <a:pt x="1215" y="943"/>
                    </a:cubicBezTo>
                    <a:lnTo>
                      <a:pt x="1231" y="943"/>
                    </a:lnTo>
                    <a:lnTo>
                      <a:pt x="1263" y="943"/>
                    </a:lnTo>
                    <a:lnTo>
                      <a:pt x="1279" y="943"/>
                    </a:lnTo>
                    <a:cubicBezTo>
                      <a:pt x="1288" y="943"/>
                      <a:pt x="1300" y="948"/>
                      <a:pt x="1305" y="953"/>
                    </a:cubicBezTo>
                    <a:lnTo>
                      <a:pt x="1521" y="1168"/>
                    </a:lnTo>
                    <a:cubicBezTo>
                      <a:pt x="1526" y="1174"/>
                      <a:pt x="1532" y="1186"/>
                      <a:pt x="1532" y="1195"/>
                    </a:cubicBezTo>
                    <a:lnTo>
                      <a:pt x="1532" y="1211"/>
                    </a:lnTo>
                    <a:lnTo>
                      <a:pt x="1532" y="1242"/>
                    </a:lnTo>
                    <a:lnTo>
                      <a:pt x="1532" y="1258"/>
                    </a:lnTo>
                    <a:cubicBezTo>
                      <a:pt x="1532" y="1267"/>
                      <a:pt x="1528" y="1279"/>
                      <a:pt x="1521" y="1285"/>
                    </a:cubicBezTo>
                    <a:close/>
                    <a:moveTo>
                      <a:pt x="1348" y="1225"/>
                    </a:moveTo>
                    <a:cubicBezTo>
                      <a:pt x="1348" y="1216"/>
                      <a:pt x="1343" y="1204"/>
                      <a:pt x="1336" y="1198"/>
                    </a:cubicBezTo>
                    <a:lnTo>
                      <a:pt x="1274" y="1137"/>
                    </a:lnTo>
                    <a:cubicBezTo>
                      <a:pt x="1268" y="1131"/>
                      <a:pt x="1256" y="1126"/>
                      <a:pt x="1247" y="1126"/>
                    </a:cubicBezTo>
                    <a:lnTo>
                      <a:pt x="1245" y="1126"/>
                    </a:lnTo>
                    <a:cubicBezTo>
                      <a:pt x="1237" y="1126"/>
                      <a:pt x="1224" y="1131"/>
                      <a:pt x="1219" y="1137"/>
                    </a:cubicBezTo>
                    <a:lnTo>
                      <a:pt x="1156" y="1198"/>
                    </a:lnTo>
                    <a:cubicBezTo>
                      <a:pt x="1148" y="1205"/>
                      <a:pt x="1145" y="1216"/>
                      <a:pt x="1145" y="1225"/>
                    </a:cubicBezTo>
                    <a:lnTo>
                      <a:pt x="1145" y="1226"/>
                    </a:lnTo>
                    <a:cubicBezTo>
                      <a:pt x="1145" y="1235"/>
                      <a:pt x="1150" y="1248"/>
                      <a:pt x="1156" y="1253"/>
                    </a:cubicBezTo>
                    <a:lnTo>
                      <a:pt x="1219" y="1315"/>
                    </a:lnTo>
                    <a:cubicBezTo>
                      <a:pt x="1224" y="1320"/>
                      <a:pt x="1237" y="1325"/>
                      <a:pt x="1245" y="1325"/>
                    </a:cubicBezTo>
                    <a:lnTo>
                      <a:pt x="1247" y="1325"/>
                    </a:lnTo>
                    <a:cubicBezTo>
                      <a:pt x="1256" y="1325"/>
                      <a:pt x="1268" y="1320"/>
                      <a:pt x="1274" y="1315"/>
                    </a:cubicBezTo>
                    <a:lnTo>
                      <a:pt x="1336" y="1253"/>
                    </a:lnTo>
                    <a:cubicBezTo>
                      <a:pt x="1341" y="1246"/>
                      <a:pt x="1348" y="1235"/>
                      <a:pt x="1348" y="1226"/>
                    </a:cubicBezTo>
                    <a:lnTo>
                      <a:pt x="1348" y="1225"/>
                    </a:lnTo>
                    <a:close/>
                    <a:moveTo>
                      <a:pt x="373" y="583"/>
                    </a:moveTo>
                    <a:lnTo>
                      <a:pt x="893" y="881"/>
                    </a:lnTo>
                    <a:cubicBezTo>
                      <a:pt x="921" y="897"/>
                      <a:pt x="951" y="904"/>
                      <a:pt x="981" y="900"/>
                    </a:cubicBezTo>
                    <a:cubicBezTo>
                      <a:pt x="1060" y="895"/>
                      <a:pt x="1122" y="828"/>
                      <a:pt x="1122" y="749"/>
                    </a:cubicBezTo>
                    <a:lnTo>
                      <a:pt x="1122" y="151"/>
                    </a:lnTo>
                    <a:cubicBezTo>
                      <a:pt x="1122" y="67"/>
                      <a:pt x="1053" y="0"/>
                      <a:pt x="969" y="0"/>
                    </a:cubicBezTo>
                    <a:cubicBezTo>
                      <a:pt x="884" y="0"/>
                      <a:pt x="815" y="69"/>
                      <a:pt x="815" y="151"/>
                    </a:cubicBezTo>
                    <a:lnTo>
                      <a:pt x="815" y="486"/>
                    </a:lnTo>
                    <a:lnTo>
                      <a:pt x="525" y="319"/>
                    </a:lnTo>
                    <a:cubicBezTo>
                      <a:pt x="452" y="277"/>
                      <a:pt x="359" y="301"/>
                      <a:pt x="315" y="375"/>
                    </a:cubicBezTo>
                    <a:cubicBezTo>
                      <a:pt x="274" y="448"/>
                      <a:pt x="299" y="541"/>
                      <a:pt x="373" y="583"/>
                    </a:cubicBezTo>
                    <a:close/>
                    <a:moveTo>
                      <a:pt x="1512" y="902"/>
                    </a:moveTo>
                    <a:cubicBezTo>
                      <a:pt x="1542" y="904"/>
                      <a:pt x="1572" y="899"/>
                      <a:pt x="1600" y="883"/>
                    </a:cubicBezTo>
                    <a:lnTo>
                      <a:pt x="2120" y="585"/>
                    </a:lnTo>
                    <a:cubicBezTo>
                      <a:pt x="2194" y="543"/>
                      <a:pt x="2219" y="449"/>
                      <a:pt x="2177" y="377"/>
                    </a:cubicBezTo>
                    <a:cubicBezTo>
                      <a:pt x="2134" y="305"/>
                      <a:pt x="2041" y="280"/>
                      <a:pt x="1967" y="321"/>
                    </a:cubicBezTo>
                    <a:lnTo>
                      <a:pt x="1676" y="488"/>
                    </a:lnTo>
                    <a:lnTo>
                      <a:pt x="1676" y="153"/>
                    </a:lnTo>
                    <a:cubicBezTo>
                      <a:pt x="1676" y="69"/>
                      <a:pt x="1607" y="2"/>
                      <a:pt x="1523" y="2"/>
                    </a:cubicBezTo>
                    <a:cubicBezTo>
                      <a:pt x="1438" y="2"/>
                      <a:pt x="1370" y="70"/>
                      <a:pt x="1370" y="153"/>
                    </a:cubicBezTo>
                    <a:lnTo>
                      <a:pt x="1370" y="751"/>
                    </a:lnTo>
                    <a:cubicBezTo>
                      <a:pt x="1371" y="830"/>
                      <a:pt x="1433" y="895"/>
                      <a:pt x="1512" y="902"/>
                    </a:cubicBezTo>
                    <a:close/>
                    <a:moveTo>
                      <a:pt x="981" y="1551"/>
                    </a:moveTo>
                    <a:cubicBezTo>
                      <a:pt x="951" y="1549"/>
                      <a:pt x="919" y="1554"/>
                      <a:pt x="893" y="1570"/>
                    </a:cubicBezTo>
                    <a:lnTo>
                      <a:pt x="373" y="1868"/>
                    </a:lnTo>
                    <a:cubicBezTo>
                      <a:pt x="299" y="1910"/>
                      <a:pt x="274" y="2004"/>
                      <a:pt x="317" y="2076"/>
                    </a:cubicBezTo>
                    <a:cubicBezTo>
                      <a:pt x="359" y="2148"/>
                      <a:pt x="452" y="2173"/>
                      <a:pt x="526" y="2130"/>
                    </a:cubicBezTo>
                    <a:lnTo>
                      <a:pt x="817" y="1963"/>
                    </a:lnTo>
                    <a:lnTo>
                      <a:pt x="817" y="2298"/>
                    </a:lnTo>
                    <a:cubicBezTo>
                      <a:pt x="817" y="2382"/>
                      <a:pt x="886" y="2449"/>
                      <a:pt x="971" y="2449"/>
                    </a:cubicBezTo>
                    <a:cubicBezTo>
                      <a:pt x="1055" y="2449"/>
                      <a:pt x="1124" y="2381"/>
                      <a:pt x="1124" y="2298"/>
                    </a:cubicBezTo>
                    <a:lnTo>
                      <a:pt x="1124" y="1700"/>
                    </a:lnTo>
                    <a:cubicBezTo>
                      <a:pt x="1122" y="1623"/>
                      <a:pt x="1060" y="1556"/>
                      <a:pt x="981" y="1551"/>
                    </a:cubicBezTo>
                    <a:close/>
                    <a:moveTo>
                      <a:pt x="840" y="1270"/>
                    </a:moveTo>
                    <a:cubicBezTo>
                      <a:pt x="845" y="1255"/>
                      <a:pt x="847" y="1237"/>
                      <a:pt x="847" y="1221"/>
                    </a:cubicBezTo>
                    <a:cubicBezTo>
                      <a:pt x="847" y="1209"/>
                      <a:pt x="845" y="1196"/>
                      <a:pt x="842" y="1186"/>
                    </a:cubicBezTo>
                    <a:cubicBezTo>
                      <a:pt x="831" y="1149"/>
                      <a:pt x="807" y="1115"/>
                      <a:pt x="771" y="1094"/>
                    </a:cubicBezTo>
                    <a:lnTo>
                      <a:pt x="252" y="796"/>
                    </a:lnTo>
                    <a:cubicBezTo>
                      <a:pt x="178" y="754"/>
                      <a:pt x="84" y="779"/>
                      <a:pt x="42" y="853"/>
                    </a:cubicBezTo>
                    <a:cubicBezTo>
                      <a:pt x="0" y="925"/>
                      <a:pt x="24" y="1018"/>
                      <a:pt x="98" y="1061"/>
                    </a:cubicBezTo>
                    <a:lnTo>
                      <a:pt x="389" y="1228"/>
                    </a:lnTo>
                    <a:lnTo>
                      <a:pt x="98" y="1396"/>
                    </a:lnTo>
                    <a:cubicBezTo>
                      <a:pt x="24" y="1438"/>
                      <a:pt x="0" y="1531"/>
                      <a:pt x="42" y="1604"/>
                    </a:cubicBezTo>
                    <a:cubicBezTo>
                      <a:pt x="84" y="1676"/>
                      <a:pt x="178" y="1700"/>
                      <a:pt x="252" y="1660"/>
                    </a:cubicBezTo>
                    <a:lnTo>
                      <a:pt x="771" y="1360"/>
                    </a:lnTo>
                    <a:cubicBezTo>
                      <a:pt x="805" y="1337"/>
                      <a:pt x="830" y="1306"/>
                      <a:pt x="840" y="127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50"/>
                  <a:buFont typeface="Arial"/>
                  <a:buNone/>
                </a:pPr>
                <a:r>
                  <a:t/>
                </a:r>
                <a:endParaRPr b="0" i="0" sz="135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094" name="Google Shape;1094;p60"/>
            <p:cNvSpPr/>
            <p:nvPr/>
          </p:nvSpPr>
          <p:spPr>
            <a:xfrm>
              <a:off x="3909352" y="1730839"/>
              <a:ext cx="197148" cy="228625"/>
            </a:xfrm>
            <a:custGeom>
              <a:rect b="b" l="l" r="r" t="t"/>
              <a:pathLst>
                <a:path extrusionOk="0" h="21317" w="16025">
                  <a:moveTo>
                    <a:pt x="2620" y="16005"/>
                  </a:moveTo>
                  <a:cubicBezTo>
                    <a:pt x="-2874" y="10221"/>
                    <a:pt x="870" y="-283"/>
                    <a:pt x="8323" y="6"/>
                  </a:cubicBezTo>
                  <a:cubicBezTo>
                    <a:pt x="15539" y="285"/>
                    <a:pt x="18726" y="10558"/>
                    <a:pt x="13287" y="16005"/>
                  </a:cubicBezTo>
                  <a:lnTo>
                    <a:pt x="7983" y="21317"/>
                  </a:lnTo>
                  <a:lnTo>
                    <a:pt x="2620" y="16005"/>
                  </a:lnTo>
                  <a:close/>
                </a:path>
              </a:pathLst>
            </a:custGeom>
            <a:solidFill>
              <a:srgbClr val="29B5E8"/>
            </a:solidFill>
            <a:ln>
              <a:noFill/>
            </a:ln>
            <a:effectLst>
              <a:outerShdw blurRad="76200" kx="1200090" rotWithShape="0" algn="br" sy="23000">
                <a:srgbClr val="000000">
                  <a:alpha val="20000"/>
                </a:srgbClr>
              </a:outerShdw>
            </a:effectLst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5" name="Google Shape;1095;p60"/>
            <p:cNvSpPr/>
            <p:nvPr/>
          </p:nvSpPr>
          <p:spPr>
            <a:xfrm>
              <a:off x="4248538" y="1754199"/>
              <a:ext cx="106937" cy="97307"/>
            </a:xfrm>
            <a:custGeom>
              <a:rect b="b" l="l" r="r" t="t"/>
              <a:pathLst>
                <a:path extrusionOk="0" h="2454" w="2696">
                  <a:moveTo>
                    <a:pt x="2661" y="409"/>
                  </a:moveTo>
                  <a:lnTo>
                    <a:pt x="2661" y="271"/>
                  </a:lnTo>
                  <a:lnTo>
                    <a:pt x="2605" y="345"/>
                  </a:lnTo>
                  <a:lnTo>
                    <a:pt x="2593" y="345"/>
                  </a:lnTo>
                  <a:lnTo>
                    <a:pt x="2536" y="273"/>
                  </a:lnTo>
                  <a:lnTo>
                    <a:pt x="2536" y="409"/>
                  </a:lnTo>
                  <a:lnTo>
                    <a:pt x="2504" y="409"/>
                  </a:lnTo>
                  <a:lnTo>
                    <a:pt x="2504" y="213"/>
                  </a:lnTo>
                  <a:lnTo>
                    <a:pt x="2529" y="213"/>
                  </a:lnTo>
                  <a:lnTo>
                    <a:pt x="2600" y="305"/>
                  </a:lnTo>
                  <a:lnTo>
                    <a:pt x="2670" y="213"/>
                  </a:lnTo>
                  <a:lnTo>
                    <a:pt x="2695" y="213"/>
                  </a:lnTo>
                  <a:lnTo>
                    <a:pt x="2695" y="409"/>
                  </a:lnTo>
                  <a:lnTo>
                    <a:pt x="2661" y="409"/>
                  </a:lnTo>
                  <a:close/>
                  <a:moveTo>
                    <a:pt x="2318" y="241"/>
                  </a:moveTo>
                  <a:lnTo>
                    <a:pt x="2318" y="213"/>
                  </a:lnTo>
                  <a:lnTo>
                    <a:pt x="2473" y="213"/>
                  </a:lnTo>
                  <a:lnTo>
                    <a:pt x="2473" y="241"/>
                  </a:lnTo>
                  <a:lnTo>
                    <a:pt x="2411" y="241"/>
                  </a:lnTo>
                  <a:lnTo>
                    <a:pt x="2411" y="409"/>
                  </a:lnTo>
                  <a:lnTo>
                    <a:pt x="2379" y="409"/>
                  </a:lnTo>
                  <a:lnTo>
                    <a:pt x="2379" y="241"/>
                  </a:lnTo>
                  <a:lnTo>
                    <a:pt x="2318" y="241"/>
                  </a:lnTo>
                  <a:close/>
                  <a:moveTo>
                    <a:pt x="2395" y="1059"/>
                  </a:moveTo>
                  <a:lnTo>
                    <a:pt x="2104" y="1226"/>
                  </a:lnTo>
                  <a:lnTo>
                    <a:pt x="2395" y="1394"/>
                  </a:lnTo>
                  <a:cubicBezTo>
                    <a:pt x="2469" y="1436"/>
                    <a:pt x="2494" y="1530"/>
                    <a:pt x="2452" y="1602"/>
                  </a:cubicBezTo>
                  <a:cubicBezTo>
                    <a:pt x="2409" y="1674"/>
                    <a:pt x="2316" y="1699"/>
                    <a:pt x="2242" y="1658"/>
                  </a:cubicBezTo>
                  <a:lnTo>
                    <a:pt x="1722" y="1359"/>
                  </a:lnTo>
                  <a:cubicBezTo>
                    <a:pt x="1687" y="1339"/>
                    <a:pt x="1664" y="1307"/>
                    <a:pt x="1653" y="1272"/>
                  </a:cubicBezTo>
                  <a:cubicBezTo>
                    <a:pt x="1648" y="1256"/>
                    <a:pt x="1646" y="1239"/>
                    <a:pt x="1646" y="1223"/>
                  </a:cubicBezTo>
                  <a:cubicBezTo>
                    <a:pt x="1646" y="1211"/>
                    <a:pt x="1648" y="1198"/>
                    <a:pt x="1651" y="1188"/>
                  </a:cubicBezTo>
                  <a:cubicBezTo>
                    <a:pt x="1662" y="1151"/>
                    <a:pt x="1687" y="1117"/>
                    <a:pt x="1722" y="1096"/>
                  </a:cubicBezTo>
                  <a:lnTo>
                    <a:pt x="2242" y="798"/>
                  </a:lnTo>
                  <a:cubicBezTo>
                    <a:pt x="2314" y="756"/>
                    <a:pt x="2409" y="781"/>
                    <a:pt x="2452" y="855"/>
                  </a:cubicBezTo>
                  <a:cubicBezTo>
                    <a:pt x="2494" y="923"/>
                    <a:pt x="2469" y="1017"/>
                    <a:pt x="2395" y="1059"/>
                  </a:cubicBezTo>
                  <a:close/>
                  <a:moveTo>
                    <a:pt x="2120" y="1870"/>
                  </a:moveTo>
                  <a:lnTo>
                    <a:pt x="1600" y="1572"/>
                  </a:lnTo>
                  <a:cubicBezTo>
                    <a:pt x="1572" y="1556"/>
                    <a:pt x="1542" y="1549"/>
                    <a:pt x="1512" y="1552"/>
                  </a:cubicBezTo>
                  <a:cubicBezTo>
                    <a:pt x="1433" y="1558"/>
                    <a:pt x="1371" y="1625"/>
                    <a:pt x="1371" y="1704"/>
                  </a:cubicBezTo>
                  <a:lnTo>
                    <a:pt x="1371" y="2301"/>
                  </a:lnTo>
                  <a:cubicBezTo>
                    <a:pt x="1371" y="2386"/>
                    <a:pt x="1440" y="2453"/>
                    <a:pt x="1525" y="2453"/>
                  </a:cubicBezTo>
                  <a:cubicBezTo>
                    <a:pt x="1609" y="2453"/>
                    <a:pt x="1678" y="2384"/>
                    <a:pt x="1678" y="2301"/>
                  </a:cubicBezTo>
                  <a:lnTo>
                    <a:pt x="1678" y="1967"/>
                  </a:lnTo>
                  <a:lnTo>
                    <a:pt x="1969" y="2134"/>
                  </a:lnTo>
                  <a:cubicBezTo>
                    <a:pt x="2041" y="2176"/>
                    <a:pt x="2136" y="2152"/>
                    <a:pt x="2178" y="2079"/>
                  </a:cubicBezTo>
                  <a:cubicBezTo>
                    <a:pt x="2219" y="2005"/>
                    <a:pt x="2194" y="1912"/>
                    <a:pt x="2120" y="1870"/>
                  </a:cubicBezTo>
                  <a:close/>
                  <a:moveTo>
                    <a:pt x="1521" y="1285"/>
                  </a:moveTo>
                  <a:lnTo>
                    <a:pt x="1305" y="1500"/>
                  </a:lnTo>
                  <a:cubicBezTo>
                    <a:pt x="1298" y="1507"/>
                    <a:pt x="1288" y="1512"/>
                    <a:pt x="1279" y="1512"/>
                  </a:cubicBezTo>
                  <a:lnTo>
                    <a:pt x="1263" y="1512"/>
                  </a:lnTo>
                  <a:lnTo>
                    <a:pt x="1231" y="1512"/>
                  </a:lnTo>
                  <a:lnTo>
                    <a:pt x="1215" y="1512"/>
                  </a:lnTo>
                  <a:cubicBezTo>
                    <a:pt x="1207" y="1512"/>
                    <a:pt x="1194" y="1507"/>
                    <a:pt x="1189" y="1500"/>
                  </a:cubicBezTo>
                  <a:lnTo>
                    <a:pt x="972" y="1285"/>
                  </a:lnTo>
                  <a:cubicBezTo>
                    <a:pt x="965" y="1279"/>
                    <a:pt x="962" y="1267"/>
                    <a:pt x="962" y="1258"/>
                  </a:cubicBezTo>
                  <a:lnTo>
                    <a:pt x="962" y="1242"/>
                  </a:lnTo>
                  <a:lnTo>
                    <a:pt x="962" y="1211"/>
                  </a:lnTo>
                  <a:lnTo>
                    <a:pt x="962" y="1195"/>
                  </a:lnTo>
                  <a:cubicBezTo>
                    <a:pt x="962" y="1186"/>
                    <a:pt x="967" y="1174"/>
                    <a:pt x="972" y="1168"/>
                  </a:cubicBezTo>
                  <a:lnTo>
                    <a:pt x="1189" y="953"/>
                  </a:lnTo>
                  <a:cubicBezTo>
                    <a:pt x="1196" y="946"/>
                    <a:pt x="1207" y="943"/>
                    <a:pt x="1215" y="943"/>
                  </a:cubicBezTo>
                  <a:lnTo>
                    <a:pt x="1231" y="943"/>
                  </a:lnTo>
                  <a:lnTo>
                    <a:pt x="1263" y="943"/>
                  </a:lnTo>
                  <a:lnTo>
                    <a:pt x="1279" y="943"/>
                  </a:lnTo>
                  <a:cubicBezTo>
                    <a:pt x="1288" y="943"/>
                    <a:pt x="1300" y="948"/>
                    <a:pt x="1305" y="953"/>
                  </a:cubicBezTo>
                  <a:lnTo>
                    <a:pt x="1521" y="1168"/>
                  </a:lnTo>
                  <a:cubicBezTo>
                    <a:pt x="1526" y="1174"/>
                    <a:pt x="1532" y="1186"/>
                    <a:pt x="1532" y="1195"/>
                  </a:cubicBezTo>
                  <a:lnTo>
                    <a:pt x="1532" y="1211"/>
                  </a:lnTo>
                  <a:lnTo>
                    <a:pt x="1532" y="1242"/>
                  </a:lnTo>
                  <a:lnTo>
                    <a:pt x="1532" y="1258"/>
                  </a:lnTo>
                  <a:cubicBezTo>
                    <a:pt x="1532" y="1267"/>
                    <a:pt x="1528" y="1279"/>
                    <a:pt x="1521" y="1285"/>
                  </a:cubicBezTo>
                  <a:close/>
                  <a:moveTo>
                    <a:pt x="1348" y="1225"/>
                  </a:moveTo>
                  <a:cubicBezTo>
                    <a:pt x="1348" y="1216"/>
                    <a:pt x="1343" y="1204"/>
                    <a:pt x="1336" y="1198"/>
                  </a:cubicBezTo>
                  <a:lnTo>
                    <a:pt x="1274" y="1137"/>
                  </a:lnTo>
                  <a:cubicBezTo>
                    <a:pt x="1268" y="1131"/>
                    <a:pt x="1256" y="1126"/>
                    <a:pt x="1247" y="1126"/>
                  </a:cubicBezTo>
                  <a:lnTo>
                    <a:pt x="1245" y="1126"/>
                  </a:lnTo>
                  <a:cubicBezTo>
                    <a:pt x="1237" y="1126"/>
                    <a:pt x="1224" y="1131"/>
                    <a:pt x="1219" y="1137"/>
                  </a:cubicBezTo>
                  <a:lnTo>
                    <a:pt x="1156" y="1198"/>
                  </a:lnTo>
                  <a:cubicBezTo>
                    <a:pt x="1148" y="1205"/>
                    <a:pt x="1145" y="1216"/>
                    <a:pt x="1145" y="1225"/>
                  </a:cubicBezTo>
                  <a:lnTo>
                    <a:pt x="1145" y="1226"/>
                  </a:lnTo>
                  <a:cubicBezTo>
                    <a:pt x="1145" y="1235"/>
                    <a:pt x="1150" y="1248"/>
                    <a:pt x="1156" y="1253"/>
                  </a:cubicBezTo>
                  <a:lnTo>
                    <a:pt x="1219" y="1315"/>
                  </a:lnTo>
                  <a:cubicBezTo>
                    <a:pt x="1224" y="1320"/>
                    <a:pt x="1237" y="1325"/>
                    <a:pt x="1245" y="1325"/>
                  </a:cubicBezTo>
                  <a:lnTo>
                    <a:pt x="1247" y="1325"/>
                  </a:lnTo>
                  <a:cubicBezTo>
                    <a:pt x="1256" y="1325"/>
                    <a:pt x="1268" y="1320"/>
                    <a:pt x="1274" y="1315"/>
                  </a:cubicBezTo>
                  <a:lnTo>
                    <a:pt x="1336" y="1253"/>
                  </a:lnTo>
                  <a:cubicBezTo>
                    <a:pt x="1341" y="1246"/>
                    <a:pt x="1348" y="1235"/>
                    <a:pt x="1348" y="1226"/>
                  </a:cubicBezTo>
                  <a:lnTo>
                    <a:pt x="1348" y="1225"/>
                  </a:lnTo>
                  <a:close/>
                  <a:moveTo>
                    <a:pt x="373" y="583"/>
                  </a:moveTo>
                  <a:lnTo>
                    <a:pt x="893" y="881"/>
                  </a:lnTo>
                  <a:cubicBezTo>
                    <a:pt x="921" y="897"/>
                    <a:pt x="951" y="904"/>
                    <a:pt x="981" y="900"/>
                  </a:cubicBezTo>
                  <a:cubicBezTo>
                    <a:pt x="1060" y="895"/>
                    <a:pt x="1122" y="828"/>
                    <a:pt x="1122" y="749"/>
                  </a:cubicBezTo>
                  <a:lnTo>
                    <a:pt x="1122" y="151"/>
                  </a:lnTo>
                  <a:cubicBezTo>
                    <a:pt x="1122" y="67"/>
                    <a:pt x="1053" y="0"/>
                    <a:pt x="969" y="0"/>
                  </a:cubicBezTo>
                  <a:cubicBezTo>
                    <a:pt x="884" y="0"/>
                    <a:pt x="815" y="69"/>
                    <a:pt x="815" y="151"/>
                  </a:cubicBezTo>
                  <a:lnTo>
                    <a:pt x="815" y="486"/>
                  </a:lnTo>
                  <a:lnTo>
                    <a:pt x="525" y="319"/>
                  </a:lnTo>
                  <a:cubicBezTo>
                    <a:pt x="452" y="277"/>
                    <a:pt x="359" y="301"/>
                    <a:pt x="315" y="375"/>
                  </a:cubicBezTo>
                  <a:cubicBezTo>
                    <a:pt x="274" y="448"/>
                    <a:pt x="299" y="541"/>
                    <a:pt x="373" y="583"/>
                  </a:cubicBezTo>
                  <a:close/>
                  <a:moveTo>
                    <a:pt x="1512" y="902"/>
                  </a:moveTo>
                  <a:cubicBezTo>
                    <a:pt x="1542" y="904"/>
                    <a:pt x="1572" y="899"/>
                    <a:pt x="1600" y="883"/>
                  </a:cubicBezTo>
                  <a:lnTo>
                    <a:pt x="2120" y="585"/>
                  </a:lnTo>
                  <a:cubicBezTo>
                    <a:pt x="2194" y="543"/>
                    <a:pt x="2219" y="449"/>
                    <a:pt x="2177" y="377"/>
                  </a:cubicBezTo>
                  <a:cubicBezTo>
                    <a:pt x="2134" y="305"/>
                    <a:pt x="2041" y="280"/>
                    <a:pt x="1967" y="321"/>
                  </a:cubicBezTo>
                  <a:lnTo>
                    <a:pt x="1676" y="488"/>
                  </a:lnTo>
                  <a:lnTo>
                    <a:pt x="1676" y="153"/>
                  </a:lnTo>
                  <a:cubicBezTo>
                    <a:pt x="1676" y="69"/>
                    <a:pt x="1607" y="2"/>
                    <a:pt x="1523" y="2"/>
                  </a:cubicBezTo>
                  <a:cubicBezTo>
                    <a:pt x="1438" y="2"/>
                    <a:pt x="1370" y="70"/>
                    <a:pt x="1370" y="153"/>
                  </a:cubicBezTo>
                  <a:lnTo>
                    <a:pt x="1370" y="751"/>
                  </a:lnTo>
                  <a:cubicBezTo>
                    <a:pt x="1371" y="830"/>
                    <a:pt x="1433" y="895"/>
                    <a:pt x="1512" y="902"/>
                  </a:cubicBezTo>
                  <a:close/>
                  <a:moveTo>
                    <a:pt x="981" y="1551"/>
                  </a:moveTo>
                  <a:cubicBezTo>
                    <a:pt x="951" y="1549"/>
                    <a:pt x="919" y="1554"/>
                    <a:pt x="893" y="1570"/>
                  </a:cubicBezTo>
                  <a:lnTo>
                    <a:pt x="373" y="1868"/>
                  </a:lnTo>
                  <a:cubicBezTo>
                    <a:pt x="299" y="1910"/>
                    <a:pt x="274" y="2004"/>
                    <a:pt x="317" y="2076"/>
                  </a:cubicBezTo>
                  <a:cubicBezTo>
                    <a:pt x="359" y="2148"/>
                    <a:pt x="452" y="2173"/>
                    <a:pt x="526" y="2130"/>
                  </a:cubicBezTo>
                  <a:lnTo>
                    <a:pt x="817" y="1963"/>
                  </a:lnTo>
                  <a:lnTo>
                    <a:pt x="817" y="2298"/>
                  </a:lnTo>
                  <a:cubicBezTo>
                    <a:pt x="817" y="2382"/>
                    <a:pt x="886" y="2449"/>
                    <a:pt x="971" y="2449"/>
                  </a:cubicBezTo>
                  <a:cubicBezTo>
                    <a:pt x="1055" y="2449"/>
                    <a:pt x="1124" y="2381"/>
                    <a:pt x="1124" y="2298"/>
                  </a:cubicBezTo>
                  <a:lnTo>
                    <a:pt x="1124" y="1700"/>
                  </a:lnTo>
                  <a:cubicBezTo>
                    <a:pt x="1122" y="1623"/>
                    <a:pt x="1060" y="1556"/>
                    <a:pt x="981" y="1551"/>
                  </a:cubicBezTo>
                  <a:close/>
                  <a:moveTo>
                    <a:pt x="840" y="1270"/>
                  </a:moveTo>
                  <a:cubicBezTo>
                    <a:pt x="845" y="1255"/>
                    <a:pt x="847" y="1237"/>
                    <a:pt x="847" y="1221"/>
                  </a:cubicBezTo>
                  <a:cubicBezTo>
                    <a:pt x="847" y="1209"/>
                    <a:pt x="845" y="1196"/>
                    <a:pt x="842" y="1186"/>
                  </a:cubicBezTo>
                  <a:cubicBezTo>
                    <a:pt x="831" y="1149"/>
                    <a:pt x="807" y="1115"/>
                    <a:pt x="771" y="1094"/>
                  </a:cubicBezTo>
                  <a:lnTo>
                    <a:pt x="252" y="796"/>
                  </a:lnTo>
                  <a:cubicBezTo>
                    <a:pt x="178" y="754"/>
                    <a:pt x="84" y="779"/>
                    <a:pt x="42" y="853"/>
                  </a:cubicBezTo>
                  <a:cubicBezTo>
                    <a:pt x="0" y="925"/>
                    <a:pt x="24" y="1018"/>
                    <a:pt x="98" y="1061"/>
                  </a:cubicBezTo>
                  <a:lnTo>
                    <a:pt x="389" y="1228"/>
                  </a:lnTo>
                  <a:lnTo>
                    <a:pt x="98" y="1396"/>
                  </a:lnTo>
                  <a:cubicBezTo>
                    <a:pt x="24" y="1438"/>
                    <a:pt x="0" y="1531"/>
                    <a:pt x="42" y="1604"/>
                  </a:cubicBezTo>
                  <a:cubicBezTo>
                    <a:pt x="84" y="1676"/>
                    <a:pt x="178" y="1700"/>
                    <a:pt x="252" y="1660"/>
                  </a:cubicBezTo>
                  <a:lnTo>
                    <a:pt x="771" y="1360"/>
                  </a:lnTo>
                  <a:cubicBezTo>
                    <a:pt x="805" y="1337"/>
                    <a:pt x="830" y="1306"/>
                    <a:pt x="840" y="127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6" name="Google Shape;1096;p60"/>
            <p:cNvSpPr/>
            <p:nvPr/>
          </p:nvSpPr>
          <p:spPr>
            <a:xfrm>
              <a:off x="4053958" y="1729875"/>
              <a:ext cx="197148" cy="228625"/>
            </a:xfrm>
            <a:custGeom>
              <a:rect b="b" l="l" r="r" t="t"/>
              <a:pathLst>
                <a:path extrusionOk="0" h="21317" w="16025">
                  <a:moveTo>
                    <a:pt x="2620" y="16005"/>
                  </a:moveTo>
                  <a:cubicBezTo>
                    <a:pt x="-2874" y="10221"/>
                    <a:pt x="870" y="-283"/>
                    <a:pt x="8323" y="6"/>
                  </a:cubicBezTo>
                  <a:cubicBezTo>
                    <a:pt x="15539" y="285"/>
                    <a:pt x="18726" y="10558"/>
                    <a:pt x="13287" y="16005"/>
                  </a:cubicBezTo>
                  <a:lnTo>
                    <a:pt x="7983" y="21317"/>
                  </a:lnTo>
                  <a:lnTo>
                    <a:pt x="2620" y="16005"/>
                  </a:lnTo>
                  <a:close/>
                </a:path>
              </a:pathLst>
            </a:custGeom>
            <a:solidFill>
              <a:srgbClr val="FF9F36"/>
            </a:solidFill>
            <a:ln>
              <a:noFill/>
            </a:ln>
            <a:effectLst>
              <a:outerShdw blurRad="76200" kx="1200090" rotWithShape="0" algn="br" sy="23000">
                <a:srgbClr val="000000">
                  <a:alpha val="20000"/>
                </a:srgbClr>
              </a:outerShdw>
            </a:effectLst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7" name="Google Shape;1097;p60"/>
            <p:cNvSpPr/>
            <p:nvPr/>
          </p:nvSpPr>
          <p:spPr>
            <a:xfrm>
              <a:off x="4176502" y="1716078"/>
              <a:ext cx="197148" cy="228625"/>
            </a:xfrm>
            <a:custGeom>
              <a:rect b="b" l="l" r="r" t="t"/>
              <a:pathLst>
                <a:path extrusionOk="0" h="21317" w="16025">
                  <a:moveTo>
                    <a:pt x="2620" y="16005"/>
                  </a:moveTo>
                  <a:cubicBezTo>
                    <a:pt x="-2874" y="10221"/>
                    <a:pt x="870" y="-283"/>
                    <a:pt x="8323" y="6"/>
                  </a:cubicBezTo>
                  <a:cubicBezTo>
                    <a:pt x="15539" y="285"/>
                    <a:pt x="18726" y="10558"/>
                    <a:pt x="13287" y="16005"/>
                  </a:cubicBezTo>
                  <a:lnTo>
                    <a:pt x="7983" y="21317"/>
                  </a:lnTo>
                  <a:lnTo>
                    <a:pt x="2620" y="16005"/>
                  </a:lnTo>
                  <a:close/>
                </a:path>
              </a:pathLst>
            </a:custGeom>
            <a:solidFill>
              <a:srgbClr val="D45B90"/>
            </a:solidFill>
            <a:ln>
              <a:noFill/>
            </a:ln>
            <a:effectLst>
              <a:outerShdw blurRad="76200" kx="1200090" rotWithShape="0" algn="br" sy="23000">
                <a:srgbClr val="000000">
                  <a:alpha val="20000"/>
                </a:srgbClr>
              </a:outerShdw>
            </a:effectLst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8" name="Google Shape;1098;p60"/>
            <p:cNvSpPr/>
            <p:nvPr/>
          </p:nvSpPr>
          <p:spPr>
            <a:xfrm>
              <a:off x="4093091" y="1868421"/>
              <a:ext cx="197148" cy="228625"/>
            </a:xfrm>
            <a:custGeom>
              <a:rect b="b" l="l" r="r" t="t"/>
              <a:pathLst>
                <a:path extrusionOk="0" h="21317" w="16025">
                  <a:moveTo>
                    <a:pt x="2620" y="16005"/>
                  </a:moveTo>
                  <a:cubicBezTo>
                    <a:pt x="-2874" y="10221"/>
                    <a:pt x="870" y="-283"/>
                    <a:pt x="8323" y="6"/>
                  </a:cubicBezTo>
                  <a:cubicBezTo>
                    <a:pt x="15539" y="285"/>
                    <a:pt x="18726" y="10558"/>
                    <a:pt x="13287" y="16005"/>
                  </a:cubicBezTo>
                  <a:lnTo>
                    <a:pt x="7983" y="21317"/>
                  </a:lnTo>
                  <a:lnTo>
                    <a:pt x="2620" y="16005"/>
                  </a:lnTo>
                  <a:close/>
                </a:path>
              </a:pathLst>
            </a:custGeom>
            <a:solidFill>
              <a:srgbClr val="29B5E8"/>
            </a:solidFill>
            <a:ln>
              <a:noFill/>
            </a:ln>
            <a:effectLst>
              <a:outerShdw blurRad="76200" kx="1200090" rotWithShape="0" algn="br" sy="23000">
                <a:srgbClr val="000000">
                  <a:alpha val="20000"/>
                </a:srgbClr>
              </a:outerShdw>
            </a:effectLst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9" name="Google Shape;1099;p60"/>
            <p:cNvSpPr/>
            <p:nvPr/>
          </p:nvSpPr>
          <p:spPr>
            <a:xfrm>
              <a:off x="4073812" y="1791203"/>
              <a:ext cx="197148" cy="228625"/>
            </a:xfrm>
            <a:custGeom>
              <a:rect b="b" l="l" r="r" t="t"/>
              <a:pathLst>
                <a:path extrusionOk="0" h="21317" w="16025">
                  <a:moveTo>
                    <a:pt x="2620" y="16005"/>
                  </a:moveTo>
                  <a:cubicBezTo>
                    <a:pt x="-2874" y="10221"/>
                    <a:pt x="870" y="-283"/>
                    <a:pt x="8323" y="6"/>
                  </a:cubicBezTo>
                  <a:cubicBezTo>
                    <a:pt x="15539" y="285"/>
                    <a:pt x="18726" y="10558"/>
                    <a:pt x="13287" y="16005"/>
                  </a:cubicBezTo>
                  <a:lnTo>
                    <a:pt x="7983" y="21317"/>
                  </a:lnTo>
                  <a:lnTo>
                    <a:pt x="2620" y="16005"/>
                  </a:lnTo>
                  <a:close/>
                </a:path>
              </a:pathLst>
            </a:custGeom>
            <a:solidFill>
              <a:srgbClr val="FF9F36"/>
            </a:solidFill>
            <a:ln>
              <a:noFill/>
            </a:ln>
            <a:effectLst>
              <a:outerShdw blurRad="76200" kx="1200090" rotWithShape="0" algn="br" sy="23000">
                <a:srgbClr val="000000">
                  <a:alpha val="20000"/>
                </a:srgbClr>
              </a:outerShdw>
            </a:effectLst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0" name="Google Shape;1100;p60"/>
            <p:cNvSpPr/>
            <p:nvPr/>
          </p:nvSpPr>
          <p:spPr>
            <a:xfrm>
              <a:off x="4228626" y="1865796"/>
              <a:ext cx="197148" cy="228625"/>
            </a:xfrm>
            <a:custGeom>
              <a:rect b="b" l="l" r="r" t="t"/>
              <a:pathLst>
                <a:path extrusionOk="0" h="21317" w="16025">
                  <a:moveTo>
                    <a:pt x="2620" y="16005"/>
                  </a:moveTo>
                  <a:cubicBezTo>
                    <a:pt x="-2874" y="10221"/>
                    <a:pt x="870" y="-283"/>
                    <a:pt x="8323" y="6"/>
                  </a:cubicBezTo>
                  <a:cubicBezTo>
                    <a:pt x="15539" y="285"/>
                    <a:pt x="18726" y="10558"/>
                    <a:pt x="13287" y="16005"/>
                  </a:cubicBezTo>
                  <a:lnTo>
                    <a:pt x="7983" y="21317"/>
                  </a:lnTo>
                  <a:lnTo>
                    <a:pt x="2620" y="16005"/>
                  </a:lnTo>
                  <a:close/>
                </a:path>
              </a:pathLst>
            </a:custGeom>
            <a:solidFill>
              <a:srgbClr val="29B5E8"/>
            </a:solidFill>
            <a:ln>
              <a:noFill/>
            </a:ln>
            <a:effectLst>
              <a:outerShdw blurRad="76200" kx="1200090" rotWithShape="0" algn="br" sy="23000">
                <a:srgbClr val="000000">
                  <a:alpha val="20000"/>
                </a:srgbClr>
              </a:outerShdw>
            </a:effectLst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1" name="Google Shape;1101;p60"/>
            <p:cNvSpPr/>
            <p:nvPr/>
          </p:nvSpPr>
          <p:spPr>
            <a:xfrm>
              <a:off x="4213796" y="1706478"/>
              <a:ext cx="197148" cy="228625"/>
            </a:xfrm>
            <a:custGeom>
              <a:rect b="b" l="l" r="r" t="t"/>
              <a:pathLst>
                <a:path extrusionOk="0" h="21317" w="16025">
                  <a:moveTo>
                    <a:pt x="2620" y="16005"/>
                  </a:moveTo>
                  <a:cubicBezTo>
                    <a:pt x="-2874" y="10221"/>
                    <a:pt x="870" y="-283"/>
                    <a:pt x="8323" y="6"/>
                  </a:cubicBezTo>
                  <a:cubicBezTo>
                    <a:pt x="15539" y="285"/>
                    <a:pt x="18726" y="10558"/>
                    <a:pt x="13287" y="16005"/>
                  </a:cubicBezTo>
                  <a:lnTo>
                    <a:pt x="7983" y="21317"/>
                  </a:lnTo>
                  <a:lnTo>
                    <a:pt x="2620" y="16005"/>
                  </a:lnTo>
                  <a:close/>
                </a:path>
              </a:pathLst>
            </a:custGeom>
            <a:solidFill>
              <a:srgbClr val="FF9F36"/>
            </a:solidFill>
            <a:ln>
              <a:noFill/>
            </a:ln>
            <a:effectLst>
              <a:outerShdw blurRad="76200" kx="1200090" rotWithShape="0" algn="br" sy="23000">
                <a:srgbClr val="000000">
                  <a:alpha val="20000"/>
                </a:srgbClr>
              </a:outerShdw>
            </a:effectLst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02" name="Google Shape;1102;p60"/>
          <p:cNvSpPr/>
          <p:nvPr/>
        </p:nvSpPr>
        <p:spPr>
          <a:xfrm>
            <a:off x="6638129" y="3157898"/>
            <a:ext cx="197148" cy="228625"/>
          </a:xfrm>
          <a:custGeom>
            <a:rect b="b" l="l" r="r" t="t"/>
            <a:pathLst>
              <a:path extrusionOk="0" h="21317" w="16025">
                <a:moveTo>
                  <a:pt x="2620" y="16005"/>
                </a:moveTo>
                <a:cubicBezTo>
                  <a:pt x="-2874" y="10221"/>
                  <a:pt x="870" y="-283"/>
                  <a:pt x="8323" y="6"/>
                </a:cubicBezTo>
                <a:cubicBezTo>
                  <a:pt x="15539" y="285"/>
                  <a:pt x="18726" y="10558"/>
                  <a:pt x="13287" y="16005"/>
                </a:cubicBezTo>
                <a:lnTo>
                  <a:pt x="7983" y="21317"/>
                </a:lnTo>
                <a:lnTo>
                  <a:pt x="2620" y="16005"/>
                </a:lnTo>
                <a:close/>
              </a:path>
            </a:pathLst>
          </a:custGeom>
          <a:solidFill>
            <a:srgbClr val="FF9F36"/>
          </a:solidFill>
          <a:ln>
            <a:noFill/>
          </a:ln>
          <a:effectLst>
            <a:outerShdw blurRad="76200" kx="1200090" rotWithShape="0" algn="br" sy="23000">
              <a:srgbClr val="000000">
                <a:alpha val="200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3" name="Google Shape;1103;p60"/>
          <p:cNvSpPr/>
          <p:nvPr/>
        </p:nvSpPr>
        <p:spPr>
          <a:xfrm>
            <a:off x="6568879" y="2262373"/>
            <a:ext cx="197148" cy="228625"/>
          </a:xfrm>
          <a:custGeom>
            <a:rect b="b" l="l" r="r" t="t"/>
            <a:pathLst>
              <a:path extrusionOk="0" h="21317" w="16025">
                <a:moveTo>
                  <a:pt x="2620" y="16005"/>
                </a:moveTo>
                <a:cubicBezTo>
                  <a:pt x="-2874" y="10221"/>
                  <a:pt x="870" y="-283"/>
                  <a:pt x="8323" y="6"/>
                </a:cubicBezTo>
                <a:cubicBezTo>
                  <a:pt x="15539" y="285"/>
                  <a:pt x="18726" y="10558"/>
                  <a:pt x="13287" y="16005"/>
                </a:cubicBezTo>
                <a:lnTo>
                  <a:pt x="7983" y="21317"/>
                </a:lnTo>
                <a:lnTo>
                  <a:pt x="2620" y="16005"/>
                </a:lnTo>
                <a:close/>
              </a:path>
            </a:pathLst>
          </a:custGeom>
          <a:solidFill>
            <a:srgbClr val="FF9F36"/>
          </a:solidFill>
          <a:ln>
            <a:noFill/>
          </a:ln>
          <a:effectLst>
            <a:outerShdw blurRad="76200" kx="1200090" rotWithShape="0" algn="br" sy="23000">
              <a:srgbClr val="000000">
                <a:alpha val="200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4" name="Google Shape;1104;p60"/>
          <p:cNvSpPr/>
          <p:nvPr/>
        </p:nvSpPr>
        <p:spPr>
          <a:xfrm>
            <a:off x="5945722" y="2616244"/>
            <a:ext cx="197148" cy="228625"/>
          </a:xfrm>
          <a:custGeom>
            <a:rect b="b" l="l" r="r" t="t"/>
            <a:pathLst>
              <a:path extrusionOk="0" h="21317" w="16025">
                <a:moveTo>
                  <a:pt x="2620" y="16005"/>
                </a:moveTo>
                <a:cubicBezTo>
                  <a:pt x="-2874" y="10221"/>
                  <a:pt x="870" y="-283"/>
                  <a:pt x="8323" y="6"/>
                </a:cubicBezTo>
                <a:cubicBezTo>
                  <a:pt x="15539" y="285"/>
                  <a:pt x="18726" y="10558"/>
                  <a:pt x="13287" y="16005"/>
                </a:cubicBezTo>
                <a:lnTo>
                  <a:pt x="7983" y="21317"/>
                </a:lnTo>
                <a:lnTo>
                  <a:pt x="2620" y="16005"/>
                </a:lnTo>
                <a:close/>
              </a:path>
            </a:pathLst>
          </a:custGeom>
          <a:solidFill>
            <a:srgbClr val="29B5E8"/>
          </a:solidFill>
          <a:ln>
            <a:noFill/>
          </a:ln>
          <a:effectLst>
            <a:outerShdw blurRad="76200" kx="1200090" rotWithShape="0" algn="br" sy="23000">
              <a:srgbClr val="000000">
                <a:alpha val="200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5" name="Google Shape;1105;p60"/>
          <p:cNvSpPr/>
          <p:nvPr/>
        </p:nvSpPr>
        <p:spPr>
          <a:xfrm>
            <a:off x="7287044" y="2206426"/>
            <a:ext cx="197148" cy="228625"/>
          </a:xfrm>
          <a:custGeom>
            <a:rect b="b" l="l" r="r" t="t"/>
            <a:pathLst>
              <a:path extrusionOk="0" h="21317" w="16025">
                <a:moveTo>
                  <a:pt x="2620" y="16005"/>
                </a:moveTo>
                <a:cubicBezTo>
                  <a:pt x="-2874" y="10221"/>
                  <a:pt x="870" y="-283"/>
                  <a:pt x="8323" y="6"/>
                </a:cubicBezTo>
                <a:cubicBezTo>
                  <a:pt x="15539" y="285"/>
                  <a:pt x="18726" y="10558"/>
                  <a:pt x="13287" y="16005"/>
                </a:cubicBezTo>
                <a:lnTo>
                  <a:pt x="7983" y="21317"/>
                </a:lnTo>
                <a:lnTo>
                  <a:pt x="2620" y="16005"/>
                </a:lnTo>
                <a:close/>
              </a:path>
            </a:pathLst>
          </a:custGeom>
          <a:solidFill>
            <a:srgbClr val="FF9F36"/>
          </a:solidFill>
          <a:ln>
            <a:noFill/>
          </a:ln>
          <a:effectLst>
            <a:outerShdw blurRad="76200" kx="1200090" rotWithShape="0" algn="br" sy="23000">
              <a:srgbClr val="000000">
                <a:alpha val="200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6" name="Google Shape;1106;p60"/>
          <p:cNvSpPr/>
          <p:nvPr/>
        </p:nvSpPr>
        <p:spPr>
          <a:xfrm>
            <a:off x="3160639" y="3646475"/>
            <a:ext cx="197148" cy="228625"/>
          </a:xfrm>
          <a:custGeom>
            <a:rect b="b" l="l" r="r" t="t"/>
            <a:pathLst>
              <a:path extrusionOk="0" h="21317" w="16025">
                <a:moveTo>
                  <a:pt x="2620" y="16005"/>
                </a:moveTo>
                <a:cubicBezTo>
                  <a:pt x="-2874" y="10221"/>
                  <a:pt x="870" y="-283"/>
                  <a:pt x="8323" y="6"/>
                </a:cubicBezTo>
                <a:cubicBezTo>
                  <a:pt x="15539" y="285"/>
                  <a:pt x="18726" y="10558"/>
                  <a:pt x="13287" y="16005"/>
                </a:cubicBezTo>
                <a:lnTo>
                  <a:pt x="7983" y="21317"/>
                </a:lnTo>
                <a:lnTo>
                  <a:pt x="2620" y="16005"/>
                </a:lnTo>
                <a:close/>
              </a:path>
            </a:pathLst>
          </a:custGeom>
          <a:solidFill>
            <a:srgbClr val="FF9F36"/>
          </a:solidFill>
          <a:ln>
            <a:noFill/>
          </a:ln>
          <a:effectLst>
            <a:outerShdw blurRad="76200" kx="1200090" rotWithShape="0" algn="br" sy="23000">
              <a:srgbClr val="000000">
                <a:alpha val="200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47"/>
          <p:cNvSpPr txBox="1"/>
          <p:nvPr>
            <p:ph type="title"/>
          </p:nvPr>
        </p:nvSpPr>
        <p:spPr>
          <a:xfrm>
            <a:off x="365750" y="274323"/>
            <a:ext cx="83484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"/>
              <a:t>Demo Do’s and Don’ts</a:t>
            </a:r>
            <a:endParaRPr/>
          </a:p>
        </p:txBody>
      </p:sp>
      <p:sp>
        <p:nvSpPr>
          <p:cNvPr id="378" name="Google Shape;378;p47"/>
          <p:cNvSpPr txBox="1"/>
          <p:nvPr>
            <p:ph idx="1" type="body"/>
          </p:nvPr>
        </p:nvSpPr>
        <p:spPr>
          <a:xfrm>
            <a:off x="365750" y="1371600"/>
            <a:ext cx="4160400" cy="154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/>
              <a:t>Lead with the business outcome. Show the app already has data (no setup). Ask the SAP_SALES_360_AGENT a real question live. Emphasize zero-ETL and preserved SAP context.</a:t>
            </a:r>
            <a:endParaRPr b="1">
              <a:solidFill>
                <a:schemeClr val="dk2"/>
              </a:solidFill>
            </a:endParaRPr>
          </a:p>
        </p:txBody>
      </p:sp>
      <p:sp>
        <p:nvSpPr>
          <p:cNvPr id="379" name="Google Shape;379;p47"/>
          <p:cNvSpPr txBox="1"/>
          <p:nvPr>
            <p:ph idx="2" type="body"/>
          </p:nvPr>
        </p:nvSpPr>
        <p:spPr>
          <a:xfrm>
            <a:off x="4617721" y="1371600"/>
            <a:ext cx="4160400" cy="154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/>
              <a:t>Skip deep architecture and raw SQL. Don’t pre-load canned answers — ask live. Don’t promise cross-region magic; each region is its own governed install.</a:t>
            </a:r>
            <a:endParaRPr b="1">
              <a:solidFill>
                <a:schemeClr val="dk2"/>
              </a:solidFill>
            </a:endParaRPr>
          </a:p>
        </p:txBody>
      </p:sp>
      <p:sp>
        <p:nvSpPr>
          <p:cNvPr id="380" name="Google Shape;380;p47"/>
          <p:cNvSpPr txBox="1"/>
          <p:nvPr/>
        </p:nvSpPr>
        <p:spPr>
          <a:xfrm>
            <a:off x="365750" y="1377600"/>
            <a:ext cx="300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" sz="1800">
                <a:solidFill>
                  <a:schemeClr val="dk2"/>
                </a:solidFill>
              </a:rPr>
              <a:t>Do</a:t>
            </a:r>
            <a:endParaRPr/>
          </a:p>
        </p:txBody>
      </p:sp>
      <p:sp>
        <p:nvSpPr>
          <p:cNvPr id="381" name="Google Shape;381;p47"/>
          <p:cNvSpPr txBox="1"/>
          <p:nvPr/>
        </p:nvSpPr>
        <p:spPr>
          <a:xfrm>
            <a:off x="4617718" y="1377600"/>
            <a:ext cx="300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" sz="1800">
                <a:solidFill>
                  <a:schemeClr val="dk2"/>
                </a:solidFill>
              </a:rPr>
              <a:t>Don’t</a:t>
            </a:r>
            <a:endParaRPr/>
          </a:p>
        </p:txBody>
      </p:sp>
      <p:sp>
        <p:nvSpPr>
          <p:cNvPr id="382" name="Google Shape;382;p47"/>
          <p:cNvSpPr txBox="1"/>
          <p:nvPr>
            <p:ph idx="12" type="sldNum"/>
          </p:nvPr>
        </p:nvSpPr>
        <p:spPr>
          <a:xfrm>
            <a:off x="8229600" y="4866905"/>
            <a:ext cx="473700" cy="924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83" name="Google Shape;383;p47"/>
          <p:cNvSpPr txBox="1"/>
          <p:nvPr>
            <p:ph idx="3" type="subTitle"/>
          </p:nvPr>
        </p:nvSpPr>
        <p:spPr>
          <a:xfrm>
            <a:off x="365760" y="655285"/>
            <a:ext cx="83448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">
                <a:solidFill>
                  <a:srgbClr val="5B5B5B"/>
                </a:solidFill>
              </a:rPr>
              <a:t>Keep it crisp and outcome-focused</a:t>
            </a:r>
            <a:endParaRPr>
              <a:solidFill>
                <a:srgbClr val="5B5B5B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48"/>
          <p:cNvSpPr txBox="1"/>
          <p:nvPr>
            <p:ph type="title"/>
          </p:nvPr>
        </p:nvSpPr>
        <p:spPr>
          <a:xfrm>
            <a:off x="365750" y="274320"/>
            <a:ext cx="83577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"/>
              <a:t>Next Steps</a:t>
            </a:r>
            <a:endParaRPr/>
          </a:p>
        </p:txBody>
      </p:sp>
      <p:sp>
        <p:nvSpPr>
          <p:cNvPr id="389" name="Google Shape;389;p48"/>
          <p:cNvSpPr txBox="1"/>
          <p:nvPr>
            <p:ph idx="1" type="body"/>
          </p:nvPr>
        </p:nvSpPr>
        <p:spPr>
          <a:xfrm>
            <a:off x="365750" y="1371600"/>
            <a:ext cx="2697600" cy="173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" sz="1800"/>
              <a:t>For SEs: install from the internal marketplace and rehearse the 10-minute flow before customer demos.</a:t>
            </a:r>
            <a:endParaRPr b="1" sz="1800">
              <a:solidFill>
                <a:schemeClr val="dk2"/>
              </a:solidFill>
            </a:endParaRPr>
          </a:p>
        </p:txBody>
      </p:sp>
      <p:sp>
        <p:nvSpPr>
          <p:cNvPr id="390" name="Google Shape;390;p48"/>
          <p:cNvSpPr txBox="1"/>
          <p:nvPr>
            <p:ph idx="2" type="body"/>
          </p:nvPr>
        </p:nvSpPr>
        <p:spPr>
          <a:xfrm>
            <a:off x="3169031" y="1371600"/>
            <a:ext cx="2697600" cy="173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" sz="1800"/>
              <a:t>For customers: map their SAP sales and CRM data products in BDC and pick the first AI use case.</a:t>
            </a:r>
            <a:endParaRPr b="1" sz="1800">
              <a:solidFill>
                <a:schemeClr val="accent2"/>
              </a:solidFill>
            </a:endParaRPr>
          </a:p>
        </p:txBody>
      </p:sp>
      <p:sp>
        <p:nvSpPr>
          <p:cNvPr id="391" name="Google Shape;391;p48"/>
          <p:cNvSpPr txBox="1"/>
          <p:nvPr>
            <p:ph idx="3" type="body"/>
          </p:nvPr>
        </p:nvSpPr>
        <p:spPr>
          <a:xfrm>
            <a:off x="6127925" y="1371600"/>
            <a:ext cx="2697600" cy="173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" sz="1800"/>
              <a:t>For partners: co-build Native Apps on BDC data to reach every Snowflake region and account.</a:t>
            </a:r>
            <a:endParaRPr sz="1800"/>
          </a:p>
        </p:txBody>
      </p:sp>
      <p:sp>
        <p:nvSpPr>
          <p:cNvPr id="392" name="Google Shape;392;p48"/>
          <p:cNvSpPr txBox="1"/>
          <p:nvPr>
            <p:ph idx="12" type="sldNum"/>
          </p:nvPr>
        </p:nvSpPr>
        <p:spPr>
          <a:xfrm>
            <a:off x="8229600" y="4864608"/>
            <a:ext cx="473700" cy="924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93" name="Google Shape;393;p48"/>
          <p:cNvSpPr txBox="1"/>
          <p:nvPr>
            <p:ph idx="4" type="subTitle"/>
          </p:nvPr>
        </p:nvSpPr>
        <p:spPr>
          <a:xfrm>
            <a:off x="365760" y="655285"/>
            <a:ext cx="83448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"/>
              <a:t>Take the story forward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8" name="Shape 2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9" name="Google Shape;2559;p73"/>
          <p:cNvSpPr txBox="1"/>
          <p:nvPr>
            <p:ph idx="1" type="body"/>
          </p:nvPr>
        </p:nvSpPr>
        <p:spPr>
          <a:xfrm>
            <a:off x="365750" y="1886350"/>
            <a:ext cx="7484400" cy="1357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300"/>
              <a:t>THANK</a:t>
            </a:r>
            <a:endParaRPr sz="7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300">
                <a:solidFill>
                  <a:schemeClr val="dk1"/>
                </a:solidFill>
              </a:rPr>
              <a:t>YOU</a:t>
            </a:r>
            <a:endParaRPr sz="7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nowflake 2026.01">
  <a:themeElements>
    <a:clrScheme name="Snowflake 2018">
      <a:dk1>
        <a:srgbClr val="262626"/>
      </a:dk1>
      <a:lt1>
        <a:srgbClr val="FFFFFF"/>
      </a:lt1>
      <a:dk2>
        <a:srgbClr val="11567F"/>
      </a:dk2>
      <a:lt2>
        <a:srgbClr val="FFFFFF"/>
      </a:lt2>
      <a:accent1>
        <a:srgbClr val="29B5E8"/>
      </a:accent1>
      <a:accent2>
        <a:srgbClr val="11567F"/>
      </a:accent2>
      <a:accent3>
        <a:srgbClr val="71D3DC"/>
      </a:accent3>
      <a:accent4>
        <a:srgbClr val="FF9F36"/>
      </a:accent4>
      <a:accent5>
        <a:srgbClr val="7D44CF"/>
      </a:accent5>
      <a:accent6>
        <a:srgbClr val="D45B90"/>
      </a:accent6>
      <a:hlink>
        <a:srgbClr val="29B5E8"/>
      </a:hlink>
      <a:folHlink>
        <a:srgbClr val="BFBFB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